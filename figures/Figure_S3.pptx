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36011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19666"/>
              <a:ext cx="1704152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54489" y="19846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94844" y="17992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79795" y="187875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51290" y="16129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71913" y="22868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82459" y="18728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64631" y="20934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41437" y="19588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52323" y="17379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89004" y="18945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8676" y="17848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0997" y="16643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7081" y="16437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27633" y="19230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51992" y="18674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19445" y="17307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36525" y="18353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48541" y="20366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38498" y="19650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29354" y="16187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48662" y="16470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42272" y="19019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2837" y="19645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43246" y="20993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45479" y="19546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68373" y="17981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47757" y="19483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38315" y="181096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29588" y="17851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1323" y="18157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21093" y="198324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50260" y="16919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2023" y="18108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0380" y="18235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18937" y="18814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19526" y="18122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5202" y="19242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99455" y="15027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15388" y="15824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04741" y="15543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2742" y="15122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7270" y="17901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30367" y="17450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30490" y="16472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49005" y="19708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8372" y="18417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01839" y="17853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3024" y="17074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94271" y="16447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07257" y="16961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04276" y="19159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79160" y="17222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14261" y="18848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87170" y="19831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00839" y="17937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07386" y="17794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31001" y="17178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90078" y="18772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20964" y="17401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80772" y="12704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81366" y="18920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08806" y="13584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08004" y="18124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92901" y="15428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530960" y="15061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27664" y="15279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81177" y="18669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23712" y="16919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77797" y="18378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27577" y="17554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78473" y="14058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26511" y="11934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396014" y="1815978"/>
              <a:ext cx="1136435" cy="141157"/>
            </a:xfrm>
            <a:custGeom>
              <a:avLst/>
              <a:pathLst>
                <a:path w="1136435" h="141157">
                  <a:moveTo>
                    <a:pt x="0" y="141157"/>
                  </a:moveTo>
                  <a:lnTo>
                    <a:pt x="72976" y="132092"/>
                  </a:lnTo>
                  <a:lnTo>
                    <a:pt x="137345" y="124097"/>
                  </a:lnTo>
                  <a:lnTo>
                    <a:pt x="194926" y="116945"/>
                  </a:lnTo>
                  <a:lnTo>
                    <a:pt x="247014" y="110475"/>
                  </a:lnTo>
                  <a:lnTo>
                    <a:pt x="294567" y="104568"/>
                  </a:lnTo>
                  <a:lnTo>
                    <a:pt x="338311" y="99135"/>
                  </a:lnTo>
                  <a:lnTo>
                    <a:pt x="378811" y="94104"/>
                  </a:lnTo>
                  <a:lnTo>
                    <a:pt x="416517" y="89421"/>
                  </a:lnTo>
                  <a:lnTo>
                    <a:pt x="451788" y="85040"/>
                  </a:lnTo>
                  <a:lnTo>
                    <a:pt x="484920" y="80925"/>
                  </a:lnTo>
                  <a:lnTo>
                    <a:pt x="516157" y="77044"/>
                  </a:lnTo>
                  <a:lnTo>
                    <a:pt x="545706" y="73374"/>
                  </a:lnTo>
                  <a:lnTo>
                    <a:pt x="573738" y="69892"/>
                  </a:lnTo>
                  <a:lnTo>
                    <a:pt x="600402" y="66580"/>
                  </a:lnTo>
                  <a:lnTo>
                    <a:pt x="625826" y="63422"/>
                  </a:lnTo>
                  <a:lnTo>
                    <a:pt x="650119" y="60405"/>
                  </a:lnTo>
                  <a:lnTo>
                    <a:pt x="673378" y="57516"/>
                  </a:lnTo>
                  <a:lnTo>
                    <a:pt x="695688" y="54745"/>
                  </a:lnTo>
                  <a:lnTo>
                    <a:pt x="717123" y="52082"/>
                  </a:lnTo>
                  <a:lnTo>
                    <a:pt x="737748" y="49521"/>
                  </a:lnTo>
                  <a:lnTo>
                    <a:pt x="757623" y="47052"/>
                  </a:lnTo>
                  <a:lnTo>
                    <a:pt x="776801" y="44670"/>
                  </a:lnTo>
                  <a:lnTo>
                    <a:pt x="795329" y="42368"/>
                  </a:lnTo>
                  <a:lnTo>
                    <a:pt x="813249" y="40143"/>
                  </a:lnTo>
                  <a:lnTo>
                    <a:pt x="830600" y="37987"/>
                  </a:lnTo>
                  <a:lnTo>
                    <a:pt x="847417" y="35899"/>
                  </a:lnTo>
                  <a:lnTo>
                    <a:pt x="863732" y="33872"/>
                  </a:lnTo>
                  <a:lnTo>
                    <a:pt x="879573" y="31904"/>
                  </a:lnTo>
                  <a:lnTo>
                    <a:pt x="894969" y="29992"/>
                  </a:lnTo>
                  <a:lnTo>
                    <a:pt x="909943" y="28132"/>
                  </a:lnTo>
                  <a:lnTo>
                    <a:pt x="924517" y="26322"/>
                  </a:lnTo>
                  <a:lnTo>
                    <a:pt x="938713" y="24559"/>
                  </a:lnTo>
                  <a:lnTo>
                    <a:pt x="952550" y="22840"/>
                  </a:lnTo>
                  <a:lnTo>
                    <a:pt x="966044" y="21164"/>
                  </a:lnTo>
                  <a:lnTo>
                    <a:pt x="979214" y="19528"/>
                  </a:lnTo>
                  <a:lnTo>
                    <a:pt x="992074" y="17931"/>
                  </a:lnTo>
                  <a:lnTo>
                    <a:pt x="1004638" y="16370"/>
                  </a:lnTo>
                  <a:lnTo>
                    <a:pt x="1016919" y="14845"/>
                  </a:lnTo>
                  <a:lnTo>
                    <a:pt x="1028931" y="13353"/>
                  </a:lnTo>
                  <a:lnTo>
                    <a:pt x="1040684" y="11893"/>
                  </a:lnTo>
                  <a:lnTo>
                    <a:pt x="1052190" y="10464"/>
                  </a:lnTo>
                  <a:lnTo>
                    <a:pt x="1063459" y="9064"/>
                  </a:lnTo>
                  <a:lnTo>
                    <a:pt x="1074500" y="7693"/>
                  </a:lnTo>
                  <a:lnTo>
                    <a:pt x="1085322" y="6348"/>
                  </a:lnTo>
                  <a:lnTo>
                    <a:pt x="1095934" y="5030"/>
                  </a:lnTo>
                  <a:lnTo>
                    <a:pt x="1106344" y="3737"/>
                  </a:lnTo>
                  <a:lnTo>
                    <a:pt x="1116560" y="2468"/>
                  </a:lnTo>
                  <a:lnTo>
                    <a:pt x="1126588" y="1223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96014" y="1528979"/>
              <a:ext cx="1136435" cy="332041"/>
            </a:xfrm>
            <a:custGeom>
              <a:avLst/>
              <a:pathLst>
                <a:path w="1136435" h="332041">
                  <a:moveTo>
                    <a:pt x="0" y="332041"/>
                  </a:moveTo>
                  <a:lnTo>
                    <a:pt x="72976" y="310719"/>
                  </a:lnTo>
                  <a:lnTo>
                    <a:pt x="137345" y="291911"/>
                  </a:lnTo>
                  <a:lnTo>
                    <a:pt x="194926" y="275088"/>
                  </a:lnTo>
                  <a:lnTo>
                    <a:pt x="247014" y="259869"/>
                  </a:lnTo>
                  <a:lnTo>
                    <a:pt x="294567" y="245975"/>
                  </a:lnTo>
                  <a:lnTo>
                    <a:pt x="338311" y="233194"/>
                  </a:lnTo>
                  <a:lnTo>
                    <a:pt x="378811" y="221360"/>
                  </a:lnTo>
                  <a:lnTo>
                    <a:pt x="416517" y="210344"/>
                  </a:lnTo>
                  <a:lnTo>
                    <a:pt x="451788" y="200038"/>
                  </a:lnTo>
                  <a:lnTo>
                    <a:pt x="484920" y="190358"/>
                  </a:lnTo>
                  <a:lnTo>
                    <a:pt x="516157" y="181231"/>
                  </a:lnTo>
                  <a:lnTo>
                    <a:pt x="545706" y="172598"/>
                  </a:lnTo>
                  <a:lnTo>
                    <a:pt x="573738" y="164407"/>
                  </a:lnTo>
                  <a:lnTo>
                    <a:pt x="600402" y="156617"/>
                  </a:lnTo>
                  <a:lnTo>
                    <a:pt x="625826" y="149188"/>
                  </a:lnTo>
                  <a:lnTo>
                    <a:pt x="650119" y="142090"/>
                  </a:lnTo>
                  <a:lnTo>
                    <a:pt x="673378" y="135294"/>
                  </a:lnTo>
                  <a:lnTo>
                    <a:pt x="695688" y="128776"/>
                  </a:lnTo>
                  <a:lnTo>
                    <a:pt x="717123" y="122513"/>
                  </a:lnTo>
                  <a:lnTo>
                    <a:pt x="737748" y="116487"/>
                  </a:lnTo>
                  <a:lnTo>
                    <a:pt x="757623" y="110680"/>
                  </a:lnTo>
                  <a:lnTo>
                    <a:pt x="776801" y="105077"/>
                  </a:lnTo>
                  <a:lnTo>
                    <a:pt x="795329" y="99663"/>
                  </a:lnTo>
                  <a:lnTo>
                    <a:pt x="813249" y="94427"/>
                  </a:lnTo>
                  <a:lnTo>
                    <a:pt x="830600" y="89358"/>
                  </a:lnTo>
                  <a:lnTo>
                    <a:pt x="847417" y="84444"/>
                  </a:lnTo>
                  <a:lnTo>
                    <a:pt x="863732" y="79677"/>
                  </a:lnTo>
                  <a:lnTo>
                    <a:pt x="879573" y="75049"/>
                  </a:lnTo>
                  <a:lnTo>
                    <a:pt x="894969" y="70551"/>
                  </a:lnTo>
                  <a:lnTo>
                    <a:pt x="909943" y="66176"/>
                  </a:lnTo>
                  <a:lnTo>
                    <a:pt x="924517" y="61917"/>
                  </a:lnTo>
                  <a:lnTo>
                    <a:pt x="938713" y="57769"/>
                  </a:lnTo>
                  <a:lnTo>
                    <a:pt x="952550" y="53727"/>
                  </a:lnTo>
                  <a:lnTo>
                    <a:pt x="966044" y="49784"/>
                  </a:lnTo>
                  <a:lnTo>
                    <a:pt x="979214" y="45936"/>
                  </a:lnTo>
                  <a:lnTo>
                    <a:pt x="992074" y="42179"/>
                  </a:lnTo>
                  <a:lnTo>
                    <a:pt x="1004638" y="38508"/>
                  </a:lnTo>
                  <a:lnTo>
                    <a:pt x="1016919" y="34919"/>
                  </a:lnTo>
                  <a:lnTo>
                    <a:pt x="1028931" y="31410"/>
                  </a:lnTo>
                  <a:lnTo>
                    <a:pt x="1040684" y="27976"/>
                  </a:lnTo>
                  <a:lnTo>
                    <a:pt x="1052190" y="24614"/>
                  </a:lnTo>
                  <a:lnTo>
                    <a:pt x="1063459" y="21322"/>
                  </a:lnTo>
                  <a:lnTo>
                    <a:pt x="1074500" y="18096"/>
                  </a:lnTo>
                  <a:lnTo>
                    <a:pt x="1085322" y="14934"/>
                  </a:lnTo>
                  <a:lnTo>
                    <a:pt x="1095934" y="11833"/>
                  </a:lnTo>
                  <a:lnTo>
                    <a:pt x="1106344" y="8791"/>
                  </a:lnTo>
                  <a:lnTo>
                    <a:pt x="1116560" y="5807"/>
                  </a:lnTo>
                  <a:lnTo>
                    <a:pt x="1126588" y="2877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96014" y="1880683"/>
              <a:ext cx="1136435" cy="62721"/>
            </a:xfrm>
            <a:custGeom>
              <a:avLst/>
              <a:pathLst>
                <a:path w="1136435" h="62721">
                  <a:moveTo>
                    <a:pt x="0" y="62721"/>
                  </a:moveTo>
                  <a:lnTo>
                    <a:pt x="72976" y="58693"/>
                  </a:lnTo>
                  <a:lnTo>
                    <a:pt x="137345" y="55141"/>
                  </a:lnTo>
                  <a:lnTo>
                    <a:pt x="194926" y="51963"/>
                  </a:lnTo>
                  <a:lnTo>
                    <a:pt x="247014" y="49088"/>
                  </a:lnTo>
                  <a:lnTo>
                    <a:pt x="294567" y="46463"/>
                  </a:lnTo>
                  <a:lnTo>
                    <a:pt x="338311" y="44049"/>
                  </a:lnTo>
                  <a:lnTo>
                    <a:pt x="378811" y="41814"/>
                  </a:lnTo>
                  <a:lnTo>
                    <a:pt x="416517" y="39733"/>
                  </a:lnTo>
                  <a:lnTo>
                    <a:pt x="451788" y="37786"/>
                  </a:lnTo>
                  <a:lnTo>
                    <a:pt x="484920" y="35957"/>
                  </a:lnTo>
                  <a:lnTo>
                    <a:pt x="516157" y="34233"/>
                  </a:lnTo>
                  <a:lnTo>
                    <a:pt x="545706" y="32603"/>
                  </a:lnTo>
                  <a:lnTo>
                    <a:pt x="573738" y="31055"/>
                  </a:lnTo>
                  <a:lnTo>
                    <a:pt x="600402" y="29584"/>
                  </a:lnTo>
                  <a:lnTo>
                    <a:pt x="625826" y="28181"/>
                  </a:lnTo>
                  <a:lnTo>
                    <a:pt x="650119" y="26840"/>
                  </a:lnTo>
                  <a:lnTo>
                    <a:pt x="673378" y="25556"/>
                  </a:lnTo>
                  <a:lnTo>
                    <a:pt x="695688" y="24325"/>
                  </a:lnTo>
                  <a:lnTo>
                    <a:pt x="717123" y="23142"/>
                  </a:lnTo>
                  <a:lnTo>
                    <a:pt x="737748" y="22004"/>
                  </a:lnTo>
                  <a:lnTo>
                    <a:pt x="757623" y="20907"/>
                  </a:lnTo>
                  <a:lnTo>
                    <a:pt x="776801" y="19848"/>
                  </a:lnTo>
                  <a:lnTo>
                    <a:pt x="795329" y="18826"/>
                  </a:lnTo>
                  <a:lnTo>
                    <a:pt x="813249" y="17837"/>
                  </a:lnTo>
                  <a:lnTo>
                    <a:pt x="830600" y="16879"/>
                  </a:lnTo>
                  <a:lnTo>
                    <a:pt x="847417" y="15951"/>
                  </a:lnTo>
                  <a:lnTo>
                    <a:pt x="863732" y="15050"/>
                  </a:lnTo>
                  <a:lnTo>
                    <a:pt x="879573" y="14176"/>
                  </a:lnTo>
                  <a:lnTo>
                    <a:pt x="894969" y="13326"/>
                  </a:lnTo>
                  <a:lnTo>
                    <a:pt x="909943" y="12500"/>
                  </a:lnTo>
                  <a:lnTo>
                    <a:pt x="924517" y="11696"/>
                  </a:lnTo>
                  <a:lnTo>
                    <a:pt x="938713" y="10912"/>
                  </a:lnTo>
                  <a:lnTo>
                    <a:pt x="952550" y="10148"/>
                  </a:lnTo>
                  <a:lnTo>
                    <a:pt x="966044" y="9404"/>
                  </a:lnTo>
                  <a:lnTo>
                    <a:pt x="979214" y="8677"/>
                  </a:lnTo>
                  <a:lnTo>
                    <a:pt x="992074" y="7967"/>
                  </a:lnTo>
                  <a:lnTo>
                    <a:pt x="1004638" y="7274"/>
                  </a:lnTo>
                  <a:lnTo>
                    <a:pt x="1016919" y="6596"/>
                  </a:lnTo>
                  <a:lnTo>
                    <a:pt x="1028931" y="5933"/>
                  </a:lnTo>
                  <a:lnTo>
                    <a:pt x="1040684" y="5284"/>
                  </a:lnTo>
                  <a:lnTo>
                    <a:pt x="1052190" y="4649"/>
                  </a:lnTo>
                  <a:lnTo>
                    <a:pt x="1063459" y="4027"/>
                  </a:lnTo>
                  <a:lnTo>
                    <a:pt x="1074500" y="3418"/>
                  </a:lnTo>
                  <a:lnTo>
                    <a:pt x="1085322" y="2820"/>
                  </a:lnTo>
                  <a:lnTo>
                    <a:pt x="1095934" y="2235"/>
                  </a:lnTo>
                  <a:lnTo>
                    <a:pt x="1106344" y="1660"/>
                  </a:lnTo>
                  <a:lnTo>
                    <a:pt x="1116560" y="1096"/>
                  </a:lnTo>
                  <a:lnTo>
                    <a:pt x="1126588" y="543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396014" y="1489081"/>
              <a:ext cx="1136435" cy="733681"/>
            </a:xfrm>
            <a:custGeom>
              <a:avLst/>
              <a:pathLst>
                <a:path w="1136435" h="733681">
                  <a:moveTo>
                    <a:pt x="0" y="733681"/>
                  </a:moveTo>
                  <a:lnTo>
                    <a:pt x="72976" y="686567"/>
                  </a:lnTo>
                  <a:lnTo>
                    <a:pt x="137345" y="645010"/>
                  </a:lnTo>
                  <a:lnTo>
                    <a:pt x="194926" y="607836"/>
                  </a:lnTo>
                  <a:lnTo>
                    <a:pt x="247014" y="574208"/>
                  </a:lnTo>
                  <a:lnTo>
                    <a:pt x="294567" y="543509"/>
                  </a:lnTo>
                  <a:lnTo>
                    <a:pt x="338311" y="515267"/>
                  </a:lnTo>
                  <a:lnTo>
                    <a:pt x="378811" y="489120"/>
                  </a:lnTo>
                  <a:lnTo>
                    <a:pt x="416517" y="464778"/>
                  </a:lnTo>
                  <a:lnTo>
                    <a:pt x="451788" y="442007"/>
                  </a:lnTo>
                  <a:lnTo>
                    <a:pt x="484920" y="420617"/>
                  </a:lnTo>
                  <a:lnTo>
                    <a:pt x="516157" y="400450"/>
                  </a:lnTo>
                  <a:lnTo>
                    <a:pt x="545706" y="381374"/>
                  </a:lnTo>
                  <a:lnTo>
                    <a:pt x="573738" y="363276"/>
                  </a:lnTo>
                  <a:lnTo>
                    <a:pt x="600402" y="346062"/>
                  </a:lnTo>
                  <a:lnTo>
                    <a:pt x="625826" y="329648"/>
                  </a:lnTo>
                  <a:lnTo>
                    <a:pt x="650119" y="313964"/>
                  </a:lnTo>
                  <a:lnTo>
                    <a:pt x="673378" y="298948"/>
                  </a:lnTo>
                  <a:lnTo>
                    <a:pt x="695688" y="284545"/>
                  </a:lnTo>
                  <a:lnTo>
                    <a:pt x="717123" y="270707"/>
                  </a:lnTo>
                  <a:lnTo>
                    <a:pt x="737748" y="257391"/>
                  </a:lnTo>
                  <a:lnTo>
                    <a:pt x="757623" y="244560"/>
                  </a:lnTo>
                  <a:lnTo>
                    <a:pt x="776801" y="232179"/>
                  </a:lnTo>
                  <a:lnTo>
                    <a:pt x="795329" y="220217"/>
                  </a:lnTo>
                  <a:lnTo>
                    <a:pt x="813249" y="208648"/>
                  </a:lnTo>
                  <a:lnTo>
                    <a:pt x="830600" y="197447"/>
                  </a:lnTo>
                  <a:lnTo>
                    <a:pt x="847417" y="186589"/>
                  </a:lnTo>
                  <a:lnTo>
                    <a:pt x="863732" y="176057"/>
                  </a:lnTo>
                  <a:lnTo>
                    <a:pt x="879573" y="165829"/>
                  </a:lnTo>
                  <a:lnTo>
                    <a:pt x="894969" y="155890"/>
                  </a:lnTo>
                  <a:lnTo>
                    <a:pt x="909943" y="146223"/>
                  </a:lnTo>
                  <a:lnTo>
                    <a:pt x="924517" y="136813"/>
                  </a:lnTo>
                  <a:lnTo>
                    <a:pt x="938713" y="127648"/>
                  </a:lnTo>
                  <a:lnTo>
                    <a:pt x="952550" y="118716"/>
                  </a:lnTo>
                  <a:lnTo>
                    <a:pt x="966044" y="110003"/>
                  </a:lnTo>
                  <a:lnTo>
                    <a:pt x="979214" y="101501"/>
                  </a:lnTo>
                  <a:lnTo>
                    <a:pt x="992074" y="93199"/>
                  </a:lnTo>
                  <a:lnTo>
                    <a:pt x="1004638" y="85088"/>
                  </a:lnTo>
                  <a:lnTo>
                    <a:pt x="1016919" y="77159"/>
                  </a:lnTo>
                  <a:lnTo>
                    <a:pt x="1028931" y="69404"/>
                  </a:lnTo>
                  <a:lnTo>
                    <a:pt x="1040684" y="61816"/>
                  </a:lnTo>
                  <a:lnTo>
                    <a:pt x="1052190" y="54388"/>
                  </a:lnTo>
                  <a:lnTo>
                    <a:pt x="1063459" y="47113"/>
                  </a:lnTo>
                  <a:lnTo>
                    <a:pt x="1074500" y="39985"/>
                  </a:lnTo>
                  <a:lnTo>
                    <a:pt x="1085322" y="32998"/>
                  </a:lnTo>
                  <a:lnTo>
                    <a:pt x="1095934" y="26147"/>
                  </a:lnTo>
                  <a:lnTo>
                    <a:pt x="1106344" y="19426"/>
                  </a:lnTo>
                  <a:lnTo>
                    <a:pt x="1116560" y="12831"/>
                  </a:lnTo>
                  <a:lnTo>
                    <a:pt x="1126588" y="6357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396014" y="1820524"/>
              <a:ext cx="1136435" cy="114618"/>
            </a:xfrm>
            <a:custGeom>
              <a:avLst/>
              <a:pathLst>
                <a:path w="1136435" h="114618">
                  <a:moveTo>
                    <a:pt x="0" y="114618"/>
                  </a:moveTo>
                  <a:lnTo>
                    <a:pt x="72976" y="107258"/>
                  </a:lnTo>
                  <a:lnTo>
                    <a:pt x="137345" y="100765"/>
                  </a:lnTo>
                  <a:lnTo>
                    <a:pt x="194926" y="94958"/>
                  </a:lnTo>
                  <a:lnTo>
                    <a:pt x="247014" y="89705"/>
                  </a:lnTo>
                  <a:lnTo>
                    <a:pt x="294567" y="84909"/>
                  </a:lnTo>
                  <a:lnTo>
                    <a:pt x="338311" y="80497"/>
                  </a:lnTo>
                  <a:lnTo>
                    <a:pt x="378811" y="76412"/>
                  </a:lnTo>
                  <a:lnTo>
                    <a:pt x="416517" y="72609"/>
                  </a:lnTo>
                  <a:lnTo>
                    <a:pt x="451788" y="69052"/>
                  </a:lnTo>
                  <a:lnTo>
                    <a:pt x="484920" y="65710"/>
                  </a:lnTo>
                  <a:lnTo>
                    <a:pt x="516157" y="62559"/>
                  </a:lnTo>
                  <a:lnTo>
                    <a:pt x="545706" y="59579"/>
                  </a:lnTo>
                  <a:lnTo>
                    <a:pt x="573738" y="56752"/>
                  </a:lnTo>
                  <a:lnTo>
                    <a:pt x="600402" y="54063"/>
                  </a:lnTo>
                  <a:lnTo>
                    <a:pt x="625826" y="51498"/>
                  </a:lnTo>
                  <a:lnTo>
                    <a:pt x="650119" y="49048"/>
                  </a:lnTo>
                  <a:lnTo>
                    <a:pt x="673378" y="46702"/>
                  </a:lnTo>
                  <a:lnTo>
                    <a:pt x="695688" y="44452"/>
                  </a:lnTo>
                  <a:lnTo>
                    <a:pt x="717123" y="42290"/>
                  </a:lnTo>
                  <a:lnTo>
                    <a:pt x="737748" y="40210"/>
                  </a:lnTo>
                  <a:lnTo>
                    <a:pt x="757623" y="38206"/>
                  </a:lnTo>
                  <a:lnTo>
                    <a:pt x="776801" y="36271"/>
                  </a:lnTo>
                  <a:lnTo>
                    <a:pt x="795329" y="34403"/>
                  </a:lnTo>
                  <a:lnTo>
                    <a:pt x="813249" y="32595"/>
                  </a:lnTo>
                  <a:lnTo>
                    <a:pt x="830600" y="30845"/>
                  </a:lnTo>
                  <a:lnTo>
                    <a:pt x="847417" y="29149"/>
                  </a:lnTo>
                  <a:lnTo>
                    <a:pt x="863732" y="27504"/>
                  </a:lnTo>
                  <a:lnTo>
                    <a:pt x="879573" y="25906"/>
                  </a:lnTo>
                  <a:lnTo>
                    <a:pt x="894969" y="24353"/>
                  </a:lnTo>
                  <a:lnTo>
                    <a:pt x="909943" y="22843"/>
                  </a:lnTo>
                  <a:lnTo>
                    <a:pt x="924517" y="21373"/>
                  </a:lnTo>
                  <a:lnTo>
                    <a:pt x="938713" y="19941"/>
                  </a:lnTo>
                  <a:lnTo>
                    <a:pt x="952550" y="18546"/>
                  </a:lnTo>
                  <a:lnTo>
                    <a:pt x="966044" y="17185"/>
                  </a:lnTo>
                  <a:lnTo>
                    <a:pt x="979214" y="15856"/>
                  </a:lnTo>
                  <a:lnTo>
                    <a:pt x="992074" y="14559"/>
                  </a:lnTo>
                  <a:lnTo>
                    <a:pt x="1004638" y="13292"/>
                  </a:lnTo>
                  <a:lnTo>
                    <a:pt x="1016919" y="12054"/>
                  </a:lnTo>
                  <a:lnTo>
                    <a:pt x="1028931" y="10842"/>
                  </a:lnTo>
                  <a:lnTo>
                    <a:pt x="1040684" y="9657"/>
                  </a:lnTo>
                  <a:lnTo>
                    <a:pt x="1052190" y="8496"/>
                  </a:lnTo>
                  <a:lnTo>
                    <a:pt x="1063459" y="7360"/>
                  </a:lnTo>
                  <a:lnTo>
                    <a:pt x="1074500" y="6246"/>
                  </a:lnTo>
                  <a:lnTo>
                    <a:pt x="1085322" y="5155"/>
                  </a:lnTo>
                  <a:lnTo>
                    <a:pt x="1095934" y="4084"/>
                  </a:lnTo>
                  <a:lnTo>
                    <a:pt x="1106344" y="3034"/>
                  </a:lnTo>
                  <a:lnTo>
                    <a:pt x="1116560" y="2004"/>
                  </a:lnTo>
                  <a:lnTo>
                    <a:pt x="1126588" y="993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396014" y="1767424"/>
              <a:ext cx="1136435" cy="23254"/>
            </a:xfrm>
            <a:custGeom>
              <a:avLst/>
              <a:pathLst>
                <a:path w="1136435" h="23254">
                  <a:moveTo>
                    <a:pt x="0" y="0"/>
                  </a:moveTo>
                  <a:lnTo>
                    <a:pt x="72976" y="1493"/>
                  </a:lnTo>
                  <a:lnTo>
                    <a:pt x="137345" y="2810"/>
                  </a:lnTo>
                  <a:lnTo>
                    <a:pt x="194926" y="3988"/>
                  </a:lnTo>
                  <a:lnTo>
                    <a:pt x="247014" y="5054"/>
                  </a:lnTo>
                  <a:lnTo>
                    <a:pt x="294567" y="6027"/>
                  </a:lnTo>
                  <a:lnTo>
                    <a:pt x="338311" y="6922"/>
                  </a:lnTo>
                  <a:lnTo>
                    <a:pt x="378811" y="7751"/>
                  </a:lnTo>
                  <a:lnTo>
                    <a:pt x="416517" y="8523"/>
                  </a:lnTo>
                  <a:lnTo>
                    <a:pt x="451788" y="9244"/>
                  </a:lnTo>
                  <a:lnTo>
                    <a:pt x="484920" y="9922"/>
                  </a:lnTo>
                  <a:lnTo>
                    <a:pt x="516157" y="10562"/>
                  </a:lnTo>
                  <a:lnTo>
                    <a:pt x="545706" y="11166"/>
                  </a:lnTo>
                  <a:lnTo>
                    <a:pt x="573738" y="11740"/>
                  </a:lnTo>
                  <a:lnTo>
                    <a:pt x="600402" y="12285"/>
                  </a:lnTo>
                  <a:lnTo>
                    <a:pt x="625826" y="12806"/>
                  </a:lnTo>
                  <a:lnTo>
                    <a:pt x="650119" y="13303"/>
                  </a:lnTo>
                  <a:lnTo>
                    <a:pt x="673378" y="13779"/>
                  </a:lnTo>
                  <a:lnTo>
                    <a:pt x="695688" y="14235"/>
                  </a:lnTo>
                  <a:lnTo>
                    <a:pt x="717123" y="14674"/>
                  </a:lnTo>
                  <a:lnTo>
                    <a:pt x="737748" y="15096"/>
                  </a:lnTo>
                  <a:lnTo>
                    <a:pt x="757623" y="15503"/>
                  </a:lnTo>
                  <a:lnTo>
                    <a:pt x="776801" y="15895"/>
                  </a:lnTo>
                  <a:lnTo>
                    <a:pt x="795329" y="16274"/>
                  </a:lnTo>
                  <a:lnTo>
                    <a:pt x="813249" y="16641"/>
                  </a:lnTo>
                  <a:lnTo>
                    <a:pt x="830600" y="16996"/>
                  </a:lnTo>
                  <a:lnTo>
                    <a:pt x="847417" y="17340"/>
                  </a:lnTo>
                  <a:lnTo>
                    <a:pt x="863732" y="17674"/>
                  </a:lnTo>
                  <a:lnTo>
                    <a:pt x="879573" y="17998"/>
                  </a:lnTo>
                  <a:lnTo>
                    <a:pt x="894969" y="18313"/>
                  </a:lnTo>
                  <a:lnTo>
                    <a:pt x="909943" y="18619"/>
                  </a:lnTo>
                  <a:lnTo>
                    <a:pt x="924517" y="18918"/>
                  </a:lnTo>
                  <a:lnTo>
                    <a:pt x="938713" y="19208"/>
                  </a:lnTo>
                  <a:lnTo>
                    <a:pt x="952550" y="19491"/>
                  </a:lnTo>
                  <a:lnTo>
                    <a:pt x="966044" y="19767"/>
                  </a:lnTo>
                  <a:lnTo>
                    <a:pt x="979214" y="20037"/>
                  </a:lnTo>
                  <a:lnTo>
                    <a:pt x="992074" y="20300"/>
                  </a:lnTo>
                  <a:lnTo>
                    <a:pt x="1004638" y="20557"/>
                  </a:lnTo>
                  <a:lnTo>
                    <a:pt x="1016919" y="20808"/>
                  </a:lnTo>
                  <a:lnTo>
                    <a:pt x="1028931" y="21054"/>
                  </a:lnTo>
                  <a:lnTo>
                    <a:pt x="1040684" y="21295"/>
                  </a:lnTo>
                  <a:lnTo>
                    <a:pt x="1052190" y="21530"/>
                  </a:lnTo>
                  <a:lnTo>
                    <a:pt x="1063459" y="21761"/>
                  </a:lnTo>
                  <a:lnTo>
                    <a:pt x="1074500" y="21987"/>
                  </a:lnTo>
                  <a:lnTo>
                    <a:pt x="1085322" y="22208"/>
                  </a:lnTo>
                  <a:lnTo>
                    <a:pt x="1095934" y="22425"/>
                  </a:lnTo>
                  <a:lnTo>
                    <a:pt x="1106344" y="22638"/>
                  </a:lnTo>
                  <a:lnTo>
                    <a:pt x="1116560" y="22847"/>
                  </a:lnTo>
                  <a:lnTo>
                    <a:pt x="1126588" y="23053"/>
                  </a:lnTo>
                  <a:lnTo>
                    <a:pt x="1136435" y="2325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96014" y="1755166"/>
              <a:ext cx="1136435" cy="137093"/>
            </a:xfrm>
            <a:custGeom>
              <a:avLst/>
              <a:pathLst>
                <a:path w="1136435" h="137093">
                  <a:moveTo>
                    <a:pt x="0" y="137093"/>
                  </a:moveTo>
                  <a:lnTo>
                    <a:pt x="72976" y="128289"/>
                  </a:lnTo>
                  <a:lnTo>
                    <a:pt x="137345" y="120524"/>
                  </a:lnTo>
                  <a:lnTo>
                    <a:pt x="194926" y="113578"/>
                  </a:lnTo>
                  <a:lnTo>
                    <a:pt x="247014" y="107294"/>
                  </a:lnTo>
                  <a:lnTo>
                    <a:pt x="294567" y="101558"/>
                  </a:lnTo>
                  <a:lnTo>
                    <a:pt x="338311" y="96281"/>
                  </a:lnTo>
                  <a:lnTo>
                    <a:pt x="378811" y="91395"/>
                  </a:lnTo>
                  <a:lnTo>
                    <a:pt x="416517" y="86846"/>
                  </a:lnTo>
                  <a:lnTo>
                    <a:pt x="451788" y="82592"/>
                  </a:lnTo>
                  <a:lnTo>
                    <a:pt x="484920" y="78595"/>
                  </a:lnTo>
                  <a:lnTo>
                    <a:pt x="516157" y="74826"/>
                  </a:lnTo>
                  <a:lnTo>
                    <a:pt x="545706" y="71262"/>
                  </a:lnTo>
                  <a:lnTo>
                    <a:pt x="573738" y="67880"/>
                  </a:lnTo>
                  <a:lnTo>
                    <a:pt x="600402" y="64664"/>
                  </a:lnTo>
                  <a:lnTo>
                    <a:pt x="625826" y="61597"/>
                  </a:lnTo>
                  <a:lnTo>
                    <a:pt x="650119" y="58666"/>
                  </a:lnTo>
                  <a:lnTo>
                    <a:pt x="673378" y="55860"/>
                  </a:lnTo>
                  <a:lnTo>
                    <a:pt x="695688" y="53169"/>
                  </a:lnTo>
                  <a:lnTo>
                    <a:pt x="717123" y="50583"/>
                  </a:lnTo>
                  <a:lnTo>
                    <a:pt x="737748" y="48095"/>
                  </a:lnTo>
                  <a:lnTo>
                    <a:pt x="757623" y="45697"/>
                  </a:lnTo>
                  <a:lnTo>
                    <a:pt x="776801" y="43384"/>
                  </a:lnTo>
                  <a:lnTo>
                    <a:pt x="795329" y="41149"/>
                  </a:lnTo>
                  <a:lnTo>
                    <a:pt x="813249" y="38987"/>
                  </a:lnTo>
                  <a:lnTo>
                    <a:pt x="830600" y="36894"/>
                  </a:lnTo>
                  <a:lnTo>
                    <a:pt x="847417" y="34865"/>
                  </a:lnTo>
                  <a:lnTo>
                    <a:pt x="863732" y="32897"/>
                  </a:lnTo>
                  <a:lnTo>
                    <a:pt x="879573" y="30986"/>
                  </a:lnTo>
                  <a:lnTo>
                    <a:pt x="894969" y="29129"/>
                  </a:lnTo>
                  <a:lnTo>
                    <a:pt x="909943" y="27322"/>
                  </a:lnTo>
                  <a:lnTo>
                    <a:pt x="924517" y="25564"/>
                  </a:lnTo>
                  <a:lnTo>
                    <a:pt x="938713" y="23852"/>
                  </a:lnTo>
                  <a:lnTo>
                    <a:pt x="952550" y="22182"/>
                  </a:lnTo>
                  <a:lnTo>
                    <a:pt x="966044" y="20554"/>
                  </a:lnTo>
                  <a:lnTo>
                    <a:pt x="979214" y="18966"/>
                  </a:lnTo>
                  <a:lnTo>
                    <a:pt x="992074" y="17414"/>
                  </a:lnTo>
                  <a:lnTo>
                    <a:pt x="1004638" y="15899"/>
                  </a:lnTo>
                  <a:lnTo>
                    <a:pt x="1016919" y="14417"/>
                  </a:lnTo>
                  <a:lnTo>
                    <a:pt x="1028931" y="12968"/>
                  </a:lnTo>
                  <a:lnTo>
                    <a:pt x="1040684" y="11550"/>
                  </a:lnTo>
                  <a:lnTo>
                    <a:pt x="1052190" y="10162"/>
                  </a:lnTo>
                  <a:lnTo>
                    <a:pt x="1063459" y="8803"/>
                  </a:lnTo>
                  <a:lnTo>
                    <a:pt x="1074500" y="7471"/>
                  </a:lnTo>
                  <a:lnTo>
                    <a:pt x="1085322" y="6165"/>
                  </a:lnTo>
                  <a:lnTo>
                    <a:pt x="1095934" y="4885"/>
                  </a:lnTo>
                  <a:lnTo>
                    <a:pt x="1106344" y="3629"/>
                  </a:lnTo>
                  <a:lnTo>
                    <a:pt x="1116560" y="2397"/>
                  </a:lnTo>
                  <a:lnTo>
                    <a:pt x="1126588" y="1187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96014" y="1544788"/>
              <a:ext cx="1136435" cy="514951"/>
            </a:xfrm>
            <a:custGeom>
              <a:avLst/>
              <a:pathLst>
                <a:path w="1136435" h="514951">
                  <a:moveTo>
                    <a:pt x="0" y="514951"/>
                  </a:moveTo>
                  <a:lnTo>
                    <a:pt x="72976" y="481884"/>
                  </a:lnTo>
                  <a:lnTo>
                    <a:pt x="137345" y="452716"/>
                  </a:lnTo>
                  <a:lnTo>
                    <a:pt x="194926" y="426625"/>
                  </a:lnTo>
                  <a:lnTo>
                    <a:pt x="247014" y="403022"/>
                  </a:lnTo>
                  <a:lnTo>
                    <a:pt x="294567" y="381475"/>
                  </a:lnTo>
                  <a:lnTo>
                    <a:pt x="338311" y="361653"/>
                  </a:lnTo>
                  <a:lnTo>
                    <a:pt x="378811" y="343301"/>
                  </a:lnTo>
                  <a:lnTo>
                    <a:pt x="416517" y="326215"/>
                  </a:lnTo>
                  <a:lnTo>
                    <a:pt x="451788" y="310233"/>
                  </a:lnTo>
                  <a:lnTo>
                    <a:pt x="484920" y="295220"/>
                  </a:lnTo>
                  <a:lnTo>
                    <a:pt x="516157" y="281065"/>
                  </a:lnTo>
                  <a:lnTo>
                    <a:pt x="545706" y="267676"/>
                  </a:lnTo>
                  <a:lnTo>
                    <a:pt x="573738" y="254974"/>
                  </a:lnTo>
                  <a:lnTo>
                    <a:pt x="600402" y="242892"/>
                  </a:lnTo>
                  <a:lnTo>
                    <a:pt x="625826" y="231371"/>
                  </a:lnTo>
                  <a:lnTo>
                    <a:pt x="650119" y="220363"/>
                  </a:lnTo>
                  <a:lnTo>
                    <a:pt x="673378" y="209824"/>
                  </a:lnTo>
                  <a:lnTo>
                    <a:pt x="695688" y="199715"/>
                  </a:lnTo>
                  <a:lnTo>
                    <a:pt x="717123" y="190002"/>
                  </a:lnTo>
                  <a:lnTo>
                    <a:pt x="737748" y="180656"/>
                  </a:lnTo>
                  <a:lnTo>
                    <a:pt x="757623" y="171650"/>
                  </a:lnTo>
                  <a:lnTo>
                    <a:pt x="776801" y="162960"/>
                  </a:lnTo>
                  <a:lnTo>
                    <a:pt x="795329" y="154565"/>
                  </a:lnTo>
                  <a:lnTo>
                    <a:pt x="813249" y="146445"/>
                  </a:lnTo>
                  <a:lnTo>
                    <a:pt x="830600" y="138582"/>
                  </a:lnTo>
                  <a:lnTo>
                    <a:pt x="847417" y="130962"/>
                  </a:lnTo>
                  <a:lnTo>
                    <a:pt x="863732" y="123569"/>
                  </a:lnTo>
                  <a:lnTo>
                    <a:pt x="879573" y="116391"/>
                  </a:lnTo>
                  <a:lnTo>
                    <a:pt x="894969" y="109415"/>
                  </a:lnTo>
                  <a:lnTo>
                    <a:pt x="909943" y="102630"/>
                  </a:lnTo>
                  <a:lnTo>
                    <a:pt x="924517" y="96026"/>
                  </a:lnTo>
                  <a:lnTo>
                    <a:pt x="938713" y="89593"/>
                  </a:lnTo>
                  <a:lnTo>
                    <a:pt x="952550" y="83323"/>
                  </a:lnTo>
                  <a:lnTo>
                    <a:pt x="966044" y="77208"/>
                  </a:lnTo>
                  <a:lnTo>
                    <a:pt x="979214" y="71241"/>
                  </a:lnTo>
                  <a:lnTo>
                    <a:pt x="992074" y="65414"/>
                  </a:lnTo>
                  <a:lnTo>
                    <a:pt x="1004638" y="59721"/>
                  </a:lnTo>
                  <a:lnTo>
                    <a:pt x="1016919" y="54156"/>
                  </a:lnTo>
                  <a:lnTo>
                    <a:pt x="1028931" y="48713"/>
                  </a:lnTo>
                  <a:lnTo>
                    <a:pt x="1040684" y="43387"/>
                  </a:lnTo>
                  <a:lnTo>
                    <a:pt x="1052190" y="38173"/>
                  </a:lnTo>
                  <a:lnTo>
                    <a:pt x="1063459" y="33067"/>
                  </a:lnTo>
                  <a:lnTo>
                    <a:pt x="1074500" y="28064"/>
                  </a:lnTo>
                  <a:lnTo>
                    <a:pt x="1085322" y="23160"/>
                  </a:lnTo>
                  <a:lnTo>
                    <a:pt x="1095934" y="18352"/>
                  </a:lnTo>
                  <a:lnTo>
                    <a:pt x="1106344" y="13634"/>
                  </a:lnTo>
                  <a:lnTo>
                    <a:pt x="1116560" y="9006"/>
                  </a:lnTo>
                  <a:lnTo>
                    <a:pt x="1126588" y="4462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96014" y="1633398"/>
              <a:ext cx="1136435" cy="377617"/>
            </a:xfrm>
            <a:custGeom>
              <a:avLst/>
              <a:pathLst>
                <a:path w="1136435" h="377617">
                  <a:moveTo>
                    <a:pt x="0" y="377617"/>
                  </a:moveTo>
                  <a:lnTo>
                    <a:pt x="72976" y="353368"/>
                  </a:lnTo>
                  <a:lnTo>
                    <a:pt x="137345" y="331979"/>
                  </a:lnTo>
                  <a:lnTo>
                    <a:pt x="194926" y="312846"/>
                  </a:lnTo>
                  <a:lnTo>
                    <a:pt x="247014" y="295538"/>
                  </a:lnTo>
                  <a:lnTo>
                    <a:pt x="294567" y="279737"/>
                  </a:lnTo>
                  <a:lnTo>
                    <a:pt x="338311" y="265202"/>
                  </a:lnTo>
                  <a:lnTo>
                    <a:pt x="378811" y="251744"/>
                  </a:lnTo>
                  <a:lnTo>
                    <a:pt x="416517" y="239215"/>
                  </a:lnTo>
                  <a:lnTo>
                    <a:pt x="451788" y="227495"/>
                  </a:lnTo>
                  <a:lnTo>
                    <a:pt x="484920" y="216486"/>
                  </a:lnTo>
                  <a:lnTo>
                    <a:pt x="516157" y="206107"/>
                  </a:lnTo>
                  <a:lnTo>
                    <a:pt x="545706" y="196288"/>
                  </a:lnTo>
                  <a:lnTo>
                    <a:pt x="573738" y="186974"/>
                  </a:lnTo>
                  <a:lnTo>
                    <a:pt x="600402" y="178114"/>
                  </a:lnTo>
                  <a:lnTo>
                    <a:pt x="625826" y="169666"/>
                  </a:lnTo>
                  <a:lnTo>
                    <a:pt x="650119" y="161594"/>
                  </a:lnTo>
                  <a:lnTo>
                    <a:pt x="673378" y="153865"/>
                  </a:lnTo>
                  <a:lnTo>
                    <a:pt x="695688" y="146452"/>
                  </a:lnTo>
                  <a:lnTo>
                    <a:pt x="717123" y="139330"/>
                  </a:lnTo>
                  <a:lnTo>
                    <a:pt x="737748" y="132476"/>
                  </a:lnTo>
                  <a:lnTo>
                    <a:pt x="757623" y="125872"/>
                  </a:lnTo>
                  <a:lnTo>
                    <a:pt x="776801" y="119499"/>
                  </a:lnTo>
                  <a:lnTo>
                    <a:pt x="795329" y="113343"/>
                  </a:lnTo>
                  <a:lnTo>
                    <a:pt x="813249" y="107389"/>
                  </a:lnTo>
                  <a:lnTo>
                    <a:pt x="830600" y="101623"/>
                  </a:lnTo>
                  <a:lnTo>
                    <a:pt x="847417" y="96035"/>
                  </a:lnTo>
                  <a:lnTo>
                    <a:pt x="863732" y="90614"/>
                  </a:lnTo>
                  <a:lnTo>
                    <a:pt x="879573" y="85350"/>
                  </a:lnTo>
                  <a:lnTo>
                    <a:pt x="894969" y="80234"/>
                  </a:lnTo>
                  <a:lnTo>
                    <a:pt x="909943" y="75259"/>
                  </a:lnTo>
                  <a:lnTo>
                    <a:pt x="924517" y="70416"/>
                  </a:lnTo>
                  <a:lnTo>
                    <a:pt x="938713" y="65699"/>
                  </a:lnTo>
                  <a:lnTo>
                    <a:pt x="952550" y="61101"/>
                  </a:lnTo>
                  <a:lnTo>
                    <a:pt x="966044" y="56617"/>
                  </a:lnTo>
                  <a:lnTo>
                    <a:pt x="979214" y="52241"/>
                  </a:lnTo>
                  <a:lnTo>
                    <a:pt x="992074" y="47968"/>
                  </a:lnTo>
                  <a:lnTo>
                    <a:pt x="1004638" y="43793"/>
                  </a:lnTo>
                  <a:lnTo>
                    <a:pt x="1016919" y="39712"/>
                  </a:lnTo>
                  <a:lnTo>
                    <a:pt x="1028931" y="35721"/>
                  </a:lnTo>
                  <a:lnTo>
                    <a:pt x="1040684" y="31816"/>
                  </a:lnTo>
                  <a:lnTo>
                    <a:pt x="1052190" y="27993"/>
                  </a:lnTo>
                  <a:lnTo>
                    <a:pt x="1063459" y="24248"/>
                  </a:lnTo>
                  <a:lnTo>
                    <a:pt x="1074500" y="20579"/>
                  </a:lnTo>
                  <a:lnTo>
                    <a:pt x="1085322" y="16983"/>
                  </a:lnTo>
                  <a:lnTo>
                    <a:pt x="1095934" y="13457"/>
                  </a:lnTo>
                  <a:lnTo>
                    <a:pt x="1106344" y="9998"/>
                  </a:lnTo>
                  <a:lnTo>
                    <a:pt x="1116560" y="6604"/>
                  </a:lnTo>
                  <a:lnTo>
                    <a:pt x="1126588" y="3272"/>
                  </a:lnTo>
                  <a:lnTo>
                    <a:pt x="113643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96014" y="1851266"/>
              <a:ext cx="1136435" cy="45280"/>
            </a:xfrm>
            <a:custGeom>
              <a:avLst/>
              <a:pathLst>
                <a:path w="1136435" h="45280">
                  <a:moveTo>
                    <a:pt x="0" y="0"/>
                  </a:moveTo>
                  <a:lnTo>
                    <a:pt x="72976" y="2907"/>
                  </a:lnTo>
                  <a:lnTo>
                    <a:pt x="137345" y="5472"/>
                  </a:lnTo>
                  <a:lnTo>
                    <a:pt x="194926" y="7766"/>
                  </a:lnTo>
                  <a:lnTo>
                    <a:pt x="247014" y="9842"/>
                  </a:lnTo>
                  <a:lnTo>
                    <a:pt x="294567" y="11736"/>
                  </a:lnTo>
                  <a:lnTo>
                    <a:pt x="338311" y="13479"/>
                  </a:lnTo>
                  <a:lnTo>
                    <a:pt x="378811" y="15093"/>
                  </a:lnTo>
                  <a:lnTo>
                    <a:pt x="416517" y="16596"/>
                  </a:lnTo>
                  <a:lnTo>
                    <a:pt x="451788" y="18001"/>
                  </a:lnTo>
                  <a:lnTo>
                    <a:pt x="484920" y="19321"/>
                  </a:lnTo>
                  <a:lnTo>
                    <a:pt x="516157" y="20566"/>
                  </a:lnTo>
                  <a:lnTo>
                    <a:pt x="545706" y="21743"/>
                  </a:lnTo>
                  <a:lnTo>
                    <a:pt x="573738" y="22860"/>
                  </a:lnTo>
                  <a:lnTo>
                    <a:pt x="600402" y="23922"/>
                  </a:lnTo>
                  <a:lnTo>
                    <a:pt x="625826" y="24935"/>
                  </a:lnTo>
                  <a:lnTo>
                    <a:pt x="650119" y="25903"/>
                  </a:lnTo>
                  <a:lnTo>
                    <a:pt x="673378" y="26830"/>
                  </a:lnTo>
                  <a:lnTo>
                    <a:pt x="695688" y="27719"/>
                  </a:lnTo>
                  <a:lnTo>
                    <a:pt x="717123" y="28573"/>
                  </a:lnTo>
                  <a:lnTo>
                    <a:pt x="737748" y="29395"/>
                  </a:lnTo>
                  <a:lnTo>
                    <a:pt x="757623" y="30187"/>
                  </a:lnTo>
                  <a:lnTo>
                    <a:pt x="776801" y="30951"/>
                  </a:lnTo>
                  <a:lnTo>
                    <a:pt x="795329" y="31689"/>
                  </a:lnTo>
                  <a:lnTo>
                    <a:pt x="813249" y="32403"/>
                  </a:lnTo>
                  <a:lnTo>
                    <a:pt x="830600" y="33095"/>
                  </a:lnTo>
                  <a:lnTo>
                    <a:pt x="847417" y="33765"/>
                  </a:lnTo>
                  <a:lnTo>
                    <a:pt x="863732" y="34415"/>
                  </a:lnTo>
                  <a:lnTo>
                    <a:pt x="879573" y="35046"/>
                  </a:lnTo>
                  <a:lnTo>
                    <a:pt x="894969" y="35659"/>
                  </a:lnTo>
                  <a:lnTo>
                    <a:pt x="909943" y="36256"/>
                  </a:lnTo>
                  <a:lnTo>
                    <a:pt x="924517" y="36837"/>
                  </a:lnTo>
                  <a:lnTo>
                    <a:pt x="938713" y="37402"/>
                  </a:lnTo>
                  <a:lnTo>
                    <a:pt x="952550" y="37954"/>
                  </a:lnTo>
                  <a:lnTo>
                    <a:pt x="966044" y="38491"/>
                  </a:lnTo>
                  <a:lnTo>
                    <a:pt x="979214" y="39016"/>
                  </a:lnTo>
                  <a:lnTo>
                    <a:pt x="992074" y="39528"/>
                  </a:lnTo>
                  <a:lnTo>
                    <a:pt x="1004638" y="40029"/>
                  </a:lnTo>
                  <a:lnTo>
                    <a:pt x="1016919" y="40518"/>
                  </a:lnTo>
                  <a:lnTo>
                    <a:pt x="1028931" y="40997"/>
                  </a:lnTo>
                  <a:lnTo>
                    <a:pt x="1040684" y="41465"/>
                  </a:lnTo>
                  <a:lnTo>
                    <a:pt x="1052190" y="41924"/>
                  </a:lnTo>
                  <a:lnTo>
                    <a:pt x="1063459" y="42373"/>
                  </a:lnTo>
                  <a:lnTo>
                    <a:pt x="1074500" y="42813"/>
                  </a:lnTo>
                  <a:lnTo>
                    <a:pt x="1085322" y="43244"/>
                  </a:lnTo>
                  <a:lnTo>
                    <a:pt x="1095934" y="43667"/>
                  </a:lnTo>
                  <a:lnTo>
                    <a:pt x="1106344" y="44082"/>
                  </a:lnTo>
                  <a:lnTo>
                    <a:pt x="1116560" y="44489"/>
                  </a:lnTo>
                  <a:lnTo>
                    <a:pt x="1126588" y="44888"/>
                  </a:lnTo>
                  <a:lnTo>
                    <a:pt x="1136435" y="4528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228936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40466" y="20025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40466" y="17157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40466" y="14289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40466" y="11420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281564" y="23258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281564" y="20389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281564" y="17521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281564" y="14653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281564" y="11785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10032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39601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7482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5363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32449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10032" y="990315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18340" y="19428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88301" y="19254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14918" y="18289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22911" y="17597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13784" y="220530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11540" y="22766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79646" y="18348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19780" y="22197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796447" y="18339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22641" y="16638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60880" y="18495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83749" y="18895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05622" y="13184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4758" y="18252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75095" y="14043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77358" y="17349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88787" y="16745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09142" y="19313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5153" y="18410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64959" y="21004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59705" y="21153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57772" y="20367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2794" y="22816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99016" y="21534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98222" y="22001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70169" y="20245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184466" y="21216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67503" y="18668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61858" y="14630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41299" y="19400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79914" y="16577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37296" y="19198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40062" y="17409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37816" y="19208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51741" y="14238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43395" y="17331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42348" y="18147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84378" y="20579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1267" y="18262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77206" y="12954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56108" y="16721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88307" y="19187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55716" y="19280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60720" y="20512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86519" y="22560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85712" y="21213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42975" y="20833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36380" y="17133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32367" y="16596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23408" y="15650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39608" y="1801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66204" y="18909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64292" y="22868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30707" y="18906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69210" y="22860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56686" y="18171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27082" y="18994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26868" y="21747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16321" y="17619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47169" y="11934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53779" y="196040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33379" y="16578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59676" y="17066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41390" y="15633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52580" y="176783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55608" y="15815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69075" y="19754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27820" y="17305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53636" y="19331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15241" y="21659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26598" y="13726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17498" y="16522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32596" y="1700732"/>
              <a:ext cx="1137579" cy="165685"/>
            </a:xfrm>
            <a:custGeom>
              <a:avLst/>
              <a:pathLst>
                <a:path w="1137579" h="165685">
                  <a:moveTo>
                    <a:pt x="0" y="165685"/>
                  </a:moveTo>
                  <a:lnTo>
                    <a:pt x="73049" y="155045"/>
                  </a:lnTo>
                  <a:lnTo>
                    <a:pt x="137484" y="145660"/>
                  </a:lnTo>
                  <a:lnTo>
                    <a:pt x="195122" y="137266"/>
                  </a:lnTo>
                  <a:lnTo>
                    <a:pt x="247263" y="129671"/>
                  </a:lnTo>
                  <a:lnTo>
                    <a:pt x="294863" y="122739"/>
                  </a:lnTo>
                  <a:lnTo>
                    <a:pt x="338651" y="116361"/>
                  </a:lnTo>
                  <a:lnTo>
                    <a:pt x="379193" y="110456"/>
                  </a:lnTo>
                  <a:lnTo>
                    <a:pt x="416936" y="104959"/>
                  </a:lnTo>
                  <a:lnTo>
                    <a:pt x="452242" y="99817"/>
                  </a:lnTo>
                  <a:lnTo>
                    <a:pt x="485408" y="94986"/>
                  </a:lnTo>
                  <a:lnTo>
                    <a:pt x="516677" y="90432"/>
                  </a:lnTo>
                  <a:lnTo>
                    <a:pt x="546255" y="86124"/>
                  </a:lnTo>
                  <a:lnTo>
                    <a:pt x="574315" y="82037"/>
                  </a:lnTo>
                  <a:lnTo>
                    <a:pt x="601007" y="78150"/>
                  </a:lnTo>
                  <a:lnTo>
                    <a:pt x="626456" y="74443"/>
                  </a:lnTo>
                  <a:lnTo>
                    <a:pt x="650774" y="70901"/>
                  </a:lnTo>
                  <a:lnTo>
                    <a:pt x="674056" y="67510"/>
                  </a:lnTo>
                  <a:lnTo>
                    <a:pt x="696388" y="64258"/>
                  </a:lnTo>
                  <a:lnTo>
                    <a:pt x="717844" y="61133"/>
                  </a:lnTo>
                  <a:lnTo>
                    <a:pt x="738491" y="58126"/>
                  </a:lnTo>
                  <a:lnTo>
                    <a:pt x="758386" y="55228"/>
                  </a:lnTo>
                  <a:lnTo>
                    <a:pt x="777583" y="52432"/>
                  </a:lnTo>
                  <a:lnTo>
                    <a:pt x="796129" y="49731"/>
                  </a:lnTo>
                  <a:lnTo>
                    <a:pt x="814067" y="47118"/>
                  </a:lnTo>
                  <a:lnTo>
                    <a:pt x="831436" y="44588"/>
                  </a:lnTo>
                  <a:lnTo>
                    <a:pt x="848270" y="42137"/>
                  </a:lnTo>
                  <a:lnTo>
                    <a:pt x="864601" y="39758"/>
                  </a:lnTo>
                  <a:lnTo>
                    <a:pt x="880459" y="37448"/>
                  </a:lnTo>
                  <a:lnTo>
                    <a:pt x="895870" y="35204"/>
                  </a:lnTo>
                  <a:lnTo>
                    <a:pt x="910859" y="33021"/>
                  </a:lnTo>
                  <a:lnTo>
                    <a:pt x="925448" y="30896"/>
                  </a:lnTo>
                  <a:lnTo>
                    <a:pt x="939658" y="28826"/>
                  </a:lnTo>
                  <a:lnTo>
                    <a:pt x="953509" y="26809"/>
                  </a:lnTo>
                  <a:lnTo>
                    <a:pt x="967017" y="24841"/>
                  </a:lnTo>
                  <a:lnTo>
                    <a:pt x="980200" y="22921"/>
                  </a:lnTo>
                  <a:lnTo>
                    <a:pt x="993072" y="21046"/>
                  </a:lnTo>
                  <a:lnTo>
                    <a:pt x="1005649" y="19215"/>
                  </a:lnTo>
                  <a:lnTo>
                    <a:pt x="1017943" y="17424"/>
                  </a:lnTo>
                  <a:lnTo>
                    <a:pt x="1029967" y="15673"/>
                  </a:lnTo>
                  <a:lnTo>
                    <a:pt x="1041732" y="13959"/>
                  </a:lnTo>
                  <a:lnTo>
                    <a:pt x="1053250" y="12282"/>
                  </a:lnTo>
                  <a:lnTo>
                    <a:pt x="1064530" y="10639"/>
                  </a:lnTo>
                  <a:lnTo>
                    <a:pt x="1075582" y="9029"/>
                  </a:lnTo>
                  <a:lnTo>
                    <a:pt x="1086415" y="7451"/>
                  </a:lnTo>
                  <a:lnTo>
                    <a:pt x="1097038" y="5904"/>
                  </a:lnTo>
                  <a:lnTo>
                    <a:pt x="1107458" y="4387"/>
                  </a:lnTo>
                  <a:lnTo>
                    <a:pt x="1117684" y="2897"/>
                  </a:lnTo>
                  <a:lnTo>
                    <a:pt x="1127722" y="1435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32596" y="1430571"/>
              <a:ext cx="1137579" cy="291011"/>
            </a:xfrm>
            <a:custGeom>
              <a:avLst/>
              <a:pathLst>
                <a:path w="1137579" h="291011">
                  <a:moveTo>
                    <a:pt x="0" y="291011"/>
                  </a:moveTo>
                  <a:lnTo>
                    <a:pt x="73049" y="272324"/>
                  </a:lnTo>
                  <a:lnTo>
                    <a:pt x="137484" y="255841"/>
                  </a:lnTo>
                  <a:lnTo>
                    <a:pt x="195122" y="241096"/>
                  </a:lnTo>
                  <a:lnTo>
                    <a:pt x="247263" y="227757"/>
                  </a:lnTo>
                  <a:lnTo>
                    <a:pt x="294863" y="215580"/>
                  </a:lnTo>
                  <a:lnTo>
                    <a:pt x="338651" y="204379"/>
                  </a:lnTo>
                  <a:lnTo>
                    <a:pt x="379193" y="194007"/>
                  </a:lnTo>
                  <a:lnTo>
                    <a:pt x="416936" y="184352"/>
                  </a:lnTo>
                  <a:lnTo>
                    <a:pt x="452242" y="175320"/>
                  </a:lnTo>
                  <a:lnTo>
                    <a:pt x="485408" y="166836"/>
                  </a:lnTo>
                  <a:lnTo>
                    <a:pt x="516677" y="158837"/>
                  </a:lnTo>
                  <a:lnTo>
                    <a:pt x="546255" y="151270"/>
                  </a:lnTo>
                  <a:lnTo>
                    <a:pt x="574315" y="144092"/>
                  </a:lnTo>
                  <a:lnTo>
                    <a:pt x="601007" y="137264"/>
                  </a:lnTo>
                  <a:lnTo>
                    <a:pt x="626456" y="130753"/>
                  </a:lnTo>
                  <a:lnTo>
                    <a:pt x="650774" y="124533"/>
                  </a:lnTo>
                  <a:lnTo>
                    <a:pt x="674056" y="118576"/>
                  </a:lnTo>
                  <a:lnTo>
                    <a:pt x="696388" y="112864"/>
                  </a:lnTo>
                  <a:lnTo>
                    <a:pt x="717844" y="107375"/>
                  </a:lnTo>
                  <a:lnTo>
                    <a:pt x="738491" y="102093"/>
                  </a:lnTo>
                  <a:lnTo>
                    <a:pt x="758386" y="97003"/>
                  </a:lnTo>
                  <a:lnTo>
                    <a:pt x="777583" y="92093"/>
                  </a:lnTo>
                  <a:lnTo>
                    <a:pt x="796129" y="87348"/>
                  </a:lnTo>
                  <a:lnTo>
                    <a:pt x="814067" y="82759"/>
                  </a:lnTo>
                  <a:lnTo>
                    <a:pt x="831436" y="78316"/>
                  </a:lnTo>
                  <a:lnTo>
                    <a:pt x="848270" y="74010"/>
                  </a:lnTo>
                  <a:lnTo>
                    <a:pt x="864601" y="69832"/>
                  </a:lnTo>
                  <a:lnTo>
                    <a:pt x="880459" y="65775"/>
                  </a:lnTo>
                  <a:lnTo>
                    <a:pt x="895870" y="61833"/>
                  </a:lnTo>
                  <a:lnTo>
                    <a:pt x="910859" y="57998"/>
                  </a:lnTo>
                  <a:lnTo>
                    <a:pt x="925448" y="54266"/>
                  </a:lnTo>
                  <a:lnTo>
                    <a:pt x="939658" y="50631"/>
                  </a:lnTo>
                  <a:lnTo>
                    <a:pt x="953509" y="47088"/>
                  </a:lnTo>
                  <a:lnTo>
                    <a:pt x="967017" y="43632"/>
                  </a:lnTo>
                  <a:lnTo>
                    <a:pt x="980200" y="40260"/>
                  </a:lnTo>
                  <a:lnTo>
                    <a:pt x="993072" y="36967"/>
                  </a:lnTo>
                  <a:lnTo>
                    <a:pt x="1005649" y="33749"/>
                  </a:lnTo>
                  <a:lnTo>
                    <a:pt x="1017943" y="30604"/>
                  </a:lnTo>
                  <a:lnTo>
                    <a:pt x="1029967" y="27529"/>
                  </a:lnTo>
                  <a:lnTo>
                    <a:pt x="1041732" y="24519"/>
                  </a:lnTo>
                  <a:lnTo>
                    <a:pt x="1053250" y="21572"/>
                  </a:lnTo>
                  <a:lnTo>
                    <a:pt x="1064530" y="18687"/>
                  </a:lnTo>
                  <a:lnTo>
                    <a:pt x="1075582" y="15860"/>
                  </a:lnTo>
                  <a:lnTo>
                    <a:pt x="1086415" y="13088"/>
                  </a:lnTo>
                  <a:lnTo>
                    <a:pt x="1097038" y="10371"/>
                  </a:lnTo>
                  <a:lnTo>
                    <a:pt x="1107458" y="7705"/>
                  </a:lnTo>
                  <a:lnTo>
                    <a:pt x="1117684" y="5089"/>
                  </a:lnTo>
                  <a:lnTo>
                    <a:pt x="1127722" y="2521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2596" y="1775259"/>
              <a:ext cx="1137579" cy="46764"/>
            </a:xfrm>
            <a:custGeom>
              <a:avLst/>
              <a:pathLst>
                <a:path w="1137579" h="46764">
                  <a:moveTo>
                    <a:pt x="0" y="46764"/>
                  </a:moveTo>
                  <a:lnTo>
                    <a:pt x="73049" y="43761"/>
                  </a:lnTo>
                  <a:lnTo>
                    <a:pt x="137484" y="41112"/>
                  </a:lnTo>
                  <a:lnTo>
                    <a:pt x="195122" y="38743"/>
                  </a:lnTo>
                  <a:lnTo>
                    <a:pt x="247263" y="36599"/>
                  </a:lnTo>
                  <a:lnTo>
                    <a:pt x="294863" y="34643"/>
                  </a:lnTo>
                  <a:lnTo>
                    <a:pt x="338651" y="32843"/>
                  </a:lnTo>
                  <a:lnTo>
                    <a:pt x="379193" y="31176"/>
                  </a:lnTo>
                  <a:lnTo>
                    <a:pt x="416936" y="29624"/>
                  </a:lnTo>
                  <a:lnTo>
                    <a:pt x="452242" y="28173"/>
                  </a:lnTo>
                  <a:lnTo>
                    <a:pt x="485408" y="26810"/>
                  </a:lnTo>
                  <a:lnTo>
                    <a:pt x="516677" y="25524"/>
                  </a:lnTo>
                  <a:lnTo>
                    <a:pt x="546255" y="24308"/>
                  </a:lnTo>
                  <a:lnTo>
                    <a:pt x="574315" y="23155"/>
                  </a:lnTo>
                  <a:lnTo>
                    <a:pt x="601007" y="22057"/>
                  </a:lnTo>
                  <a:lnTo>
                    <a:pt x="626456" y="21011"/>
                  </a:lnTo>
                  <a:lnTo>
                    <a:pt x="650774" y="20012"/>
                  </a:lnTo>
                  <a:lnTo>
                    <a:pt x="674056" y="19054"/>
                  </a:lnTo>
                  <a:lnTo>
                    <a:pt x="696388" y="18136"/>
                  </a:lnTo>
                  <a:lnTo>
                    <a:pt x="717844" y="17254"/>
                  </a:lnTo>
                  <a:lnTo>
                    <a:pt x="738491" y="16406"/>
                  </a:lnTo>
                  <a:lnTo>
                    <a:pt x="758386" y="15588"/>
                  </a:lnTo>
                  <a:lnTo>
                    <a:pt x="777583" y="14799"/>
                  </a:lnTo>
                  <a:lnTo>
                    <a:pt x="796129" y="14036"/>
                  </a:lnTo>
                  <a:lnTo>
                    <a:pt x="814067" y="13299"/>
                  </a:lnTo>
                  <a:lnTo>
                    <a:pt x="831436" y="12585"/>
                  </a:lnTo>
                  <a:lnTo>
                    <a:pt x="848270" y="11893"/>
                  </a:lnTo>
                  <a:lnTo>
                    <a:pt x="864601" y="11221"/>
                  </a:lnTo>
                  <a:lnTo>
                    <a:pt x="880459" y="10569"/>
                  </a:lnTo>
                  <a:lnTo>
                    <a:pt x="895870" y="9936"/>
                  </a:lnTo>
                  <a:lnTo>
                    <a:pt x="910859" y="9320"/>
                  </a:lnTo>
                  <a:lnTo>
                    <a:pt x="925448" y="8720"/>
                  </a:lnTo>
                  <a:lnTo>
                    <a:pt x="939658" y="8136"/>
                  </a:lnTo>
                  <a:lnTo>
                    <a:pt x="953509" y="7566"/>
                  </a:lnTo>
                  <a:lnTo>
                    <a:pt x="967017" y="7011"/>
                  </a:lnTo>
                  <a:lnTo>
                    <a:pt x="980200" y="6469"/>
                  </a:lnTo>
                  <a:lnTo>
                    <a:pt x="993072" y="5940"/>
                  </a:lnTo>
                  <a:lnTo>
                    <a:pt x="1005649" y="5423"/>
                  </a:lnTo>
                  <a:lnTo>
                    <a:pt x="1017943" y="4918"/>
                  </a:lnTo>
                  <a:lnTo>
                    <a:pt x="1029967" y="4423"/>
                  </a:lnTo>
                  <a:lnTo>
                    <a:pt x="1041732" y="3940"/>
                  </a:lnTo>
                  <a:lnTo>
                    <a:pt x="1053250" y="3466"/>
                  </a:lnTo>
                  <a:lnTo>
                    <a:pt x="1064530" y="3002"/>
                  </a:lnTo>
                  <a:lnTo>
                    <a:pt x="1075582" y="2548"/>
                  </a:lnTo>
                  <a:lnTo>
                    <a:pt x="1086415" y="2103"/>
                  </a:lnTo>
                  <a:lnTo>
                    <a:pt x="1097038" y="1666"/>
                  </a:lnTo>
                  <a:lnTo>
                    <a:pt x="1107458" y="1238"/>
                  </a:lnTo>
                  <a:lnTo>
                    <a:pt x="1117684" y="817"/>
                  </a:lnTo>
                  <a:lnTo>
                    <a:pt x="1127722" y="405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32596" y="1696483"/>
              <a:ext cx="1137579" cy="439787"/>
            </a:xfrm>
            <a:custGeom>
              <a:avLst/>
              <a:pathLst>
                <a:path w="1137579" h="439787">
                  <a:moveTo>
                    <a:pt x="0" y="439787"/>
                  </a:moveTo>
                  <a:lnTo>
                    <a:pt x="73049" y="411546"/>
                  </a:lnTo>
                  <a:lnTo>
                    <a:pt x="137484" y="386636"/>
                  </a:lnTo>
                  <a:lnTo>
                    <a:pt x="195122" y="364353"/>
                  </a:lnTo>
                  <a:lnTo>
                    <a:pt x="247263" y="344196"/>
                  </a:lnTo>
                  <a:lnTo>
                    <a:pt x="294863" y="325793"/>
                  </a:lnTo>
                  <a:lnTo>
                    <a:pt x="338651" y="308865"/>
                  </a:lnTo>
                  <a:lnTo>
                    <a:pt x="379193" y="293191"/>
                  </a:lnTo>
                  <a:lnTo>
                    <a:pt x="416936" y="278600"/>
                  </a:lnTo>
                  <a:lnTo>
                    <a:pt x="452242" y="264950"/>
                  </a:lnTo>
                  <a:lnTo>
                    <a:pt x="485408" y="252129"/>
                  </a:lnTo>
                  <a:lnTo>
                    <a:pt x="516677" y="240040"/>
                  </a:lnTo>
                  <a:lnTo>
                    <a:pt x="546255" y="228605"/>
                  </a:lnTo>
                  <a:lnTo>
                    <a:pt x="574315" y="217757"/>
                  </a:lnTo>
                  <a:lnTo>
                    <a:pt x="601007" y="207438"/>
                  </a:lnTo>
                  <a:lnTo>
                    <a:pt x="626456" y="197600"/>
                  </a:lnTo>
                  <a:lnTo>
                    <a:pt x="650774" y="188198"/>
                  </a:lnTo>
                  <a:lnTo>
                    <a:pt x="674056" y="179197"/>
                  </a:lnTo>
                  <a:lnTo>
                    <a:pt x="696388" y="170564"/>
                  </a:lnTo>
                  <a:lnTo>
                    <a:pt x="717844" y="162269"/>
                  </a:lnTo>
                  <a:lnTo>
                    <a:pt x="738491" y="154287"/>
                  </a:lnTo>
                  <a:lnTo>
                    <a:pt x="758386" y="146595"/>
                  </a:lnTo>
                  <a:lnTo>
                    <a:pt x="777583" y="139174"/>
                  </a:lnTo>
                  <a:lnTo>
                    <a:pt x="796129" y="132004"/>
                  </a:lnTo>
                  <a:lnTo>
                    <a:pt x="814067" y="125069"/>
                  </a:lnTo>
                  <a:lnTo>
                    <a:pt x="831436" y="118354"/>
                  </a:lnTo>
                  <a:lnTo>
                    <a:pt x="848270" y="111846"/>
                  </a:lnTo>
                  <a:lnTo>
                    <a:pt x="864601" y="105533"/>
                  </a:lnTo>
                  <a:lnTo>
                    <a:pt x="880459" y="99402"/>
                  </a:lnTo>
                  <a:lnTo>
                    <a:pt x="895870" y="93444"/>
                  </a:lnTo>
                  <a:lnTo>
                    <a:pt x="910859" y="87649"/>
                  </a:lnTo>
                  <a:lnTo>
                    <a:pt x="925448" y="82009"/>
                  </a:lnTo>
                  <a:lnTo>
                    <a:pt x="939658" y="76516"/>
                  </a:lnTo>
                  <a:lnTo>
                    <a:pt x="953509" y="71161"/>
                  </a:lnTo>
                  <a:lnTo>
                    <a:pt x="967017" y="65939"/>
                  </a:lnTo>
                  <a:lnTo>
                    <a:pt x="980200" y="60842"/>
                  </a:lnTo>
                  <a:lnTo>
                    <a:pt x="993072" y="55866"/>
                  </a:lnTo>
                  <a:lnTo>
                    <a:pt x="1005649" y="51004"/>
                  </a:lnTo>
                  <a:lnTo>
                    <a:pt x="1017943" y="46251"/>
                  </a:lnTo>
                  <a:lnTo>
                    <a:pt x="1029967" y="41602"/>
                  </a:lnTo>
                  <a:lnTo>
                    <a:pt x="1041732" y="37054"/>
                  </a:lnTo>
                  <a:lnTo>
                    <a:pt x="1053250" y="32601"/>
                  </a:lnTo>
                  <a:lnTo>
                    <a:pt x="1064530" y="28240"/>
                  </a:lnTo>
                  <a:lnTo>
                    <a:pt x="1075582" y="23968"/>
                  </a:lnTo>
                  <a:lnTo>
                    <a:pt x="1086415" y="19780"/>
                  </a:lnTo>
                  <a:lnTo>
                    <a:pt x="1097038" y="15673"/>
                  </a:lnTo>
                  <a:lnTo>
                    <a:pt x="1107458" y="11644"/>
                  </a:lnTo>
                  <a:lnTo>
                    <a:pt x="1117684" y="7691"/>
                  </a:lnTo>
                  <a:lnTo>
                    <a:pt x="1127722" y="3810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32596" y="2048296"/>
              <a:ext cx="1137579" cy="219176"/>
            </a:xfrm>
            <a:custGeom>
              <a:avLst/>
              <a:pathLst>
                <a:path w="1137579" h="219176">
                  <a:moveTo>
                    <a:pt x="0" y="219176"/>
                  </a:moveTo>
                  <a:lnTo>
                    <a:pt x="73049" y="205102"/>
                  </a:lnTo>
                  <a:lnTo>
                    <a:pt x="137484" y="192687"/>
                  </a:lnTo>
                  <a:lnTo>
                    <a:pt x="195122" y="181582"/>
                  </a:lnTo>
                  <a:lnTo>
                    <a:pt x="247263" y="171536"/>
                  </a:lnTo>
                  <a:lnTo>
                    <a:pt x="294863" y="162365"/>
                  </a:lnTo>
                  <a:lnTo>
                    <a:pt x="338651" y="153928"/>
                  </a:lnTo>
                  <a:lnTo>
                    <a:pt x="379193" y="146117"/>
                  </a:lnTo>
                  <a:lnTo>
                    <a:pt x="416936" y="138845"/>
                  </a:lnTo>
                  <a:lnTo>
                    <a:pt x="452242" y="132043"/>
                  </a:lnTo>
                  <a:lnTo>
                    <a:pt x="485408" y="125653"/>
                  </a:lnTo>
                  <a:lnTo>
                    <a:pt x="516677" y="119628"/>
                  </a:lnTo>
                  <a:lnTo>
                    <a:pt x="546255" y="113929"/>
                  </a:lnTo>
                  <a:lnTo>
                    <a:pt x="574315" y="108523"/>
                  </a:lnTo>
                  <a:lnTo>
                    <a:pt x="601007" y="103380"/>
                  </a:lnTo>
                  <a:lnTo>
                    <a:pt x="626456" y="98477"/>
                  </a:lnTo>
                  <a:lnTo>
                    <a:pt x="650774" y="93792"/>
                  </a:lnTo>
                  <a:lnTo>
                    <a:pt x="674056" y="89306"/>
                  </a:lnTo>
                  <a:lnTo>
                    <a:pt x="696388" y="85003"/>
                  </a:lnTo>
                  <a:lnTo>
                    <a:pt x="717844" y="80869"/>
                  </a:lnTo>
                  <a:lnTo>
                    <a:pt x="738491" y="76892"/>
                  </a:lnTo>
                  <a:lnTo>
                    <a:pt x="758386" y="73058"/>
                  </a:lnTo>
                  <a:lnTo>
                    <a:pt x="777583" y="69360"/>
                  </a:lnTo>
                  <a:lnTo>
                    <a:pt x="796129" y="65786"/>
                  </a:lnTo>
                  <a:lnTo>
                    <a:pt x="814067" y="62330"/>
                  </a:lnTo>
                  <a:lnTo>
                    <a:pt x="831436" y="58984"/>
                  </a:lnTo>
                  <a:lnTo>
                    <a:pt x="848270" y="55741"/>
                  </a:lnTo>
                  <a:lnTo>
                    <a:pt x="864601" y="52594"/>
                  </a:lnTo>
                  <a:lnTo>
                    <a:pt x="880459" y="49539"/>
                  </a:lnTo>
                  <a:lnTo>
                    <a:pt x="895870" y="46569"/>
                  </a:lnTo>
                  <a:lnTo>
                    <a:pt x="910859" y="43681"/>
                  </a:lnTo>
                  <a:lnTo>
                    <a:pt x="925448" y="40871"/>
                  </a:lnTo>
                  <a:lnTo>
                    <a:pt x="939658" y="38133"/>
                  </a:lnTo>
                  <a:lnTo>
                    <a:pt x="953509" y="35464"/>
                  </a:lnTo>
                  <a:lnTo>
                    <a:pt x="967017" y="32862"/>
                  </a:lnTo>
                  <a:lnTo>
                    <a:pt x="980200" y="30322"/>
                  </a:lnTo>
                  <a:lnTo>
                    <a:pt x="993072" y="27841"/>
                  </a:lnTo>
                  <a:lnTo>
                    <a:pt x="1005649" y="25418"/>
                  </a:lnTo>
                  <a:lnTo>
                    <a:pt x="1017943" y="23050"/>
                  </a:lnTo>
                  <a:lnTo>
                    <a:pt x="1029967" y="20733"/>
                  </a:lnTo>
                  <a:lnTo>
                    <a:pt x="1041732" y="18466"/>
                  </a:lnTo>
                  <a:lnTo>
                    <a:pt x="1053250" y="16247"/>
                  </a:lnTo>
                  <a:lnTo>
                    <a:pt x="1064530" y="14074"/>
                  </a:lnTo>
                  <a:lnTo>
                    <a:pt x="1075582" y="11945"/>
                  </a:lnTo>
                  <a:lnTo>
                    <a:pt x="1086415" y="9857"/>
                  </a:lnTo>
                  <a:lnTo>
                    <a:pt x="1097038" y="7811"/>
                  </a:lnTo>
                  <a:lnTo>
                    <a:pt x="1107458" y="5803"/>
                  </a:lnTo>
                  <a:lnTo>
                    <a:pt x="1117684" y="3833"/>
                  </a:lnTo>
                  <a:lnTo>
                    <a:pt x="1127722" y="1899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32596" y="2195833"/>
              <a:ext cx="1137579" cy="10144"/>
            </a:xfrm>
            <a:custGeom>
              <a:avLst/>
              <a:pathLst>
                <a:path w="1137579" h="10144">
                  <a:moveTo>
                    <a:pt x="0" y="10144"/>
                  </a:moveTo>
                  <a:lnTo>
                    <a:pt x="73049" y="9493"/>
                  </a:lnTo>
                  <a:lnTo>
                    <a:pt x="137484" y="8918"/>
                  </a:lnTo>
                  <a:lnTo>
                    <a:pt x="195122" y="8404"/>
                  </a:lnTo>
                  <a:lnTo>
                    <a:pt x="247263" y="7939"/>
                  </a:lnTo>
                  <a:lnTo>
                    <a:pt x="294863" y="7515"/>
                  </a:lnTo>
                  <a:lnTo>
                    <a:pt x="338651" y="7124"/>
                  </a:lnTo>
                  <a:lnTo>
                    <a:pt x="379193" y="6763"/>
                  </a:lnTo>
                  <a:lnTo>
                    <a:pt x="416936" y="6426"/>
                  </a:lnTo>
                  <a:lnTo>
                    <a:pt x="452242" y="6111"/>
                  </a:lnTo>
                  <a:lnTo>
                    <a:pt x="485408" y="5815"/>
                  </a:lnTo>
                  <a:lnTo>
                    <a:pt x="516677" y="5537"/>
                  </a:lnTo>
                  <a:lnTo>
                    <a:pt x="546255" y="5273"/>
                  </a:lnTo>
                  <a:lnTo>
                    <a:pt x="574315" y="5023"/>
                  </a:lnTo>
                  <a:lnTo>
                    <a:pt x="601007" y="4785"/>
                  </a:lnTo>
                  <a:lnTo>
                    <a:pt x="626456" y="4558"/>
                  </a:lnTo>
                  <a:lnTo>
                    <a:pt x="650774" y="4341"/>
                  </a:lnTo>
                  <a:lnTo>
                    <a:pt x="674056" y="4133"/>
                  </a:lnTo>
                  <a:lnTo>
                    <a:pt x="696388" y="3934"/>
                  </a:lnTo>
                  <a:lnTo>
                    <a:pt x="717844" y="3743"/>
                  </a:lnTo>
                  <a:lnTo>
                    <a:pt x="738491" y="3558"/>
                  </a:lnTo>
                  <a:lnTo>
                    <a:pt x="758386" y="3381"/>
                  </a:lnTo>
                  <a:lnTo>
                    <a:pt x="777583" y="3210"/>
                  </a:lnTo>
                  <a:lnTo>
                    <a:pt x="796129" y="3044"/>
                  </a:lnTo>
                  <a:lnTo>
                    <a:pt x="814067" y="2885"/>
                  </a:lnTo>
                  <a:lnTo>
                    <a:pt x="831436" y="2730"/>
                  </a:lnTo>
                  <a:lnTo>
                    <a:pt x="848270" y="2580"/>
                  </a:lnTo>
                  <a:lnTo>
                    <a:pt x="864601" y="2434"/>
                  </a:lnTo>
                  <a:lnTo>
                    <a:pt x="880459" y="2292"/>
                  </a:lnTo>
                  <a:lnTo>
                    <a:pt x="895870" y="2155"/>
                  </a:lnTo>
                  <a:lnTo>
                    <a:pt x="910859" y="2021"/>
                  </a:lnTo>
                  <a:lnTo>
                    <a:pt x="925448" y="1891"/>
                  </a:lnTo>
                  <a:lnTo>
                    <a:pt x="939658" y="1765"/>
                  </a:lnTo>
                  <a:lnTo>
                    <a:pt x="953509" y="1641"/>
                  </a:lnTo>
                  <a:lnTo>
                    <a:pt x="967017" y="1521"/>
                  </a:lnTo>
                  <a:lnTo>
                    <a:pt x="980200" y="1403"/>
                  </a:lnTo>
                  <a:lnTo>
                    <a:pt x="993072" y="1288"/>
                  </a:lnTo>
                  <a:lnTo>
                    <a:pt x="1005649" y="1176"/>
                  </a:lnTo>
                  <a:lnTo>
                    <a:pt x="1017943" y="1066"/>
                  </a:lnTo>
                  <a:lnTo>
                    <a:pt x="1029967" y="959"/>
                  </a:lnTo>
                  <a:lnTo>
                    <a:pt x="1041732" y="854"/>
                  </a:lnTo>
                  <a:lnTo>
                    <a:pt x="1053250" y="752"/>
                  </a:lnTo>
                  <a:lnTo>
                    <a:pt x="1064530" y="651"/>
                  </a:lnTo>
                  <a:lnTo>
                    <a:pt x="1075582" y="552"/>
                  </a:lnTo>
                  <a:lnTo>
                    <a:pt x="1086415" y="456"/>
                  </a:lnTo>
                  <a:lnTo>
                    <a:pt x="1097038" y="361"/>
                  </a:lnTo>
                  <a:lnTo>
                    <a:pt x="1107458" y="268"/>
                  </a:lnTo>
                  <a:lnTo>
                    <a:pt x="1117684" y="177"/>
                  </a:lnTo>
                  <a:lnTo>
                    <a:pt x="1127722" y="87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2596" y="1727316"/>
              <a:ext cx="1137579" cy="82801"/>
            </a:xfrm>
            <a:custGeom>
              <a:avLst/>
              <a:pathLst>
                <a:path w="1137579" h="82801">
                  <a:moveTo>
                    <a:pt x="0" y="0"/>
                  </a:moveTo>
                  <a:lnTo>
                    <a:pt x="73049" y="5317"/>
                  </a:lnTo>
                  <a:lnTo>
                    <a:pt x="137484" y="10007"/>
                  </a:lnTo>
                  <a:lnTo>
                    <a:pt x="195122" y="14202"/>
                  </a:lnTo>
                  <a:lnTo>
                    <a:pt x="247263" y="17997"/>
                  </a:lnTo>
                  <a:lnTo>
                    <a:pt x="294863" y="21462"/>
                  </a:lnTo>
                  <a:lnTo>
                    <a:pt x="338651" y="24649"/>
                  </a:lnTo>
                  <a:lnTo>
                    <a:pt x="379193" y="27600"/>
                  </a:lnTo>
                  <a:lnTo>
                    <a:pt x="416936" y="30347"/>
                  </a:lnTo>
                  <a:lnTo>
                    <a:pt x="452242" y="32917"/>
                  </a:lnTo>
                  <a:lnTo>
                    <a:pt x="485408" y="35331"/>
                  </a:lnTo>
                  <a:lnTo>
                    <a:pt x="516677" y="37607"/>
                  </a:lnTo>
                  <a:lnTo>
                    <a:pt x="546255" y="39760"/>
                  </a:lnTo>
                  <a:lnTo>
                    <a:pt x="574315" y="41802"/>
                  </a:lnTo>
                  <a:lnTo>
                    <a:pt x="601007" y="43745"/>
                  </a:lnTo>
                  <a:lnTo>
                    <a:pt x="626456" y="45598"/>
                  </a:lnTo>
                  <a:lnTo>
                    <a:pt x="650774" y="47368"/>
                  </a:lnTo>
                  <a:lnTo>
                    <a:pt x="674056" y="49062"/>
                  </a:lnTo>
                  <a:lnTo>
                    <a:pt x="696388" y="50688"/>
                  </a:lnTo>
                  <a:lnTo>
                    <a:pt x="717844" y="52249"/>
                  </a:lnTo>
                  <a:lnTo>
                    <a:pt x="738491" y="53752"/>
                  </a:lnTo>
                  <a:lnTo>
                    <a:pt x="758386" y="55200"/>
                  </a:lnTo>
                  <a:lnTo>
                    <a:pt x="777583" y="56598"/>
                  </a:lnTo>
                  <a:lnTo>
                    <a:pt x="796129" y="57948"/>
                  </a:lnTo>
                  <a:lnTo>
                    <a:pt x="814067" y="59253"/>
                  </a:lnTo>
                  <a:lnTo>
                    <a:pt x="831436" y="60517"/>
                  </a:lnTo>
                  <a:lnTo>
                    <a:pt x="848270" y="61743"/>
                  </a:lnTo>
                  <a:lnTo>
                    <a:pt x="864601" y="62931"/>
                  </a:lnTo>
                  <a:lnTo>
                    <a:pt x="880459" y="64086"/>
                  </a:lnTo>
                  <a:lnTo>
                    <a:pt x="895870" y="65207"/>
                  </a:lnTo>
                  <a:lnTo>
                    <a:pt x="910859" y="66298"/>
                  </a:lnTo>
                  <a:lnTo>
                    <a:pt x="925448" y="67360"/>
                  </a:lnTo>
                  <a:lnTo>
                    <a:pt x="939658" y="68395"/>
                  </a:lnTo>
                  <a:lnTo>
                    <a:pt x="953509" y="69403"/>
                  </a:lnTo>
                  <a:lnTo>
                    <a:pt x="967017" y="70386"/>
                  </a:lnTo>
                  <a:lnTo>
                    <a:pt x="980200" y="71346"/>
                  </a:lnTo>
                  <a:lnTo>
                    <a:pt x="993072" y="72283"/>
                  </a:lnTo>
                  <a:lnTo>
                    <a:pt x="1005649" y="73198"/>
                  </a:lnTo>
                  <a:lnTo>
                    <a:pt x="1017943" y="74093"/>
                  </a:lnTo>
                  <a:lnTo>
                    <a:pt x="1029967" y="74968"/>
                  </a:lnTo>
                  <a:lnTo>
                    <a:pt x="1041732" y="75824"/>
                  </a:lnTo>
                  <a:lnTo>
                    <a:pt x="1053250" y="76663"/>
                  </a:lnTo>
                  <a:lnTo>
                    <a:pt x="1064530" y="77484"/>
                  </a:lnTo>
                  <a:lnTo>
                    <a:pt x="1075582" y="78288"/>
                  </a:lnTo>
                  <a:lnTo>
                    <a:pt x="1086415" y="79077"/>
                  </a:lnTo>
                  <a:lnTo>
                    <a:pt x="1097038" y="79850"/>
                  </a:lnTo>
                  <a:lnTo>
                    <a:pt x="1107458" y="80608"/>
                  </a:lnTo>
                  <a:lnTo>
                    <a:pt x="1117684" y="81353"/>
                  </a:lnTo>
                  <a:lnTo>
                    <a:pt x="1127722" y="82083"/>
                  </a:lnTo>
                  <a:lnTo>
                    <a:pt x="1137579" y="8280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32596" y="1819782"/>
              <a:ext cx="1137579" cy="146972"/>
            </a:xfrm>
            <a:custGeom>
              <a:avLst/>
              <a:pathLst>
                <a:path w="1137579" h="146972">
                  <a:moveTo>
                    <a:pt x="0" y="146972"/>
                  </a:moveTo>
                  <a:lnTo>
                    <a:pt x="73049" y="137535"/>
                  </a:lnTo>
                  <a:lnTo>
                    <a:pt x="137484" y="129210"/>
                  </a:lnTo>
                  <a:lnTo>
                    <a:pt x="195122" y="121763"/>
                  </a:lnTo>
                  <a:lnTo>
                    <a:pt x="247263" y="115027"/>
                  </a:lnTo>
                  <a:lnTo>
                    <a:pt x="294863" y="108877"/>
                  </a:lnTo>
                  <a:lnTo>
                    <a:pt x="338651" y="103219"/>
                  </a:lnTo>
                  <a:lnTo>
                    <a:pt x="379193" y="97981"/>
                  </a:lnTo>
                  <a:lnTo>
                    <a:pt x="416936" y="93105"/>
                  </a:lnTo>
                  <a:lnTo>
                    <a:pt x="452242" y="88544"/>
                  </a:lnTo>
                  <a:lnTo>
                    <a:pt x="485408" y="84259"/>
                  </a:lnTo>
                  <a:lnTo>
                    <a:pt x="516677" y="80219"/>
                  </a:lnTo>
                  <a:lnTo>
                    <a:pt x="546255" y="76397"/>
                  </a:lnTo>
                  <a:lnTo>
                    <a:pt x="574315" y="72772"/>
                  </a:lnTo>
                  <a:lnTo>
                    <a:pt x="601007" y="69324"/>
                  </a:lnTo>
                  <a:lnTo>
                    <a:pt x="626456" y="66036"/>
                  </a:lnTo>
                  <a:lnTo>
                    <a:pt x="650774" y="62894"/>
                  </a:lnTo>
                  <a:lnTo>
                    <a:pt x="674056" y="59886"/>
                  </a:lnTo>
                  <a:lnTo>
                    <a:pt x="696388" y="57000"/>
                  </a:lnTo>
                  <a:lnTo>
                    <a:pt x="717844" y="54228"/>
                  </a:lnTo>
                  <a:lnTo>
                    <a:pt x="738491" y="51561"/>
                  </a:lnTo>
                  <a:lnTo>
                    <a:pt x="758386" y="48990"/>
                  </a:lnTo>
                  <a:lnTo>
                    <a:pt x="777583" y="46510"/>
                  </a:lnTo>
                  <a:lnTo>
                    <a:pt x="796129" y="44114"/>
                  </a:lnTo>
                  <a:lnTo>
                    <a:pt x="814067" y="41797"/>
                  </a:lnTo>
                  <a:lnTo>
                    <a:pt x="831436" y="39553"/>
                  </a:lnTo>
                  <a:lnTo>
                    <a:pt x="848270" y="37378"/>
                  </a:lnTo>
                  <a:lnTo>
                    <a:pt x="864601" y="35268"/>
                  </a:lnTo>
                  <a:lnTo>
                    <a:pt x="880459" y="33219"/>
                  </a:lnTo>
                  <a:lnTo>
                    <a:pt x="895870" y="31228"/>
                  </a:lnTo>
                  <a:lnTo>
                    <a:pt x="910859" y="29291"/>
                  </a:lnTo>
                  <a:lnTo>
                    <a:pt x="925448" y="27406"/>
                  </a:lnTo>
                  <a:lnTo>
                    <a:pt x="939658" y="25570"/>
                  </a:lnTo>
                  <a:lnTo>
                    <a:pt x="953509" y="23781"/>
                  </a:lnTo>
                  <a:lnTo>
                    <a:pt x="967017" y="22036"/>
                  </a:lnTo>
                  <a:lnTo>
                    <a:pt x="980200" y="20333"/>
                  </a:lnTo>
                  <a:lnTo>
                    <a:pt x="993072" y="18669"/>
                  </a:lnTo>
                  <a:lnTo>
                    <a:pt x="1005649" y="17045"/>
                  </a:lnTo>
                  <a:lnTo>
                    <a:pt x="1017943" y="15456"/>
                  </a:lnTo>
                  <a:lnTo>
                    <a:pt x="1029967" y="13903"/>
                  </a:lnTo>
                  <a:lnTo>
                    <a:pt x="1041732" y="12383"/>
                  </a:lnTo>
                  <a:lnTo>
                    <a:pt x="1053250" y="10895"/>
                  </a:lnTo>
                  <a:lnTo>
                    <a:pt x="1064530" y="9437"/>
                  </a:lnTo>
                  <a:lnTo>
                    <a:pt x="1075582" y="8009"/>
                  </a:lnTo>
                  <a:lnTo>
                    <a:pt x="1086415" y="6610"/>
                  </a:lnTo>
                  <a:lnTo>
                    <a:pt x="1097038" y="5237"/>
                  </a:lnTo>
                  <a:lnTo>
                    <a:pt x="1107458" y="3891"/>
                  </a:lnTo>
                  <a:lnTo>
                    <a:pt x="1117684" y="2570"/>
                  </a:lnTo>
                  <a:lnTo>
                    <a:pt x="1127722" y="1273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32596" y="1555763"/>
              <a:ext cx="1137579" cy="338641"/>
            </a:xfrm>
            <a:custGeom>
              <a:avLst/>
              <a:pathLst>
                <a:path w="1137579" h="338641">
                  <a:moveTo>
                    <a:pt x="0" y="338641"/>
                  </a:moveTo>
                  <a:lnTo>
                    <a:pt x="73049" y="316895"/>
                  </a:lnTo>
                  <a:lnTo>
                    <a:pt x="137484" y="297714"/>
                  </a:lnTo>
                  <a:lnTo>
                    <a:pt x="195122" y="280556"/>
                  </a:lnTo>
                  <a:lnTo>
                    <a:pt x="247263" y="265034"/>
                  </a:lnTo>
                  <a:lnTo>
                    <a:pt x="294863" y="250864"/>
                  </a:lnTo>
                  <a:lnTo>
                    <a:pt x="338651" y="237829"/>
                  </a:lnTo>
                  <a:lnTo>
                    <a:pt x="379193" y="225760"/>
                  </a:lnTo>
                  <a:lnTo>
                    <a:pt x="416936" y="214525"/>
                  </a:lnTo>
                  <a:lnTo>
                    <a:pt x="452242" y="204015"/>
                  </a:lnTo>
                  <a:lnTo>
                    <a:pt x="485408" y="194142"/>
                  </a:lnTo>
                  <a:lnTo>
                    <a:pt x="516677" y="184833"/>
                  </a:lnTo>
                  <a:lnTo>
                    <a:pt x="546255" y="176028"/>
                  </a:lnTo>
                  <a:lnTo>
                    <a:pt x="574315" y="167675"/>
                  </a:lnTo>
                  <a:lnTo>
                    <a:pt x="601007" y="159730"/>
                  </a:lnTo>
                  <a:lnTo>
                    <a:pt x="626456" y="152154"/>
                  </a:lnTo>
                  <a:lnTo>
                    <a:pt x="650774" y="144915"/>
                  </a:lnTo>
                  <a:lnTo>
                    <a:pt x="674056" y="137984"/>
                  </a:lnTo>
                  <a:lnTo>
                    <a:pt x="696388" y="131336"/>
                  </a:lnTo>
                  <a:lnTo>
                    <a:pt x="717844" y="124949"/>
                  </a:lnTo>
                  <a:lnTo>
                    <a:pt x="738491" y="118803"/>
                  </a:lnTo>
                  <a:lnTo>
                    <a:pt x="758386" y="112880"/>
                  </a:lnTo>
                  <a:lnTo>
                    <a:pt x="777583" y="107165"/>
                  </a:lnTo>
                  <a:lnTo>
                    <a:pt x="796129" y="101644"/>
                  </a:lnTo>
                  <a:lnTo>
                    <a:pt x="814067" y="96304"/>
                  </a:lnTo>
                  <a:lnTo>
                    <a:pt x="831436" y="91134"/>
                  </a:lnTo>
                  <a:lnTo>
                    <a:pt x="848270" y="86123"/>
                  </a:lnTo>
                  <a:lnTo>
                    <a:pt x="864601" y="81261"/>
                  </a:lnTo>
                  <a:lnTo>
                    <a:pt x="880459" y="76541"/>
                  </a:lnTo>
                  <a:lnTo>
                    <a:pt x="895870" y="71953"/>
                  </a:lnTo>
                  <a:lnTo>
                    <a:pt x="910859" y="67491"/>
                  </a:lnTo>
                  <a:lnTo>
                    <a:pt x="925448" y="63148"/>
                  </a:lnTo>
                  <a:lnTo>
                    <a:pt x="939658" y="58918"/>
                  </a:lnTo>
                  <a:lnTo>
                    <a:pt x="953509" y="54795"/>
                  </a:lnTo>
                  <a:lnTo>
                    <a:pt x="967017" y="50773"/>
                  </a:lnTo>
                  <a:lnTo>
                    <a:pt x="980200" y="46849"/>
                  </a:lnTo>
                  <a:lnTo>
                    <a:pt x="993072" y="43017"/>
                  </a:lnTo>
                  <a:lnTo>
                    <a:pt x="1005649" y="39273"/>
                  </a:lnTo>
                  <a:lnTo>
                    <a:pt x="1017943" y="35613"/>
                  </a:lnTo>
                  <a:lnTo>
                    <a:pt x="1029967" y="32034"/>
                  </a:lnTo>
                  <a:lnTo>
                    <a:pt x="1041732" y="28532"/>
                  </a:lnTo>
                  <a:lnTo>
                    <a:pt x="1053250" y="25103"/>
                  </a:lnTo>
                  <a:lnTo>
                    <a:pt x="1064530" y="21745"/>
                  </a:lnTo>
                  <a:lnTo>
                    <a:pt x="1075582" y="18455"/>
                  </a:lnTo>
                  <a:lnTo>
                    <a:pt x="1086415" y="15230"/>
                  </a:lnTo>
                  <a:lnTo>
                    <a:pt x="1097038" y="12068"/>
                  </a:lnTo>
                  <a:lnTo>
                    <a:pt x="1107458" y="8966"/>
                  </a:lnTo>
                  <a:lnTo>
                    <a:pt x="1117684" y="5922"/>
                  </a:lnTo>
                  <a:lnTo>
                    <a:pt x="1127722" y="2934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32596" y="2037587"/>
              <a:ext cx="1137579" cy="12680"/>
            </a:xfrm>
            <a:custGeom>
              <a:avLst/>
              <a:pathLst>
                <a:path w="1137579" h="12680">
                  <a:moveTo>
                    <a:pt x="0" y="12680"/>
                  </a:moveTo>
                  <a:lnTo>
                    <a:pt x="73049" y="11866"/>
                  </a:lnTo>
                  <a:lnTo>
                    <a:pt x="137484" y="11148"/>
                  </a:lnTo>
                  <a:lnTo>
                    <a:pt x="195122" y="10505"/>
                  </a:lnTo>
                  <a:lnTo>
                    <a:pt x="247263" y="9924"/>
                  </a:lnTo>
                  <a:lnTo>
                    <a:pt x="294863" y="9393"/>
                  </a:lnTo>
                  <a:lnTo>
                    <a:pt x="338651" y="8905"/>
                  </a:lnTo>
                  <a:lnTo>
                    <a:pt x="379193" y="8453"/>
                  </a:lnTo>
                  <a:lnTo>
                    <a:pt x="416936" y="8033"/>
                  </a:lnTo>
                  <a:lnTo>
                    <a:pt x="452242" y="7639"/>
                  </a:lnTo>
                  <a:lnTo>
                    <a:pt x="485408" y="7269"/>
                  </a:lnTo>
                  <a:lnTo>
                    <a:pt x="516677" y="6921"/>
                  </a:lnTo>
                  <a:lnTo>
                    <a:pt x="546255" y="6591"/>
                  </a:lnTo>
                  <a:lnTo>
                    <a:pt x="574315" y="6278"/>
                  </a:lnTo>
                  <a:lnTo>
                    <a:pt x="601007" y="5981"/>
                  </a:lnTo>
                  <a:lnTo>
                    <a:pt x="626456" y="5697"/>
                  </a:lnTo>
                  <a:lnTo>
                    <a:pt x="650774" y="5426"/>
                  </a:lnTo>
                  <a:lnTo>
                    <a:pt x="674056" y="5166"/>
                  </a:lnTo>
                  <a:lnTo>
                    <a:pt x="696388" y="4917"/>
                  </a:lnTo>
                  <a:lnTo>
                    <a:pt x="717844" y="4678"/>
                  </a:lnTo>
                  <a:lnTo>
                    <a:pt x="738491" y="4448"/>
                  </a:lnTo>
                  <a:lnTo>
                    <a:pt x="758386" y="4226"/>
                  </a:lnTo>
                  <a:lnTo>
                    <a:pt x="777583" y="4012"/>
                  </a:lnTo>
                  <a:lnTo>
                    <a:pt x="796129" y="3806"/>
                  </a:lnTo>
                  <a:lnTo>
                    <a:pt x="814067" y="3606"/>
                  </a:lnTo>
                  <a:lnTo>
                    <a:pt x="831436" y="3412"/>
                  </a:lnTo>
                  <a:lnTo>
                    <a:pt x="848270" y="3224"/>
                  </a:lnTo>
                  <a:lnTo>
                    <a:pt x="864601" y="3042"/>
                  </a:lnTo>
                  <a:lnTo>
                    <a:pt x="880459" y="2866"/>
                  </a:lnTo>
                  <a:lnTo>
                    <a:pt x="895870" y="2694"/>
                  </a:lnTo>
                  <a:lnTo>
                    <a:pt x="910859" y="2527"/>
                  </a:lnTo>
                  <a:lnTo>
                    <a:pt x="925448" y="2364"/>
                  </a:lnTo>
                  <a:lnTo>
                    <a:pt x="939658" y="2206"/>
                  </a:lnTo>
                  <a:lnTo>
                    <a:pt x="953509" y="2051"/>
                  </a:lnTo>
                  <a:lnTo>
                    <a:pt x="967017" y="1901"/>
                  </a:lnTo>
                  <a:lnTo>
                    <a:pt x="980200" y="1754"/>
                  </a:lnTo>
                  <a:lnTo>
                    <a:pt x="993072" y="1610"/>
                  </a:lnTo>
                  <a:lnTo>
                    <a:pt x="1005649" y="1470"/>
                  </a:lnTo>
                  <a:lnTo>
                    <a:pt x="1017943" y="1333"/>
                  </a:lnTo>
                  <a:lnTo>
                    <a:pt x="1029967" y="1199"/>
                  </a:lnTo>
                  <a:lnTo>
                    <a:pt x="1041732" y="1068"/>
                  </a:lnTo>
                  <a:lnTo>
                    <a:pt x="1053250" y="940"/>
                  </a:lnTo>
                  <a:lnTo>
                    <a:pt x="1064530" y="814"/>
                  </a:lnTo>
                  <a:lnTo>
                    <a:pt x="1075582" y="691"/>
                  </a:lnTo>
                  <a:lnTo>
                    <a:pt x="1086415" y="570"/>
                  </a:lnTo>
                  <a:lnTo>
                    <a:pt x="1097038" y="451"/>
                  </a:lnTo>
                  <a:lnTo>
                    <a:pt x="1107458" y="335"/>
                  </a:lnTo>
                  <a:lnTo>
                    <a:pt x="1117684" y="221"/>
                  </a:lnTo>
                  <a:lnTo>
                    <a:pt x="1127722" y="109"/>
                  </a:lnTo>
                  <a:lnTo>
                    <a:pt x="113757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48241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19773" y="20837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19773" y="17043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19773" y="13249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48241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259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1179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59098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7017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48241" y="990315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17855" y="20737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19945" y="20943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32968" y="220082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40743" y="18895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60134" y="19243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63013" y="18721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57916" y="21687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25151" y="20436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32267" y="21231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28770" y="17215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14426" y="22352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16331" y="20438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98616" y="16453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0201" y="20494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12276" y="22789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24717" y="22745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22468" y="21079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596514" y="22470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27360" y="16252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00832" y="11934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44378" y="20058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34390" y="21232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39977" y="21008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50334" y="21524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597870" y="20285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16952" y="18940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50675" y="19661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22505" y="204973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6548" y="22159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32214" y="22279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01582" y="21212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87343" y="20963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79547" y="12608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89679" y="21211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8467" y="16514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86900" y="17480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08368" y="22275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82257" y="12071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00978" y="22304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11834" y="21833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17792" y="17239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25445" y="20301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97135" y="20761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011782" y="13269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83532" y="21137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99260" y="21281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83704" y="18665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001986" y="19031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68267" y="21626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65038" y="21899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67846" y="22256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95667" y="21615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61552" y="16161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402193" y="21818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79431" y="17659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72415" y="223296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89893" y="12986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72450" y="132969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80299" y="20786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81882" y="20820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69330" y="19446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85288" y="20730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407419" y="20052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85489" y="22079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59650" y="21931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79072" y="20001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400125" y="20509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63740" y="18717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78240" y="12042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401511" y="18220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62861" y="21272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62042" y="17901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70196" y="2057912"/>
              <a:ext cx="1144350" cy="88091"/>
            </a:xfrm>
            <a:custGeom>
              <a:avLst/>
              <a:pathLst>
                <a:path w="1144350" h="88091">
                  <a:moveTo>
                    <a:pt x="0" y="88091"/>
                  </a:moveTo>
                  <a:lnTo>
                    <a:pt x="73484" y="82434"/>
                  </a:lnTo>
                  <a:lnTo>
                    <a:pt x="138302" y="77445"/>
                  </a:lnTo>
                  <a:lnTo>
                    <a:pt x="196284" y="72981"/>
                  </a:lnTo>
                  <a:lnTo>
                    <a:pt x="248734" y="68944"/>
                  </a:lnTo>
                  <a:lnTo>
                    <a:pt x="296618" y="65258"/>
                  </a:lnTo>
                  <a:lnTo>
                    <a:pt x="340667" y="61867"/>
                  </a:lnTo>
                  <a:lnTo>
                    <a:pt x="381450" y="58727"/>
                  </a:lnTo>
                  <a:lnTo>
                    <a:pt x="419418" y="55805"/>
                  </a:lnTo>
                  <a:lnTo>
                    <a:pt x="454934" y="53071"/>
                  </a:lnTo>
                  <a:lnTo>
                    <a:pt x="488297" y="50502"/>
                  </a:lnTo>
                  <a:lnTo>
                    <a:pt x="519752" y="48081"/>
                  </a:lnTo>
                  <a:lnTo>
                    <a:pt x="549506" y="45790"/>
                  </a:lnTo>
                  <a:lnTo>
                    <a:pt x="577734" y="43617"/>
                  </a:lnTo>
                  <a:lnTo>
                    <a:pt x="604584" y="41551"/>
                  </a:lnTo>
                  <a:lnTo>
                    <a:pt x="630185" y="39580"/>
                  </a:lnTo>
                  <a:lnTo>
                    <a:pt x="654647" y="37697"/>
                  </a:lnTo>
                  <a:lnTo>
                    <a:pt x="678068" y="35894"/>
                  </a:lnTo>
                  <a:lnTo>
                    <a:pt x="700533" y="34164"/>
                  </a:lnTo>
                  <a:lnTo>
                    <a:pt x="722117" y="32503"/>
                  </a:lnTo>
                  <a:lnTo>
                    <a:pt x="742886" y="30904"/>
                  </a:lnTo>
                  <a:lnTo>
                    <a:pt x="762900" y="29363"/>
                  </a:lnTo>
                  <a:lnTo>
                    <a:pt x="782211" y="27877"/>
                  </a:lnTo>
                  <a:lnTo>
                    <a:pt x="800868" y="26441"/>
                  </a:lnTo>
                  <a:lnTo>
                    <a:pt x="818913" y="25052"/>
                  </a:lnTo>
                  <a:lnTo>
                    <a:pt x="836385" y="23707"/>
                  </a:lnTo>
                  <a:lnTo>
                    <a:pt x="853319" y="22403"/>
                  </a:lnTo>
                  <a:lnTo>
                    <a:pt x="869747" y="21138"/>
                  </a:lnTo>
                  <a:lnTo>
                    <a:pt x="885700" y="19910"/>
                  </a:lnTo>
                  <a:lnTo>
                    <a:pt x="901203" y="18717"/>
                  </a:lnTo>
                  <a:lnTo>
                    <a:pt x="916281" y="17556"/>
                  </a:lnTo>
                  <a:lnTo>
                    <a:pt x="930957" y="16426"/>
                  </a:lnTo>
                  <a:lnTo>
                    <a:pt x="945251" y="15326"/>
                  </a:lnTo>
                  <a:lnTo>
                    <a:pt x="959184" y="14254"/>
                  </a:lnTo>
                  <a:lnTo>
                    <a:pt x="972773" y="13207"/>
                  </a:lnTo>
                  <a:lnTo>
                    <a:pt x="986034" y="12187"/>
                  </a:lnTo>
                  <a:lnTo>
                    <a:pt x="998983" y="11190"/>
                  </a:lnTo>
                  <a:lnTo>
                    <a:pt x="1011635" y="10216"/>
                  </a:lnTo>
                  <a:lnTo>
                    <a:pt x="1024002" y="9264"/>
                  </a:lnTo>
                  <a:lnTo>
                    <a:pt x="1036098" y="8333"/>
                  </a:lnTo>
                  <a:lnTo>
                    <a:pt x="1047933" y="7422"/>
                  </a:lnTo>
                  <a:lnTo>
                    <a:pt x="1059519" y="6530"/>
                  </a:lnTo>
                  <a:lnTo>
                    <a:pt x="1070866" y="5656"/>
                  </a:lnTo>
                  <a:lnTo>
                    <a:pt x="1081984" y="4800"/>
                  </a:lnTo>
                  <a:lnTo>
                    <a:pt x="1092882" y="3962"/>
                  </a:lnTo>
                  <a:lnTo>
                    <a:pt x="1103568" y="3139"/>
                  </a:lnTo>
                  <a:lnTo>
                    <a:pt x="1114050" y="2332"/>
                  </a:lnTo>
                  <a:lnTo>
                    <a:pt x="1124337" y="1540"/>
                  </a:lnTo>
                  <a:lnTo>
                    <a:pt x="1134435" y="763"/>
                  </a:lnTo>
                  <a:lnTo>
                    <a:pt x="114435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70196" y="2041651"/>
              <a:ext cx="1144350" cy="94194"/>
            </a:xfrm>
            <a:custGeom>
              <a:avLst/>
              <a:pathLst>
                <a:path w="1144350" h="94194">
                  <a:moveTo>
                    <a:pt x="0" y="0"/>
                  </a:moveTo>
                  <a:lnTo>
                    <a:pt x="73484" y="6048"/>
                  </a:lnTo>
                  <a:lnTo>
                    <a:pt x="138302" y="11384"/>
                  </a:lnTo>
                  <a:lnTo>
                    <a:pt x="196284" y="16156"/>
                  </a:lnTo>
                  <a:lnTo>
                    <a:pt x="248734" y="20474"/>
                  </a:lnTo>
                  <a:lnTo>
                    <a:pt x="296618" y="24415"/>
                  </a:lnTo>
                  <a:lnTo>
                    <a:pt x="340667" y="28041"/>
                  </a:lnTo>
                  <a:lnTo>
                    <a:pt x="381450" y="31398"/>
                  </a:lnTo>
                  <a:lnTo>
                    <a:pt x="419418" y="34523"/>
                  </a:lnTo>
                  <a:lnTo>
                    <a:pt x="454934" y="37446"/>
                  </a:lnTo>
                  <a:lnTo>
                    <a:pt x="488297" y="40193"/>
                  </a:lnTo>
                  <a:lnTo>
                    <a:pt x="519752" y="42782"/>
                  </a:lnTo>
                  <a:lnTo>
                    <a:pt x="549506" y="45231"/>
                  </a:lnTo>
                  <a:lnTo>
                    <a:pt x="577734" y="47554"/>
                  </a:lnTo>
                  <a:lnTo>
                    <a:pt x="604584" y="49764"/>
                  </a:lnTo>
                  <a:lnTo>
                    <a:pt x="630185" y="51872"/>
                  </a:lnTo>
                  <a:lnTo>
                    <a:pt x="654647" y="53885"/>
                  </a:lnTo>
                  <a:lnTo>
                    <a:pt x="678068" y="55813"/>
                  </a:lnTo>
                  <a:lnTo>
                    <a:pt x="700533" y="57662"/>
                  </a:lnTo>
                  <a:lnTo>
                    <a:pt x="722117" y="59439"/>
                  </a:lnTo>
                  <a:lnTo>
                    <a:pt x="742886" y="61149"/>
                  </a:lnTo>
                  <a:lnTo>
                    <a:pt x="762900" y="62796"/>
                  </a:lnTo>
                  <a:lnTo>
                    <a:pt x="782211" y="64385"/>
                  </a:lnTo>
                  <a:lnTo>
                    <a:pt x="800868" y="65921"/>
                  </a:lnTo>
                  <a:lnTo>
                    <a:pt x="818913" y="67406"/>
                  </a:lnTo>
                  <a:lnTo>
                    <a:pt x="836385" y="68845"/>
                  </a:lnTo>
                  <a:lnTo>
                    <a:pt x="853319" y="70239"/>
                  </a:lnTo>
                  <a:lnTo>
                    <a:pt x="869747" y="71591"/>
                  </a:lnTo>
                  <a:lnTo>
                    <a:pt x="885700" y="72904"/>
                  </a:lnTo>
                  <a:lnTo>
                    <a:pt x="901203" y="74180"/>
                  </a:lnTo>
                  <a:lnTo>
                    <a:pt x="916281" y="75421"/>
                  </a:lnTo>
                  <a:lnTo>
                    <a:pt x="930957" y="76629"/>
                  </a:lnTo>
                  <a:lnTo>
                    <a:pt x="945251" y="77806"/>
                  </a:lnTo>
                  <a:lnTo>
                    <a:pt x="959184" y="78953"/>
                  </a:lnTo>
                  <a:lnTo>
                    <a:pt x="972773" y="80071"/>
                  </a:lnTo>
                  <a:lnTo>
                    <a:pt x="986034" y="81163"/>
                  </a:lnTo>
                  <a:lnTo>
                    <a:pt x="998983" y="82229"/>
                  </a:lnTo>
                  <a:lnTo>
                    <a:pt x="1011635" y="83270"/>
                  </a:lnTo>
                  <a:lnTo>
                    <a:pt x="1024002" y="84288"/>
                  </a:lnTo>
                  <a:lnTo>
                    <a:pt x="1036098" y="85284"/>
                  </a:lnTo>
                  <a:lnTo>
                    <a:pt x="1047933" y="86258"/>
                  </a:lnTo>
                  <a:lnTo>
                    <a:pt x="1059519" y="87211"/>
                  </a:lnTo>
                  <a:lnTo>
                    <a:pt x="1070866" y="88145"/>
                  </a:lnTo>
                  <a:lnTo>
                    <a:pt x="1081984" y="89061"/>
                  </a:lnTo>
                  <a:lnTo>
                    <a:pt x="1092882" y="89958"/>
                  </a:lnTo>
                  <a:lnTo>
                    <a:pt x="1103568" y="90837"/>
                  </a:lnTo>
                  <a:lnTo>
                    <a:pt x="1114050" y="91700"/>
                  </a:lnTo>
                  <a:lnTo>
                    <a:pt x="1124337" y="92547"/>
                  </a:lnTo>
                  <a:lnTo>
                    <a:pt x="1134435" y="93378"/>
                  </a:lnTo>
                  <a:lnTo>
                    <a:pt x="1144350" y="9419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70196" y="2207223"/>
              <a:ext cx="1144350" cy="10556"/>
            </a:xfrm>
            <a:custGeom>
              <a:avLst/>
              <a:pathLst>
                <a:path w="1144350" h="10556">
                  <a:moveTo>
                    <a:pt x="0" y="0"/>
                  </a:moveTo>
                  <a:lnTo>
                    <a:pt x="73484" y="677"/>
                  </a:lnTo>
                  <a:lnTo>
                    <a:pt x="138302" y="1275"/>
                  </a:lnTo>
                  <a:lnTo>
                    <a:pt x="196284" y="1810"/>
                  </a:lnTo>
                  <a:lnTo>
                    <a:pt x="248734" y="2294"/>
                  </a:lnTo>
                  <a:lnTo>
                    <a:pt x="296618" y="2736"/>
                  </a:lnTo>
                  <a:lnTo>
                    <a:pt x="340667" y="3142"/>
                  </a:lnTo>
                  <a:lnTo>
                    <a:pt x="381450" y="3518"/>
                  </a:lnTo>
                  <a:lnTo>
                    <a:pt x="419418" y="3868"/>
                  </a:lnTo>
                  <a:lnTo>
                    <a:pt x="454934" y="4196"/>
                  </a:lnTo>
                  <a:lnTo>
                    <a:pt x="488297" y="4504"/>
                  </a:lnTo>
                  <a:lnTo>
                    <a:pt x="519752" y="4794"/>
                  </a:lnTo>
                  <a:lnTo>
                    <a:pt x="549506" y="5069"/>
                  </a:lnTo>
                  <a:lnTo>
                    <a:pt x="577734" y="5329"/>
                  </a:lnTo>
                  <a:lnTo>
                    <a:pt x="604584" y="5577"/>
                  </a:lnTo>
                  <a:lnTo>
                    <a:pt x="630185" y="5813"/>
                  </a:lnTo>
                  <a:lnTo>
                    <a:pt x="654647" y="6038"/>
                  </a:lnTo>
                  <a:lnTo>
                    <a:pt x="678068" y="6254"/>
                  </a:lnTo>
                  <a:lnTo>
                    <a:pt x="700533" y="6462"/>
                  </a:lnTo>
                  <a:lnTo>
                    <a:pt x="722117" y="6661"/>
                  </a:lnTo>
                  <a:lnTo>
                    <a:pt x="742886" y="6852"/>
                  </a:lnTo>
                  <a:lnTo>
                    <a:pt x="762900" y="7037"/>
                  </a:lnTo>
                  <a:lnTo>
                    <a:pt x="782211" y="7215"/>
                  </a:lnTo>
                  <a:lnTo>
                    <a:pt x="800868" y="7387"/>
                  </a:lnTo>
                  <a:lnTo>
                    <a:pt x="818913" y="7554"/>
                  </a:lnTo>
                  <a:lnTo>
                    <a:pt x="836385" y="7715"/>
                  </a:lnTo>
                  <a:lnTo>
                    <a:pt x="853319" y="7871"/>
                  </a:lnTo>
                  <a:lnTo>
                    <a:pt x="869747" y="8023"/>
                  </a:lnTo>
                  <a:lnTo>
                    <a:pt x="885700" y="8170"/>
                  </a:lnTo>
                  <a:lnTo>
                    <a:pt x="901203" y="8313"/>
                  </a:lnTo>
                  <a:lnTo>
                    <a:pt x="916281" y="8452"/>
                  </a:lnTo>
                  <a:lnTo>
                    <a:pt x="930957" y="8587"/>
                  </a:lnTo>
                  <a:lnTo>
                    <a:pt x="945251" y="8719"/>
                  </a:lnTo>
                  <a:lnTo>
                    <a:pt x="959184" y="8848"/>
                  </a:lnTo>
                  <a:lnTo>
                    <a:pt x="972773" y="8973"/>
                  </a:lnTo>
                  <a:lnTo>
                    <a:pt x="986034" y="9095"/>
                  </a:lnTo>
                  <a:lnTo>
                    <a:pt x="998983" y="9215"/>
                  </a:lnTo>
                  <a:lnTo>
                    <a:pt x="1011635" y="9331"/>
                  </a:lnTo>
                  <a:lnTo>
                    <a:pt x="1024002" y="9446"/>
                  </a:lnTo>
                  <a:lnTo>
                    <a:pt x="1036098" y="9557"/>
                  </a:lnTo>
                  <a:lnTo>
                    <a:pt x="1047933" y="9666"/>
                  </a:lnTo>
                  <a:lnTo>
                    <a:pt x="1059519" y="9773"/>
                  </a:lnTo>
                  <a:lnTo>
                    <a:pt x="1070866" y="9878"/>
                  </a:lnTo>
                  <a:lnTo>
                    <a:pt x="1081984" y="9980"/>
                  </a:lnTo>
                  <a:lnTo>
                    <a:pt x="1092882" y="10081"/>
                  </a:lnTo>
                  <a:lnTo>
                    <a:pt x="1103568" y="10180"/>
                  </a:lnTo>
                  <a:lnTo>
                    <a:pt x="1114050" y="10276"/>
                  </a:lnTo>
                  <a:lnTo>
                    <a:pt x="1124337" y="10371"/>
                  </a:lnTo>
                  <a:lnTo>
                    <a:pt x="1134435" y="10464"/>
                  </a:lnTo>
                  <a:lnTo>
                    <a:pt x="1144350" y="1055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70196" y="1946738"/>
              <a:ext cx="1144350" cy="197908"/>
            </a:xfrm>
            <a:custGeom>
              <a:avLst/>
              <a:pathLst>
                <a:path w="1144350" h="197908">
                  <a:moveTo>
                    <a:pt x="0" y="0"/>
                  </a:moveTo>
                  <a:lnTo>
                    <a:pt x="73484" y="12708"/>
                  </a:lnTo>
                  <a:lnTo>
                    <a:pt x="138302" y="23918"/>
                  </a:lnTo>
                  <a:lnTo>
                    <a:pt x="196284" y="33946"/>
                  </a:lnTo>
                  <a:lnTo>
                    <a:pt x="248734" y="43017"/>
                  </a:lnTo>
                  <a:lnTo>
                    <a:pt x="296618" y="51298"/>
                  </a:lnTo>
                  <a:lnTo>
                    <a:pt x="340667" y="58916"/>
                  </a:lnTo>
                  <a:lnTo>
                    <a:pt x="381450" y="65969"/>
                  </a:lnTo>
                  <a:lnTo>
                    <a:pt x="419418" y="72535"/>
                  </a:lnTo>
                  <a:lnTo>
                    <a:pt x="454934" y="78678"/>
                  </a:lnTo>
                  <a:lnTo>
                    <a:pt x="488297" y="84448"/>
                  </a:lnTo>
                  <a:lnTo>
                    <a:pt x="519752" y="89888"/>
                  </a:lnTo>
                  <a:lnTo>
                    <a:pt x="549506" y="95033"/>
                  </a:lnTo>
                  <a:lnTo>
                    <a:pt x="577734" y="99915"/>
                  </a:lnTo>
                  <a:lnTo>
                    <a:pt x="604584" y="104559"/>
                  </a:lnTo>
                  <a:lnTo>
                    <a:pt x="630185" y="108986"/>
                  </a:lnTo>
                  <a:lnTo>
                    <a:pt x="654647" y="113217"/>
                  </a:lnTo>
                  <a:lnTo>
                    <a:pt x="678068" y="117268"/>
                  </a:lnTo>
                  <a:lnTo>
                    <a:pt x="700533" y="121153"/>
                  </a:lnTo>
                  <a:lnTo>
                    <a:pt x="722117" y="124885"/>
                  </a:lnTo>
                  <a:lnTo>
                    <a:pt x="742886" y="128477"/>
                  </a:lnTo>
                  <a:lnTo>
                    <a:pt x="762900" y="131939"/>
                  </a:lnTo>
                  <a:lnTo>
                    <a:pt x="782211" y="135278"/>
                  </a:lnTo>
                  <a:lnTo>
                    <a:pt x="800868" y="138505"/>
                  </a:lnTo>
                  <a:lnTo>
                    <a:pt x="818913" y="141626"/>
                  </a:lnTo>
                  <a:lnTo>
                    <a:pt x="836385" y="144647"/>
                  </a:lnTo>
                  <a:lnTo>
                    <a:pt x="853319" y="147576"/>
                  </a:lnTo>
                  <a:lnTo>
                    <a:pt x="869747" y="150417"/>
                  </a:lnTo>
                  <a:lnTo>
                    <a:pt x="885700" y="153176"/>
                  </a:lnTo>
                  <a:lnTo>
                    <a:pt x="901203" y="155857"/>
                  </a:lnTo>
                  <a:lnTo>
                    <a:pt x="916281" y="158465"/>
                  </a:lnTo>
                  <a:lnTo>
                    <a:pt x="930957" y="161003"/>
                  </a:lnTo>
                  <a:lnTo>
                    <a:pt x="945251" y="163475"/>
                  </a:lnTo>
                  <a:lnTo>
                    <a:pt x="959184" y="165885"/>
                  </a:lnTo>
                  <a:lnTo>
                    <a:pt x="972773" y="168235"/>
                  </a:lnTo>
                  <a:lnTo>
                    <a:pt x="986034" y="170528"/>
                  </a:lnTo>
                  <a:lnTo>
                    <a:pt x="998983" y="172768"/>
                  </a:lnTo>
                  <a:lnTo>
                    <a:pt x="1011635" y="174956"/>
                  </a:lnTo>
                  <a:lnTo>
                    <a:pt x="1024002" y="177095"/>
                  </a:lnTo>
                  <a:lnTo>
                    <a:pt x="1036098" y="179186"/>
                  </a:lnTo>
                  <a:lnTo>
                    <a:pt x="1047933" y="181233"/>
                  </a:lnTo>
                  <a:lnTo>
                    <a:pt x="1059519" y="183237"/>
                  </a:lnTo>
                  <a:lnTo>
                    <a:pt x="1070866" y="185199"/>
                  </a:lnTo>
                  <a:lnTo>
                    <a:pt x="1081984" y="187122"/>
                  </a:lnTo>
                  <a:lnTo>
                    <a:pt x="1092882" y="189007"/>
                  </a:lnTo>
                  <a:lnTo>
                    <a:pt x="1103568" y="190855"/>
                  </a:lnTo>
                  <a:lnTo>
                    <a:pt x="1114050" y="192668"/>
                  </a:lnTo>
                  <a:lnTo>
                    <a:pt x="1124337" y="194447"/>
                  </a:lnTo>
                  <a:lnTo>
                    <a:pt x="1134435" y="196193"/>
                  </a:lnTo>
                  <a:lnTo>
                    <a:pt x="1144350" y="197908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70196" y="1550042"/>
              <a:ext cx="1144350" cy="764874"/>
            </a:xfrm>
            <a:custGeom>
              <a:avLst/>
              <a:pathLst>
                <a:path w="1144350" h="764874">
                  <a:moveTo>
                    <a:pt x="0" y="764874"/>
                  </a:moveTo>
                  <a:lnTo>
                    <a:pt x="73484" y="715757"/>
                  </a:lnTo>
                  <a:lnTo>
                    <a:pt x="138302" y="672433"/>
                  </a:lnTo>
                  <a:lnTo>
                    <a:pt x="196284" y="633679"/>
                  </a:lnTo>
                  <a:lnTo>
                    <a:pt x="248734" y="598621"/>
                  </a:lnTo>
                  <a:lnTo>
                    <a:pt x="296618" y="566616"/>
                  </a:lnTo>
                  <a:lnTo>
                    <a:pt x="340667" y="537174"/>
                  </a:lnTo>
                  <a:lnTo>
                    <a:pt x="381450" y="509916"/>
                  </a:lnTo>
                  <a:lnTo>
                    <a:pt x="419418" y="484538"/>
                  </a:lnTo>
                  <a:lnTo>
                    <a:pt x="454934" y="460799"/>
                  </a:lnTo>
                  <a:lnTo>
                    <a:pt x="488297" y="438500"/>
                  </a:lnTo>
                  <a:lnTo>
                    <a:pt x="519752" y="417475"/>
                  </a:lnTo>
                  <a:lnTo>
                    <a:pt x="549506" y="397588"/>
                  </a:lnTo>
                  <a:lnTo>
                    <a:pt x="577734" y="378721"/>
                  </a:lnTo>
                  <a:lnTo>
                    <a:pt x="604584" y="360775"/>
                  </a:lnTo>
                  <a:lnTo>
                    <a:pt x="630185" y="343663"/>
                  </a:lnTo>
                  <a:lnTo>
                    <a:pt x="654647" y="327313"/>
                  </a:lnTo>
                  <a:lnTo>
                    <a:pt x="678068" y="311658"/>
                  </a:lnTo>
                  <a:lnTo>
                    <a:pt x="700533" y="296643"/>
                  </a:lnTo>
                  <a:lnTo>
                    <a:pt x="722117" y="282216"/>
                  </a:lnTo>
                  <a:lnTo>
                    <a:pt x="742886" y="268335"/>
                  </a:lnTo>
                  <a:lnTo>
                    <a:pt x="762900" y="254958"/>
                  </a:lnTo>
                  <a:lnTo>
                    <a:pt x="782211" y="242050"/>
                  </a:lnTo>
                  <a:lnTo>
                    <a:pt x="800868" y="229580"/>
                  </a:lnTo>
                  <a:lnTo>
                    <a:pt x="818913" y="217519"/>
                  </a:lnTo>
                  <a:lnTo>
                    <a:pt x="836385" y="205841"/>
                  </a:lnTo>
                  <a:lnTo>
                    <a:pt x="853319" y="194522"/>
                  </a:lnTo>
                  <a:lnTo>
                    <a:pt x="869747" y="183542"/>
                  </a:lnTo>
                  <a:lnTo>
                    <a:pt x="885700" y="172879"/>
                  </a:lnTo>
                  <a:lnTo>
                    <a:pt x="901203" y="162517"/>
                  </a:lnTo>
                  <a:lnTo>
                    <a:pt x="916281" y="152439"/>
                  </a:lnTo>
                  <a:lnTo>
                    <a:pt x="930957" y="142630"/>
                  </a:lnTo>
                  <a:lnTo>
                    <a:pt x="945251" y="133076"/>
                  </a:lnTo>
                  <a:lnTo>
                    <a:pt x="959184" y="123763"/>
                  </a:lnTo>
                  <a:lnTo>
                    <a:pt x="972773" y="114680"/>
                  </a:lnTo>
                  <a:lnTo>
                    <a:pt x="986034" y="105817"/>
                  </a:lnTo>
                  <a:lnTo>
                    <a:pt x="998983" y="97162"/>
                  </a:lnTo>
                  <a:lnTo>
                    <a:pt x="1011635" y="88705"/>
                  </a:lnTo>
                  <a:lnTo>
                    <a:pt x="1024002" y="80439"/>
                  </a:lnTo>
                  <a:lnTo>
                    <a:pt x="1036098" y="72355"/>
                  </a:lnTo>
                  <a:lnTo>
                    <a:pt x="1047933" y="64444"/>
                  </a:lnTo>
                  <a:lnTo>
                    <a:pt x="1059519" y="56700"/>
                  </a:lnTo>
                  <a:lnTo>
                    <a:pt x="1070866" y="49116"/>
                  </a:lnTo>
                  <a:lnTo>
                    <a:pt x="1081984" y="41685"/>
                  </a:lnTo>
                  <a:lnTo>
                    <a:pt x="1092882" y="34401"/>
                  </a:lnTo>
                  <a:lnTo>
                    <a:pt x="1103568" y="27258"/>
                  </a:lnTo>
                  <a:lnTo>
                    <a:pt x="1114050" y="20252"/>
                  </a:lnTo>
                  <a:lnTo>
                    <a:pt x="1124337" y="13376"/>
                  </a:lnTo>
                  <a:lnTo>
                    <a:pt x="1134435" y="6627"/>
                  </a:lnTo>
                  <a:lnTo>
                    <a:pt x="114435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70196" y="1604440"/>
              <a:ext cx="1144350" cy="7563"/>
            </a:xfrm>
            <a:custGeom>
              <a:avLst/>
              <a:pathLst>
                <a:path w="1144350" h="7563">
                  <a:moveTo>
                    <a:pt x="0" y="7563"/>
                  </a:moveTo>
                  <a:lnTo>
                    <a:pt x="73484" y="7077"/>
                  </a:lnTo>
                  <a:lnTo>
                    <a:pt x="138302" y="6649"/>
                  </a:lnTo>
                  <a:lnTo>
                    <a:pt x="196284" y="6265"/>
                  </a:lnTo>
                  <a:lnTo>
                    <a:pt x="248734" y="5919"/>
                  </a:lnTo>
                  <a:lnTo>
                    <a:pt x="296618" y="5602"/>
                  </a:lnTo>
                  <a:lnTo>
                    <a:pt x="340667" y="5311"/>
                  </a:lnTo>
                  <a:lnTo>
                    <a:pt x="381450" y="5042"/>
                  </a:lnTo>
                  <a:lnTo>
                    <a:pt x="419418" y="4791"/>
                  </a:lnTo>
                  <a:lnTo>
                    <a:pt x="454934" y="4556"/>
                  </a:lnTo>
                  <a:lnTo>
                    <a:pt x="488297" y="4335"/>
                  </a:lnTo>
                  <a:lnTo>
                    <a:pt x="519752" y="4128"/>
                  </a:lnTo>
                  <a:lnTo>
                    <a:pt x="549506" y="3931"/>
                  </a:lnTo>
                  <a:lnTo>
                    <a:pt x="577734" y="3744"/>
                  </a:lnTo>
                  <a:lnTo>
                    <a:pt x="604584" y="3567"/>
                  </a:lnTo>
                  <a:lnTo>
                    <a:pt x="630185" y="3398"/>
                  </a:lnTo>
                  <a:lnTo>
                    <a:pt x="654647" y="3236"/>
                  </a:lnTo>
                  <a:lnTo>
                    <a:pt x="678068" y="3081"/>
                  </a:lnTo>
                  <a:lnTo>
                    <a:pt x="700533" y="2933"/>
                  </a:lnTo>
                  <a:lnTo>
                    <a:pt x="722117" y="2790"/>
                  </a:lnTo>
                  <a:lnTo>
                    <a:pt x="742886" y="2653"/>
                  </a:lnTo>
                  <a:lnTo>
                    <a:pt x="762900" y="2521"/>
                  </a:lnTo>
                  <a:lnTo>
                    <a:pt x="782211" y="2393"/>
                  </a:lnTo>
                  <a:lnTo>
                    <a:pt x="800868" y="2270"/>
                  </a:lnTo>
                  <a:lnTo>
                    <a:pt x="818913" y="2150"/>
                  </a:lnTo>
                  <a:lnTo>
                    <a:pt x="836385" y="2035"/>
                  </a:lnTo>
                  <a:lnTo>
                    <a:pt x="853319" y="1923"/>
                  </a:lnTo>
                  <a:lnTo>
                    <a:pt x="869747" y="1814"/>
                  </a:lnTo>
                  <a:lnTo>
                    <a:pt x="885700" y="1709"/>
                  </a:lnTo>
                  <a:lnTo>
                    <a:pt x="901203" y="1606"/>
                  </a:lnTo>
                  <a:lnTo>
                    <a:pt x="916281" y="1507"/>
                  </a:lnTo>
                  <a:lnTo>
                    <a:pt x="930957" y="1410"/>
                  </a:lnTo>
                  <a:lnTo>
                    <a:pt x="945251" y="1315"/>
                  </a:lnTo>
                  <a:lnTo>
                    <a:pt x="959184" y="1223"/>
                  </a:lnTo>
                  <a:lnTo>
                    <a:pt x="972773" y="1133"/>
                  </a:lnTo>
                  <a:lnTo>
                    <a:pt x="986034" y="1046"/>
                  </a:lnTo>
                  <a:lnTo>
                    <a:pt x="998983" y="960"/>
                  </a:lnTo>
                  <a:lnTo>
                    <a:pt x="1011635" y="877"/>
                  </a:lnTo>
                  <a:lnTo>
                    <a:pt x="1024002" y="795"/>
                  </a:lnTo>
                  <a:lnTo>
                    <a:pt x="1036098" y="715"/>
                  </a:lnTo>
                  <a:lnTo>
                    <a:pt x="1047933" y="637"/>
                  </a:lnTo>
                  <a:lnTo>
                    <a:pt x="1059519" y="560"/>
                  </a:lnTo>
                  <a:lnTo>
                    <a:pt x="1070866" y="485"/>
                  </a:lnTo>
                  <a:lnTo>
                    <a:pt x="1081984" y="412"/>
                  </a:lnTo>
                  <a:lnTo>
                    <a:pt x="1092882" y="340"/>
                  </a:lnTo>
                  <a:lnTo>
                    <a:pt x="1103568" y="269"/>
                  </a:lnTo>
                  <a:lnTo>
                    <a:pt x="1114050" y="200"/>
                  </a:lnTo>
                  <a:lnTo>
                    <a:pt x="1124337" y="132"/>
                  </a:lnTo>
                  <a:lnTo>
                    <a:pt x="1134435" y="65"/>
                  </a:lnTo>
                  <a:lnTo>
                    <a:pt x="114435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70196" y="1722276"/>
              <a:ext cx="1144350" cy="269773"/>
            </a:xfrm>
            <a:custGeom>
              <a:avLst/>
              <a:pathLst>
                <a:path w="1144350" h="269773">
                  <a:moveTo>
                    <a:pt x="0" y="0"/>
                  </a:moveTo>
                  <a:lnTo>
                    <a:pt x="73484" y="17323"/>
                  </a:lnTo>
                  <a:lnTo>
                    <a:pt x="138302" y="32603"/>
                  </a:lnTo>
                  <a:lnTo>
                    <a:pt x="196284" y="46272"/>
                  </a:lnTo>
                  <a:lnTo>
                    <a:pt x="248734" y="58637"/>
                  </a:lnTo>
                  <a:lnTo>
                    <a:pt x="296618" y="69926"/>
                  </a:lnTo>
                  <a:lnTo>
                    <a:pt x="340667" y="80310"/>
                  </a:lnTo>
                  <a:lnTo>
                    <a:pt x="381450" y="89924"/>
                  </a:lnTo>
                  <a:lnTo>
                    <a:pt x="419418" y="98875"/>
                  </a:lnTo>
                  <a:lnTo>
                    <a:pt x="454934" y="107248"/>
                  </a:lnTo>
                  <a:lnTo>
                    <a:pt x="488297" y="115113"/>
                  </a:lnTo>
                  <a:lnTo>
                    <a:pt x="519752" y="122528"/>
                  </a:lnTo>
                  <a:lnTo>
                    <a:pt x="549506" y="129542"/>
                  </a:lnTo>
                  <a:lnTo>
                    <a:pt x="577734" y="136197"/>
                  </a:lnTo>
                  <a:lnTo>
                    <a:pt x="604584" y="142527"/>
                  </a:lnTo>
                  <a:lnTo>
                    <a:pt x="630185" y="148562"/>
                  </a:lnTo>
                  <a:lnTo>
                    <a:pt x="654647" y="154329"/>
                  </a:lnTo>
                  <a:lnTo>
                    <a:pt x="678068" y="159850"/>
                  </a:lnTo>
                  <a:lnTo>
                    <a:pt x="700533" y="165146"/>
                  </a:lnTo>
                  <a:lnTo>
                    <a:pt x="722117" y="170234"/>
                  </a:lnTo>
                  <a:lnTo>
                    <a:pt x="742886" y="175131"/>
                  </a:lnTo>
                  <a:lnTo>
                    <a:pt x="762900" y="179849"/>
                  </a:lnTo>
                  <a:lnTo>
                    <a:pt x="782211" y="184401"/>
                  </a:lnTo>
                  <a:lnTo>
                    <a:pt x="800868" y="188800"/>
                  </a:lnTo>
                  <a:lnTo>
                    <a:pt x="818913" y="193053"/>
                  </a:lnTo>
                  <a:lnTo>
                    <a:pt x="836385" y="197172"/>
                  </a:lnTo>
                  <a:lnTo>
                    <a:pt x="853319" y="201164"/>
                  </a:lnTo>
                  <a:lnTo>
                    <a:pt x="869747" y="205037"/>
                  </a:lnTo>
                  <a:lnTo>
                    <a:pt x="885700" y="208798"/>
                  </a:lnTo>
                  <a:lnTo>
                    <a:pt x="901203" y="212453"/>
                  </a:lnTo>
                  <a:lnTo>
                    <a:pt x="916281" y="216007"/>
                  </a:lnTo>
                  <a:lnTo>
                    <a:pt x="930957" y="219467"/>
                  </a:lnTo>
                  <a:lnTo>
                    <a:pt x="945251" y="222837"/>
                  </a:lnTo>
                  <a:lnTo>
                    <a:pt x="959184" y="226122"/>
                  </a:lnTo>
                  <a:lnTo>
                    <a:pt x="972773" y="229325"/>
                  </a:lnTo>
                  <a:lnTo>
                    <a:pt x="986034" y="232451"/>
                  </a:lnTo>
                  <a:lnTo>
                    <a:pt x="998983" y="235504"/>
                  </a:lnTo>
                  <a:lnTo>
                    <a:pt x="1011635" y="238487"/>
                  </a:lnTo>
                  <a:lnTo>
                    <a:pt x="1024002" y="241402"/>
                  </a:lnTo>
                  <a:lnTo>
                    <a:pt x="1036098" y="244253"/>
                  </a:lnTo>
                  <a:lnTo>
                    <a:pt x="1047933" y="247044"/>
                  </a:lnTo>
                  <a:lnTo>
                    <a:pt x="1059519" y="249775"/>
                  </a:lnTo>
                  <a:lnTo>
                    <a:pt x="1070866" y="252450"/>
                  </a:lnTo>
                  <a:lnTo>
                    <a:pt x="1081984" y="255071"/>
                  </a:lnTo>
                  <a:lnTo>
                    <a:pt x="1092882" y="257640"/>
                  </a:lnTo>
                  <a:lnTo>
                    <a:pt x="1103568" y="260159"/>
                  </a:lnTo>
                  <a:lnTo>
                    <a:pt x="1114050" y="262630"/>
                  </a:lnTo>
                  <a:lnTo>
                    <a:pt x="1124337" y="265055"/>
                  </a:lnTo>
                  <a:lnTo>
                    <a:pt x="1134435" y="267436"/>
                  </a:lnTo>
                  <a:lnTo>
                    <a:pt x="1144350" y="26977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70196" y="2085767"/>
              <a:ext cx="1144350" cy="50792"/>
            </a:xfrm>
            <a:custGeom>
              <a:avLst/>
              <a:pathLst>
                <a:path w="1144350" h="50792">
                  <a:moveTo>
                    <a:pt x="0" y="50792"/>
                  </a:moveTo>
                  <a:lnTo>
                    <a:pt x="73484" y="47530"/>
                  </a:lnTo>
                  <a:lnTo>
                    <a:pt x="138302" y="44653"/>
                  </a:lnTo>
                  <a:lnTo>
                    <a:pt x="196284" y="42080"/>
                  </a:lnTo>
                  <a:lnTo>
                    <a:pt x="248734" y="39752"/>
                  </a:lnTo>
                  <a:lnTo>
                    <a:pt x="296618" y="37626"/>
                  </a:lnTo>
                  <a:lnTo>
                    <a:pt x="340667" y="35671"/>
                  </a:lnTo>
                  <a:lnTo>
                    <a:pt x="381450" y="33861"/>
                  </a:lnTo>
                  <a:lnTo>
                    <a:pt x="419418" y="32176"/>
                  </a:lnTo>
                  <a:lnTo>
                    <a:pt x="454934" y="30599"/>
                  </a:lnTo>
                  <a:lnTo>
                    <a:pt x="488297" y="29119"/>
                  </a:lnTo>
                  <a:lnTo>
                    <a:pt x="519752" y="27722"/>
                  </a:lnTo>
                  <a:lnTo>
                    <a:pt x="549506" y="26402"/>
                  </a:lnTo>
                  <a:lnTo>
                    <a:pt x="577734" y="25149"/>
                  </a:lnTo>
                  <a:lnTo>
                    <a:pt x="604584" y="23957"/>
                  </a:lnTo>
                  <a:lnTo>
                    <a:pt x="630185" y="22821"/>
                  </a:lnTo>
                  <a:lnTo>
                    <a:pt x="654647" y="21735"/>
                  </a:lnTo>
                  <a:lnTo>
                    <a:pt x="678068" y="20696"/>
                  </a:lnTo>
                  <a:lnTo>
                    <a:pt x="700533" y="19698"/>
                  </a:lnTo>
                  <a:lnTo>
                    <a:pt x="722117" y="18740"/>
                  </a:lnTo>
                  <a:lnTo>
                    <a:pt x="742886" y="17819"/>
                  </a:lnTo>
                  <a:lnTo>
                    <a:pt x="762900" y="16930"/>
                  </a:lnTo>
                  <a:lnTo>
                    <a:pt x="782211" y="16073"/>
                  </a:lnTo>
                  <a:lnTo>
                    <a:pt x="800868" y="15245"/>
                  </a:lnTo>
                  <a:lnTo>
                    <a:pt x="818913" y="14444"/>
                  </a:lnTo>
                  <a:lnTo>
                    <a:pt x="836385" y="13669"/>
                  </a:lnTo>
                  <a:lnTo>
                    <a:pt x="853319" y="12917"/>
                  </a:lnTo>
                  <a:lnTo>
                    <a:pt x="869747" y="12188"/>
                  </a:lnTo>
                  <a:lnTo>
                    <a:pt x="885700" y="11480"/>
                  </a:lnTo>
                  <a:lnTo>
                    <a:pt x="901203" y="10792"/>
                  </a:lnTo>
                  <a:lnTo>
                    <a:pt x="916281" y="10122"/>
                  </a:lnTo>
                  <a:lnTo>
                    <a:pt x="930957" y="9471"/>
                  </a:lnTo>
                  <a:lnTo>
                    <a:pt x="945251" y="8837"/>
                  </a:lnTo>
                  <a:lnTo>
                    <a:pt x="959184" y="8218"/>
                  </a:lnTo>
                  <a:lnTo>
                    <a:pt x="972773" y="7615"/>
                  </a:lnTo>
                  <a:lnTo>
                    <a:pt x="986034" y="7026"/>
                  </a:lnTo>
                  <a:lnTo>
                    <a:pt x="998983" y="6452"/>
                  </a:lnTo>
                  <a:lnTo>
                    <a:pt x="1011635" y="5890"/>
                  </a:lnTo>
                  <a:lnTo>
                    <a:pt x="1024002" y="5341"/>
                  </a:lnTo>
                  <a:lnTo>
                    <a:pt x="1036098" y="4804"/>
                  </a:lnTo>
                  <a:lnTo>
                    <a:pt x="1047933" y="4279"/>
                  </a:lnTo>
                  <a:lnTo>
                    <a:pt x="1059519" y="3765"/>
                  </a:lnTo>
                  <a:lnTo>
                    <a:pt x="1070866" y="3261"/>
                  </a:lnTo>
                  <a:lnTo>
                    <a:pt x="1081984" y="2768"/>
                  </a:lnTo>
                  <a:lnTo>
                    <a:pt x="1092882" y="2284"/>
                  </a:lnTo>
                  <a:lnTo>
                    <a:pt x="1103568" y="1810"/>
                  </a:lnTo>
                  <a:lnTo>
                    <a:pt x="1114050" y="1344"/>
                  </a:lnTo>
                  <a:lnTo>
                    <a:pt x="1124337" y="888"/>
                  </a:lnTo>
                  <a:lnTo>
                    <a:pt x="1134435" y="440"/>
                  </a:lnTo>
                  <a:lnTo>
                    <a:pt x="114435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70196" y="2145238"/>
              <a:ext cx="1144350" cy="80233"/>
            </a:xfrm>
            <a:custGeom>
              <a:avLst/>
              <a:pathLst>
                <a:path w="1144350" h="80233">
                  <a:moveTo>
                    <a:pt x="0" y="0"/>
                  </a:moveTo>
                  <a:lnTo>
                    <a:pt x="73484" y="5152"/>
                  </a:lnTo>
                  <a:lnTo>
                    <a:pt x="138302" y="9696"/>
                  </a:lnTo>
                  <a:lnTo>
                    <a:pt x="196284" y="13762"/>
                  </a:lnTo>
                  <a:lnTo>
                    <a:pt x="248734" y="17439"/>
                  </a:lnTo>
                  <a:lnTo>
                    <a:pt x="296618" y="20796"/>
                  </a:lnTo>
                  <a:lnTo>
                    <a:pt x="340667" y="23885"/>
                  </a:lnTo>
                  <a:lnTo>
                    <a:pt x="381450" y="26744"/>
                  </a:lnTo>
                  <a:lnTo>
                    <a:pt x="419418" y="29406"/>
                  </a:lnTo>
                  <a:lnTo>
                    <a:pt x="454934" y="31896"/>
                  </a:lnTo>
                  <a:lnTo>
                    <a:pt x="488297" y="34235"/>
                  </a:lnTo>
                  <a:lnTo>
                    <a:pt x="519752" y="36441"/>
                  </a:lnTo>
                  <a:lnTo>
                    <a:pt x="549506" y="38527"/>
                  </a:lnTo>
                  <a:lnTo>
                    <a:pt x="577734" y="40506"/>
                  </a:lnTo>
                  <a:lnTo>
                    <a:pt x="604584" y="42389"/>
                  </a:lnTo>
                  <a:lnTo>
                    <a:pt x="630185" y="44184"/>
                  </a:lnTo>
                  <a:lnTo>
                    <a:pt x="654647" y="45899"/>
                  </a:lnTo>
                  <a:lnTo>
                    <a:pt x="678068" y="47541"/>
                  </a:lnTo>
                  <a:lnTo>
                    <a:pt x="700533" y="49116"/>
                  </a:lnTo>
                  <a:lnTo>
                    <a:pt x="722117" y="50629"/>
                  </a:lnTo>
                  <a:lnTo>
                    <a:pt x="742886" y="52085"/>
                  </a:lnTo>
                  <a:lnTo>
                    <a:pt x="762900" y="53489"/>
                  </a:lnTo>
                  <a:lnTo>
                    <a:pt x="782211" y="54843"/>
                  </a:lnTo>
                  <a:lnTo>
                    <a:pt x="800868" y="56151"/>
                  </a:lnTo>
                  <a:lnTo>
                    <a:pt x="818913" y="57416"/>
                  </a:lnTo>
                  <a:lnTo>
                    <a:pt x="836385" y="58641"/>
                  </a:lnTo>
                  <a:lnTo>
                    <a:pt x="853319" y="59828"/>
                  </a:lnTo>
                  <a:lnTo>
                    <a:pt x="869747" y="60980"/>
                  </a:lnTo>
                  <a:lnTo>
                    <a:pt x="885700" y="62099"/>
                  </a:lnTo>
                  <a:lnTo>
                    <a:pt x="901203" y="63185"/>
                  </a:lnTo>
                  <a:lnTo>
                    <a:pt x="916281" y="64243"/>
                  </a:lnTo>
                  <a:lnTo>
                    <a:pt x="930957" y="65272"/>
                  </a:lnTo>
                  <a:lnTo>
                    <a:pt x="945251" y="66274"/>
                  </a:lnTo>
                  <a:lnTo>
                    <a:pt x="959184" y="67251"/>
                  </a:lnTo>
                  <a:lnTo>
                    <a:pt x="972773" y="68203"/>
                  </a:lnTo>
                  <a:lnTo>
                    <a:pt x="986034" y="69133"/>
                  </a:lnTo>
                  <a:lnTo>
                    <a:pt x="998983" y="70041"/>
                  </a:lnTo>
                  <a:lnTo>
                    <a:pt x="1011635" y="70928"/>
                  </a:lnTo>
                  <a:lnTo>
                    <a:pt x="1024002" y="71795"/>
                  </a:lnTo>
                  <a:lnTo>
                    <a:pt x="1036098" y="72643"/>
                  </a:lnTo>
                  <a:lnTo>
                    <a:pt x="1047933" y="73473"/>
                  </a:lnTo>
                  <a:lnTo>
                    <a:pt x="1059519" y="74285"/>
                  </a:lnTo>
                  <a:lnTo>
                    <a:pt x="1070866" y="75081"/>
                  </a:lnTo>
                  <a:lnTo>
                    <a:pt x="1081984" y="75861"/>
                  </a:lnTo>
                  <a:lnTo>
                    <a:pt x="1092882" y="76625"/>
                  </a:lnTo>
                  <a:lnTo>
                    <a:pt x="1103568" y="77374"/>
                  </a:lnTo>
                  <a:lnTo>
                    <a:pt x="1114050" y="78109"/>
                  </a:lnTo>
                  <a:lnTo>
                    <a:pt x="1124337" y="78830"/>
                  </a:lnTo>
                  <a:lnTo>
                    <a:pt x="1134435" y="79538"/>
                  </a:lnTo>
                  <a:lnTo>
                    <a:pt x="1144350" y="8023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70196" y="1976744"/>
              <a:ext cx="1144350" cy="46735"/>
            </a:xfrm>
            <a:custGeom>
              <a:avLst/>
              <a:pathLst>
                <a:path w="1144350" h="46735">
                  <a:moveTo>
                    <a:pt x="0" y="46735"/>
                  </a:moveTo>
                  <a:lnTo>
                    <a:pt x="73484" y="43734"/>
                  </a:lnTo>
                  <a:lnTo>
                    <a:pt x="138302" y="41087"/>
                  </a:lnTo>
                  <a:lnTo>
                    <a:pt x="196284" y="38719"/>
                  </a:lnTo>
                  <a:lnTo>
                    <a:pt x="248734" y="36576"/>
                  </a:lnTo>
                  <a:lnTo>
                    <a:pt x="296618" y="34621"/>
                  </a:lnTo>
                  <a:lnTo>
                    <a:pt x="340667" y="32822"/>
                  </a:lnTo>
                  <a:lnTo>
                    <a:pt x="381450" y="31156"/>
                  </a:lnTo>
                  <a:lnTo>
                    <a:pt x="419418" y="29606"/>
                  </a:lnTo>
                  <a:lnTo>
                    <a:pt x="454934" y="28155"/>
                  </a:lnTo>
                  <a:lnTo>
                    <a:pt x="488297" y="26793"/>
                  </a:lnTo>
                  <a:lnTo>
                    <a:pt x="519752" y="25508"/>
                  </a:lnTo>
                  <a:lnTo>
                    <a:pt x="549506" y="24293"/>
                  </a:lnTo>
                  <a:lnTo>
                    <a:pt x="577734" y="23140"/>
                  </a:lnTo>
                  <a:lnTo>
                    <a:pt x="604584" y="22044"/>
                  </a:lnTo>
                  <a:lnTo>
                    <a:pt x="630185" y="20998"/>
                  </a:lnTo>
                  <a:lnTo>
                    <a:pt x="654647" y="19999"/>
                  </a:lnTo>
                  <a:lnTo>
                    <a:pt x="678068" y="19042"/>
                  </a:lnTo>
                  <a:lnTo>
                    <a:pt x="700533" y="18125"/>
                  </a:lnTo>
                  <a:lnTo>
                    <a:pt x="722117" y="17244"/>
                  </a:lnTo>
                  <a:lnTo>
                    <a:pt x="742886" y="16395"/>
                  </a:lnTo>
                  <a:lnTo>
                    <a:pt x="762900" y="15578"/>
                  </a:lnTo>
                  <a:lnTo>
                    <a:pt x="782211" y="14789"/>
                  </a:lnTo>
                  <a:lnTo>
                    <a:pt x="800868" y="14027"/>
                  </a:lnTo>
                  <a:lnTo>
                    <a:pt x="818913" y="13290"/>
                  </a:lnTo>
                  <a:lnTo>
                    <a:pt x="836385" y="12577"/>
                  </a:lnTo>
                  <a:lnTo>
                    <a:pt x="853319" y="11885"/>
                  </a:lnTo>
                  <a:lnTo>
                    <a:pt x="869747" y="11214"/>
                  </a:lnTo>
                  <a:lnTo>
                    <a:pt x="885700" y="10563"/>
                  </a:lnTo>
                  <a:lnTo>
                    <a:pt x="901203" y="9930"/>
                  </a:lnTo>
                  <a:lnTo>
                    <a:pt x="916281" y="9314"/>
                  </a:lnTo>
                  <a:lnTo>
                    <a:pt x="930957" y="8715"/>
                  </a:lnTo>
                  <a:lnTo>
                    <a:pt x="945251" y="8131"/>
                  </a:lnTo>
                  <a:lnTo>
                    <a:pt x="959184" y="7562"/>
                  </a:lnTo>
                  <a:lnTo>
                    <a:pt x="972773" y="7007"/>
                  </a:lnTo>
                  <a:lnTo>
                    <a:pt x="986034" y="6465"/>
                  </a:lnTo>
                  <a:lnTo>
                    <a:pt x="998983" y="5936"/>
                  </a:lnTo>
                  <a:lnTo>
                    <a:pt x="1011635" y="5420"/>
                  </a:lnTo>
                  <a:lnTo>
                    <a:pt x="1024002" y="4915"/>
                  </a:lnTo>
                  <a:lnTo>
                    <a:pt x="1036098" y="4421"/>
                  </a:lnTo>
                  <a:lnTo>
                    <a:pt x="1047933" y="3937"/>
                  </a:lnTo>
                  <a:lnTo>
                    <a:pt x="1059519" y="3464"/>
                  </a:lnTo>
                  <a:lnTo>
                    <a:pt x="1070866" y="3001"/>
                  </a:lnTo>
                  <a:lnTo>
                    <a:pt x="1081984" y="2547"/>
                  </a:lnTo>
                  <a:lnTo>
                    <a:pt x="1092882" y="2101"/>
                  </a:lnTo>
                  <a:lnTo>
                    <a:pt x="1103568" y="1665"/>
                  </a:lnTo>
                  <a:lnTo>
                    <a:pt x="1114050" y="1237"/>
                  </a:lnTo>
                  <a:lnTo>
                    <a:pt x="1124337" y="817"/>
                  </a:lnTo>
                  <a:lnTo>
                    <a:pt x="1134435" y="404"/>
                  </a:lnTo>
                  <a:lnTo>
                    <a:pt x="114435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186450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57982" y="21127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57982" y="17568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57982" y="14010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186450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7019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5164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3309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1454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186450" y="990315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670846" y="20496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678461" y="19558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82022" y="189581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96069" y="21307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75695" y="21686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681621" y="14660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689180" y="205919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02808" y="18015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66428" y="20583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56064" y="21262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36931" y="19423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49817" y="206633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34650" y="17195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77171" y="21097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63511" y="20435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46579" y="17987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45906" y="21722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54949" y="20622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68780" y="19756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81047" y="12213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65661" y="1529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47492" y="19823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40885" y="19344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37523" y="21599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86065" y="19985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71677" y="19339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49413" y="20972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77756" y="203886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62272" y="22868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56123" y="20572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8656" y="20428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48608" y="19240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24463" y="14460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23914" y="13682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54346" y="16885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19130" y="18090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22632" y="18216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19201" y="17395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52975" y="17921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30359" y="17294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22975" y="20724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50631" y="19653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59838" y="20388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31543" y="16409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45819" y="17343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25330" y="19421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20418" y="178560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41474" y="11934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39836" y="18000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22249" y="19179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26705" y="18064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14716" y="17947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04005" y="18637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45628" y="18148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06643" y="17008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14177" y="18011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09522" y="20300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32336" y="15196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96665" y="20300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40560" y="20156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21148" y="19170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29897" y="18250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14154" y="18450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40166" y="20262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14829" y="17172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28096" y="18517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05627" y="19237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07050" y="18530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22162" y="19330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19626" y="1589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11892" y="18742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36108" y="18180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10456" y="1818397"/>
              <a:ext cx="1138562" cy="144902"/>
            </a:xfrm>
            <a:custGeom>
              <a:avLst/>
              <a:pathLst>
                <a:path w="1138562" h="144902">
                  <a:moveTo>
                    <a:pt x="0" y="144902"/>
                  </a:moveTo>
                  <a:lnTo>
                    <a:pt x="73112" y="135598"/>
                  </a:lnTo>
                  <a:lnTo>
                    <a:pt x="137602" y="127390"/>
                  </a:lnTo>
                  <a:lnTo>
                    <a:pt x="195291" y="120048"/>
                  </a:lnTo>
                  <a:lnTo>
                    <a:pt x="247476" y="113407"/>
                  </a:lnTo>
                  <a:lnTo>
                    <a:pt x="295118" y="107343"/>
                  </a:lnTo>
                  <a:lnTo>
                    <a:pt x="338944" y="101766"/>
                  </a:lnTo>
                  <a:lnTo>
                    <a:pt x="379520" y="96601"/>
                  </a:lnTo>
                  <a:lnTo>
                    <a:pt x="417296" y="91794"/>
                  </a:lnTo>
                  <a:lnTo>
                    <a:pt x="452633" y="87297"/>
                  </a:lnTo>
                  <a:lnTo>
                    <a:pt x="485827" y="83072"/>
                  </a:lnTo>
                  <a:lnTo>
                    <a:pt x="517123" y="79089"/>
                  </a:lnTo>
                  <a:lnTo>
                    <a:pt x="546727" y="75321"/>
                  </a:lnTo>
                  <a:lnTo>
                    <a:pt x="574812" y="71747"/>
                  </a:lnTo>
                  <a:lnTo>
                    <a:pt x="601526" y="68347"/>
                  </a:lnTo>
                  <a:lnTo>
                    <a:pt x="626997" y="65106"/>
                  </a:lnTo>
                  <a:lnTo>
                    <a:pt x="651336" y="62008"/>
                  </a:lnTo>
                  <a:lnTo>
                    <a:pt x="674639" y="59042"/>
                  </a:lnTo>
                  <a:lnTo>
                    <a:pt x="696990" y="56198"/>
                  </a:lnTo>
                  <a:lnTo>
                    <a:pt x="718465" y="53465"/>
                  </a:lnTo>
                  <a:lnTo>
                    <a:pt x="739129" y="50835"/>
                  </a:lnTo>
                  <a:lnTo>
                    <a:pt x="759041" y="48300"/>
                  </a:lnTo>
                  <a:lnTo>
                    <a:pt x="778255" y="45855"/>
                  </a:lnTo>
                  <a:lnTo>
                    <a:pt x="796817" y="43493"/>
                  </a:lnTo>
                  <a:lnTo>
                    <a:pt x="814771" y="41208"/>
                  </a:lnTo>
                  <a:lnTo>
                    <a:pt x="832154" y="38996"/>
                  </a:lnTo>
                  <a:lnTo>
                    <a:pt x="849003" y="36851"/>
                  </a:lnTo>
                  <a:lnTo>
                    <a:pt x="865348" y="34771"/>
                  </a:lnTo>
                  <a:lnTo>
                    <a:pt x="881220" y="32751"/>
                  </a:lnTo>
                  <a:lnTo>
                    <a:pt x="896644" y="30788"/>
                  </a:lnTo>
                  <a:lnTo>
                    <a:pt x="911646" y="28879"/>
                  </a:lnTo>
                  <a:lnTo>
                    <a:pt x="926248" y="27020"/>
                  </a:lnTo>
                  <a:lnTo>
                    <a:pt x="940470" y="25210"/>
                  </a:lnTo>
                  <a:lnTo>
                    <a:pt x="954333" y="23446"/>
                  </a:lnTo>
                  <a:lnTo>
                    <a:pt x="967853" y="21725"/>
                  </a:lnTo>
                  <a:lnTo>
                    <a:pt x="981047" y="20046"/>
                  </a:lnTo>
                  <a:lnTo>
                    <a:pt x="993930" y="18407"/>
                  </a:lnTo>
                  <a:lnTo>
                    <a:pt x="1006518" y="16805"/>
                  </a:lnTo>
                  <a:lnTo>
                    <a:pt x="1018823" y="15239"/>
                  </a:lnTo>
                  <a:lnTo>
                    <a:pt x="1030857" y="13707"/>
                  </a:lnTo>
                  <a:lnTo>
                    <a:pt x="1042632" y="12208"/>
                  </a:lnTo>
                  <a:lnTo>
                    <a:pt x="1054160" y="10741"/>
                  </a:lnTo>
                  <a:lnTo>
                    <a:pt x="1065449" y="9304"/>
                  </a:lnTo>
                  <a:lnTo>
                    <a:pt x="1076511" y="7897"/>
                  </a:lnTo>
                  <a:lnTo>
                    <a:pt x="1087354" y="6517"/>
                  </a:lnTo>
                  <a:lnTo>
                    <a:pt x="1097986" y="5164"/>
                  </a:lnTo>
                  <a:lnTo>
                    <a:pt x="1108415" y="3836"/>
                  </a:lnTo>
                  <a:lnTo>
                    <a:pt x="1118650" y="2534"/>
                  </a:lnTo>
                  <a:lnTo>
                    <a:pt x="1128696" y="1255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10456" y="1868388"/>
              <a:ext cx="1138562" cy="284126"/>
            </a:xfrm>
            <a:custGeom>
              <a:avLst/>
              <a:pathLst>
                <a:path w="1138562" h="284126">
                  <a:moveTo>
                    <a:pt x="0" y="284126"/>
                  </a:moveTo>
                  <a:lnTo>
                    <a:pt x="73112" y="265880"/>
                  </a:lnTo>
                  <a:lnTo>
                    <a:pt x="137602" y="249787"/>
                  </a:lnTo>
                  <a:lnTo>
                    <a:pt x="195291" y="235391"/>
                  </a:lnTo>
                  <a:lnTo>
                    <a:pt x="247476" y="222368"/>
                  </a:lnTo>
                  <a:lnTo>
                    <a:pt x="295118" y="210479"/>
                  </a:lnTo>
                  <a:lnTo>
                    <a:pt x="338944" y="199543"/>
                  </a:lnTo>
                  <a:lnTo>
                    <a:pt x="379520" y="189417"/>
                  </a:lnTo>
                  <a:lnTo>
                    <a:pt x="417296" y="179990"/>
                  </a:lnTo>
                  <a:lnTo>
                    <a:pt x="452633" y="171172"/>
                  </a:lnTo>
                  <a:lnTo>
                    <a:pt x="485827" y="162888"/>
                  </a:lnTo>
                  <a:lnTo>
                    <a:pt x="517123" y="155078"/>
                  </a:lnTo>
                  <a:lnTo>
                    <a:pt x="546727" y="147691"/>
                  </a:lnTo>
                  <a:lnTo>
                    <a:pt x="574812" y="140682"/>
                  </a:lnTo>
                  <a:lnTo>
                    <a:pt x="601526" y="134016"/>
                  </a:lnTo>
                  <a:lnTo>
                    <a:pt x="626997" y="127660"/>
                  </a:lnTo>
                  <a:lnTo>
                    <a:pt x="651336" y="121586"/>
                  </a:lnTo>
                  <a:lnTo>
                    <a:pt x="674639" y="115771"/>
                  </a:lnTo>
                  <a:lnTo>
                    <a:pt x="696990" y="110193"/>
                  </a:lnTo>
                  <a:lnTo>
                    <a:pt x="718465" y="104834"/>
                  </a:lnTo>
                  <a:lnTo>
                    <a:pt x="739129" y="99677"/>
                  </a:lnTo>
                  <a:lnTo>
                    <a:pt x="759041" y="94708"/>
                  </a:lnTo>
                  <a:lnTo>
                    <a:pt x="778255" y="89913"/>
                  </a:lnTo>
                  <a:lnTo>
                    <a:pt x="796817" y="85281"/>
                  </a:lnTo>
                  <a:lnTo>
                    <a:pt x="814771" y="80801"/>
                  </a:lnTo>
                  <a:lnTo>
                    <a:pt x="832154" y="76463"/>
                  </a:lnTo>
                  <a:lnTo>
                    <a:pt x="849003" y="72259"/>
                  </a:lnTo>
                  <a:lnTo>
                    <a:pt x="865348" y="68180"/>
                  </a:lnTo>
                  <a:lnTo>
                    <a:pt x="881220" y="64219"/>
                  </a:lnTo>
                  <a:lnTo>
                    <a:pt x="896644" y="60370"/>
                  </a:lnTo>
                  <a:lnTo>
                    <a:pt x="911646" y="56626"/>
                  </a:lnTo>
                  <a:lnTo>
                    <a:pt x="926248" y="52982"/>
                  </a:lnTo>
                  <a:lnTo>
                    <a:pt x="940470" y="49433"/>
                  </a:lnTo>
                  <a:lnTo>
                    <a:pt x="954333" y="45974"/>
                  </a:lnTo>
                  <a:lnTo>
                    <a:pt x="967853" y="42600"/>
                  </a:lnTo>
                  <a:lnTo>
                    <a:pt x="981047" y="39307"/>
                  </a:lnTo>
                  <a:lnTo>
                    <a:pt x="993930" y="36092"/>
                  </a:lnTo>
                  <a:lnTo>
                    <a:pt x="1006518" y="32951"/>
                  </a:lnTo>
                  <a:lnTo>
                    <a:pt x="1018823" y="29880"/>
                  </a:lnTo>
                  <a:lnTo>
                    <a:pt x="1030857" y="26877"/>
                  </a:lnTo>
                  <a:lnTo>
                    <a:pt x="1042632" y="23939"/>
                  </a:lnTo>
                  <a:lnTo>
                    <a:pt x="1054160" y="21062"/>
                  </a:lnTo>
                  <a:lnTo>
                    <a:pt x="1065449" y="18245"/>
                  </a:lnTo>
                  <a:lnTo>
                    <a:pt x="1076511" y="15484"/>
                  </a:lnTo>
                  <a:lnTo>
                    <a:pt x="1087354" y="12779"/>
                  </a:lnTo>
                  <a:lnTo>
                    <a:pt x="1097986" y="10125"/>
                  </a:lnTo>
                  <a:lnTo>
                    <a:pt x="1108415" y="7523"/>
                  </a:lnTo>
                  <a:lnTo>
                    <a:pt x="1118650" y="4969"/>
                  </a:lnTo>
                  <a:lnTo>
                    <a:pt x="1128696" y="2461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10456" y="1919336"/>
              <a:ext cx="1138562" cy="49580"/>
            </a:xfrm>
            <a:custGeom>
              <a:avLst/>
              <a:pathLst>
                <a:path w="1138562" h="49580">
                  <a:moveTo>
                    <a:pt x="0" y="49580"/>
                  </a:moveTo>
                  <a:lnTo>
                    <a:pt x="73112" y="46396"/>
                  </a:lnTo>
                  <a:lnTo>
                    <a:pt x="137602" y="43588"/>
                  </a:lnTo>
                  <a:lnTo>
                    <a:pt x="195291" y="41076"/>
                  </a:lnTo>
                  <a:lnTo>
                    <a:pt x="247476" y="38803"/>
                  </a:lnTo>
                  <a:lnTo>
                    <a:pt x="295118" y="36729"/>
                  </a:lnTo>
                  <a:lnTo>
                    <a:pt x="338944" y="34820"/>
                  </a:lnTo>
                  <a:lnTo>
                    <a:pt x="379520" y="33053"/>
                  </a:lnTo>
                  <a:lnTo>
                    <a:pt x="417296" y="31408"/>
                  </a:lnTo>
                  <a:lnTo>
                    <a:pt x="452633" y="29869"/>
                  </a:lnTo>
                  <a:lnTo>
                    <a:pt x="485827" y="28424"/>
                  </a:lnTo>
                  <a:lnTo>
                    <a:pt x="517123" y="27061"/>
                  </a:lnTo>
                  <a:lnTo>
                    <a:pt x="546727" y="25772"/>
                  </a:lnTo>
                  <a:lnTo>
                    <a:pt x="574812" y="24549"/>
                  </a:lnTo>
                  <a:lnTo>
                    <a:pt x="601526" y="23386"/>
                  </a:lnTo>
                  <a:lnTo>
                    <a:pt x="626997" y="22276"/>
                  </a:lnTo>
                  <a:lnTo>
                    <a:pt x="651336" y="21217"/>
                  </a:lnTo>
                  <a:lnTo>
                    <a:pt x="674639" y="20202"/>
                  </a:lnTo>
                  <a:lnTo>
                    <a:pt x="696990" y="19228"/>
                  </a:lnTo>
                  <a:lnTo>
                    <a:pt x="718465" y="18293"/>
                  </a:lnTo>
                  <a:lnTo>
                    <a:pt x="739129" y="17393"/>
                  </a:lnTo>
                  <a:lnTo>
                    <a:pt x="759041" y="16526"/>
                  </a:lnTo>
                  <a:lnTo>
                    <a:pt x="778255" y="15690"/>
                  </a:lnTo>
                  <a:lnTo>
                    <a:pt x="796817" y="14881"/>
                  </a:lnTo>
                  <a:lnTo>
                    <a:pt x="814771" y="14100"/>
                  </a:lnTo>
                  <a:lnTo>
                    <a:pt x="832154" y="13343"/>
                  </a:lnTo>
                  <a:lnTo>
                    <a:pt x="849003" y="12609"/>
                  </a:lnTo>
                  <a:lnTo>
                    <a:pt x="865348" y="11897"/>
                  </a:lnTo>
                  <a:lnTo>
                    <a:pt x="881220" y="11206"/>
                  </a:lnTo>
                  <a:lnTo>
                    <a:pt x="896644" y="10534"/>
                  </a:lnTo>
                  <a:lnTo>
                    <a:pt x="911646" y="9881"/>
                  </a:lnTo>
                  <a:lnTo>
                    <a:pt x="926248" y="9245"/>
                  </a:lnTo>
                  <a:lnTo>
                    <a:pt x="940470" y="8626"/>
                  </a:lnTo>
                  <a:lnTo>
                    <a:pt x="954333" y="8022"/>
                  </a:lnTo>
                  <a:lnTo>
                    <a:pt x="967853" y="7433"/>
                  </a:lnTo>
                  <a:lnTo>
                    <a:pt x="981047" y="6859"/>
                  </a:lnTo>
                  <a:lnTo>
                    <a:pt x="993930" y="6298"/>
                  </a:lnTo>
                  <a:lnTo>
                    <a:pt x="1006518" y="5750"/>
                  </a:lnTo>
                  <a:lnTo>
                    <a:pt x="1018823" y="5214"/>
                  </a:lnTo>
                  <a:lnTo>
                    <a:pt x="1030857" y="4690"/>
                  </a:lnTo>
                  <a:lnTo>
                    <a:pt x="1042632" y="4177"/>
                  </a:lnTo>
                  <a:lnTo>
                    <a:pt x="1054160" y="3675"/>
                  </a:lnTo>
                  <a:lnTo>
                    <a:pt x="1065449" y="3183"/>
                  </a:lnTo>
                  <a:lnTo>
                    <a:pt x="1076511" y="2702"/>
                  </a:lnTo>
                  <a:lnTo>
                    <a:pt x="1087354" y="2229"/>
                  </a:lnTo>
                  <a:lnTo>
                    <a:pt x="1097986" y="1766"/>
                  </a:lnTo>
                  <a:lnTo>
                    <a:pt x="1108415" y="1312"/>
                  </a:lnTo>
                  <a:lnTo>
                    <a:pt x="1118650" y="867"/>
                  </a:lnTo>
                  <a:lnTo>
                    <a:pt x="1128696" y="429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10456" y="1477692"/>
              <a:ext cx="1138562" cy="659889"/>
            </a:xfrm>
            <a:custGeom>
              <a:avLst/>
              <a:pathLst>
                <a:path w="1138562" h="659889">
                  <a:moveTo>
                    <a:pt x="0" y="659889"/>
                  </a:moveTo>
                  <a:lnTo>
                    <a:pt x="73112" y="617514"/>
                  </a:lnTo>
                  <a:lnTo>
                    <a:pt x="137602" y="580137"/>
                  </a:lnTo>
                  <a:lnTo>
                    <a:pt x="195291" y="546702"/>
                  </a:lnTo>
                  <a:lnTo>
                    <a:pt x="247476" y="516456"/>
                  </a:lnTo>
                  <a:lnTo>
                    <a:pt x="295118" y="488844"/>
                  </a:lnTo>
                  <a:lnTo>
                    <a:pt x="338944" y="463443"/>
                  </a:lnTo>
                  <a:lnTo>
                    <a:pt x="379520" y="439926"/>
                  </a:lnTo>
                  <a:lnTo>
                    <a:pt x="417296" y="418032"/>
                  </a:lnTo>
                  <a:lnTo>
                    <a:pt x="452633" y="397551"/>
                  </a:lnTo>
                  <a:lnTo>
                    <a:pt x="485827" y="378312"/>
                  </a:lnTo>
                  <a:lnTo>
                    <a:pt x="517123" y="360174"/>
                  </a:lnTo>
                  <a:lnTo>
                    <a:pt x="546727" y="343016"/>
                  </a:lnTo>
                  <a:lnTo>
                    <a:pt x="574812" y="326739"/>
                  </a:lnTo>
                  <a:lnTo>
                    <a:pt x="601526" y="311256"/>
                  </a:lnTo>
                  <a:lnTo>
                    <a:pt x="626997" y="296493"/>
                  </a:lnTo>
                  <a:lnTo>
                    <a:pt x="651336" y="282387"/>
                  </a:lnTo>
                  <a:lnTo>
                    <a:pt x="674639" y="268881"/>
                  </a:lnTo>
                  <a:lnTo>
                    <a:pt x="696990" y="255926"/>
                  </a:lnTo>
                  <a:lnTo>
                    <a:pt x="718465" y="243480"/>
                  </a:lnTo>
                  <a:lnTo>
                    <a:pt x="739129" y="231504"/>
                  </a:lnTo>
                  <a:lnTo>
                    <a:pt x="759041" y="219963"/>
                  </a:lnTo>
                  <a:lnTo>
                    <a:pt x="778255" y="208827"/>
                  </a:lnTo>
                  <a:lnTo>
                    <a:pt x="796817" y="198069"/>
                  </a:lnTo>
                  <a:lnTo>
                    <a:pt x="814771" y="187663"/>
                  </a:lnTo>
                  <a:lnTo>
                    <a:pt x="832154" y="177588"/>
                  </a:lnTo>
                  <a:lnTo>
                    <a:pt x="849003" y="167823"/>
                  </a:lnTo>
                  <a:lnTo>
                    <a:pt x="865348" y="158349"/>
                  </a:lnTo>
                  <a:lnTo>
                    <a:pt x="881220" y="149150"/>
                  </a:lnTo>
                  <a:lnTo>
                    <a:pt x="896644" y="140211"/>
                  </a:lnTo>
                  <a:lnTo>
                    <a:pt x="911646" y="131516"/>
                  </a:lnTo>
                  <a:lnTo>
                    <a:pt x="926248" y="123053"/>
                  </a:lnTo>
                  <a:lnTo>
                    <a:pt x="940470" y="114810"/>
                  </a:lnTo>
                  <a:lnTo>
                    <a:pt x="954333" y="106776"/>
                  </a:lnTo>
                  <a:lnTo>
                    <a:pt x="967853" y="98940"/>
                  </a:lnTo>
                  <a:lnTo>
                    <a:pt x="981047" y="91292"/>
                  </a:lnTo>
                  <a:lnTo>
                    <a:pt x="993930" y="83825"/>
                  </a:lnTo>
                  <a:lnTo>
                    <a:pt x="1006518" y="76530"/>
                  </a:lnTo>
                  <a:lnTo>
                    <a:pt x="1018823" y="69398"/>
                  </a:lnTo>
                  <a:lnTo>
                    <a:pt x="1030857" y="62424"/>
                  </a:lnTo>
                  <a:lnTo>
                    <a:pt x="1042632" y="55599"/>
                  </a:lnTo>
                  <a:lnTo>
                    <a:pt x="1054160" y="48918"/>
                  </a:lnTo>
                  <a:lnTo>
                    <a:pt x="1065449" y="42374"/>
                  </a:lnTo>
                  <a:lnTo>
                    <a:pt x="1076511" y="35963"/>
                  </a:lnTo>
                  <a:lnTo>
                    <a:pt x="1087354" y="29679"/>
                  </a:lnTo>
                  <a:lnTo>
                    <a:pt x="1097986" y="23517"/>
                  </a:lnTo>
                  <a:lnTo>
                    <a:pt x="1108415" y="17472"/>
                  </a:lnTo>
                  <a:lnTo>
                    <a:pt x="1118650" y="11540"/>
                  </a:lnTo>
                  <a:lnTo>
                    <a:pt x="1128696" y="5717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10456" y="1821613"/>
              <a:ext cx="1138562" cy="174312"/>
            </a:xfrm>
            <a:custGeom>
              <a:avLst/>
              <a:pathLst>
                <a:path w="1138562" h="174312">
                  <a:moveTo>
                    <a:pt x="0" y="0"/>
                  </a:moveTo>
                  <a:lnTo>
                    <a:pt x="73112" y="11193"/>
                  </a:lnTo>
                  <a:lnTo>
                    <a:pt x="137602" y="21066"/>
                  </a:lnTo>
                  <a:lnTo>
                    <a:pt x="195291" y="29898"/>
                  </a:lnTo>
                  <a:lnTo>
                    <a:pt x="247476" y="37888"/>
                  </a:lnTo>
                  <a:lnTo>
                    <a:pt x="295118" y="45182"/>
                  </a:lnTo>
                  <a:lnTo>
                    <a:pt x="338944" y="51891"/>
                  </a:lnTo>
                  <a:lnTo>
                    <a:pt x="379520" y="58104"/>
                  </a:lnTo>
                  <a:lnTo>
                    <a:pt x="417296" y="63887"/>
                  </a:lnTo>
                  <a:lnTo>
                    <a:pt x="452633" y="69297"/>
                  </a:lnTo>
                  <a:lnTo>
                    <a:pt x="485827" y="74379"/>
                  </a:lnTo>
                  <a:lnTo>
                    <a:pt x="517123" y="79170"/>
                  </a:lnTo>
                  <a:lnTo>
                    <a:pt x="546727" y="83703"/>
                  </a:lnTo>
                  <a:lnTo>
                    <a:pt x="574812" y="88002"/>
                  </a:lnTo>
                  <a:lnTo>
                    <a:pt x="601526" y="92092"/>
                  </a:lnTo>
                  <a:lnTo>
                    <a:pt x="626997" y="95992"/>
                  </a:lnTo>
                  <a:lnTo>
                    <a:pt x="651336" y="99718"/>
                  </a:lnTo>
                  <a:lnTo>
                    <a:pt x="674639" y="103286"/>
                  </a:lnTo>
                  <a:lnTo>
                    <a:pt x="696990" y="106708"/>
                  </a:lnTo>
                  <a:lnTo>
                    <a:pt x="718465" y="109996"/>
                  </a:lnTo>
                  <a:lnTo>
                    <a:pt x="739129" y="113159"/>
                  </a:lnTo>
                  <a:lnTo>
                    <a:pt x="759041" y="116208"/>
                  </a:lnTo>
                  <a:lnTo>
                    <a:pt x="778255" y="119149"/>
                  </a:lnTo>
                  <a:lnTo>
                    <a:pt x="796817" y="121991"/>
                  </a:lnTo>
                  <a:lnTo>
                    <a:pt x="814771" y="124740"/>
                  </a:lnTo>
                  <a:lnTo>
                    <a:pt x="832154" y="127401"/>
                  </a:lnTo>
                  <a:lnTo>
                    <a:pt x="849003" y="129981"/>
                  </a:lnTo>
                  <a:lnTo>
                    <a:pt x="865348" y="132483"/>
                  </a:lnTo>
                  <a:lnTo>
                    <a:pt x="881220" y="134913"/>
                  </a:lnTo>
                  <a:lnTo>
                    <a:pt x="896644" y="137275"/>
                  </a:lnTo>
                  <a:lnTo>
                    <a:pt x="911646" y="139571"/>
                  </a:lnTo>
                  <a:lnTo>
                    <a:pt x="926248" y="141807"/>
                  </a:lnTo>
                  <a:lnTo>
                    <a:pt x="940470" y="143984"/>
                  </a:lnTo>
                  <a:lnTo>
                    <a:pt x="954333" y="146107"/>
                  </a:lnTo>
                  <a:lnTo>
                    <a:pt x="967853" y="148176"/>
                  </a:lnTo>
                  <a:lnTo>
                    <a:pt x="981047" y="150196"/>
                  </a:lnTo>
                  <a:lnTo>
                    <a:pt x="993930" y="152169"/>
                  </a:lnTo>
                  <a:lnTo>
                    <a:pt x="1006518" y="154096"/>
                  </a:lnTo>
                  <a:lnTo>
                    <a:pt x="1018823" y="155980"/>
                  </a:lnTo>
                  <a:lnTo>
                    <a:pt x="1030857" y="157822"/>
                  </a:lnTo>
                  <a:lnTo>
                    <a:pt x="1042632" y="159625"/>
                  </a:lnTo>
                  <a:lnTo>
                    <a:pt x="1054160" y="161390"/>
                  </a:lnTo>
                  <a:lnTo>
                    <a:pt x="1065449" y="163118"/>
                  </a:lnTo>
                  <a:lnTo>
                    <a:pt x="1076511" y="164812"/>
                  </a:lnTo>
                  <a:lnTo>
                    <a:pt x="1087354" y="166472"/>
                  </a:lnTo>
                  <a:lnTo>
                    <a:pt x="1097986" y="168100"/>
                  </a:lnTo>
                  <a:lnTo>
                    <a:pt x="1108415" y="169696"/>
                  </a:lnTo>
                  <a:lnTo>
                    <a:pt x="1118650" y="171263"/>
                  </a:lnTo>
                  <a:lnTo>
                    <a:pt x="1128696" y="172801"/>
                  </a:lnTo>
                  <a:lnTo>
                    <a:pt x="1138562" y="174312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10456" y="1440497"/>
              <a:ext cx="1138562" cy="246056"/>
            </a:xfrm>
            <a:custGeom>
              <a:avLst/>
              <a:pathLst>
                <a:path w="1138562" h="246056">
                  <a:moveTo>
                    <a:pt x="0" y="0"/>
                  </a:moveTo>
                  <a:lnTo>
                    <a:pt x="73112" y="15800"/>
                  </a:lnTo>
                  <a:lnTo>
                    <a:pt x="137602" y="29737"/>
                  </a:lnTo>
                  <a:lnTo>
                    <a:pt x="195291" y="42204"/>
                  </a:lnTo>
                  <a:lnTo>
                    <a:pt x="247476" y="53482"/>
                  </a:lnTo>
                  <a:lnTo>
                    <a:pt x="295118" y="63778"/>
                  </a:lnTo>
                  <a:lnTo>
                    <a:pt x="338944" y="73249"/>
                  </a:lnTo>
                  <a:lnTo>
                    <a:pt x="379520" y="82018"/>
                  </a:lnTo>
                  <a:lnTo>
                    <a:pt x="417296" y="90182"/>
                  </a:lnTo>
                  <a:lnTo>
                    <a:pt x="452633" y="97819"/>
                  </a:lnTo>
                  <a:lnTo>
                    <a:pt x="485827" y="104992"/>
                  </a:lnTo>
                  <a:lnTo>
                    <a:pt x="517123" y="111756"/>
                  </a:lnTo>
                  <a:lnTo>
                    <a:pt x="546727" y="118154"/>
                  </a:lnTo>
                  <a:lnTo>
                    <a:pt x="574812" y="124223"/>
                  </a:lnTo>
                  <a:lnTo>
                    <a:pt x="601526" y="129996"/>
                  </a:lnTo>
                  <a:lnTo>
                    <a:pt x="626997" y="135501"/>
                  </a:lnTo>
                  <a:lnTo>
                    <a:pt x="651336" y="140761"/>
                  </a:lnTo>
                  <a:lnTo>
                    <a:pt x="674639" y="145797"/>
                  </a:lnTo>
                  <a:lnTo>
                    <a:pt x="696990" y="150627"/>
                  </a:lnTo>
                  <a:lnTo>
                    <a:pt x="718465" y="155268"/>
                  </a:lnTo>
                  <a:lnTo>
                    <a:pt x="739129" y="159734"/>
                  </a:lnTo>
                  <a:lnTo>
                    <a:pt x="759041" y="164037"/>
                  </a:lnTo>
                  <a:lnTo>
                    <a:pt x="778255" y="168189"/>
                  </a:lnTo>
                  <a:lnTo>
                    <a:pt x="796817" y="172201"/>
                  </a:lnTo>
                  <a:lnTo>
                    <a:pt x="814771" y="176081"/>
                  </a:lnTo>
                  <a:lnTo>
                    <a:pt x="832154" y="179838"/>
                  </a:lnTo>
                  <a:lnTo>
                    <a:pt x="849003" y="183479"/>
                  </a:lnTo>
                  <a:lnTo>
                    <a:pt x="865348" y="187011"/>
                  </a:lnTo>
                  <a:lnTo>
                    <a:pt x="881220" y="190441"/>
                  </a:lnTo>
                  <a:lnTo>
                    <a:pt x="896644" y="193775"/>
                  </a:lnTo>
                  <a:lnTo>
                    <a:pt x="911646" y="197017"/>
                  </a:lnTo>
                  <a:lnTo>
                    <a:pt x="926248" y="200172"/>
                  </a:lnTo>
                  <a:lnTo>
                    <a:pt x="940470" y="203246"/>
                  </a:lnTo>
                  <a:lnTo>
                    <a:pt x="954333" y="206242"/>
                  </a:lnTo>
                  <a:lnTo>
                    <a:pt x="967853" y="209164"/>
                  </a:lnTo>
                  <a:lnTo>
                    <a:pt x="981047" y="212015"/>
                  </a:lnTo>
                  <a:lnTo>
                    <a:pt x="993930" y="214799"/>
                  </a:lnTo>
                  <a:lnTo>
                    <a:pt x="1006518" y="217520"/>
                  </a:lnTo>
                  <a:lnTo>
                    <a:pt x="1018823" y="220179"/>
                  </a:lnTo>
                  <a:lnTo>
                    <a:pt x="1030857" y="222780"/>
                  </a:lnTo>
                  <a:lnTo>
                    <a:pt x="1042632" y="225324"/>
                  </a:lnTo>
                  <a:lnTo>
                    <a:pt x="1054160" y="227816"/>
                  </a:lnTo>
                  <a:lnTo>
                    <a:pt x="1065449" y="230255"/>
                  </a:lnTo>
                  <a:lnTo>
                    <a:pt x="1076511" y="232646"/>
                  </a:lnTo>
                  <a:lnTo>
                    <a:pt x="1087354" y="234989"/>
                  </a:lnTo>
                  <a:lnTo>
                    <a:pt x="1097986" y="237287"/>
                  </a:lnTo>
                  <a:lnTo>
                    <a:pt x="1108415" y="239541"/>
                  </a:lnTo>
                  <a:lnTo>
                    <a:pt x="1118650" y="241753"/>
                  </a:lnTo>
                  <a:lnTo>
                    <a:pt x="1128696" y="243924"/>
                  </a:lnTo>
                  <a:lnTo>
                    <a:pt x="1138562" y="24605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10456" y="1865003"/>
              <a:ext cx="1138562" cy="181692"/>
            </a:xfrm>
            <a:custGeom>
              <a:avLst/>
              <a:pathLst>
                <a:path w="1138562" h="181692">
                  <a:moveTo>
                    <a:pt x="0" y="181692"/>
                  </a:moveTo>
                  <a:lnTo>
                    <a:pt x="73112" y="170024"/>
                  </a:lnTo>
                  <a:lnTo>
                    <a:pt x="137602" y="159733"/>
                  </a:lnTo>
                  <a:lnTo>
                    <a:pt x="195291" y="150527"/>
                  </a:lnTo>
                  <a:lnTo>
                    <a:pt x="247476" y="142199"/>
                  </a:lnTo>
                  <a:lnTo>
                    <a:pt x="295118" y="134597"/>
                  </a:lnTo>
                  <a:lnTo>
                    <a:pt x="338944" y="127603"/>
                  </a:lnTo>
                  <a:lnTo>
                    <a:pt x="379520" y="121128"/>
                  </a:lnTo>
                  <a:lnTo>
                    <a:pt x="417296" y="115099"/>
                  </a:lnTo>
                  <a:lnTo>
                    <a:pt x="452633" y="109460"/>
                  </a:lnTo>
                  <a:lnTo>
                    <a:pt x="485827" y="104163"/>
                  </a:lnTo>
                  <a:lnTo>
                    <a:pt x="517123" y="99169"/>
                  </a:lnTo>
                  <a:lnTo>
                    <a:pt x="546727" y="94445"/>
                  </a:lnTo>
                  <a:lnTo>
                    <a:pt x="574812" y="89963"/>
                  </a:lnTo>
                  <a:lnTo>
                    <a:pt x="601526" y="85700"/>
                  </a:lnTo>
                  <a:lnTo>
                    <a:pt x="626997" y="81635"/>
                  </a:lnTo>
                  <a:lnTo>
                    <a:pt x="651336" y="77751"/>
                  </a:lnTo>
                  <a:lnTo>
                    <a:pt x="674639" y="74033"/>
                  </a:lnTo>
                  <a:lnTo>
                    <a:pt x="696990" y="70466"/>
                  </a:lnTo>
                  <a:lnTo>
                    <a:pt x="718465" y="67039"/>
                  </a:lnTo>
                  <a:lnTo>
                    <a:pt x="739129" y="63741"/>
                  </a:lnTo>
                  <a:lnTo>
                    <a:pt x="759041" y="60564"/>
                  </a:lnTo>
                  <a:lnTo>
                    <a:pt x="778255" y="57497"/>
                  </a:lnTo>
                  <a:lnTo>
                    <a:pt x="796817" y="54535"/>
                  </a:lnTo>
                  <a:lnTo>
                    <a:pt x="814771" y="51670"/>
                  </a:lnTo>
                  <a:lnTo>
                    <a:pt x="832154" y="48896"/>
                  </a:lnTo>
                  <a:lnTo>
                    <a:pt x="849003" y="46208"/>
                  </a:lnTo>
                  <a:lnTo>
                    <a:pt x="865348" y="43599"/>
                  </a:lnTo>
                  <a:lnTo>
                    <a:pt x="881220" y="41066"/>
                  </a:lnTo>
                  <a:lnTo>
                    <a:pt x="896644" y="38605"/>
                  </a:lnTo>
                  <a:lnTo>
                    <a:pt x="911646" y="36211"/>
                  </a:lnTo>
                  <a:lnTo>
                    <a:pt x="926248" y="33881"/>
                  </a:lnTo>
                  <a:lnTo>
                    <a:pt x="940470" y="31611"/>
                  </a:lnTo>
                  <a:lnTo>
                    <a:pt x="954333" y="29399"/>
                  </a:lnTo>
                  <a:lnTo>
                    <a:pt x="967853" y="27241"/>
                  </a:lnTo>
                  <a:lnTo>
                    <a:pt x="981047" y="25136"/>
                  </a:lnTo>
                  <a:lnTo>
                    <a:pt x="993930" y="23080"/>
                  </a:lnTo>
                  <a:lnTo>
                    <a:pt x="1006518" y="21071"/>
                  </a:lnTo>
                  <a:lnTo>
                    <a:pt x="1018823" y="19108"/>
                  </a:lnTo>
                  <a:lnTo>
                    <a:pt x="1030857" y="17187"/>
                  </a:lnTo>
                  <a:lnTo>
                    <a:pt x="1042632" y="15308"/>
                  </a:lnTo>
                  <a:lnTo>
                    <a:pt x="1054160" y="13468"/>
                  </a:lnTo>
                  <a:lnTo>
                    <a:pt x="1065449" y="11667"/>
                  </a:lnTo>
                  <a:lnTo>
                    <a:pt x="1076511" y="9902"/>
                  </a:lnTo>
                  <a:lnTo>
                    <a:pt x="1087354" y="8171"/>
                  </a:lnTo>
                  <a:lnTo>
                    <a:pt x="1097986" y="6475"/>
                  </a:lnTo>
                  <a:lnTo>
                    <a:pt x="1108415" y="4810"/>
                  </a:lnTo>
                  <a:lnTo>
                    <a:pt x="1118650" y="3177"/>
                  </a:lnTo>
                  <a:lnTo>
                    <a:pt x="1128696" y="1574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10456" y="1794163"/>
              <a:ext cx="1138562" cy="316302"/>
            </a:xfrm>
            <a:custGeom>
              <a:avLst/>
              <a:pathLst>
                <a:path w="1138562" h="316302">
                  <a:moveTo>
                    <a:pt x="0" y="316302"/>
                  </a:moveTo>
                  <a:lnTo>
                    <a:pt x="73112" y="295990"/>
                  </a:lnTo>
                  <a:lnTo>
                    <a:pt x="137602" y="278074"/>
                  </a:lnTo>
                  <a:lnTo>
                    <a:pt x="195291" y="262048"/>
                  </a:lnTo>
                  <a:lnTo>
                    <a:pt x="247476" y="247550"/>
                  </a:lnTo>
                  <a:lnTo>
                    <a:pt x="295118" y="234315"/>
                  </a:lnTo>
                  <a:lnTo>
                    <a:pt x="338944" y="222140"/>
                  </a:lnTo>
                  <a:lnTo>
                    <a:pt x="379520" y="210868"/>
                  </a:lnTo>
                  <a:lnTo>
                    <a:pt x="417296" y="200373"/>
                  </a:lnTo>
                  <a:lnTo>
                    <a:pt x="452633" y="190556"/>
                  </a:lnTo>
                  <a:lnTo>
                    <a:pt x="485827" y="181335"/>
                  </a:lnTo>
                  <a:lnTo>
                    <a:pt x="517123" y="172640"/>
                  </a:lnTo>
                  <a:lnTo>
                    <a:pt x="546727" y="164416"/>
                  </a:lnTo>
                  <a:lnTo>
                    <a:pt x="574812" y="156614"/>
                  </a:lnTo>
                  <a:lnTo>
                    <a:pt x="601526" y="149193"/>
                  </a:lnTo>
                  <a:lnTo>
                    <a:pt x="626997" y="142116"/>
                  </a:lnTo>
                  <a:lnTo>
                    <a:pt x="651336" y="135355"/>
                  </a:lnTo>
                  <a:lnTo>
                    <a:pt x="674639" y="128881"/>
                  </a:lnTo>
                  <a:lnTo>
                    <a:pt x="696990" y="122672"/>
                  </a:lnTo>
                  <a:lnTo>
                    <a:pt x="718465" y="116706"/>
                  </a:lnTo>
                  <a:lnTo>
                    <a:pt x="739129" y="110965"/>
                  </a:lnTo>
                  <a:lnTo>
                    <a:pt x="759041" y="105434"/>
                  </a:lnTo>
                  <a:lnTo>
                    <a:pt x="778255" y="100096"/>
                  </a:lnTo>
                  <a:lnTo>
                    <a:pt x="796817" y="94939"/>
                  </a:lnTo>
                  <a:lnTo>
                    <a:pt x="814771" y="89951"/>
                  </a:lnTo>
                  <a:lnTo>
                    <a:pt x="832154" y="85122"/>
                  </a:lnTo>
                  <a:lnTo>
                    <a:pt x="849003" y="80442"/>
                  </a:lnTo>
                  <a:lnTo>
                    <a:pt x="865348" y="75901"/>
                  </a:lnTo>
                  <a:lnTo>
                    <a:pt x="881220" y="71491"/>
                  </a:lnTo>
                  <a:lnTo>
                    <a:pt x="896644" y="67206"/>
                  </a:lnTo>
                  <a:lnTo>
                    <a:pt x="911646" y="63039"/>
                  </a:lnTo>
                  <a:lnTo>
                    <a:pt x="926248" y="58982"/>
                  </a:lnTo>
                  <a:lnTo>
                    <a:pt x="940470" y="55031"/>
                  </a:lnTo>
                  <a:lnTo>
                    <a:pt x="954333" y="51180"/>
                  </a:lnTo>
                  <a:lnTo>
                    <a:pt x="967853" y="47424"/>
                  </a:lnTo>
                  <a:lnTo>
                    <a:pt x="981047" y="43759"/>
                  </a:lnTo>
                  <a:lnTo>
                    <a:pt x="993930" y="40179"/>
                  </a:lnTo>
                  <a:lnTo>
                    <a:pt x="1006518" y="36682"/>
                  </a:lnTo>
                  <a:lnTo>
                    <a:pt x="1018823" y="33264"/>
                  </a:lnTo>
                  <a:lnTo>
                    <a:pt x="1030857" y="29921"/>
                  </a:lnTo>
                  <a:lnTo>
                    <a:pt x="1042632" y="26650"/>
                  </a:lnTo>
                  <a:lnTo>
                    <a:pt x="1054160" y="23447"/>
                  </a:lnTo>
                  <a:lnTo>
                    <a:pt x="1065449" y="20311"/>
                  </a:lnTo>
                  <a:lnTo>
                    <a:pt x="1076511" y="17238"/>
                  </a:lnTo>
                  <a:lnTo>
                    <a:pt x="1087354" y="14226"/>
                  </a:lnTo>
                  <a:lnTo>
                    <a:pt x="1097986" y="11272"/>
                  </a:lnTo>
                  <a:lnTo>
                    <a:pt x="1108415" y="8375"/>
                  </a:lnTo>
                  <a:lnTo>
                    <a:pt x="1118650" y="5531"/>
                  </a:lnTo>
                  <a:lnTo>
                    <a:pt x="1128696" y="2740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10456" y="2069541"/>
              <a:ext cx="1138562" cy="74634"/>
            </a:xfrm>
            <a:custGeom>
              <a:avLst/>
              <a:pathLst>
                <a:path w="1138562" h="74634">
                  <a:moveTo>
                    <a:pt x="0" y="74634"/>
                  </a:moveTo>
                  <a:lnTo>
                    <a:pt x="73112" y="69841"/>
                  </a:lnTo>
                  <a:lnTo>
                    <a:pt x="137602" y="65614"/>
                  </a:lnTo>
                  <a:lnTo>
                    <a:pt x="195291" y="61832"/>
                  </a:lnTo>
                  <a:lnTo>
                    <a:pt x="247476" y="58412"/>
                  </a:lnTo>
                  <a:lnTo>
                    <a:pt x="295118" y="55289"/>
                  </a:lnTo>
                  <a:lnTo>
                    <a:pt x="338944" y="52416"/>
                  </a:lnTo>
                  <a:lnTo>
                    <a:pt x="379520" y="49756"/>
                  </a:lnTo>
                  <a:lnTo>
                    <a:pt x="417296" y="47280"/>
                  </a:lnTo>
                  <a:lnTo>
                    <a:pt x="452633" y="44963"/>
                  </a:lnTo>
                  <a:lnTo>
                    <a:pt x="485827" y="42787"/>
                  </a:lnTo>
                  <a:lnTo>
                    <a:pt x="517123" y="40736"/>
                  </a:lnTo>
                  <a:lnTo>
                    <a:pt x="546727" y="38795"/>
                  </a:lnTo>
                  <a:lnTo>
                    <a:pt x="574812" y="36954"/>
                  </a:lnTo>
                  <a:lnTo>
                    <a:pt x="601526" y="35203"/>
                  </a:lnTo>
                  <a:lnTo>
                    <a:pt x="626997" y="33533"/>
                  </a:lnTo>
                  <a:lnTo>
                    <a:pt x="651336" y="31938"/>
                  </a:lnTo>
                  <a:lnTo>
                    <a:pt x="674639" y="30410"/>
                  </a:lnTo>
                  <a:lnTo>
                    <a:pt x="696990" y="28945"/>
                  </a:lnTo>
                  <a:lnTo>
                    <a:pt x="718465" y="27538"/>
                  </a:lnTo>
                  <a:lnTo>
                    <a:pt x="739129" y="26183"/>
                  </a:lnTo>
                  <a:lnTo>
                    <a:pt x="759041" y="24878"/>
                  </a:lnTo>
                  <a:lnTo>
                    <a:pt x="778255" y="23618"/>
                  </a:lnTo>
                  <a:lnTo>
                    <a:pt x="796817" y="22401"/>
                  </a:lnTo>
                  <a:lnTo>
                    <a:pt x="814771" y="21225"/>
                  </a:lnTo>
                  <a:lnTo>
                    <a:pt x="832154" y="20085"/>
                  </a:lnTo>
                  <a:lnTo>
                    <a:pt x="849003" y="18981"/>
                  </a:lnTo>
                  <a:lnTo>
                    <a:pt x="865348" y="17909"/>
                  </a:lnTo>
                  <a:lnTo>
                    <a:pt x="881220" y="16869"/>
                  </a:lnTo>
                  <a:lnTo>
                    <a:pt x="896644" y="15858"/>
                  </a:lnTo>
                  <a:lnTo>
                    <a:pt x="911646" y="14874"/>
                  </a:lnTo>
                  <a:lnTo>
                    <a:pt x="926248" y="13917"/>
                  </a:lnTo>
                  <a:lnTo>
                    <a:pt x="940470" y="12985"/>
                  </a:lnTo>
                  <a:lnTo>
                    <a:pt x="954333" y="12076"/>
                  </a:lnTo>
                  <a:lnTo>
                    <a:pt x="967853" y="11190"/>
                  </a:lnTo>
                  <a:lnTo>
                    <a:pt x="981047" y="10325"/>
                  </a:lnTo>
                  <a:lnTo>
                    <a:pt x="993930" y="9480"/>
                  </a:lnTo>
                  <a:lnTo>
                    <a:pt x="1006518" y="8655"/>
                  </a:lnTo>
                  <a:lnTo>
                    <a:pt x="1018823" y="7849"/>
                  </a:lnTo>
                  <a:lnTo>
                    <a:pt x="1030857" y="7060"/>
                  </a:lnTo>
                  <a:lnTo>
                    <a:pt x="1042632" y="6288"/>
                  </a:lnTo>
                  <a:lnTo>
                    <a:pt x="1054160" y="5532"/>
                  </a:lnTo>
                  <a:lnTo>
                    <a:pt x="1065449" y="4792"/>
                  </a:lnTo>
                  <a:lnTo>
                    <a:pt x="1076511" y="4067"/>
                  </a:lnTo>
                  <a:lnTo>
                    <a:pt x="1087354" y="3356"/>
                  </a:lnTo>
                  <a:lnTo>
                    <a:pt x="1097986" y="2659"/>
                  </a:lnTo>
                  <a:lnTo>
                    <a:pt x="1108415" y="1976"/>
                  </a:lnTo>
                  <a:lnTo>
                    <a:pt x="1118650" y="1305"/>
                  </a:lnTo>
                  <a:lnTo>
                    <a:pt x="1128696" y="646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10456" y="1921627"/>
              <a:ext cx="1138562" cy="94490"/>
            </a:xfrm>
            <a:custGeom>
              <a:avLst/>
              <a:pathLst>
                <a:path w="1138562" h="94490">
                  <a:moveTo>
                    <a:pt x="0" y="94490"/>
                  </a:moveTo>
                  <a:lnTo>
                    <a:pt x="73112" y="88422"/>
                  </a:lnTo>
                  <a:lnTo>
                    <a:pt x="137602" y="83070"/>
                  </a:lnTo>
                  <a:lnTo>
                    <a:pt x="195291" y="78283"/>
                  </a:lnTo>
                  <a:lnTo>
                    <a:pt x="247476" y="73952"/>
                  </a:lnTo>
                  <a:lnTo>
                    <a:pt x="295118" y="69998"/>
                  </a:lnTo>
                  <a:lnTo>
                    <a:pt x="338944" y="66361"/>
                  </a:lnTo>
                  <a:lnTo>
                    <a:pt x="379520" y="62993"/>
                  </a:lnTo>
                  <a:lnTo>
                    <a:pt x="417296" y="59858"/>
                  </a:lnTo>
                  <a:lnTo>
                    <a:pt x="452633" y="56926"/>
                  </a:lnTo>
                  <a:lnTo>
                    <a:pt x="485827" y="54171"/>
                  </a:lnTo>
                  <a:lnTo>
                    <a:pt x="517123" y="51573"/>
                  </a:lnTo>
                  <a:lnTo>
                    <a:pt x="546727" y="49117"/>
                  </a:lnTo>
                  <a:lnTo>
                    <a:pt x="574812" y="46786"/>
                  </a:lnTo>
                  <a:lnTo>
                    <a:pt x="601526" y="44569"/>
                  </a:lnTo>
                  <a:lnTo>
                    <a:pt x="626997" y="42455"/>
                  </a:lnTo>
                  <a:lnTo>
                    <a:pt x="651336" y="40435"/>
                  </a:lnTo>
                  <a:lnTo>
                    <a:pt x="674639" y="38501"/>
                  </a:lnTo>
                  <a:lnTo>
                    <a:pt x="696990" y="36646"/>
                  </a:lnTo>
                  <a:lnTo>
                    <a:pt x="718465" y="34864"/>
                  </a:lnTo>
                  <a:lnTo>
                    <a:pt x="739129" y="33149"/>
                  </a:lnTo>
                  <a:lnTo>
                    <a:pt x="759041" y="31496"/>
                  </a:lnTo>
                  <a:lnTo>
                    <a:pt x="778255" y="29902"/>
                  </a:lnTo>
                  <a:lnTo>
                    <a:pt x="796817" y="28361"/>
                  </a:lnTo>
                  <a:lnTo>
                    <a:pt x="814771" y="26871"/>
                  </a:lnTo>
                  <a:lnTo>
                    <a:pt x="832154" y="25429"/>
                  </a:lnTo>
                  <a:lnTo>
                    <a:pt x="849003" y="24030"/>
                  </a:lnTo>
                  <a:lnTo>
                    <a:pt x="865348" y="22674"/>
                  </a:lnTo>
                  <a:lnTo>
                    <a:pt x="881220" y="21357"/>
                  </a:lnTo>
                  <a:lnTo>
                    <a:pt x="896644" y="20077"/>
                  </a:lnTo>
                  <a:lnTo>
                    <a:pt x="911646" y="18832"/>
                  </a:lnTo>
                  <a:lnTo>
                    <a:pt x="926248" y="17620"/>
                  </a:lnTo>
                  <a:lnTo>
                    <a:pt x="940470" y="16439"/>
                  </a:lnTo>
                  <a:lnTo>
                    <a:pt x="954333" y="15289"/>
                  </a:lnTo>
                  <a:lnTo>
                    <a:pt x="967853" y="14167"/>
                  </a:lnTo>
                  <a:lnTo>
                    <a:pt x="981047" y="13072"/>
                  </a:lnTo>
                  <a:lnTo>
                    <a:pt x="993930" y="12003"/>
                  </a:lnTo>
                  <a:lnTo>
                    <a:pt x="1006518" y="10958"/>
                  </a:lnTo>
                  <a:lnTo>
                    <a:pt x="1018823" y="9937"/>
                  </a:lnTo>
                  <a:lnTo>
                    <a:pt x="1030857" y="8938"/>
                  </a:lnTo>
                  <a:lnTo>
                    <a:pt x="1042632" y="7961"/>
                  </a:lnTo>
                  <a:lnTo>
                    <a:pt x="1054160" y="7004"/>
                  </a:lnTo>
                  <a:lnTo>
                    <a:pt x="1065449" y="6067"/>
                  </a:lnTo>
                  <a:lnTo>
                    <a:pt x="1076511" y="5149"/>
                  </a:lnTo>
                  <a:lnTo>
                    <a:pt x="1087354" y="4249"/>
                  </a:lnTo>
                  <a:lnTo>
                    <a:pt x="1097986" y="3367"/>
                  </a:lnTo>
                  <a:lnTo>
                    <a:pt x="1108415" y="2501"/>
                  </a:lnTo>
                  <a:lnTo>
                    <a:pt x="1118650" y="1652"/>
                  </a:lnTo>
                  <a:lnTo>
                    <a:pt x="1128696" y="818"/>
                  </a:lnTo>
                  <a:lnTo>
                    <a:pt x="113856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24659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596191" y="23142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596191" y="20204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596191" y="17266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596191" y="14328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24659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1045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8997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6949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4901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24659" y="990315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381690" y="35149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71995" y="36291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352138" y="332682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45159" y="33378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85060" y="37696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87166" y="33510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341437" y="37514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359805" y="37704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93120" y="36514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60116" y="34039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35741" y="34371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29566" y="26771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60121" y="32817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44839" y="35598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33688" y="36723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71924" y="35667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69874" y="31865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49440" y="33409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71631" y="35061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67654" y="28524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60590" y="31936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57259" y="34450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53532" y="30860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32699" y="30801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53518" y="36836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26999" y="28666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49407" y="32505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7045" y="33428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14817" y="33907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51760" y="33314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8671" y="342286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99854" y="34343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50864" y="31447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33312" y="34896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31973" y="33424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02478" y="35741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99312" y="35688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43928" y="31025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08370" y="32365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45169" y="31056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51771" y="30602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04051" y="36841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36386" y="34790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23684" y="31422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01578" y="29440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28968" y="35792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50097" y="316039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46092" y="33233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29874" y="34308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23273" y="35263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94428" y="34760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24554" y="3769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05836" y="35530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83507" y="36268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29813" y="27496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28831" y="364003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06427" y="34613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76654" y="33506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509317" y="35587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513390" y="33652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83865" y="35799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96670" y="35902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03003" y="36083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22129" y="36910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91653" y="32798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05940" y="36246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92320" y="35193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512100" y="34277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97208" y="35136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506096" y="28129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527340" y="34971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531001" y="35480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95859" y="3512705"/>
              <a:ext cx="1135955" cy="98674"/>
            </a:xfrm>
            <a:custGeom>
              <a:avLst/>
              <a:pathLst>
                <a:path w="1135955" h="98674">
                  <a:moveTo>
                    <a:pt x="0" y="0"/>
                  </a:moveTo>
                  <a:lnTo>
                    <a:pt x="72945" y="6336"/>
                  </a:lnTo>
                  <a:lnTo>
                    <a:pt x="137287" y="11925"/>
                  </a:lnTo>
                  <a:lnTo>
                    <a:pt x="194843" y="16925"/>
                  </a:lnTo>
                  <a:lnTo>
                    <a:pt x="246909" y="21447"/>
                  </a:lnTo>
                  <a:lnTo>
                    <a:pt x="294442" y="25576"/>
                  </a:lnTo>
                  <a:lnTo>
                    <a:pt x="338168" y="29374"/>
                  </a:lnTo>
                  <a:lnTo>
                    <a:pt x="378651" y="32891"/>
                  </a:lnTo>
                  <a:lnTo>
                    <a:pt x="416341" y="36165"/>
                  </a:lnTo>
                  <a:lnTo>
                    <a:pt x="451597" y="39227"/>
                  </a:lnTo>
                  <a:lnTo>
                    <a:pt x="484715" y="42104"/>
                  </a:lnTo>
                  <a:lnTo>
                    <a:pt x="515939" y="44816"/>
                  </a:lnTo>
                  <a:lnTo>
                    <a:pt x="545475" y="47382"/>
                  </a:lnTo>
                  <a:lnTo>
                    <a:pt x="573495" y="49816"/>
                  </a:lnTo>
                  <a:lnTo>
                    <a:pt x="600148" y="52131"/>
                  </a:lnTo>
                  <a:lnTo>
                    <a:pt x="625561" y="54339"/>
                  </a:lnTo>
                  <a:lnTo>
                    <a:pt x="649844" y="56448"/>
                  </a:lnTo>
                  <a:lnTo>
                    <a:pt x="673094" y="58468"/>
                  </a:lnTo>
                  <a:lnTo>
                    <a:pt x="695394" y="60405"/>
                  </a:lnTo>
                  <a:lnTo>
                    <a:pt x="716819" y="62266"/>
                  </a:lnTo>
                  <a:lnTo>
                    <a:pt x="737436" y="64057"/>
                  </a:lnTo>
                  <a:lnTo>
                    <a:pt x="757303" y="65782"/>
                  </a:lnTo>
                  <a:lnTo>
                    <a:pt x="776473" y="67447"/>
                  </a:lnTo>
                  <a:lnTo>
                    <a:pt x="794992" y="69056"/>
                  </a:lnTo>
                  <a:lnTo>
                    <a:pt x="812905" y="70612"/>
                  </a:lnTo>
                  <a:lnTo>
                    <a:pt x="830248" y="72119"/>
                  </a:lnTo>
                  <a:lnTo>
                    <a:pt x="847058" y="73579"/>
                  </a:lnTo>
                  <a:lnTo>
                    <a:pt x="863366" y="74995"/>
                  </a:lnTo>
                  <a:lnTo>
                    <a:pt x="879201" y="76371"/>
                  </a:lnTo>
                  <a:lnTo>
                    <a:pt x="894591" y="77708"/>
                  </a:lnTo>
                  <a:lnTo>
                    <a:pt x="909558" y="79008"/>
                  </a:lnTo>
                  <a:lnTo>
                    <a:pt x="924126" y="80273"/>
                  </a:lnTo>
                  <a:lnTo>
                    <a:pt x="938316" y="81506"/>
                  </a:lnTo>
                  <a:lnTo>
                    <a:pt x="952147" y="82707"/>
                  </a:lnTo>
                  <a:lnTo>
                    <a:pt x="965636" y="83879"/>
                  </a:lnTo>
                  <a:lnTo>
                    <a:pt x="978800" y="85023"/>
                  </a:lnTo>
                  <a:lnTo>
                    <a:pt x="991654" y="86139"/>
                  </a:lnTo>
                  <a:lnTo>
                    <a:pt x="1004213" y="87230"/>
                  </a:lnTo>
                  <a:lnTo>
                    <a:pt x="1016489" y="88296"/>
                  </a:lnTo>
                  <a:lnTo>
                    <a:pt x="1028496" y="89339"/>
                  </a:lnTo>
                  <a:lnTo>
                    <a:pt x="1040244" y="90360"/>
                  </a:lnTo>
                  <a:lnTo>
                    <a:pt x="1051745" y="91359"/>
                  </a:lnTo>
                  <a:lnTo>
                    <a:pt x="1063009" y="92337"/>
                  </a:lnTo>
                  <a:lnTo>
                    <a:pt x="1074045" y="93296"/>
                  </a:lnTo>
                  <a:lnTo>
                    <a:pt x="1084863" y="94236"/>
                  </a:lnTo>
                  <a:lnTo>
                    <a:pt x="1095471" y="95157"/>
                  </a:lnTo>
                  <a:lnTo>
                    <a:pt x="1105877" y="96061"/>
                  </a:lnTo>
                  <a:lnTo>
                    <a:pt x="1116088" y="96948"/>
                  </a:lnTo>
                  <a:lnTo>
                    <a:pt x="1126111" y="97819"/>
                  </a:lnTo>
                  <a:lnTo>
                    <a:pt x="1135955" y="9867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95859" y="3391601"/>
              <a:ext cx="1135955" cy="52308"/>
            </a:xfrm>
            <a:custGeom>
              <a:avLst/>
              <a:pathLst>
                <a:path w="1135955" h="52308">
                  <a:moveTo>
                    <a:pt x="0" y="0"/>
                  </a:moveTo>
                  <a:lnTo>
                    <a:pt x="72945" y="3358"/>
                  </a:lnTo>
                  <a:lnTo>
                    <a:pt x="137287" y="6321"/>
                  </a:lnTo>
                  <a:lnTo>
                    <a:pt x="194843" y="8972"/>
                  </a:lnTo>
                  <a:lnTo>
                    <a:pt x="246909" y="11369"/>
                  </a:lnTo>
                  <a:lnTo>
                    <a:pt x="294442" y="13558"/>
                  </a:lnTo>
                  <a:lnTo>
                    <a:pt x="338168" y="15571"/>
                  </a:lnTo>
                  <a:lnTo>
                    <a:pt x="378651" y="17436"/>
                  </a:lnTo>
                  <a:lnTo>
                    <a:pt x="416341" y="19171"/>
                  </a:lnTo>
                  <a:lnTo>
                    <a:pt x="451597" y="20795"/>
                  </a:lnTo>
                  <a:lnTo>
                    <a:pt x="484715" y="22320"/>
                  </a:lnTo>
                  <a:lnTo>
                    <a:pt x="515939" y="23757"/>
                  </a:lnTo>
                  <a:lnTo>
                    <a:pt x="545475" y="25117"/>
                  </a:lnTo>
                  <a:lnTo>
                    <a:pt x="573495" y="26408"/>
                  </a:lnTo>
                  <a:lnTo>
                    <a:pt x="600148" y="27635"/>
                  </a:lnTo>
                  <a:lnTo>
                    <a:pt x="625561" y="28805"/>
                  </a:lnTo>
                  <a:lnTo>
                    <a:pt x="649844" y="29923"/>
                  </a:lnTo>
                  <a:lnTo>
                    <a:pt x="673094" y="30994"/>
                  </a:lnTo>
                  <a:lnTo>
                    <a:pt x="695394" y="32021"/>
                  </a:lnTo>
                  <a:lnTo>
                    <a:pt x="716819" y="33008"/>
                  </a:lnTo>
                  <a:lnTo>
                    <a:pt x="737436" y="33957"/>
                  </a:lnTo>
                  <a:lnTo>
                    <a:pt x="757303" y="34872"/>
                  </a:lnTo>
                  <a:lnTo>
                    <a:pt x="776473" y="35754"/>
                  </a:lnTo>
                  <a:lnTo>
                    <a:pt x="794992" y="36607"/>
                  </a:lnTo>
                  <a:lnTo>
                    <a:pt x="812905" y="37432"/>
                  </a:lnTo>
                  <a:lnTo>
                    <a:pt x="830248" y="38231"/>
                  </a:lnTo>
                  <a:lnTo>
                    <a:pt x="847058" y="39005"/>
                  </a:lnTo>
                  <a:lnTo>
                    <a:pt x="863366" y="39756"/>
                  </a:lnTo>
                  <a:lnTo>
                    <a:pt x="879201" y="40485"/>
                  </a:lnTo>
                  <a:lnTo>
                    <a:pt x="894591" y="41194"/>
                  </a:lnTo>
                  <a:lnTo>
                    <a:pt x="909558" y="41883"/>
                  </a:lnTo>
                  <a:lnTo>
                    <a:pt x="924126" y="42554"/>
                  </a:lnTo>
                  <a:lnTo>
                    <a:pt x="938316" y="43207"/>
                  </a:lnTo>
                  <a:lnTo>
                    <a:pt x="952147" y="43844"/>
                  </a:lnTo>
                  <a:lnTo>
                    <a:pt x="965636" y="44465"/>
                  </a:lnTo>
                  <a:lnTo>
                    <a:pt x="978800" y="45071"/>
                  </a:lnTo>
                  <a:lnTo>
                    <a:pt x="991654" y="45663"/>
                  </a:lnTo>
                  <a:lnTo>
                    <a:pt x="1004213" y="46241"/>
                  </a:lnTo>
                  <a:lnTo>
                    <a:pt x="1016489" y="46807"/>
                  </a:lnTo>
                  <a:lnTo>
                    <a:pt x="1028496" y="47360"/>
                  </a:lnTo>
                  <a:lnTo>
                    <a:pt x="1040244" y="47901"/>
                  </a:lnTo>
                  <a:lnTo>
                    <a:pt x="1051745" y="48430"/>
                  </a:lnTo>
                  <a:lnTo>
                    <a:pt x="1063009" y="48949"/>
                  </a:lnTo>
                  <a:lnTo>
                    <a:pt x="1074045" y="49457"/>
                  </a:lnTo>
                  <a:lnTo>
                    <a:pt x="1084863" y="49955"/>
                  </a:lnTo>
                  <a:lnTo>
                    <a:pt x="1095471" y="50444"/>
                  </a:lnTo>
                  <a:lnTo>
                    <a:pt x="1105877" y="50923"/>
                  </a:lnTo>
                  <a:lnTo>
                    <a:pt x="1116088" y="51393"/>
                  </a:lnTo>
                  <a:lnTo>
                    <a:pt x="1126111" y="51855"/>
                  </a:lnTo>
                  <a:lnTo>
                    <a:pt x="1135955" y="5230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395859" y="3330759"/>
              <a:ext cx="1135955" cy="288998"/>
            </a:xfrm>
            <a:custGeom>
              <a:avLst/>
              <a:pathLst>
                <a:path w="1135955" h="288998">
                  <a:moveTo>
                    <a:pt x="0" y="0"/>
                  </a:moveTo>
                  <a:lnTo>
                    <a:pt x="72945" y="18558"/>
                  </a:lnTo>
                  <a:lnTo>
                    <a:pt x="137287" y="34927"/>
                  </a:lnTo>
                  <a:lnTo>
                    <a:pt x="194843" y="49570"/>
                  </a:lnTo>
                  <a:lnTo>
                    <a:pt x="246909" y="62816"/>
                  </a:lnTo>
                  <a:lnTo>
                    <a:pt x="294442" y="74909"/>
                  </a:lnTo>
                  <a:lnTo>
                    <a:pt x="338168" y="86033"/>
                  </a:lnTo>
                  <a:lnTo>
                    <a:pt x="378651" y="96332"/>
                  </a:lnTo>
                  <a:lnTo>
                    <a:pt x="416341" y="105921"/>
                  </a:lnTo>
                  <a:lnTo>
                    <a:pt x="451597" y="114890"/>
                  </a:lnTo>
                  <a:lnTo>
                    <a:pt x="484715" y="123316"/>
                  </a:lnTo>
                  <a:lnTo>
                    <a:pt x="515939" y="131260"/>
                  </a:lnTo>
                  <a:lnTo>
                    <a:pt x="545475" y="138774"/>
                  </a:lnTo>
                  <a:lnTo>
                    <a:pt x="573495" y="145903"/>
                  </a:lnTo>
                  <a:lnTo>
                    <a:pt x="600148" y="152683"/>
                  </a:lnTo>
                  <a:lnTo>
                    <a:pt x="625561" y="159149"/>
                  </a:lnTo>
                  <a:lnTo>
                    <a:pt x="649844" y="165326"/>
                  </a:lnTo>
                  <a:lnTo>
                    <a:pt x="673094" y="171241"/>
                  </a:lnTo>
                  <a:lnTo>
                    <a:pt x="695394" y="176915"/>
                  </a:lnTo>
                  <a:lnTo>
                    <a:pt x="716819" y="182366"/>
                  </a:lnTo>
                  <a:lnTo>
                    <a:pt x="737436" y="187611"/>
                  </a:lnTo>
                  <a:lnTo>
                    <a:pt x="757303" y="192665"/>
                  </a:lnTo>
                  <a:lnTo>
                    <a:pt x="776473" y="197542"/>
                  </a:lnTo>
                  <a:lnTo>
                    <a:pt x="794992" y="202254"/>
                  </a:lnTo>
                  <a:lnTo>
                    <a:pt x="812905" y="206811"/>
                  </a:lnTo>
                  <a:lnTo>
                    <a:pt x="830248" y="211223"/>
                  </a:lnTo>
                  <a:lnTo>
                    <a:pt x="847058" y="215500"/>
                  </a:lnTo>
                  <a:lnTo>
                    <a:pt x="863366" y="219649"/>
                  </a:lnTo>
                  <a:lnTo>
                    <a:pt x="879201" y="223677"/>
                  </a:lnTo>
                  <a:lnTo>
                    <a:pt x="894591" y="227592"/>
                  </a:lnTo>
                  <a:lnTo>
                    <a:pt x="909558" y="231400"/>
                  </a:lnTo>
                  <a:lnTo>
                    <a:pt x="924126" y="235107"/>
                  </a:lnTo>
                  <a:lnTo>
                    <a:pt x="938316" y="238717"/>
                  </a:lnTo>
                  <a:lnTo>
                    <a:pt x="952147" y="242235"/>
                  </a:lnTo>
                  <a:lnTo>
                    <a:pt x="965636" y="245667"/>
                  </a:lnTo>
                  <a:lnTo>
                    <a:pt x="978800" y="249016"/>
                  </a:lnTo>
                  <a:lnTo>
                    <a:pt x="991654" y="252286"/>
                  </a:lnTo>
                  <a:lnTo>
                    <a:pt x="1004213" y="255481"/>
                  </a:lnTo>
                  <a:lnTo>
                    <a:pt x="1016489" y="258605"/>
                  </a:lnTo>
                  <a:lnTo>
                    <a:pt x="1028496" y="261659"/>
                  </a:lnTo>
                  <a:lnTo>
                    <a:pt x="1040244" y="264648"/>
                  </a:lnTo>
                  <a:lnTo>
                    <a:pt x="1051745" y="267574"/>
                  </a:lnTo>
                  <a:lnTo>
                    <a:pt x="1063009" y="270440"/>
                  </a:lnTo>
                  <a:lnTo>
                    <a:pt x="1074045" y="273247"/>
                  </a:lnTo>
                  <a:lnTo>
                    <a:pt x="1084863" y="276000"/>
                  </a:lnTo>
                  <a:lnTo>
                    <a:pt x="1095471" y="278698"/>
                  </a:lnTo>
                  <a:lnTo>
                    <a:pt x="1105877" y="281346"/>
                  </a:lnTo>
                  <a:lnTo>
                    <a:pt x="1116088" y="283943"/>
                  </a:lnTo>
                  <a:lnTo>
                    <a:pt x="1126111" y="286494"/>
                  </a:lnTo>
                  <a:lnTo>
                    <a:pt x="1135955" y="28899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395859" y="3233696"/>
              <a:ext cx="1135955" cy="446634"/>
            </a:xfrm>
            <a:custGeom>
              <a:avLst/>
              <a:pathLst>
                <a:path w="1135955" h="446634">
                  <a:moveTo>
                    <a:pt x="0" y="446634"/>
                  </a:moveTo>
                  <a:lnTo>
                    <a:pt x="72945" y="417953"/>
                  </a:lnTo>
                  <a:lnTo>
                    <a:pt x="137287" y="392655"/>
                  </a:lnTo>
                  <a:lnTo>
                    <a:pt x="194843" y="370025"/>
                  </a:lnTo>
                  <a:lnTo>
                    <a:pt x="246909" y="349554"/>
                  </a:lnTo>
                  <a:lnTo>
                    <a:pt x="294442" y="330865"/>
                  </a:lnTo>
                  <a:lnTo>
                    <a:pt x="338168" y="313673"/>
                  </a:lnTo>
                  <a:lnTo>
                    <a:pt x="378651" y="297756"/>
                  </a:lnTo>
                  <a:lnTo>
                    <a:pt x="416341" y="282937"/>
                  </a:lnTo>
                  <a:lnTo>
                    <a:pt x="451597" y="269075"/>
                  </a:lnTo>
                  <a:lnTo>
                    <a:pt x="484715" y="256054"/>
                  </a:lnTo>
                  <a:lnTo>
                    <a:pt x="515939" y="243777"/>
                  </a:lnTo>
                  <a:lnTo>
                    <a:pt x="545475" y="232164"/>
                  </a:lnTo>
                  <a:lnTo>
                    <a:pt x="573495" y="221147"/>
                  </a:lnTo>
                  <a:lnTo>
                    <a:pt x="600148" y="210668"/>
                  </a:lnTo>
                  <a:lnTo>
                    <a:pt x="625561" y="200676"/>
                  </a:lnTo>
                  <a:lnTo>
                    <a:pt x="649844" y="191128"/>
                  </a:lnTo>
                  <a:lnTo>
                    <a:pt x="673094" y="181987"/>
                  </a:lnTo>
                  <a:lnTo>
                    <a:pt x="695394" y="173219"/>
                  </a:lnTo>
                  <a:lnTo>
                    <a:pt x="716819" y="164795"/>
                  </a:lnTo>
                  <a:lnTo>
                    <a:pt x="737436" y="156689"/>
                  </a:lnTo>
                  <a:lnTo>
                    <a:pt x="757303" y="148878"/>
                  </a:lnTo>
                  <a:lnTo>
                    <a:pt x="776473" y="141341"/>
                  </a:lnTo>
                  <a:lnTo>
                    <a:pt x="794992" y="134059"/>
                  </a:lnTo>
                  <a:lnTo>
                    <a:pt x="812905" y="127016"/>
                  </a:lnTo>
                  <a:lnTo>
                    <a:pt x="830248" y="120197"/>
                  </a:lnTo>
                  <a:lnTo>
                    <a:pt x="847058" y="113588"/>
                  </a:lnTo>
                  <a:lnTo>
                    <a:pt x="863366" y="107176"/>
                  </a:lnTo>
                  <a:lnTo>
                    <a:pt x="879201" y="100950"/>
                  </a:lnTo>
                  <a:lnTo>
                    <a:pt x="894591" y="94899"/>
                  </a:lnTo>
                  <a:lnTo>
                    <a:pt x="909558" y="89014"/>
                  </a:lnTo>
                  <a:lnTo>
                    <a:pt x="924126" y="83286"/>
                  </a:lnTo>
                  <a:lnTo>
                    <a:pt x="938316" y="77707"/>
                  </a:lnTo>
                  <a:lnTo>
                    <a:pt x="952147" y="72269"/>
                  </a:lnTo>
                  <a:lnTo>
                    <a:pt x="965636" y="66965"/>
                  </a:lnTo>
                  <a:lnTo>
                    <a:pt x="978800" y="61790"/>
                  </a:lnTo>
                  <a:lnTo>
                    <a:pt x="991654" y="56735"/>
                  </a:lnTo>
                  <a:lnTo>
                    <a:pt x="1004213" y="51798"/>
                  </a:lnTo>
                  <a:lnTo>
                    <a:pt x="1016489" y="46971"/>
                  </a:lnTo>
                  <a:lnTo>
                    <a:pt x="1028496" y="42250"/>
                  </a:lnTo>
                  <a:lnTo>
                    <a:pt x="1040244" y="37631"/>
                  </a:lnTo>
                  <a:lnTo>
                    <a:pt x="1051745" y="33109"/>
                  </a:lnTo>
                  <a:lnTo>
                    <a:pt x="1063009" y="28680"/>
                  </a:lnTo>
                  <a:lnTo>
                    <a:pt x="1074045" y="24341"/>
                  </a:lnTo>
                  <a:lnTo>
                    <a:pt x="1084863" y="20088"/>
                  </a:lnTo>
                  <a:lnTo>
                    <a:pt x="1095471" y="15917"/>
                  </a:lnTo>
                  <a:lnTo>
                    <a:pt x="1105877" y="11826"/>
                  </a:lnTo>
                  <a:lnTo>
                    <a:pt x="1116088" y="7811"/>
                  </a:lnTo>
                  <a:lnTo>
                    <a:pt x="1126111" y="3870"/>
                  </a:lnTo>
                  <a:lnTo>
                    <a:pt x="113595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395859" y="3506000"/>
              <a:ext cx="1135955" cy="5155"/>
            </a:xfrm>
            <a:custGeom>
              <a:avLst/>
              <a:pathLst>
                <a:path w="1135955" h="5155">
                  <a:moveTo>
                    <a:pt x="0" y="5155"/>
                  </a:moveTo>
                  <a:lnTo>
                    <a:pt x="72945" y="4824"/>
                  </a:lnTo>
                  <a:lnTo>
                    <a:pt x="137287" y="4532"/>
                  </a:lnTo>
                  <a:lnTo>
                    <a:pt x="194843" y="4271"/>
                  </a:lnTo>
                  <a:lnTo>
                    <a:pt x="246909" y="4034"/>
                  </a:lnTo>
                  <a:lnTo>
                    <a:pt x="294442" y="3819"/>
                  </a:lnTo>
                  <a:lnTo>
                    <a:pt x="338168" y="3620"/>
                  </a:lnTo>
                  <a:lnTo>
                    <a:pt x="378651" y="3436"/>
                  </a:lnTo>
                  <a:lnTo>
                    <a:pt x="416341" y="3265"/>
                  </a:lnTo>
                  <a:lnTo>
                    <a:pt x="451597" y="3105"/>
                  </a:lnTo>
                  <a:lnTo>
                    <a:pt x="484715" y="2955"/>
                  </a:lnTo>
                  <a:lnTo>
                    <a:pt x="515939" y="2813"/>
                  </a:lnTo>
                  <a:lnTo>
                    <a:pt x="545475" y="2679"/>
                  </a:lnTo>
                  <a:lnTo>
                    <a:pt x="573495" y="2552"/>
                  </a:lnTo>
                  <a:lnTo>
                    <a:pt x="600148" y="2431"/>
                  </a:lnTo>
                  <a:lnTo>
                    <a:pt x="625561" y="2316"/>
                  </a:lnTo>
                  <a:lnTo>
                    <a:pt x="649844" y="2206"/>
                  </a:lnTo>
                  <a:lnTo>
                    <a:pt x="673094" y="2100"/>
                  </a:lnTo>
                  <a:lnTo>
                    <a:pt x="695394" y="1999"/>
                  </a:lnTo>
                  <a:lnTo>
                    <a:pt x="716819" y="1902"/>
                  </a:lnTo>
                  <a:lnTo>
                    <a:pt x="737436" y="1808"/>
                  </a:lnTo>
                  <a:lnTo>
                    <a:pt x="757303" y="1718"/>
                  </a:lnTo>
                  <a:lnTo>
                    <a:pt x="776473" y="1631"/>
                  </a:lnTo>
                  <a:lnTo>
                    <a:pt x="794992" y="1547"/>
                  </a:lnTo>
                  <a:lnTo>
                    <a:pt x="812905" y="1466"/>
                  </a:lnTo>
                  <a:lnTo>
                    <a:pt x="830248" y="1387"/>
                  </a:lnTo>
                  <a:lnTo>
                    <a:pt x="847058" y="1311"/>
                  </a:lnTo>
                  <a:lnTo>
                    <a:pt x="863366" y="1237"/>
                  </a:lnTo>
                  <a:lnTo>
                    <a:pt x="879201" y="1165"/>
                  </a:lnTo>
                  <a:lnTo>
                    <a:pt x="894591" y="1095"/>
                  </a:lnTo>
                  <a:lnTo>
                    <a:pt x="909558" y="1027"/>
                  </a:lnTo>
                  <a:lnTo>
                    <a:pt x="924126" y="961"/>
                  </a:lnTo>
                  <a:lnTo>
                    <a:pt x="938316" y="896"/>
                  </a:lnTo>
                  <a:lnTo>
                    <a:pt x="952147" y="834"/>
                  </a:lnTo>
                  <a:lnTo>
                    <a:pt x="965636" y="772"/>
                  </a:lnTo>
                  <a:lnTo>
                    <a:pt x="978800" y="713"/>
                  </a:lnTo>
                  <a:lnTo>
                    <a:pt x="991654" y="654"/>
                  </a:lnTo>
                  <a:lnTo>
                    <a:pt x="1004213" y="597"/>
                  </a:lnTo>
                  <a:lnTo>
                    <a:pt x="1016489" y="542"/>
                  </a:lnTo>
                  <a:lnTo>
                    <a:pt x="1028496" y="487"/>
                  </a:lnTo>
                  <a:lnTo>
                    <a:pt x="1040244" y="434"/>
                  </a:lnTo>
                  <a:lnTo>
                    <a:pt x="1051745" y="382"/>
                  </a:lnTo>
                  <a:lnTo>
                    <a:pt x="1063009" y="331"/>
                  </a:lnTo>
                  <a:lnTo>
                    <a:pt x="1074045" y="280"/>
                  </a:lnTo>
                  <a:lnTo>
                    <a:pt x="1084863" y="231"/>
                  </a:lnTo>
                  <a:lnTo>
                    <a:pt x="1095471" y="183"/>
                  </a:lnTo>
                  <a:lnTo>
                    <a:pt x="1105877" y="136"/>
                  </a:lnTo>
                  <a:lnTo>
                    <a:pt x="1116088" y="90"/>
                  </a:lnTo>
                  <a:lnTo>
                    <a:pt x="1126111" y="44"/>
                  </a:lnTo>
                  <a:lnTo>
                    <a:pt x="113595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395859" y="2986114"/>
              <a:ext cx="1135955" cy="240485"/>
            </a:xfrm>
            <a:custGeom>
              <a:avLst/>
              <a:pathLst>
                <a:path w="1135955" h="240485">
                  <a:moveTo>
                    <a:pt x="0" y="240485"/>
                  </a:moveTo>
                  <a:lnTo>
                    <a:pt x="72945" y="225042"/>
                  </a:lnTo>
                  <a:lnTo>
                    <a:pt x="137287" y="211421"/>
                  </a:lnTo>
                  <a:lnTo>
                    <a:pt x="194843" y="199236"/>
                  </a:lnTo>
                  <a:lnTo>
                    <a:pt x="246909" y="188214"/>
                  </a:lnTo>
                  <a:lnTo>
                    <a:pt x="294442" y="178151"/>
                  </a:lnTo>
                  <a:lnTo>
                    <a:pt x="338168" y="168894"/>
                  </a:lnTo>
                  <a:lnTo>
                    <a:pt x="378651" y="160323"/>
                  </a:lnTo>
                  <a:lnTo>
                    <a:pt x="416341" y="152344"/>
                  </a:lnTo>
                  <a:lnTo>
                    <a:pt x="451597" y="144881"/>
                  </a:lnTo>
                  <a:lnTo>
                    <a:pt x="484715" y="137869"/>
                  </a:lnTo>
                  <a:lnTo>
                    <a:pt x="515939" y="131259"/>
                  </a:lnTo>
                  <a:lnTo>
                    <a:pt x="545475" y="125006"/>
                  </a:lnTo>
                  <a:lnTo>
                    <a:pt x="573495" y="119074"/>
                  </a:lnTo>
                  <a:lnTo>
                    <a:pt x="600148" y="113432"/>
                  </a:lnTo>
                  <a:lnTo>
                    <a:pt x="625561" y="108052"/>
                  </a:lnTo>
                  <a:lnTo>
                    <a:pt x="649844" y="102911"/>
                  </a:lnTo>
                  <a:lnTo>
                    <a:pt x="673094" y="97989"/>
                  </a:lnTo>
                  <a:lnTo>
                    <a:pt x="695394" y="93268"/>
                  </a:lnTo>
                  <a:lnTo>
                    <a:pt x="716819" y="88732"/>
                  </a:lnTo>
                  <a:lnTo>
                    <a:pt x="737436" y="84367"/>
                  </a:lnTo>
                  <a:lnTo>
                    <a:pt x="757303" y="80161"/>
                  </a:lnTo>
                  <a:lnTo>
                    <a:pt x="776473" y="76103"/>
                  </a:lnTo>
                  <a:lnTo>
                    <a:pt x="794992" y="72182"/>
                  </a:lnTo>
                  <a:lnTo>
                    <a:pt x="812905" y="68390"/>
                  </a:lnTo>
                  <a:lnTo>
                    <a:pt x="830248" y="64719"/>
                  </a:lnTo>
                  <a:lnTo>
                    <a:pt x="847058" y="61160"/>
                  </a:lnTo>
                  <a:lnTo>
                    <a:pt x="863366" y="57707"/>
                  </a:lnTo>
                  <a:lnTo>
                    <a:pt x="879201" y="54355"/>
                  </a:lnTo>
                  <a:lnTo>
                    <a:pt x="894591" y="51097"/>
                  </a:lnTo>
                  <a:lnTo>
                    <a:pt x="909558" y="47928"/>
                  </a:lnTo>
                  <a:lnTo>
                    <a:pt x="924126" y="44844"/>
                  </a:lnTo>
                  <a:lnTo>
                    <a:pt x="938316" y="41840"/>
                  </a:lnTo>
                  <a:lnTo>
                    <a:pt x="952147" y="38912"/>
                  </a:lnTo>
                  <a:lnTo>
                    <a:pt x="965636" y="36057"/>
                  </a:lnTo>
                  <a:lnTo>
                    <a:pt x="978800" y="33270"/>
                  </a:lnTo>
                  <a:lnTo>
                    <a:pt x="991654" y="30548"/>
                  </a:lnTo>
                  <a:lnTo>
                    <a:pt x="1004213" y="27890"/>
                  </a:lnTo>
                  <a:lnTo>
                    <a:pt x="1016489" y="25291"/>
                  </a:lnTo>
                  <a:lnTo>
                    <a:pt x="1028496" y="22749"/>
                  </a:lnTo>
                  <a:lnTo>
                    <a:pt x="1040244" y="20262"/>
                  </a:lnTo>
                  <a:lnTo>
                    <a:pt x="1051745" y="17827"/>
                  </a:lnTo>
                  <a:lnTo>
                    <a:pt x="1063009" y="15442"/>
                  </a:lnTo>
                  <a:lnTo>
                    <a:pt x="1074045" y="13106"/>
                  </a:lnTo>
                  <a:lnTo>
                    <a:pt x="1084863" y="10816"/>
                  </a:lnTo>
                  <a:lnTo>
                    <a:pt x="1095471" y="8570"/>
                  </a:lnTo>
                  <a:lnTo>
                    <a:pt x="1105877" y="6367"/>
                  </a:lnTo>
                  <a:lnTo>
                    <a:pt x="1116088" y="4205"/>
                  </a:lnTo>
                  <a:lnTo>
                    <a:pt x="1126111" y="2083"/>
                  </a:lnTo>
                  <a:lnTo>
                    <a:pt x="113595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395859" y="3216772"/>
              <a:ext cx="1135955" cy="206395"/>
            </a:xfrm>
            <a:custGeom>
              <a:avLst/>
              <a:pathLst>
                <a:path w="1135955" h="206395">
                  <a:moveTo>
                    <a:pt x="0" y="0"/>
                  </a:moveTo>
                  <a:lnTo>
                    <a:pt x="72945" y="13253"/>
                  </a:lnTo>
                  <a:lnTo>
                    <a:pt x="137287" y="24944"/>
                  </a:lnTo>
                  <a:lnTo>
                    <a:pt x="194843" y="35401"/>
                  </a:lnTo>
                  <a:lnTo>
                    <a:pt x="246909" y="44861"/>
                  </a:lnTo>
                  <a:lnTo>
                    <a:pt x="294442" y="53498"/>
                  </a:lnTo>
                  <a:lnTo>
                    <a:pt x="338168" y="61442"/>
                  </a:lnTo>
                  <a:lnTo>
                    <a:pt x="378651" y="68798"/>
                  </a:lnTo>
                  <a:lnTo>
                    <a:pt x="416341" y="75646"/>
                  </a:lnTo>
                  <a:lnTo>
                    <a:pt x="451597" y="82052"/>
                  </a:lnTo>
                  <a:lnTo>
                    <a:pt x="484715" y="88069"/>
                  </a:lnTo>
                  <a:lnTo>
                    <a:pt x="515939" y="93742"/>
                  </a:lnTo>
                  <a:lnTo>
                    <a:pt x="545475" y="99109"/>
                  </a:lnTo>
                  <a:lnTo>
                    <a:pt x="573495" y="104200"/>
                  </a:lnTo>
                  <a:lnTo>
                    <a:pt x="600148" y="109042"/>
                  </a:lnTo>
                  <a:lnTo>
                    <a:pt x="625561" y="113660"/>
                  </a:lnTo>
                  <a:lnTo>
                    <a:pt x="649844" y="118072"/>
                  </a:lnTo>
                  <a:lnTo>
                    <a:pt x="673094" y="122296"/>
                  </a:lnTo>
                  <a:lnTo>
                    <a:pt x="695394" y="126348"/>
                  </a:lnTo>
                  <a:lnTo>
                    <a:pt x="716819" y="130241"/>
                  </a:lnTo>
                  <a:lnTo>
                    <a:pt x="737436" y="133987"/>
                  </a:lnTo>
                  <a:lnTo>
                    <a:pt x="757303" y="137596"/>
                  </a:lnTo>
                  <a:lnTo>
                    <a:pt x="776473" y="141079"/>
                  </a:lnTo>
                  <a:lnTo>
                    <a:pt x="794992" y="144444"/>
                  </a:lnTo>
                  <a:lnTo>
                    <a:pt x="812905" y="147699"/>
                  </a:lnTo>
                  <a:lnTo>
                    <a:pt x="830248" y="150850"/>
                  </a:lnTo>
                  <a:lnTo>
                    <a:pt x="847058" y="153904"/>
                  </a:lnTo>
                  <a:lnTo>
                    <a:pt x="863366" y="156867"/>
                  </a:lnTo>
                  <a:lnTo>
                    <a:pt x="879201" y="159745"/>
                  </a:lnTo>
                  <a:lnTo>
                    <a:pt x="894591" y="162541"/>
                  </a:lnTo>
                  <a:lnTo>
                    <a:pt x="909558" y="165260"/>
                  </a:lnTo>
                  <a:lnTo>
                    <a:pt x="924126" y="167907"/>
                  </a:lnTo>
                  <a:lnTo>
                    <a:pt x="938316" y="170485"/>
                  </a:lnTo>
                  <a:lnTo>
                    <a:pt x="952147" y="172998"/>
                  </a:lnTo>
                  <a:lnTo>
                    <a:pt x="965636" y="175449"/>
                  </a:lnTo>
                  <a:lnTo>
                    <a:pt x="978800" y="177841"/>
                  </a:lnTo>
                  <a:lnTo>
                    <a:pt x="991654" y="180176"/>
                  </a:lnTo>
                  <a:lnTo>
                    <a:pt x="1004213" y="182458"/>
                  </a:lnTo>
                  <a:lnTo>
                    <a:pt x="1016489" y="184689"/>
                  </a:lnTo>
                  <a:lnTo>
                    <a:pt x="1028496" y="186870"/>
                  </a:lnTo>
                  <a:lnTo>
                    <a:pt x="1040244" y="189005"/>
                  </a:lnTo>
                  <a:lnTo>
                    <a:pt x="1051745" y="191095"/>
                  </a:lnTo>
                  <a:lnTo>
                    <a:pt x="1063009" y="193141"/>
                  </a:lnTo>
                  <a:lnTo>
                    <a:pt x="1074045" y="195146"/>
                  </a:lnTo>
                  <a:lnTo>
                    <a:pt x="1084863" y="197112"/>
                  </a:lnTo>
                  <a:lnTo>
                    <a:pt x="1095471" y="199039"/>
                  </a:lnTo>
                  <a:lnTo>
                    <a:pt x="1105877" y="200930"/>
                  </a:lnTo>
                  <a:lnTo>
                    <a:pt x="1116088" y="202785"/>
                  </a:lnTo>
                  <a:lnTo>
                    <a:pt x="1126111" y="204606"/>
                  </a:lnTo>
                  <a:lnTo>
                    <a:pt x="1135955" y="20639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95859" y="3481059"/>
              <a:ext cx="1135955" cy="95649"/>
            </a:xfrm>
            <a:custGeom>
              <a:avLst/>
              <a:pathLst>
                <a:path w="1135955" h="95649">
                  <a:moveTo>
                    <a:pt x="0" y="0"/>
                  </a:moveTo>
                  <a:lnTo>
                    <a:pt x="72945" y="6142"/>
                  </a:lnTo>
                  <a:lnTo>
                    <a:pt x="137287" y="11559"/>
                  </a:lnTo>
                  <a:lnTo>
                    <a:pt x="194843" y="16406"/>
                  </a:lnTo>
                  <a:lnTo>
                    <a:pt x="246909" y="20790"/>
                  </a:lnTo>
                  <a:lnTo>
                    <a:pt x="294442" y="24792"/>
                  </a:lnTo>
                  <a:lnTo>
                    <a:pt x="338168" y="28474"/>
                  </a:lnTo>
                  <a:lnTo>
                    <a:pt x="378651" y="31883"/>
                  </a:lnTo>
                  <a:lnTo>
                    <a:pt x="416341" y="35056"/>
                  </a:lnTo>
                  <a:lnTo>
                    <a:pt x="451597" y="38025"/>
                  </a:lnTo>
                  <a:lnTo>
                    <a:pt x="484715" y="40814"/>
                  </a:lnTo>
                  <a:lnTo>
                    <a:pt x="515939" y="43443"/>
                  </a:lnTo>
                  <a:lnTo>
                    <a:pt x="545475" y="45930"/>
                  </a:lnTo>
                  <a:lnTo>
                    <a:pt x="573495" y="48289"/>
                  </a:lnTo>
                  <a:lnTo>
                    <a:pt x="600148" y="50533"/>
                  </a:lnTo>
                  <a:lnTo>
                    <a:pt x="625561" y="52673"/>
                  </a:lnTo>
                  <a:lnTo>
                    <a:pt x="649844" y="54718"/>
                  </a:lnTo>
                  <a:lnTo>
                    <a:pt x="673094" y="56675"/>
                  </a:lnTo>
                  <a:lnTo>
                    <a:pt x="695394" y="58553"/>
                  </a:lnTo>
                  <a:lnTo>
                    <a:pt x="716819" y="60357"/>
                  </a:lnTo>
                  <a:lnTo>
                    <a:pt x="737436" y="62093"/>
                  </a:lnTo>
                  <a:lnTo>
                    <a:pt x="757303" y="63766"/>
                  </a:lnTo>
                  <a:lnTo>
                    <a:pt x="776473" y="65380"/>
                  </a:lnTo>
                  <a:lnTo>
                    <a:pt x="794992" y="66940"/>
                  </a:lnTo>
                  <a:lnTo>
                    <a:pt x="812905" y="68448"/>
                  </a:lnTo>
                  <a:lnTo>
                    <a:pt x="830248" y="69908"/>
                  </a:lnTo>
                  <a:lnTo>
                    <a:pt x="847058" y="71324"/>
                  </a:lnTo>
                  <a:lnTo>
                    <a:pt x="863366" y="72697"/>
                  </a:lnTo>
                  <a:lnTo>
                    <a:pt x="879201" y="74030"/>
                  </a:lnTo>
                  <a:lnTo>
                    <a:pt x="894591" y="75326"/>
                  </a:lnTo>
                  <a:lnTo>
                    <a:pt x="909558" y="76586"/>
                  </a:lnTo>
                  <a:lnTo>
                    <a:pt x="924126" y="77813"/>
                  </a:lnTo>
                  <a:lnTo>
                    <a:pt x="938316" y="79008"/>
                  </a:lnTo>
                  <a:lnTo>
                    <a:pt x="952147" y="80172"/>
                  </a:lnTo>
                  <a:lnTo>
                    <a:pt x="965636" y="81308"/>
                  </a:lnTo>
                  <a:lnTo>
                    <a:pt x="978800" y="82417"/>
                  </a:lnTo>
                  <a:lnTo>
                    <a:pt x="991654" y="83499"/>
                  </a:lnTo>
                  <a:lnTo>
                    <a:pt x="1004213" y="84556"/>
                  </a:lnTo>
                  <a:lnTo>
                    <a:pt x="1016489" y="85590"/>
                  </a:lnTo>
                  <a:lnTo>
                    <a:pt x="1028496" y="86601"/>
                  </a:lnTo>
                  <a:lnTo>
                    <a:pt x="1040244" y="87590"/>
                  </a:lnTo>
                  <a:lnTo>
                    <a:pt x="1051745" y="88559"/>
                  </a:lnTo>
                  <a:lnTo>
                    <a:pt x="1063009" y="89507"/>
                  </a:lnTo>
                  <a:lnTo>
                    <a:pt x="1074045" y="90436"/>
                  </a:lnTo>
                  <a:lnTo>
                    <a:pt x="1084863" y="91347"/>
                  </a:lnTo>
                  <a:lnTo>
                    <a:pt x="1095471" y="92240"/>
                  </a:lnTo>
                  <a:lnTo>
                    <a:pt x="1105877" y="93117"/>
                  </a:lnTo>
                  <a:lnTo>
                    <a:pt x="1116088" y="93976"/>
                  </a:lnTo>
                  <a:lnTo>
                    <a:pt x="1126111" y="94820"/>
                  </a:lnTo>
                  <a:lnTo>
                    <a:pt x="1135955" y="9564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95859" y="3317729"/>
              <a:ext cx="1135955" cy="196210"/>
            </a:xfrm>
            <a:custGeom>
              <a:avLst/>
              <a:pathLst>
                <a:path w="1135955" h="196210">
                  <a:moveTo>
                    <a:pt x="0" y="0"/>
                  </a:moveTo>
                  <a:lnTo>
                    <a:pt x="72945" y="12599"/>
                  </a:lnTo>
                  <a:lnTo>
                    <a:pt x="137287" y="23713"/>
                  </a:lnTo>
                  <a:lnTo>
                    <a:pt x="194843" y="33654"/>
                  </a:lnTo>
                  <a:lnTo>
                    <a:pt x="246909" y="42648"/>
                  </a:lnTo>
                  <a:lnTo>
                    <a:pt x="294442" y="50858"/>
                  </a:lnTo>
                  <a:lnTo>
                    <a:pt x="338168" y="58410"/>
                  </a:lnTo>
                  <a:lnTo>
                    <a:pt x="378651" y="65403"/>
                  </a:lnTo>
                  <a:lnTo>
                    <a:pt x="416341" y="71913"/>
                  </a:lnTo>
                  <a:lnTo>
                    <a:pt x="451597" y="78003"/>
                  </a:lnTo>
                  <a:lnTo>
                    <a:pt x="484715" y="83723"/>
                  </a:lnTo>
                  <a:lnTo>
                    <a:pt x="515939" y="89116"/>
                  </a:lnTo>
                  <a:lnTo>
                    <a:pt x="545475" y="94218"/>
                  </a:lnTo>
                  <a:lnTo>
                    <a:pt x="573495" y="99058"/>
                  </a:lnTo>
                  <a:lnTo>
                    <a:pt x="600148" y="103662"/>
                  </a:lnTo>
                  <a:lnTo>
                    <a:pt x="625561" y="108051"/>
                  </a:lnTo>
                  <a:lnTo>
                    <a:pt x="649844" y="112246"/>
                  </a:lnTo>
                  <a:lnTo>
                    <a:pt x="673094" y="116261"/>
                  </a:lnTo>
                  <a:lnTo>
                    <a:pt x="695394" y="120113"/>
                  </a:lnTo>
                  <a:lnTo>
                    <a:pt x="716819" y="123814"/>
                  </a:lnTo>
                  <a:lnTo>
                    <a:pt x="737436" y="127375"/>
                  </a:lnTo>
                  <a:lnTo>
                    <a:pt x="757303" y="130807"/>
                  </a:lnTo>
                  <a:lnTo>
                    <a:pt x="776473" y="134118"/>
                  </a:lnTo>
                  <a:lnTo>
                    <a:pt x="794992" y="137317"/>
                  </a:lnTo>
                  <a:lnTo>
                    <a:pt x="812905" y="140411"/>
                  </a:lnTo>
                  <a:lnTo>
                    <a:pt x="830248" y="143406"/>
                  </a:lnTo>
                  <a:lnTo>
                    <a:pt x="847058" y="146310"/>
                  </a:lnTo>
                  <a:lnTo>
                    <a:pt x="863366" y="149127"/>
                  </a:lnTo>
                  <a:lnTo>
                    <a:pt x="879201" y="151862"/>
                  </a:lnTo>
                  <a:lnTo>
                    <a:pt x="894591" y="154520"/>
                  </a:lnTo>
                  <a:lnTo>
                    <a:pt x="909558" y="157105"/>
                  </a:lnTo>
                  <a:lnTo>
                    <a:pt x="924126" y="159622"/>
                  </a:lnTo>
                  <a:lnTo>
                    <a:pt x="938316" y="162073"/>
                  </a:lnTo>
                  <a:lnTo>
                    <a:pt x="952147" y="164462"/>
                  </a:lnTo>
                  <a:lnTo>
                    <a:pt x="965636" y="166792"/>
                  </a:lnTo>
                  <a:lnTo>
                    <a:pt x="978800" y="169065"/>
                  </a:lnTo>
                  <a:lnTo>
                    <a:pt x="991654" y="171286"/>
                  </a:lnTo>
                  <a:lnTo>
                    <a:pt x="1004213" y="173455"/>
                  </a:lnTo>
                  <a:lnTo>
                    <a:pt x="1016489" y="175575"/>
                  </a:lnTo>
                  <a:lnTo>
                    <a:pt x="1028496" y="177649"/>
                  </a:lnTo>
                  <a:lnTo>
                    <a:pt x="1040244" y="179678"/>
                  </a:lnTo>
                  <a:lnTo>
                    <a:pt x="1051745" y="181665"/>
                  </a:lnTo>
                  <a:lnTo>
                    <a:pt x="1063009" y="183611"/>
                  </a:lnTo>
                  <a:lnTo>
                    <a:pt x="1074045" y="185517"/>
                  </a:lnTo>
                  <a:lnTo>
                    <a:pt x="1084863" y="187385"/>
                  </a:lnTo>
                  <a:lnTo>
                    <a:pt x="1095471" y="189218"/>
                  </a:lnTo>
                  <a:lnTo>
                    <a:pt x="1105877" y="191015"/>
                  </a:lnTo>
                  <a:lnTo>
                    <a:pt x="1116088" y="192779"/>
                  </a:lnTo>
                  <a:lnTo>
                    <a:pt x="1126111" y="194510"/>
                  </a:lnTo>
                  <a:lnTo>
                    <a:pt x="1135955" y="19621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95859" y="3273205"/>
              <a:ext cx="1135955" cy="160661"/>
            </a:xfrm>
            <a:custGeom>
              <a:avLst/>
              <a:pathLst>
                <a:path w="1135955" h="160661">
                  <a:moveTo>
                    <a:pt x="0" y="0"/>
                  </a:moveTo>
                  <a:lnTo>
                    <a:pt x="72945" y="10316"/>
                  </a:lnTo>
                  <a:lnTo>
                    <a:pt x="137287" y="19416"/>
                  </a:lnTo>
                  <a:lnTo>
                    <a:pt x="194843" y="27557"/>
                  </a:lnTo>
                  <a:lnTo>
                    <a:pt x="246909" y="34921"/>
                  </a:lnTo>
                  <a:lnTo>
                    <a:pt x="294442" y="41643"/>
                  </a:lnTo>
                  <a:lnTo>
                    <a:pt x="338168" y="47828"/>
                  </a:lnTo>
                  <a:lnTo>
                    <a:pt x="378651" y="53553"/>
                  </a:lnTo>
                  <a:lnTo>
                    <a:pt x="416341" y="58884"/>
                  </a:lnTo>
                  <a:lnTo>
                    <a:pt x="451597" y="63870"/>
                  </a:lnTo>
                  <a:lnTo>
                    <a:pt x="484715" y="68554"/>
                  </a:lnTo>
                  <a:lnTo>
                    <a:pt x="515939" y="72970"/>
                  </a:lnTo>
                  <a:lnTo>
                    <a:pt x="545475" y="77148"/>
                  </a:lnTo>
                  <a:lnTo>
                    <a:pt x="573495" y="81111"/>
                  </a:lnTo>
                  <a:lnTo>
                    <a:pt x="600148" y="84880"/>
                  </a:lnTo>
                  <a:lnTo>
                    <a:pt x="625561" y="88474"/>
                  </a:lnTo>
                  <a:lnTo>
                    <a:pt x="649844" y="91909"/>
                  </a:lnTo>
                  <a:lnTo>
                    <a:pt x="673094" y="95197"/>
                  </a:lnTo>
                  <a:lnTo>
                    <a:pt x="695394" y="98351"/>
                  </a:lnTo>
                  <a:lnTo>
                    <a:pt x="716819" y="101381"/>
                  </a:lnTo>
                  <a:lnTo>
                    <a:pt x="737436" y="104297"/>
                  </a:lnTo>
                  <a:lnTo>
                    <a:pt x="757303" y="107107"/>
                  </a:lnTo>
                  <a:lnTo>
                    <a:pt x="776473" y="109818"/>
                  </a:lnTo>
                  <a:lnTo>
                    <a:pt x="794992" y="112437"/>
                  </a:lnTo>
                  <a:lnTo>
                    <a:pt x="812905" y="114971"/>
                  </a:lnTo>
                  <a:lnTo>
                    <a:pt x="830248" y="117424"/>
                  </a:lnTo>
                  <a:lnTo>
                    <a:pt x="847058" y="119801"/>
                  </a:lnTo>
                  <a:lnTo>
                    <a:pt x="863366" y="122108"/>
                  </a:lnTo>
                  <a:lnTo>
                    <a:pt x="879201" y="124347"/>
                  </a:lnTo>
                  <a:lnTo>
                    <a:pt x="894591" y="126524"/>
                  </a:lnTo>
                  <a:lnTo>
                    <a:pt x="909558" y="128641"/>
                  </a:lnTo>
                  <a:lnTo>
                    <a:pt x="924126" y="130701"/>
                  </a:lnTo>
                  <a:lnTo>
                    <a:pt x="938316" y="132708"/>
                  </a:lnTo>
                  <a:lnTo>
                    <a:pt x="952147" y="134664"/>
                  </a:lnTo>
                  <a:lnTo>
                    <a:pt x="965636" y="136572"/>
                  </a:lnTo>
                  <a:lnTo>
                    <a:pt x="978800" y="138434"/>
                  </a:lnTo>
                  <a:lnTo>
                    <a:pt x="991654" y="140252"/>
                  </a:lnTo>
                  <a:lnTo>
                    <a:pt x="1004213" y="142028"/>
                  </a:lnTo>
                  <a:lnTo>
                    <a:pt x="1016489" y="143764"/>
                  </a:lnTo>
                  <a:lnTo>
                    <a:pt x="1028496" y="145463"/>
                  </a:lnTo>
                  <a:lnTo>
                    <a:pt x="1040244" y="147124"/>
                  </a:lnTo>
                  <a:lnTo>
                    <a:pt x="1051745" y="148751"/>
                  </a:lnTo>
                  <a:lnTo>
                    <a:pt x="1063009" y="150344"/>
                  </a:lnTo>
                  <a:lnTo>
                    <a:pt x="1074045" y="151905"/>
                  </a:lnTo>
                  <a:lnTo>
                    <a:pt x="1084863" y="153435"/>
                  </a:lnTo>
                  <a:lnTo>
                    <a:pt x="1095471" y="154935"/>
                  </a:lnTo>
                  <a:lnTo>
                    <a:pt x="1105877" y="156407"/>
                  </a:lnTo>
                  <a:lnTo>
                    <a:pt x="1116088" y="157851"/>
                  </a:lnTo>
                  <a:lnTo>
                    <a:pt x="1126111" y="159269"/>
                  </a:lnTo>
                  <a:lnTo>
                    <a:pt x="1135955" y="16066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10032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37143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34318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31494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28670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281564" y="37507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281564" y="34683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31858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29034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0032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95859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774511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5316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31814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129703" y="3206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10032" y="2473969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10040" y="34275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780000" y="32135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19711" y="33902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14584" y="33892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21211" y="355539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07354" y="33657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03820" y="34897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79646" y="34300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785957" y="35843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29559" y="36038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192387" y="36843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93056" y="36559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99173" y="35134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83595" y="36340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184505" y="35185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13012" y="33114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98058" y="36615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11704" y="36520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88861" y="35044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164310" y="33516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05267" y="34405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98490" y="36560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81532" y="32679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96551" y="35262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62607" y="33955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87312" y="33791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80801" y="31593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95456" y="329146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70386" y="33155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63157" y="37337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57263" y="33626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67101" y="35903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91787" y="36235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91702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60139" y="31016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57895" y="32995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63021" y="34905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65925" y="34142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69621" y="37076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75461" y="35835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66684" y="35755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89915" y="35938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45573" y="34281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66358" y="36403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58315" y="35551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50658" y="32559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48207" y="34944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73810" y="26771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21100" y="34720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36968" y="35277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65046" y="31325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68310" y="36451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37052" y="32288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46468" y="357393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36800" y="35402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55437" y="33165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56427" y="31655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69210" y="35948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45677" y="34014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54408" y="35050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39517" y="333563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38166" y="36329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51898" y="32668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68954" y="323878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41721" y="35120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20676" y="33020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56549" y="32354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55637" y="34900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45830" y="32536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23392" y="36642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31386" y="35779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31189" y="37276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34442" y="3378554"/>
              <a:ext cx="1139628" cy="8867"/>
            </a:xfrm>
            <a:custGeom>
              <a:avLst/>
              <a:pathLst>
                <a:path w="1139628" h="8867">
                  <a:moveTo>
                    <a:pt x="0" y="8867"/>
                  </a:moveTo>
                  <a:lnTo>
                    <a:pt x="73181" y="8298"/>
                  </a:lnTo>
                  <a:lnTo>
                    <a:pt x="137731" y="7795"/>
                  </a:lnTo>
                  <a:lnTo>
                    <a:pt x="195474" y="7346"/>
                  </a:lnTo>
                  <a:lnTo>
                    <a:pt x="247708" y="6940"/>
                  </a:lnTo>
                  <a:lnTo>
                    <a:pt x="295394" y="6569"/>
                  </a:lnTo>
                  <a:lnTo>
                    <a:pt x="339261" y="6227"/>
                  </a:lnTo>
                  <a:lnTo>
                    <a:pt x="379876" y="5911"/>
                  </a:lnTo>
                  <a:lnTo>
                    <a:pt x="417687" y="5617"/>
                  </a:lnTo>
                  <a:lnTo>
                    <a:pt x="453057" y="5342"/>
                  </a:lnTo>
                  <a:lnTo>
                    <a:pt x="486282" y="5083"/>
                  </a:lnTo>
                  <a:lnTo>
                    <a:pt x="517607" y="4840"/>
                  </a:lnTo>
                  <a:lnTo>
                    <a:pt x="547239" y="4609"/>
                  </a:lnTo>
                  <a:lnTo>
                    <a:pt x="575350" y="4390"/>
                  </a:lnTo>
                  <a:lnTo>
                    <a:pt x="602089" y="4182"/>
                  </a:lnTo>
                  <a:lnTo>
                    <a:pt x="627584" y="3984"/>
                  </a:lnTo>
                  <a:lnTo>
                    <a:pt x="651946" y="3794"/>
                  </a:lnTo>
                  <a:lnTo>
                    <a:pt x="675270" y="3613"/>
                  </a:lnTo>
                  <a:lnTo>
                    <a:pt x="697642" y="3439"/>
                  </a:lnTo>
                  <a:lnTo>
                    <a:pt x="719137" y="3271"/>
                  </a:lnTo>
                  <a:lnTo>
                    <a:pt x="739821" y="3110"/>
                  </a:lnTo>
                  <a:lnTo>
                    <a:pt x="759752" y="2955"/>
                  </a:lnTo>
                  <a:lnTo>
                    <a:pt x="778983" y="2806"/>
                  </a:lnTo>
                  <a:lnTo>
                    <a:pt x="797563" y="2661"/>
                  </a:lnTo>
                  <a:lnTo>
                    <a:pt x="815533" y="2521"/>
                  </a:lnTo>
                  <a:lnTo>
                    <a:pt x="832933" y="2386"/>
                  </a:lnTo>
                  <a:lnTo>
                    <a:pt x="849797" y="2255"/>
                  </a:lnTo>
                  <a:lnTo>
                    <a:pt x="866158" y="2127"/>
                  </a:lnTo>
                  <a:lnTo>
                    <a:pt x="882045" y="2004"/>
                  </a:lnTo>
                  <a:lnTo>
                    <a:pt x="897483" y="1884"/>
                  </a:lnTo>
                  <a:lnTo>
                    <a:pt x="912499" y="1767"/>
                  </a:lnTo>
                  <a:lnTo>
                    <a:pt x="927115" y="1653"/>
                  </a:lnTo>
                  <a:lnTo>
                    <a:pt x="941351" y="1542"/>
                  </a:lnTo>
                  <a:lnTo>
                    <a:pt x="955226" y="1434"/>
                  </a:lnTo>
                  <a:lnTo>
                    <a:pt x="968758" y="1329"/>
                  </a:lnTo>
                  <a:lnTo>
                    <a:pt x="981965" y="1226"/>
                  </a:lnTo>
                  <a:lnTo>
                    <a:pt x="994861" y="1126"/>
                  </a:lnTo>
                  <a:lnTo>
                    <a:pt x="1007460" y="1028"/>
                  </a:lnTo>
                  <a:lnTo>
                    <a:pt x="1019776" y="932"/>
                  </a:lnTo>
                  <a:lnTo>
                    <a:pt x="1031822" y="838"/>
                  </a:lnTo>
                  <a:lnTo>
                    <a:pt x="1043608" y="747"/>
                  </a:lnTo>
                  <a:lnTo>
                    <a:pt x="1055146" y="657"/>
                  </a:lnTo>
                  <a:lnTo>
                    <a:pt x="1066447" y="569"/>
                  </a:lnTo>
                  <a:lnTo>
                    <a:pt x="1077519" y="483"/>
                  </a:lnTo>
                  <a:lnTo>
                    <a:pt x="1088371" y="398"/>
                  </a:lnTo>
                  <a:lnTo>
                    <a:pt x="1099013" y="316"/>
                  </a:lnTo>
                  <a:lnTo>
                    <a:pt x="1109453" y="234"/>
                  </a:lnTo>
                  <a:lnTo>
                    <a:pt x="1119697" y="155"/>
                  </a:lnTo>
                  <a:lnTo>
                    <a:pt x="1129753" y="76"/>
                  </a:lnTo>
                  <a:lnTo>
                    <a:pt x="113962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34442" y="3508405"/>
              <a:ext cx="1139628" cy="32967"/>
            </a:xfrm>
            <a:custGeom>
              <a:avLst/>
              <a:pathLst>
                <a:path w="1139628" h="32967">
                  <a:moveTo>
                    <a:pt x="0" y="0"/>
                  </a:moveTo>
                  <a:lnTo>
                    <a:pt x="73181" y="2117"/>
                  </a:lnTo>
                  <a:lnTo>
                    <a:pt x="137731" y="3984"/>
                  </a:lnTo>
                  <a:lnTo>
                    <a:pt x="195474" y="5654"/>
                  </a:lnTo>
                  <a:lnTo>
                    <a:pt x="247708" y="7165"/>
                  </a:lnTo>
                  <a:lnTo>
                    <a:pt x="295394" y="8545"/>
                  </a:lnTo>
                  <a:lnTo>
                    <a:pt x="339261" y="9814"/>
                  </a:lnTo>
                  <a:lnTo>
                    <a:pt x="379876" y="10989"/>
                  </a:lnTo>
                  <a:lnTo>
                    <a:pt x="417687" y="12083"/>
                  </a:lnTo>
                  <a:lnTo>
                    <a:pt x="453057" y="13106"/>
                  </a:lnTo>
                  <a:lnTo>
                    <a:pt x="486282" y="14067"/>
                  </a:lnTo>
                  <a:lnTo>
                    <a:pt x="517607" y="14973"/>
                  </a:lnTo>
                  <a:lnTo>
                    <a:pt x="547239" y="15830"/>
                  </a:lnTo>
                  <a:lnTo>
                    <a:pt x="575350" y="16643"/>
                  </a:lnTo>
                  <a:lnTo>
                    <a:pt x="602089" y="17417"/>
                  </a:lnTo>
                  <a:lnTo>
                    <a:pt x="627584" y="18155"/>
                  </a:lnTo>
                  <a:lnTo>
                    <a:pt x="651946" y="18859"/>
                  </a:lnTo>
                  <a:lnTo>
                    <a:pt x="675270" y="19534"/>
                  </a:lnTo>
                  <a:lnTo>
                    <a:pt x="697642" y="20181"/>
                  </a:lnTo>
                  <a:lnTo>
                    <a:pt x="719137" y="20803"/>
                  </a:lnTo>
                  <a:lnTo>
                    <a:pt x="739821" y="21401"/>
                  </a:lnTo>
                  <a:lnTo>
                    <a:pt x="759752" y="21978"/>
                  </a:lnTo>
                  <a:lnTo>
                    <a:pt x="778983" y="22534"/>
                  </a:lnTo>
                  <a:lnTo>
                    <a:pt x="797563" y="23072"/>
                  </a:lnTo>
                  <a:lnTo>
                    <a:pt x="815533" y="23592"/>
                  </a:lnTo>
                  <a:lnTo>
                    <a:pt x="832933" y="24095"/>
                  </a:lnTo>
                  <a:lnTo>
                    <a:pt x="849797" y="24583"/>
                  </a:lnTo>
                  <a:lnTo>
                    <a:pt x="866158" y="25056"/>
                  </a:lnTo>
                  <a:lnTo>
                    <a:pt x="882045" y="25516"/>
                  </a:lnTo>
                  <a:lnTo>
                    <a:pt x="897483" y="25962"/>
                  </a:lnTo>
                  <a:lnTo>
                    <a:pt x="912499" y="26397"/>
                  </a:lnTo>
                  <a:lnTo>
                    <a:pt x="927115" y="26819"/>
                  </a:lnTo>
                  <a:lnTo>
                    <a:pt x="941351" y="27231"/>
                  </a:lnTo>
                  <a:lnTo>
                    <a:pt x="955226" y="27633"/>
                  </a:lnTo>
                  <a:lnTo>
                    <a:pt x="968758" y="28024"/>
                  </a:lnTo>
                  <a:lnTo>
                    <a:pt x="981965" y="28406"/>
                  </a:lnTo>
                  <a:lnTo>
                    <a:pt x="994861" y="28779"/>
                  </a:lnTo>
                  <a:lnTo>
                    <a:pt x="1007460" y="29144"/>
                  </a:lnTo>
                  <a:lnTo>
                    <a:pt x="1019776" y="29500"/>
                  </a:lnTo>
                  <a:lnTo>
                    <a:pt x="1031822" y="29848"/>
                  </a:lnTo>
                  <a:lnTo>
                    <a:pt x="1043608" y="30189"/>
                  </a:lnTo>
                  <a:lnTo>
                    <a:pt x="1055146" y="30523"/>
                  </a:lnTo>
                  <a:lnTo>
                    <a:pt x="1066447" y="30850"/>
                  </a:lnTo>
                  <a:lnTo>
                    <a:pt x="1077519" y="31170"/>
                  </a:lnTo>
                  <a:lnTo>
                    <a:pt x="1088371" y="31484"/>
                  </a:lnTo>
                  <a:lnTo>
                    <a:pt x="1099013" y="31792"/>
                  </a:lnTo>
                  <a:lnTo>
                    <a:pt x="1109453" y="32094"/>
                  </a:lnTo>
                  <a:lnTo>
                    <a:pt x="1119697" y="32391"/>
                  </a:lnTo>
                  <a:lnTo>
                    <a:pt x="1129753" y="32681"/>
                  </a:lnTo>
                  <a:lnTo>
                    <a:pt x="1139628" y="329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34442" y="3353887"/>
              <a:ext cx="1139628" cy="68988"/>
            </a:xfrm>
            <a:custGeom>
              <a:avLst/>
              <a:pathLst>
                <a:path w="1139628" h="68988">
                  <a:moveTo>
                    <a:pt x="0" y="68988"/>
                  </a:moveTo>
                  <a:lnTo>
                    <a:pt x="73181" y="64558"/>
                  </a:lnTo>
                  <a:lnTo>
                    <a:pt x="137731" y="60651"/>
                  </a:lnTo>
                  <a:lnTo>
                    <a:pt x="195474" y="57155"/>
                  </a:lnTo>
                  <a:lnTo>
                    <a:pt x="247708" y="53993"/>
                  </a:lnTo>
                  <a:lnTo>
                    <a:pt x="295394" y="51106"/>
                  </a:lnTo>
                  <a:lnTo>
                    <a:pt x="339261" y="48451"/>
                  </a:lnTo>
                  <a:lnTo>
                    <a:pt x="379876" y="45992"/>
                  </a:lnTo>
                  <a:lnTo>
                    <a:pt x="417687" y="43703"/>
                  </a:lnTo>
                  <a:lnTo>
                    <a:pt x="453057" y="41562"/>
                  </a:lnTo>
                  <a:lnTo>
                    <a:pt x="486282" y="39551"/>
                  </a:lnTo>
                  <a:lnTo>
                    <a:pt x="517607" y="37654"/>
                  </a:lnTo>
                  <a:lnTo>
                    <a:pt x="547239" y="35861"/>
                  </a:lnTo>
                  <a:lnTo>
                    <a:pt x="575350" y="34159"/>
                  </a:lnTo>
                  <a:lnTo>
                    <a:pt x="602089" y="32540"/>
                  </a:lnTo>
                  <a:lnTo>
                    <a:pt x="627584" y="30997"/>
                  </a:lnTo>
                  <a:lnTo>
                    <a:pt x="651946" y="29522"/>
                  </a:lnTo>
                  <a:lnTo>
                    <a:pt x="675270" y="28110"/>
                  </a:lnTo>
                  <a:lnTo>
                    <a:pt x="697642" y="26756"/>
                  </a:lnTo>
                  <a:lnTo>
                    <a:pt x="719137" y="25454"/>
                  </a:lnTo>
                  <a:lnTo>
                    <a:pt x="739821" y="24202"/>
                  </a:lnTo>
                  <a:lnTo>
                    <a:pt x="759752" y="22996"/>
                  </a:lnTo>
                  <a:lnTo>
                    <a:pt x="778983" y="21832"/>
                  </a:lnTo>
                  <a:lnTo>
                    <a:pt x="797563" y="20707"/>
                  </a:lnTo>
                  <a:lnTo>
                    <a:pt x="815533" y="19619"/>
                  </a:lnTo>
                  <a:lnTo>
                    <a:pt x="832933" y="18566"/>
                  </a:lnTo>
                  <a:lnTo>
                    <a:pt x="849797" y="17545"/>
                  </a:lnTo>
                  <a:lnTo>
                    <a:pt x="866158" y="16554"/>
                  </a:lnTo>
                  <a:lnTo>
                    <a:pt x="882045" y="15593"/>
                  </a:lnTo>
                  <a:lnTo>
                    <a:pt x="897483" y="14658"/>
                  </a:lnTo>
                  <a:lnTo>
                    <a:pt x="912499" y="13749"/>
                  </a:lnTo>
                  <a:lnTo>
                    <a:pt x="927115" y="12864"/>
                  </a:lnTo>
                  <a:lnTo>
                    <a:pt x="941351" y="12002"/>
                  </a:lnTo>
                  <a:lnTo>
                    <a:pt x="955226" y="11163"/>
                  </a:lnTo>
                  <a:lnTo>
                    <a:pt x="968758" y="10343"/>
                  </a:lnTo>
                  <a:lnTo>
                    <a:pt x="981965" y="9544"/>
                  </a:lnTo>
                  <a:lnTo>
                    <a:pt x="994861" y="8763"/>
                  </a:lnTo>
                  <a:lnTo>
                    <a:pt x="1007460" y="8000"/>
                  </a:lnTo>
                  <a:lnTo>
                    <a:pt x="1019776" y="7255"/>
                  </a:lnTo>
                  <a:lnTo>
                    <a:pt x="1031822" y="6526"/>
                  </a:lnTo>
                  <a:lnTo>
                    <a:pt x="1043608" y="5812"/>
                  </a:lnTo>
                  <a:lnTo>
                    <a:pt x="1055146" y="5114"/>
                  </a:lnTo>
                  <a:lnTo>
                    <a:pt x="1066447" y="4430"/>
                  </a:lnTo>
                  <a:lnTo>
                    <a:pt x="1077519" y="3759"/>
                  </a:lnTo>
                  <a:lnTo>
                    <a:pt x="1088371" y="3102"/>
                  </a:lnTo>
                  <a:lnTo>
                    <a:pt x="1099013" y="2458"/>
                  </a:lnTo>
                  <a:lnTo>
                    <a:pt x="1109453" y="1826"/>
                  </a:lnTo>
                  <a:lnTo>
                    <a:pt x="1119697" y="1206"/>
                  </a:lnTo>
                  <a:lnTo>
                    <a:pt x="1129753" y="597"/>
                  </a:lnTo>
                  <a:lnTo>
                    <a:pt x="113962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34442" y="3175435"/>
              <a:ext cx="1139628" cy="223292"/>
            </a:xfrm>
            <a:custGeom>
              <a:avLst/>
              <a:pathLst>
                <a:path w="1139628" h="223292">
                  <a:moveTo>
                    <a:pt x="0" y="223292"/>
                  </a:moveTo>
                  <a:lnTo>
                    <a:pt x="73181" y="208954"/>
                  </a:lnTo>
                  <a:lnTo>
                    <a:pt x="137731" y="196306"/>
                  </a:lnTo>
                  <a:lnTo>
                    <a:pt x="195474" y="184992"/>
                  </a:lnTo>
                  <a:lnTo>
                    <a:pt x="247708" y="174758"/>
                  </a:lnTo>
                  <a:lnTo>
                    <a:pt x="295394" y="165414"/>
                  </a:lnTo>
                  <a:lnTo>
                    <a:pt x="339261" y="156819"/>
                  </a:lnTo>
                  <a:lnTo>
                    <a:pt x="379876" y="148861"/>
                  </a:lnTo>
                  <a:lnTo>
                    <a:pt x="417687" y="141453"/>
                  </a:lnTo>
                  <a:lnTo>
                    <a:pt x="453057" y="134523"/>
                  </a:lnTo>
                  <a:lnTo>
                    <a:pt x="486282" y="128013"/>
                  </a:lnTo>
                  <a:lnTo>
                    <a:pt x="517607" y="121875"/>
                  </a:lnTo>
                  <a:lnTo>
                    <a:pt x="547239" y="116069"/>
                  </a:lnTo>
                  <a:lnTo>
                    <a:pt x="575350" y="110561"/>
                  </a:lnTo>
                  <a:lnTo>
                    <a:pt x="602089" y="105322"/>
                  </a:lnTo>
                  <a:lnTo>
                    <a:pt x="627584" y="100327"/>
                  </a:lnTo>
                  <a:lnTo>
                    <a:pt x="651946" y="95553"/>
                  </a:lnTo>
                  <a:lnTo>
                    <a:pt x="675270" y="90983"/>
                  </a:lnTo>
                  <a:lnTo>
                    <a:pt x="697642" y="86600"/>
                  </a:lnTo>
                  <a:lnTo>
                    <a:pt x="719137" y="82388"/>
                  </a:lnTo>
                  <a:lnTo>
                    <a:pt x="739821" y="78336"/>
                  </a:lnTo>
                  <a:lnTo>
                    <a:pt x="759752" y="74430"/>
                  </a:lnTo>
                  <a:lnTo>
                    <a:pt x="778983" y="70662"/>
                  </a:lnTo>
                  <a:lnTo>
                    <a:pt x="797563" y="67022"/>
                  </a:lnTo>
                  <a:lnTo>
                    <a:pt x="815533" y="63501"/>
                  </a:lnTo>
                  <a:lnTo>
                    <a:pt x="832933" y="60092"/>
                  </a:lnTo>
                  <a:lnTo>
                    <a:pt x="849797" y="56787"/>
                  </a:lnTo>
                  <a:lnTo>
                    <a:pt x="866158" y="53582"/>
                  </a:lnTo>
                  <a:lnTo>
                    <a:pt x="882045" y="50469"/>
                  </a:lnTo>
                  <a:lnTo>
                    <a:pt x="897483" y="47444"/>
                  </a:lnTo>
                  <a:lnTo>
                    <a:pt x="912499" y="44502"/>
                  </a:lnTo>
                  <a:lnTo>
                    <a:pt x="927115" y="41638"/>
                  </a:lnTo>
                  <a:lnTo>
                    <a:pt x="941351" y="38849"/>
                  </a:lnTo>
                  <a:lnTo>
                    <a:pt x="955226" y="36130"/>
                  </a:lnTo>
                  <a:lnTo>
                    <a:pt x="968758" y="33479"/>
                  </a:lnTo>
                  <a:lnTo>
                    <a:pt x="981965" y="30891"/>
                  </a:lnTo>
                  <a:lnTo>
                    <a:pt x="994861" y="28364"/>
                  </a:lnTo>
                  <a:lnTo>
                    <a:pt x="1007460" y="25896"/>
                  </a:lnTo>
                  <a:lnTo>
                    <a:pt x="1019776" y="23483"/>
                  </a:lnTo>
                  <a:lnTo>
                    <a:pt x="1031822" y="21122"/>
                  </a:lnTo>
                  <a:lnTo>
                    <a:pt x="1043608" y="18813"/>
                  </a:lnTo>
                  <a:lnTo>
                    <a:pt x="1055146" y="16552"/>
                  </a:lnTo>
                  <a:lnTo>
                    <a:pt x="1066447" y="14338"/>
                  </a:lnTo>
                  <a:lnTo>
                    <a:pt x="1077519" y="12169"/>
                  </a:lnTo>
                  <a:lnTo>
                    <a:pt x="1088371" y="10042"/>
                  </a:lnTo>
                  <a:lnTo>
                    <a:pt x="1099013" y="7957"/>
                  </a:lnTo>
                  <a:lnTo>
                    <a:pt x="1109453" y="5912"/>
                  </a:lnTo>
                  <a:lnTo>
                    <a:pt x="1119697" y="3905"/>
                  </a:lnTo>
                  <a:lnTo>
                    <a:pt x="1129753" y="1934"/>
                  </a:lnTo>
                  <a:lnTo>
                    <a:pt x="113962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34442" y="3259703"/>
              <a:ext cx="1139628" cy="213179"/>
            </a:xfrm>
            <a:custGeom>
              <a:avLst/>
              <a:pathLst>
                <a:path w="1139628" h="213179">
                  <a:moveTo>
                    <a:pt x="0" y="213179"/>
                  </a:moveTo>
                  <a:lnTo>
                    <a:pt x="73181" y="199490"/>
                  </a:lnTo>
                  <a:lnTo>
                    <a:pt x="137731" y="187415"/>
                  </a:lnTo>
                  <a:lnTo>
                    <a:pt x="195474" y="176614"/>
                  </a:lnTo>
                  <a:lnTo>
                    <a:pt x="247708" y="166843"/>
                  </a:lnTo>
                  <a:lnTo>
                    <a:pt x="295394" y="157923"/>
                  </a:lnTo>
                  <a:lnTo>
                    <a:pt x="339261" y="149717"/>
                  </a:lnTo>
                  <a:lnTo>
                    <a:pt x="379876" y="142119"/>
                  </a:lnTo>
                  <a:lnTo>
                    <a:pt x="417687" y="135046"/>
                  </a:lnTo>
                  <a:lnTo>
                    <a:pt x="453057" y="128430"/>
                  </a:lnTo>
                  <a:lnTo>
                    <a:pt x="486282" y="122215"/>
                  </a:lnTo>
                  <a:lnTo>
                    <a:pt x="517607" y="116355"/>
                  </a:lnTo>
                  <a:lnTo>
                    <a:pt x="547239" y="110812"/>
                  </a:lnTo>
                  <a:lnTo>
                    <a:pt x="575350" y="105554"/>
                  </a:lnTo>
                  <a:lnTo>
                    <a:pt x="602089" y="100552"/>
                  </a:lnTo>
                  <a:lnTo>
                    <a:pt x="627584" y="95783"/>
                  </a:lnTo>
                  <a:lnTo>
                    <a:pt x="651946" y="91226"/>
                  </a:lnTo>
                  <a:lnTo>
                    <a:pt x="675270" y="86863"/>
                  </a:lnTo>
                  <a:lnTo>
                    <a:pt x="697642" y="82678"/>
                  </a:lnTo>
                  <a:lnTo>
                    <a:pt x="719137" y="78657"/>
                  </a:lnTo>
                  <a:lnTo>
                    <a:pt x="739821" y="74788"/>
                  </a:lnTo>
                  <a:lnTo>
                    <a:pt x="759752" y="71059"/>
                  </a:lnTo>
                  <a:lnTo>
                    <a:pt x="778983" y="67462"/>
                  </a:lnTo>
                  <a:lnTo>
                    <a:pt x="797563" y="63986"/>
                  </a:lnTo>
                  <a:lnTo>
                    <a:pt x="815533" y="60625"/>
                  </a:lnTo>
                  <a:lnTo>
                    <a:pt x="832933" y="57370"/>
                  </a:lnTo>
                  <a:lnTo>
                    <a:pt x="849797" y="54215"/>
                  </a:lnTo>
                  <a:lnTo>
                    <a:pt x="866158" y="51155"/>
                  </a:lnTo>
                  <a:lnTo>
                    <a:pt x="882045" y="48183"/>
                  </a:lnTo>
                  <a:lnTo>
                    <a:pt x="897483" y="45295"/>
                  </a:lnTo>
                  <a:lnTo>
                    <a:pt x="912499" y="42486"/>
                  </a:lnTo>
                  <a:lnTo>
                    <a:pt x="927115" y="39752"/>
                  </a:lnTo>
                  <a:lnTo>
                    <a:pt x="941351" y="37089"/>
                  </a:lnTo>
                  <a:lnTo>
                    <a:pt x="955226" y="34494"/>
                  </a:lnTo>
                  <a:lnTo>
                    <a:pt x="968758" y="31962"/>
                  </a:lnTo>
                  <a:lnTo>
                    <a:pt x="981965" y="29492"/>
                  </a:lnTo>
                  <a:lnTo>
                    <a:pt x="994861" y="27080"/>
                  </a:lnTo>
                  <a:lnTo>
                    <a:pt x="1007460" y="24723"/>
                  </a:lnTo>
                  <a:lnTo>
                    <a:pt x="1019776" y="22419"/>
                  </a:lnTo>
                  <a:lnTo>
                    <a:pt x="1031822" y="20166"/>
                  </a:lnTo>
                  <a:lnTo>
                    <a:pt x="1043608" y="17961"/>
                  </a:lnTo>
                  <a:lnTo>
                    <a:pt x="1055146" y="15803"/>
                  </a:lnTo>
                  <a:lnTo>
                    <a:pt x="1066447" y="13689"/>
                  </a:lnTo>
                  <a:lnTo>
                    <a:pt x="1077519" y="11618"/>
                  </a:lnTo>
                  <a:lnTo>
                    <a:pt x="1088371" y="9588"/>
                  </a:lnTo>
                  <a:lnTo>
                    <a:pt x="1099013" y="7597"/>
                  </a:lnTo>
                  <a:lnTo>
                    <a:pt x="1109453" y="5644"/>
                  </a:lnTo>
                  <a:lnTo>
                    <a:pt x="1119697" y="3728"/>
                  </a:lnTo>
                  <a:lnTo>
                    <a:pt x="1129753" y="1847"/>
                  </a:lnTo>
                  <a:lnTo>
                    <a:pt x="113962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34442" y="3364889"/>
              <a:ext cx="1139628" cy="268490"/>
            </a:xfrm>
            <a:custGeom>
              <a:avLst/>
              <a:pathLst>
                <a:path w="1139628" h="268490">
                  <a:moveTo>
                    <a:pt x="0" y="0"/>
                  </a:moveTo>
                  <a:lnTo>
                    <a:pt x="73181" y="17241"/>
                  </a:lnTo>
                  <a:lnTo>
                    <a:pt x="137731" y="32448"/>
                  </a:lnTo>
                  <a:lnTo>
                    <a:pt x="195474" y="46052"/>
                  </a:lnTo>
                  <a:lnTo>
                    <a:pt x="247708" y="58358"/>
                  </a:lnTo>
                  <a:lnTo>
                    <a:pt x="295394" y="69593"/>
                  </a:lnTo>
                  <a:lnTo>
                    <a:pt x="339261" y="79928"/>
                  </a:lnTo>
                  <a:lnTo>
                    <a:pt x="379876" y="89496"/>
                  </a:lnTo>
                  <a:lnTo>
                    <a:pt x="417687" y="98404"/>
                  </a:lnTo>
                  <a:lnTo>
                    <a:pt x="453057" y="106737"/>
                  </a:lnTo>
                  <a:lnTo>
                    <a:pt x="486282" y="114565"/>
                  </a:lnTo>
                  <a:lnTo>
                    <a:pt x="517607" y="121945"/>
                  </a:lnTo>
                  <a:lnTo>
                    <a:pt x="547239" y="128926"/>
                  </a:lnTo>
                  <a:lnTo>
                    <a:pt x="575350" y="135549"/>
                  </a:lnTo>
                  <a:lnTo>
                    <a:pt x="602089" y="141849"/>
                  </a:lnTo>
                  <a:lnTo>
                    <a:pt x="627584" y="147855"/>
                  </a:lnTo>
                  <a:lnTo>
                    <a:pt x="651946" y="153595"/>
                  </a:lnTo>
                  <a:lnTo>
                    <a:pt x="675270" y="159090"/>
                  </a:lnTo>
                  <a:lnTo>
                    <a:pt x="697642" y="164361"/>
                  </a:lnTo>
                  <a:lnTo>
                    <a:pt x="719137" y="169425"/>
                  </a:lnTo>
                  <a:lnTo>
                    <a:pt x="739821" y="174298"/>
                  </a:lnTo>
                  <a:lnTo>
                    <a:pt x="759752" y="178993"/>
                  </a:lnTo>
                  <a:lnTo>
                    <a:pt x="778983" y="183524"/>
                  </a:lnTo>
                  <a:lnTo>
                    <a:pt x="797563" y="187901"/>
                  </a:lnTo>
                  <a:lnTo>
                    <a:pt x="815533" y="192135"/>
                  </a:lnTo>
                  <a:lnTo>
                    <a:pt x="832933" y="196234"/>
                  </a:lnTo>
                  <a:lnTo>
                    <a:pt x="849797" y="200207"/>
                  </a:lnTo>
                  <a:lnTo>
                    <a:pt x="866158" y="204062"/>
                  </a:lnTo>
                  <a:lnTo>
                    <a:pt x="882045" y="207805"/>
                  </a:lnTo>
                  <a:lnTo>
                    <a:pt x="897483" y="211442"/>
                  </a:lnTo>
                  <a:lnTo>
                    <a:pt x="912499" y="214980"/>
                  </a:lnTo>
                  <a:lnTo>
                    <a:pt x="927115" y="218423"/>
                  </a:lnTo>
                  <a:lnTo>
                    <a:pt x="941351" y="221777"/>
                  </a:lnTo>
                  <a:lnTo>
                    <a:pt x="955226" y="225046"/>
                  </a:lnTo>
                  <a:lnTo>
                    <a:pt x="968758" y="228234"/>
                  </a:lnTo>
                  <a:lnTo>
                    <a:pt x="981965" y="231346"/>
                  </a:lnTo>
                  <a:lnTo>
                    <a:pt x="994861" y="234384"/>
                  </a:lnTo>
                  <a:lnTo>
                    <a:pt x="1007460" y="237352"/>
                  </a:lnTo>
                  <a:lnTo>
                    <a:pt x="1019776" y="240254"/>
                  </a:lnTo>
                  <a:lnTo>
                    <a:pt x="1031822" y="243091"/>
                  </a:lnTo>
                  <a:lnTo>
                    <a:pt x="1043608" y="245868"/>
                  </a:lnTo>
                  <a:lnTo>
                    <a:pt x="1055146" y="248587"/>
                  </a:lnTo>
                  <a:lnTo>
                    <a:pt x="1066447" y="251249"/>
                  </a:lnTo>
                  <a:lnTo>
                    <a:pt x="1077519" y="253857"/>
                  </a:lnTo>
                  <a:lnTo>
                    <a:pt x="1088371" y="256414"/>
                  </a:lnTo>
                  <a:lnTo>
                    <a:pt x="1099013" y="258921"/>
                  </a:lnTo>
                  <a:lnTo>
                    <a:pt x="1109453" y="261381"/>
                  </a:lnTo>
                  <a:lnTo>
                    <a:pt x="1119697" y="263794"/>
                  </a:lnTo>
                  <a:lnTo>
                    <a:pt x="1129753" y="266164"/>
                  </a:lnTo>
                  <a:lnTo>
                    <a:pt x="1139628" y="26849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34442" y="3432273"/>
              <a:ext cx="1139628" cy="245735"/>
            </a:xfrm>
            <a:custGeom>
              <a:avLst/>
              <a:pathLst>
                <a:path w="1139628" h="245735">
                  <a:moveTo>
                    <a:pt x="0" y="245735"/>
                  </a:moveTo>
                  <a:lnTo>
                    <a:pt x="73181" y="229955"/>
                  </a:lnTo>
                  <a:lnTo>
                    <a:pt x="137731" y="216036"/>
                  </a:lnTo>
                  <a:lnTo>
                    <a:pt x="195474" y="203585"/>
                  </a:lnTo>
                  <a:lnTo>
                    <a:pt x="247708" y="192322"/>
                  </a:lnTo>
                  <a:lnTo>
                    <a:pt x="295394" y="182039"/>
                  </a:lnTo>
                  <a:lnTo>
                    <a:pt x="339261" y="172580"/>
                  </a:lnTo>
                  <a:lnTo>
                    <a:pt x="379876" y="163823"/>
                  </a:lnTo>
                  <a:lnTo>
                    <a:pt x="417687" y="155670"/>
                  </a:lnTo>
                  <a:lnTo>
                    <a:pt x="453057" y="148043"/>
                  </a:lnTo>
                  <a:lnTo>
                    <a:pt x="486282" y="140879"/>
                  </a:lnTo>
                  <a:lnTo>
                    <a:pt x="517607" y="134124"/>
                  </a:lnTo>
                  <a:lnTo>
                    <a:pt x="547239" y="127735"/>
                  </a:lnTo>
                  <a:lnTo>
                    <a:pt x="575350" y="121673"/>
                  </a:lnTo>
                  <a:lnTo>
                    <a:pt x="602089" y="115908"/>
                  </a:lnTo>
                  <a:lnTo>
                    <a:pt x="627584" y="110410"/>
                  </a:lnTo>
                  <a:lnTo>
                    <a:pt x="651946" y="105157"/>
                  </a:lnTo>
                  <a:lnTo>
                    <a:pt x="675270" y="100128"/>
                  </a:lnTo>
                  <a:lnTo>
                    <a:pt x="697642" y="95304"/>
                  </a:lnTo>
                  <a:lnTo>
                    <a:pt x="719137" y="90669"/>
                  </a:lnTo>
                  <a:lnTo>
                    <a:pt x="739821" y="86209"/>
                  </a:lnTo>
                  <a:lnTo>
                    <a:pt x="759752" y="81911"/>
                  </a:lnTo>
                  <a:lnTo>
                    <a:pt x="778983" y="77764"/>
                  </a:lnTo>
                  <a:lnTo>
                    <a:pt x="797563" y="73758"/>
                  </a:lnTo>
                  <a:lnTo>
                    <a:pt x="815533" y="69883"/>
                  </a:lnTo>
                  <a:lnTo>
                    <a:pt x="832933" y="66131"/>
                  </a:lnTo>
                  <a:lnTo>
                    <a:pt x="849797" y="62495"/>
                  </a:lnTo>
                  <a:lnTo>
                    <a:pt x="866158" y="58967"/>
                  </a:lnTo>
                  <a:lnTo>
                    <a:pt x="882045" y="55542"/>
                  </a:lnTo>
                  <a:lnTo>
                    <a:pt x="897483" y="52212"/>
                  </a:lnTo>
                  <a:lnTo>
                    <a:pt x="912499" y="48975"/>
                  </a:lnTo>
                  <a:lnTo>
                    <a:pt x="927115" y="45823"/>
                  </a:lnTo>
                  <a:lnTo>
                    <a:pt x="941351" y="42754"/>
                  </a:lnTo>
                  <a:lnTo>
                    <a:pt x="955226" y="39762"/>
                  </a:lnTo>
                  <a:lnTo>
                    <a:pt x="968758" y="36844"/>
                  </a:lnTo>
                  <a:lnTo>
                    <a:pt x="981965" y="33996"/>
                  </a:lnTo>
                  <a:lnTo>
                    <a:pt x="994861" y="31215"/>
                  </a:lnTo>
                  <a:lnTo>
                    <a:pt x="1007460" y="28498"/>
                  </a:lnTo>
                  <a:lnTo>
                    <a:pt x="1019776" y="25843"/>
                  </a:lnTo>
                  <a:lnTo>
                    <a:pt x="1031822" y="23245"/>
                  </a:lnTo>
                  <a:lnTo>
                    <a:pt x="1043608" y="20704"/>
                  </a:lnTo>
                  <a:lnTo>
                    <a:pt x="1055146" y="18216"/>
                  </a:lnTo>
                  <a:lnTo>
                    <a:pt x="1066447" y="15779"/>
                  </a:lnTo>
                  <a:lnTo>
                    <a:pt x="1077519" y="13392"/>
                  </a:lnTo>
                  <a:lnTo>
                    <a:pt x="1088371" y="11052"/>
                  </a:lnTo>
                  <a:lnTo>
                    <a:pt x="1099013" y="8757"/>
                  </a:lnTo>
                  <a:lnTo>
                    <a:pt x="1109453" y="6506"/>
                  </a:lnTo>
                  <a:lnTo>
                    <a:pt x="1119697" y="4297"/>
                  </a:lnTo>
                  <a:lnTo>
                    <a:pt x="1129753" y="2129"/>
                  </a:lnTo>
                  <a:lnTo>
                    <a:pt x="113962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34442" y="3632162"/>
              <a:ext cx="1139628" cy="91856"/>
            </a:xfrm>
            <a:custGeom>
              <a:avLst/>
              <a:pathLst>
                <a:path w="1139628" h="91856">
                  <a:moveTo>
                    <a:pt x="0" y="0"/>
                  </a:moveTo>
                  <a:lnTo>
                    <a:pt x="73181" y="5898"/>
                  </a:lnTo>
                  <a:lnTo>
                    <a:pt x="137731" y="11101"/>
                  </a:lnTo>
                  <a:lnTo>
                    <a:pt x="195474" y="15755"/>
                  </a:lnTo>
                  <a:lnTo>
                    <a:pt x="247708" y="19965"/>
                  </a:lnTo>
                  <a:lnTo>
                    <a:pt x="295394" y="23809"/>
                  </a:lnTo>
                  <a:lnTo>
                    <a:pt x="339261" y="27345"/>
                  </a:lnTo>
                  <a:lnTo>
                    <a:pt x="379876" y="30618"/>
                  </a:lnTo>
                  <a:lnTo>
                    <a:pt x="417687" y="33666"/>
                  </a:lnTo>
                  <a:lnTo>
                    <a:pt x="453057" y="36517"/>
                  </a:lnTo>
                  <a:lnTo>
                    <a:pt x="486282" y="39195"/>
                  </a:lnTo>
                  <a:lnTo>
                    <a:pt x="517607" y="41720"/>
                  </a:lnTo>
                  <a:lnTo>
                    <a:pt x="547239" y="44108"/>
                  </a:lnTo>
                  <a:lnTo>
                    <a:pt x="575350" y="46374"/>
                  </a:lnTo>
                  <a:lnTo>
                    <a:pt x="602089" y="48529"/>
                  </a:lnTo>
                  <a:lnTo>
                    <a:pt x="627584" y="50584"/>
                  </a:lnTo>
                  <a:lnTo>
                    <a:pt x="651946" y="52547"/>
                  </a:lnTo>
                  <a:lnTo>
                    <a:pt x="675270" y="54427"/>
                  </a:lnTo>
                  <a:lnTo>
                    <a:pt x="697642" y="56231"/>
                  </a:lnTo>
                  <a:lnTo>
                    <a:pt x="719137" y="57963"/>
                  </a:lnTo>
                  <a:lnTo>
                    <a:pt x="739821" y="59630"/>
                  </a:lnTo>
                  <a:lnTo>
                    <a:pt x="759752" y="61237"/>
                  </a:lnTo>
                  <a:lnTo>
                    <a:pt x="778983" y="62787"/>
                  </a:lnTo>
                  <a:lnTo>
                    <a:pt x="797563" y="64284"/>
                  </a:lnTo>
                  <a:lnTo>
                    <a:pt x="815533" y="65733"/>
                  </a:lnTo>
                  <a:lnTo>
                    <a:pt x="832933" y="67135"/>
                  </a:lnTo>
                  <a:lnTo>
                    <a:pt x="849797" y="68495"/>
                  </a:lnTo>
                  <a:lnTo>
                    <a:pt x="866158" y="69813"/>
                  </a:lnTo>
                  <a:lnTo>
                    <a:pt x="882045" y="71094"/>
                  </a:lnTo>
                  <a:lnTo>
                    <a:pt x="897483" y="72338"/>
                  </a:lnTo>
                  <a:lnTo>
                    <a:pt x="912499" y="73549"/>
                  </a:lnTo>
                  <a:lnTo>
                    <a:pt x="927115" y="74727"/>
                  </a:lnTo>
                  <a:lnTo>
                    <a:pt x="941351" y="75874"/>
                  </a:lnTo>
                  <a:lnTo>
                    <a:pt x="955226" y="76992"/>
                  </a:lnTo>
                  <a:lnTo>
                    <a:pt x="968758" y="78083"/>
                  </a:lnTo>
                  <a:lnTo>
                    <a:pt x="981965" y="79148"/>
                  </a:lnTo>
                  <a:lnTo>
                    <a:pt x="994861" y="80187"/>
                  </a:lnTo>
                  <a:lnTo>
                    <a:pt x="1007460" y="81203"/>
                  </a:lnTo>
                  <a:lnTo>
                    <a:pt x="1019776" y="82195"/>
                  </a:lnTo>
                  <a:lnTo>
                    <a:pt x="1031822" y="83166"/>
                  </a:lnTo>
                  <a:lnTo>
                    <a:pt x="1043608" y="84116"/>
                  </a:lnTo>
                  <a:lnTo>
                    <a:pt x="1055146" y="85046"/>
                  </a:lnTo>
                  <a:lnTo>
                    <a:pt x="1066447" y="85957"/>
                  </a:lnTo>
                  <a:lnTo>
                    <a:pt x="1077519" y="86849"/>
                  </a:lnTo>
                  <a:lnTo>
                    <a:pt x="1088371" y="87724"/>
                  </a:lnTo>
                  <a:lnTo>
                    <a:pt x="1099013" y="88582"/>
                  </a:lnTo>
                  <a:lnTo>
                    <a:pt x="1109453" y="89423"/>
                  </a:lnTo>
                  <a:lnTo>
                    <a:pt x="1119697" y="90249"/>
                  </a:lnTo>
                  <a:lnTo>
                    <a:pt x="1129753" y="91060"/>
                  </a:lnTo>
                  <a:lnTo>
                    <a:pt x="1139628" y="9185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34442" y="3398907"/>
              <a:ext cx="1139628" cy="186819"/>
            </a:xfrm>
            <a:custGeom>
              <a:avLst/>
              <a:pathLst>
                <a:path w="1139628" h="186819">
                  <a:moveTo>
                    <a:pt x="0" y="186819"/>
                  </a:moveTo>
                  <a:lnTo>
                    <a:pt x="73181" y="174822"/>
                  </a:lnTo>
                  <a:lnTo>
                    <a:pt x="137731" y="164241"/>
                  </a:lnTo>
                  <a:lnTo>
                    <a:pt x="195474" y="154775"/>
                  </a:lnTo>
                  <a:lnTo>
                    <a:pt x="247708" y="146212"/>
                  </a:lnTo>
                  <a:lnTo>
                    <a:pt x="295394" y="138395"/>
                  </a:lnTo>
                  <a:lnTo>
                    <a:pt x="339261" y="131204"/>
                  </a:lnTo>
                  <a:lnTo>
                    <a:pt x="379876" y="124546"/>
                  </a:lnTo>
                  <a:lnTo>
                    <a:pt x="417687" y="118347"/>
                  </a:lnTo>
                  <a:lnTo>
                    <a:pt x="453057" y="112549"/>
                  </a:lnTo>
                  <a:lnTo>
                    <a:pt x="486282" y="107103"/>
                  </a:lnTo>
                  <a:lnTo>
                    <a:pt x="517607" y="101967"/>
                  </a:lnTo>
                  <a:lnTo>
                    <a:pt x="547239" y="97110"/>
                  </a:lnTo>
                  <a:lnTo>
                    <a:pt x="575350" y="92502"/>
                  </a:lnTo>
                  <a:lnTo>
                    <a:pt x="602089" y="88118"/>
                  </a:lnTo>
                  <a:lnTo>
                    <a:pt x="627584" y="83939"/>
                  </a:lnTo>
                  <a:lnTo>
                    <a:pt x="651946" y="79945"/>
                  </a:lnTo>
                  <a:lnTo>
                    <a:pt x="675270" y="76122"/>
                  </a:lnTo>
                  <a:lnTo>
                    <a:pt x="697642" y="72454"/>
                  </a:lnTo>
                  <a:lnTo>
                    <a:pt x="719137" y="68931"/>
                  </a:lnTo>
                  <a:lnTo>
                    <a:pt x="739821" y="65540"/>
                  </a:lnTo>
                  <a:lnTo>
                    <a:pt x="759752" y="62273"/>
                  </a:lnTo>
                  <a:lnTo>
                    <a:pt x="778983" y="59120"/>
                  </a:lnTo>
                  <a:lnTo>
                    <a:pt x="797563" y="56074"/>
                  </a:lnTo>
                  <a:lnTo>
                    <a:pt x="815533" y="53128"/>
                  </a:lnTo>
                  <a:lnTo>
                    <a:pt x="832933" y="50276"/>
                  </a:lnTo>
                  <a:lnTo>
                    <a:pt x="849797" y="47512"/>
                  </a:lnTo>
                  <a:lnTo>
                    <a:pt x="866158" y="44829"/>
                  </a:lnTo>
                  <a:lnTo>
                    <a:pt x="882045" y="42225"/>
                  </a:lnTo>
                  <a:lnTo>
                    <a:pt x="897483" y="39694"/>
                  </a:lnTo>
                  <a:lnTo>
                    <a:pt x="912499" y="37233"/>
                  </a:lnTo>
                  <a:lnTo>
                    <a:pt x="927115" y="34837"/>
                  </a:lnTo>
                  <a:lnTo>
                    <a:pt x="941351" y="32503"/>
                  </a:lnTo>
                  <a:lnTo>
                    <a:pt x="955226" y="30229"/>
                  </a:lnTo>
                  <a:lnTo>
                    <a:pt x="968758" y="28010"/>
                  </a:lnTo>
                  <a:lnTo>
                    <a:pt x="981965" y="25845"/>
                  </a:lnTo>
                  <a:lnTo>
                    <a:pt x="994861" y="23731"/>
                  </a:lnTo>
                  <a:lnTo>
                    <a:pt x="1007460" y="21666"/>
                  </a:lnTo>
                  <a:lnTo>
                    <a:pt x="1019776" y="19647"/>
                  </a:lnTo>
                  <a:lnTo>
                    <a:pt x="1031822" y="17672"/>
                  </a:lnTo>
                  <a:lnTo>
                    <a:pt x="1043608" y="15740"/>
                  </a:lnTo>
                  <a:lnTo>
                    <a:pt x="1055146" y="13849"/>
                  </a:lnTo>
                  <a:lnTo>
                    <a:pt x="1066447" y="11996"/>
                  </a:lnTo>
                  <a:lnTo>
                    <a:pt x="1077519" y="10181"/>
                  </a:lnTo>
                  <a:lnTo>
                    <a:pt x="1088371" y="8402"/>
                  </a:lnTo>
                  <a:lnTo>
                    <a:pt x="1099013" y="6657"/>
                  </a:lnTo>
                  <a:lnTo>
                    <a:pt x="1109453" y="4946"/>
                  </a:lnTo>
                  <a:lnTo>
                    <a:pt x="1119697" y="3267"/>
                  </a:lnTo>
                  <a:lnTo>
                    <a:pt x="1129753" y="1618"/>
                  </a:lnTo>
                  <a:lnTo>
                    <a:pt x="113962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34442" y="3282967"/>
              <a:ext cx="1139628" cy="86453"/>
            </a:xfrm>
            <a:custGeom>
              <a:avLst/>
              <a:pathLst>
                <a:path w="1139628" h="86453">
                  <a:moveTo>
                    <a:pt x="0" y="0"/>
                  </a:moveTo>
                  <a:lnTo>
                    <a:pt x="73181" y="5551"/>
                  </a:lnTo>
                  <a:lnTo>
                    <a:pt x="137731" y="10448"/>
                  </a:lnTo>
                  <a:lnTo>
                    <a:pt x="195474" y="14828"/>
                  </a:lnTo>
                  <a:lnTo>
                    <a:pt x="247708" y="18791"/>
                  </a:lnTo>
                  <a:lnTo>
                    <a:pt x="295394" y="22408"/>
                  </a:lnTo>
                  <a:lnTo>
                    <a:pt x="339261" y="25736"/>
                  </a:lnTo>
                  <a:lnTo>
                    <a:pt x="379876" y="28817"/>
                  </a:lnTo>
                  <a:lnTo>
                    <a:pt x="417687" y="31686"/>
                  </a:lnTo>
                  <a:lnTo>
                    <a:pt x="453057" y="34369"/>
                  </a:lnTo>
                  <a:lnTo>
                    <a:pt x="486282" y="36889"/>
                  </a:lnTo>
                  <a:lnTo>
                    <a:pt x="517607" y="39266"/>
                  </a:lnTo>
                  <a:lnTo>
                    <a:pt x="547239" y="41514"/>
                  </a:lnTo>
                  <a:lnTo>
                    <a:pt x="575350" y="43646"/>
                  </a:lnTo>
                  <a:lnTo>
                    <a:pt x="602089" y="45675"/>
                  </a:lnTo>
                  <a:lnTo>
                    <a:pt x="627584" y="47609"/>
                  </a:lnTo>
                  <a:lnTo>
                    <a:pt x="651946" y="49457"/>
                  </a:lnTo>
                  <a:lnTo>
                    <a:pt x="675270" y="51226"/>
                  </a:lnTo>
                  <a:lnTo>
                    <a:pt x="697642" y="52924"/>
                  </a:lnTo>
                  <a:lnTo>
                    <a:pt x="719137" y="54554"/>
                  </a:lnTo>
                  <a:lnTo>
                    <a:pt x="739821" y="56123"/>
                  </a:lnTo>
                  <a:lnTo>
                    <a:pt x="759752" y="57635"/>
                  </a:lnTo>
                  <a:lnTo>
                    <a:pt x="778983" y="59094"/>
                  </a:lnTo>
                  <a:lnTo>
                    <a:pt x="797563" y="60504"/>
                  </a:lnTo>
                  <a:lnTo>
                    <a:pt x="815533" y="61867"/>
                  </a:lnTo>
                  <a:lnTo>
                    <a:pt x="832933" y="63187"/>
                  </a:lnTo>
                  <a:lnTo>
                    <a:pt x="849797" y="64466"/>
                  </a:lnTo>
                  <a:lnTo>
                    <a:pt x="866158" y="65707"/>
                  </a:lnTo>
                  <a:lnTo>
                    <a:pt x="882045" y="66913"/>
                  </a:lnTo>
                  <a:lnTo>
                    <a:pt x="897483" y="68084"/>
                  </a:lnTo>
                  <a:lnTo>
                    <a:pt x="912499" y="69223"/>
                  </a:lnTo>
                  <a:lnTo>
                    <a:pt x="927115" y="70332"/>
                  </a:lnTo>
                  <a:lnTo>
                    <a:pt x="941351" y="71412"/>
                  </a:lnTo>
                  <a:lnTo>
                    <a:pt x="955226" y="72464"/>
                  </a:lnTo>
                  <a:lnTo>
                    <a:pt x="968758" y="73491"/>
                  </a:lnTo>
                  <a:lnTo>
                    <a:pt x="981965" y="74493"/>
                  </a:lnTo>
                  <a:lnTo>
                    <a:pt x="994861" y="75471"/>
                  </a:lnTo>
                  <a:lnTo>
                    <a:pt x="1007460" y="76427"/>
                  </a:lnTo>
                  <a:lnTo>
                    <a:pt x="1019776" y="77361"/>
                  </a:lnTo>
                  <a:lnTo>
                    <a:pt x="1031822" y="78275"/>
                  </a:lnTo>
                  <a:lnTo>
                    <a:pt x="1043608" y="79169"/>
                  </a:lnTo>
                  <a:lnTo>
                    <a:pt x="1055146" y="80044"/>
                  </a:lnTo>
                  <a:lnTo>
                    <a:pt x="1066447" y="80902"/>
                  </a:lnTo>
                  <a:lnTo>
                    <a:pt x="1077519" y="81741"/>
                  </a:lnTo>
                  <a:lnTo>
                    <a:pt x="1088371" y="82565"/>
                  </a:lnTo>
                  <a:lnTo>
                    <a:pt x="1099013" y="83372"/>
                  </a:lnTo>
                  <a:lnTo>
                    <a:pt x="1109453" y="84164"/>
                  </a:lnTo>
                  <a:lnTo>
                    <a:pt x="1119697" y="84941"/>
                  </a:lnTo>
                  <a:lnTo>
                    <a:pt x="1129753" y="85704"/>
                  </a:lnTo>
                  <a:lnTo>
                    <a:pt x="1139628" y="8645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48241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19773" y="38107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19773" y="34706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19773" y="31305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19773" y="27904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48241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444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14318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594194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74070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48241" y="2473969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28106" y="35280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54193" y="29182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52528" y="328873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17855" y="35609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41339" y="34108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43703" y="34170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57100" y="30857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32705" y="35424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24742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56990" y="35139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24737" y="36822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04472" y="26771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10107" y="33663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18028" y="36283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595543" y="35346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07552" y="34710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31224" y="35598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24218" y="37119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20537" y="32952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08982" y="34271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20625" y="31443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29808" y="35254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34288" y="32015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39197" y="33664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14414" y="35589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29490" y="32827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32980" y="30784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28590" y="280573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007346" y="35952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019743" y="34960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09011" y="325645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23404" y="34710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13841" y="33915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80276" y="3677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20741" y="36250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012248" y="34151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98964" y="33909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93951" y="30574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025022" y="35151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019149" y="30617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014536" y="35623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002570" y="37006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91691" y="33396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72285" y="32215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76291" y="36171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73702" y="33433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92801" y="30371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25119" y="33275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82236" y="32808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72757" y="33501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78150" y="34907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77616" y="35575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403556" y="35394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89610" y="35057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407419" y="32205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98982" y="331751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71165" y="32305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92648" y="29630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401527" y="35641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402205" y="31037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56647" y="28722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401603" y="36542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95190" y="32589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71374" y="356943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98741" y="27980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99307" y="32849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88291" y="31711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52554" y="34074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81327" y="32995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87793" y="35294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88761" y="32008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81178" y="35625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64259" y="3406193"/>
              <a:ext cx="1143740" cy="179076"/>
            </a:xfrm>
            <a:custGeom>
              <a:avLst/>
              <a:pathLst>
                <a:path w="1143740" h="179076">
                  <a:moveTo>
                    <a:pt x="0" y="179076"/>
                  </a:moveTo>
                  <a:lnTo>
                    <a:pt x="73445" y="167577"/>
                  </a:lnTo>
                  <a:lnTo>
                    <a:pt x="138228" y="157433"/>
                  </a:lnTo>
                  <a:lnTo>
                    <a:pt x="196179" y="148360"/>
                  </a:lnTo>
                  <a:lnTo>
                    <a:pt x="248602" y="140152"/>
                  </a:lnTo>
                  <a:lnTo>
                    <a:pt x="296460" y="132659"/>
                  </a:lnTo>
                  <a:lnTo>
                    <a:pt x="340485" y="125766"/>
                  </a:lnTo>
                  <a:lnTo>
                    <a:pt x="381246" y="119384"/>
                  </a:lnTo>
                  <a:lnTo>
                    <a:pt x="419194" y="113442"/>
                  </a:lnTo>
                  <a:lnTo>
                    <a:pt x="454692" y="107884"/>
                  </a:lnTo>
                  <a:lnTo>
                    <a:pt x="488037" y="102664"/>
                  </a:lnTo>
                  <a:lnTo>
                    <a:pt x="519475" y="97741"/>
                  </a:lnTo>
                  <a:lnTo>
                    <a:pt x="549213" y="93085"/>
                  </a:lnTo>
                  <a:lnTo>
                    <a:pt x="577426" y="88668"/>
                  </a:lnTo>
                  <a:lnTo>
                    <a:pt x="604262" y="84466"/>
                  </a:lnTo>
                  <a:lnTo>
                    <a:pt x="629849" y="80460"/>
                  </a:lnTo>
                  <a:lnTo>
                    <a:pt x="654298" y="76632"/>
                  </a:lnTo>
                  <a:lnTo>
                    <a:pt x="677707" y="72967"/>
                  </a:lnTo>
                  <a:lnTo>
                    <a:pt x="700160" y="69451"/>
                  </a:lnTo>
                  <a:lnTo>
                    <a:pt x="721732" y="66074"/>
                  </a:lnTo>
                  <a:lnTo>
                    <a:pt x="742490" y="62824"/>
                  </a:lnTo>
                  <a:lnTo>
                    <a:pt x="762493" y="59692"/>
                  </a:lnTo>
                  <a:lnTo>
                    <a:pt x="781794" y="56670"/>
                  </a:lnTo>
                  <a:lnTo>
                    <a:pt x="800441" y="53750"/>
                  </a:lnTo>
                  <a:lnTo>
                    <a:pt x="818476" y="50926"/>
                  </a:lnTo>
                  <a:lnTo>
                    <a:pt x="835939" y="48192"/>
                  </a:lnTo>
                  <a:lnTo>
                    <a:pt x="852864" y="45542"/>
                  </a:lnTo>
                  <a:lnTo>
                    <a:pt x="869284" y="42971"/>
                  </a:lnTo>
                  <a:lnTo>
                    <a:pt x="885227" y="40475"/>
                  </a:lnTo>
                  <a:lnTo>
                    <a:pt x="900722" y="38049"/>
                  </a:lnTo>
                  <a:lnTo>
                    <a:pt x="915792" y="35690"/>
                  </a:lnTo>
                  <a:lnTo>
                    <a:pt x="930460" y="33393"/>
                  </a:lnTo>
                  <a:lnTo>
                    <a:pt x="944747" y="31156"/>
                  </a:lnTo>
                  <a:lnTo>
                    <a:pt x="958673" y="28976"/>
                  </a:lnTo>
                  <a:lnTo>
                    <a:pt x="972254" y="26849"/>
                  </a:lnTo>
                  <a:lnTo>
                    <a:pt x="985508" y="24774"/>
                  </a:lnTo>
                  <a:lnTo>
                    <a:pt x="998451" y="22748"/>
                  </a:lnTo>
                  <a:lnTo>
                    <a:pt x="1011096" y="20768"/>
                  </a:lnTo>
                  <a:lnTo>
                    <a:pt x="1023456" y="18832"/>
                  </a:lnTo>
                  <a:lnTo>
                    <a:pt x="1035545" y="16940"/>
                  </a:lnTo>
                  <a:lnTo>
                    <a:pt x="1047374" y="15088"/>
                  </a:lnTo>
                  <a:lnTo>
                    <a:pt x="1058954" y="13275"/>
                  </a:lnTo>
                  <a:lnTo>
                    <a:pt x="1070295" y="11499"/>
                  </a:lnTo>
                  <a:lnTo>
                    <a:pt x="1081407" y="9759"/>
                  </a:lnTo>
                  <a:lnTo>
                    <a:pt x="1092299" y="8054"/>
                  </a:lnTo>
                  <a:lnTo>
                    <a:pt x="1102979" y="6381"/>
                  </a:lnTo>
                  <a:lnTo>
                    <a:pt x="1113456" y="4741"/>
                  </a:lnTo>
                  <a:lnTo>
                    <a:pt x="1123737" y="3131"/>
                  </a:lnTo>
                  <a:lnTo>
                    <a:pt x="1133830" y="1551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64259" y="3204118"/>
              <a:ext cx="1143740" cy="436493"/>
            </a:xfrm>
            <a:custGeom>
              <a:avLst/>
              <a:pathLst>
                <a:path w="1143740" h="436493">
                  <a:moveTo>
                    <a:pt x="0" y="436493"/>
                  </a:moveTo>
                  <a:lnTo>
                    <a:pt x="73445" y="408463"/>
                  </a:lnTo>
                  <a:lnTo>
                    <a:pt x="138228" y="383740"/>
                  </a:lnTo>
                  <a:lnTo>
                    <a:pt x="196179" y="361624"/>
                  </a:lnTo>
                  <a:lnTo>
                    <a:pt x="248602" y="341617"/>
                  </a:lnTo>
                  <a:lnTo>
                    <a:pt x="296460" y="323353"/>
                  </a:lnTo>
                  <a:lnTo>
                    <a:pt x="340485" y="306551"/>
                  </a:lnTo>
                  <a:lnTo>
                    <a:pt x="381246" y="290995"/>
                  </a:lnTo>
                  <a:lnTo>
                    <a:pt x="419194" y="276513"/>
                  </a:lnTo>
                  <a:lnTo>
                    <a:pt x="454692" y="262966"/>
                  </a:lnTo>
                  <a:lnTo>
                    <a:pt x="488037" y="250240"/>
                  </a:lnTo>
                  <a:lnTo>
                    <a:pt x="519475" y="238242"/>
                  </a:lnTo>
                  <a:lnTo>
                    <a:pt x="549213" y="226893"/>
                  </a:lnTo>
                  <a:lnTo>
                    <a:pt x="577426" y="216126"/>
                  </a:lnTo>
                  <a:lnTo>
                    <a:pt x="604262" y="205884"/>
                  </a:lnTo>
                  <a:lnTo>
                    <a:pt x="629849" y="196119"/>
                  </a:lnTo>
                  <a:lnTo>
                    <a:pt x="654298" y="186789"/>
                  </a:lnTo>
                  <a:lnTo>
                    <a:pt x="677707" y="177855"/>
                  </a:lnTo>
                  <a:lnTo>
                    <a:pt x="700160" y="169286"/>
                  </a:lnTo>
                  <a:lnTo>
                    <a:pt x="721732" y="161053"/>
                  </a:lnTo>
                  <a:lnTo>
                    <a:pt x="742490" y="153131"/>
                  </a:lnTo>
                  <a:lnTo>
                    <a:pt x="762493" y="145497"/>
                  </a:lnTo>
                  <a:lnTo>
                    <a:pt x="781794" y="138131"/>
                  </a:lnTo>
                  <a:lnTo>
                    <a:pt x="800441" y="131015"/>
                  </a:lnTo>
                  <a:lnTo>
                    <a:pt x="818476" y="124132"/>
                  </a:lnTo>
                  <a:lnTo>
                    <a:pt x="835939" y="117468"/>
                  </a:lnTo>
                  <a:lnTo>
                    <a:pt x="852864" y="111009"/>
                  </a:lnTo>
                  <a:lnTo>
                    <a:pt x="869284" y="104742"/>
                  </a:lnTo>
                  <a:lnTo>
                    <a:pt x="885227" y="98657"/>
                  </a:lnTo>
                  <a:lnTo>
                    <a:pt x="900722" y="92744"/>
                  </a:lnTo>
                  <a:lnTo>
                    <a:pt x="915792" y="86993"/>
                  </a:lnTo>
                  <a:lnTo>
                    <a:pt x="930460" y="81395"/>
                  </a:lnTo>
                  <a:lnTo>
                    <a:pt x="944747" y="75942"/>
                  </a:lnTo>
                  <a:lnTo>
                    <a:pt x="958673" y="70628"/>
                  </a:lnTo>
                  <a:lnTo>
                    <a:pt x="972254" y="65445"/>
                  </a:lnTo>
                  <a:lnTo>
                    <a:pt x="985508" y="60387"/>
                  </a:lnTo>
                  <a:lnTo>
                    <a:pt x="998451" y="55447"/>
                  </a:lnTo>
                  <a:lnTo>
                    <a:pt x="1011096" y="50622"/>
                  </a:lnTo>
                  <a:lnTo>
                    <a:pt x="1023456" y="45904"/>
                  </a:lnTo>
                  <a:lnTo>
                    <a:pt x="1035545" y="41291"/>
                  </a:lnTo>
                  <a:lnTo>
                    <a:pt x="1047374" y="36776"/>
                  </a:lnTo>
                  <a:lnTo>
                    <a:pt x="1058954" y="32357"/>
                  </a:lnTo>
                  <a:lnTo>
                    <a:pt x="1070295" y="28029"/>
                  </a:lnTo>
                  <a:lnTo>
                    <a:pt x="1081407" y="23788"/>
                  </a:lnTo>
                  <a:lnTo>
                    <a:pt x="1092299" y="19631"/>
                  </a:lnTo>
                  <a:lnTo>
                    <a:pt x="1102979" y="15555"/>
                  </a:lnTo>
                  <a:lnTo>
                    <a:pt x="1113456" y="11557"/>
                  </a:lnTo>
                  <a:lnTo>
                    <a:pt x="1123737" y="7633"/>
                  </a:lnTo>
                  <a:lnTo>
                    <a:pt x="1133830" y="3782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64259" y="3305772"/>
              <a:ext cx="1143740" cy="17755"/>
            </a:xfrm>
            <a:custGeom>
              <a:avLst/>
              <a:pathLst>
                <a:path w="1143740" h="17755">
                  <a:moveTo>
                    <a:pt x="0" y="0"/>
                  </a:moveTo>
                  <a:lnTo>
                    <a:pt x="73445" y="1140"/>
                  </a:lnTo>
                  <a:lnTo>
                    <a:pt x="138228" y="2145"/>
                  </a:lnTo>
                  <a:lnTo>
                    <a:pt x="196179" y="3045"/>
                  </a:lnTo>
                  <a:lnTo>
                    <a:pt x="248602" y="3859"/>
                  </a:lnTo>
                  <a:lnTo>
                    <a:pt x="296460" y="4602"/>
                  </a:lnTo>
                  <a:lnTo>
                    <a:pt x="340485" y="5285"/>
                  </a:lnTo>
                  <a:lnTo>
                    <a:pt x="381246" y="5918"/>
                  </a:lnTo>
                  <a:lnTo>
                    <a:pt x="419194" y="6507"/>
                  </a:lnTo>
                  <a:lnTo>
                    <a:pt x="454692" y="7058"/>
                  </a:lnTo>
                  <a:lnTo>
                    <a:pt x="488037" y="7576"/>
                  </a:lnTo>
                  <a:lnTo>
                    <a:pt x="519475" y="8064"/>
                  </a:lnTo>
                  <a:lnTo>
                    <a:pt x="549213" y="8526"/>
                  </a:lnTo>
                  <a:lnTo>
                    <a:pt x="577426" y="8964"/>
                  </a:lnTo>
                  <a:lnTo>
                    <a:pt x="604262" y="9380"/>
                  </a:lnTo>
                  <a:lnTo>
                    <a:pt x="629849" y="9777"/>
                  </a:lnTo>
                  <a:lnTo>
                    <a:pt x="654298" y="10157"/>
                  </a:lnTo>
                  <a:lnTo>
                    <a:pt x="677707" y="10520"/>
                  </a:lnTo>
                  <a:lnTo>
                    <a:pt x="700160" y="10869"/>
                  </a:lnTo>
                  <a:lnTo>
                    <a:pt x="721732" y="11204"/>
                  </a:lnTo>
                  <a:lnTo>
                    <a:pt x="742490" y="11526"/>
                  </a:lnTo>
                  <a:lnTo>
                    <a:pt x="762493" y="11837"/>
                  </a:lnTo>
                  <a:lnTo>
                    <a:pt x="781794" y="12136"/>
                  </a:lnTo>
                  <a:lnTo>
                    <a:pt x="800441" y="12426"/>
                  </a:lnTo>
                  <a:lnTo>
                    <a:pt x="818476" y="12706"/>
                  </a:lnTo>
                  <a:lnTo>
                    <a:pt x="835939" y="12977"/>
                  </a:lnTo>
                  <a:lnTo>
                    <a:pt x="852864" y="13240"/>
                  </a:lnTo>
                  <a:lnTo>
                    <a:pt x="869284" y="13494"/>
                  </a:lnTo>
                  <a:lnTo>
                    <a:pt x="885227" y="13742"/>
                  </a:lnTo>
                  <a:lnTo>
                    <a:pt x="900722" y="13983"/>
                  </a:lnTo>
                  <a:lnTo>
                    <a:pt x="915792" y="14216"/>
                  </a:lnTo>
                  <a:lnTo>
                    <a:pt x="930460" y="14444"/>
                  </a:lnTo>
                  <a:lnTo>
                    <a:pt x="944747" y="14666"/>
                  </a:lnTo>
                  <a:lnTo>
                    <a:pt x="958673" y="14882"/>
                  </a:lnTo>
                  <a:lnTo>
                    <a:pt x="972254" y="15093"/>
                  </a:lnTo>
                  <a:lnTo>
                    <a:pt x="985508" y="15299"/>
                  </a:lnTo>
                  <a:lnTo>
                    <a:pt x="998451" y="15500"/>
                  </a:lnTo>
                  <a:lnTo>
                    <a:pt x="1011096" y="15696"/>
                  </a:lnTo>
                  <a:lnTo>
                    <a:pt x="1023456" y="15888"/>
                  </a:lnTo>
                  <a:lnTo>
                    <a:pt x="1035545" y="16076"/>
                  </a:lnTo>
                  <a:lnTo>
                    <a:pt x="1047374" y="16259"/>
                  </a:lnTo>
                  <a:lnTo>
                    <a:pt x="1058954" y="16439"/>
                  </a:lnTo>
                  <a:lnTo>
                    <a:pt x="1070295" y="16615"/>
                  </a:lnTo>
                  <a:lnTo>
                    <a:pt x="1081407" y="16788"/>
                  </a:lnTo>
                  <a:lnTo>
                    <a:pt x="1092299" y="16957"/>
                  </a:lnTo>
                  <a:lnTo>
                    <a:pt x="1102979" y="17122"/>
                  </a:lnTo>
                  <a:lnTo>
                    <a:pt x="1113456" y="17285"/>
                  </a:lnTo>
                  <a:lnTo>
                    <a:pt x="1123737" y="17445"/>
                  </a:lnTo>
                  <a:lnTo>
                    <a:pt x="1133830" y="17601"/>
                  </a:lnTo>
                  <a:lnTo>
                    <a:pt x="1143740" y="1775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64259" y="2916122"/>
              <a:ext cx="1143740" cy="394992"/>
            </a:xfrm>
            <a:custGeom>
              <a:avLst/>
              <a:pathLst>
                <a:path w="1143740" h="394992">
                  <a:moveTo>
                    <a:pt x="0" y="394992"/>
                  </a:moveTo>
                  <a:lnTo>
                    <a:pt x="73445" y="369628"/>
                  </a:lnTo>
                  <a:lnTo>
                    <a:pt x="138228" y="347255"/>
                  </a:lnTo>
                  <a:lnTo>
                    <a:pt x="196179" y="327241"/>
                  </a:lnTo>
                  <a:lnTo>
                    <a:pt x="248602" y="309137"/>
                  </a:lnTo>
                  <a:lnTo>
                    <a:pt x="296460" y="292609"/>
                  </a:lnTo>
                  <a:lnTo>
                    <a:pt x="340485" y="277405"/>
                  </a:lnTo>
                  <a:lnTo>
                    <a:pt x="381246" y="263328"/>
                  </a:lnTo>
                  <a:lnTo>
                    <a:pt x="419194" y="250223"/>
                  </a:lnTo>
                  <a:lnTo>
                    <a:pt x="454692" y="237963"/>
                  </a:lnTo>
                  <a:lnTo>
                    <a:pt x="488037" y="226448"/>
                  </a:lnTo>
                  <a:lnTo>
                    <a:pt x="519475" y="215590"/>
                  </a:lnTo>
                  <a:lnTo>
                    <a:pt x="549213" y="205320"/>
                  </a:lnTo>
                  <a:lnTo>
                    <a:pt x="577426" y="195577"/>
                  </a:lnTo>
                  <a:lnTo>
                    <a:pt x="604262" y="186309"/>
                  </a:lnTo>
                  <a:lnTo>
                    <a:pt x="629849" y="177473"/>
                  </a:lnTo>
                  <a:lnTo>
                    <a:pt x="654298" y="169029"/>
                  </a:lnTo>
                  <a:lnTo>
                    <a:pt x="677707" y="160945"/>
                  </a:lnTo>
                  <a:lnTo>
                    <a:pt x="700160" y="153191"/>
                  </a:lnTo>
                  <a:lnTo>
                    <a:pt x="721732" y="145741"/>
                  </a:lnTo>
                  <a:lnTo>
                    <a:pt x="742490" y="138572"/>
                  </a:lnTo>
                  <a:lnTo>
                    <a:pt x="762493" y="131664"/>
                  </a:lnTo>
                  <a:lnTo>
                    <a:pt x="781794" y="124998"/>
                  </a:lnTo>
                  <a:lnTo>
                    <a:pt x="800441" y="118558"/>
                  </a:lnTo>
                  <a:lnTo>
                    <a:pt x="818476" y="112330"/>
                  </a:lnTo>
                  <a:lnTo>
                    <a:pt x="835939" y="106299"/>
                  </a:lnTo>
                  <a:lnTo>
                    <a:pt x="852864" y="100454"/>
                  </a:lnTo>
                  <a:lnTo>
                    <a:pt x="869284" y="94784"/>
                  </a:lnTo>
                  <a:lnTo>
                    <a:pt x="885227" y="89277"/>
                  </a:lnTo>
                  <a:lnTo>
                    <a:pt x="900722" y="83926"/>
                  </a:lnTo>
                  <a:lnTo>
                    <a:pt x="915792" y="78722"/>
                  </a:lnTo>
                  <a:lnTo>
                    <a:pt x="930460" y="73656"/>
                  </a:lnTo>
                  <a:lnTo>
                    <a:pt x="944747" y="68722"/>
                  </a:lnTo>
                  <a:lnTo>
                    <a:pt x="958673" y="63913"/>
                  </a:lnTo>
                  <a:lnTo>
                    <a:pt x="972254" y="59222"/>
                  </a:lnTo>
                  <a:lnTo>
                    <a:pt x="985508" y="54645"/>
                  </a:lnTo>
                  <a:lnTo>
                    <a:pt x="998451" y="50175"/>
                  </a:lnTo>
                  <a:lnTo>
                    <a:pt x="1011096" y="45809"/>
                  </a:lnTo>
                  <a:lnTo>
                    <a:pt x="1023456" y="41540"/>
                  </a:lnTo>
                  <a:lnTo>
                    <a:pt x="1035545" y="37365"/>
                  </a:lnTo>
                  <a:lnTo>
                    <a:pt x="1047374" y="33280"/>
                  </a:lnTo>
                  <a:lnTo>
                    <a:pt x="1058954" y="29281"/>
                  </a:lnTo>
                  <a:lnTo>
                    <a:pt x="1070295" y="25364"/>
                  </a:lnTo>
                  <a:lnTo>
                    <a:pt x="1081407" y="21526"/>
                  </a:lnTo>
                  <a:lnTo>
                    <a:pt x="1092299" y="17765"/>
                  </a:lnTo>
                  <a:lnTo>
                    <a:pt x="1102979" y="14076"/>
                  </a:lnTo>
                  <a:lnTo>
                    <a:pt x="1113456" y="10458"/>
                  </a:lnTo>
                  <a:lnTo>
                    <a:pt x="1123737" y="6908"/>
                  </a:lnTo>
                  <a:lnTo>
                    <a:pt x="1133830" y="3422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64259" y="3356856"/>
              <a:ext cx="1143740" cy="65648"/>
            </a:xfrm>
            <a:custGeom>
              <a:avLst/>
              <a:pathLst>
                <a:path w="1143740" h="65648">
                  <a:moveTo>
                    <a:pt x="0" y="65648"/>
                  </a:moveTo>
                  <a:lnTo>
                    <a:pt x="73445" y="61432"/>
                  </a:lnTo>
                  <a:lnTo>
                    <a:pt x="138228" y="57714"/>
                  </a:lnTo>
                  <a:lnTo>
                    <a:pt x="196179" y="54388"/>
                  </a:lnTo>
                  <a:lnTo>
                    <a:pt x="248602" y="51379"/>
                  </a:lnTo>
                  <a:lnTo>
                    <a:pt x="296460" y="48632"/>
                  </a:lnTo>
                  <a:lnTo>
                    <a:pt x="340485" y="46105"/>
                  </a:lnTo>
                  <a:lnTo>
                    <a:pt x="381246" y="43765"/>
                  </a:lnTo>
                  <a:lnTo>
                    <a:pt x="419194" y="41587"/>
                  </a:lnTo>
                  <a:lnTo>
                    <a:pt x="454692" y="39549"/>
                  </a:lnTo>
                  <a:lnTo>
                    <a:pt x="488037" y="37636"/>
                  </a:lnTo>
                  <a:lnTo>
                    <a:pt x="519475" y="35831"/>
                  </a:lnTo>
                  <a:lnTo>
                    <a:pt x="549213" y="34124"/>
                  </a:lnTo>
                  <a:lnTo>
                    <a:pt x="577426" y="32505"/>
                  </a:lnTo>
                  <a:lnTo>
                    <a:pt x="604262" y="30964"/>
                  </a:lnTo>
                  <a:lnTo>
                    <a:pt x="629849" y="29496"/>
                  </a:lnTo>
                  <a:lnTo>
                    <a:pt x="654298" y="28092"/>
                  </a:lnTo>
                  <a:lnTo>
                    <a:pt x="677707" y="26749"/>
                  </a:lnTo>
                  <a:lnTo>
                    <a:pt x="700160" y="25460"/>
                  </a:lnTo>
                  <a:lnTo>
                    <a:pt x="721732" y="24222"/>
                  </a:lnTo>
                  <a:lnTo>
                    <a:pt x="742490" y="23030"/>
                  </a:lnTo>
                  <a:lnTo>
                    <a:pt x="762493" y="21882"/>
                  </a:lnTo>
                  <a:lnTo>
                    <a:pt x="781794" y="20774"/>
                  </a:lnTo>
                  <a:lnTo>
                    <a:pt x="800441" y="19704"/>
                  </a:lnTo>
                  <a:lnTo>
                    <a:pt x="818476" y="18669"/>
                  </a:lnTo>
                  <a:lnTo>
                    <a:pt x="835939" y="17667"/>
                  </a:lnTo>
                  <a:lnTo>
                    <a:pt x="852864" y="16695"/>
                  </a:lnTo>
                  <a:lnTo>
                    <a:pt x="869284" y="15753"/>
                  </a:lnTo>
                  <a:lnTo>
                    <a:pt x="885227" y="14838"/>
                  </a:lnTo>
                  <a:lnTo>
                    <a:pt x="900722" y="13948"/>
                  </a:lnTo>
                  <a:lnTo>
                    <a:pt x="915792" y="13083"/>
                  </a:lnTo>
                  <a:lnTo>
                    <a:pt x="930460" y="12241"/>
                  </a:lnTo>
                  <a:lnTo>
                    <a:pt x="944747" y="11421"/>
                  </a:lnTo>
                  <a:lnTo>
                    <a:pt x="958673" y="10622"/>
                  </a:lnTo>
                  <a:lnTo>
                    <a:pt x="972254" y="9842"/>
                  </a:lnTo>
                  <a:lnTo>
                    <a:pt x="985508" y="9082"/>
                  </a:lnTo>
                  <a:lnTo>
                    <a:pt x="998451" y="8339"/>
                  </a:lnTo>
                  <a:lnTo>
                    <a:pt x="1011096" y="7613"/>
                  </a:lnTo>
                  <a:lnTo>
                    <a:pt x="1023456" y="6904"/>
                  </a:lnTo>
                  <a:lnTo>
                    <a:pt x="1035545" y="6210"/>
                  </a:lnTo>
                  <a:lnTo>
                    <a:pt x="1047374" y="5531"/>
                  </a:lnTo>
                  <a:lnTo>
                    <a:pt x="1058954" y="4866"/>
                  </a:lnTo>
                  <a:lnTo>
                    <a:pt x="1070295" y="4215"/>
                  </a:lnTo>
                  <a:lnTo>
                    <a:pt x="1081407" y="3577"/>
                  </a:lnTo>
                  <a:lnTo>
                    <a:pt x="1092299" y="2952"/>
                  </a:lnTo>
                  <a:lnTo>
                    <a:pt x="1102979" y="2339"/>
                  </a:lnTo>
                  <a:lnTo>
                    <a:pt x="1113456" y="1738"/>
                  </a:lnTo>
                  <a:lnTo>
                    <a:pt x="1123737" y="1148"/>
                  </a:lnTo>
                  <a:lnTo>
                    <a:pt x="1133830" y="568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64259" y="3266210"/>
              <a:ext cx="1143740" cy="205597"/>
            </a:xfrm>
            <a:custGeom>
              <a:avLst/>
              <a:pathLst>
                <a:path w="1143740" h="205597">
                  <a:moveTo>
                    <a:pt x="0" y="205597"/>
                  </a:moveTo>
                  <a:lnTo>
                    <a:pt x="73445" y="192395"/>
                  </a:lnTo>
                  <a:lnTo>
                    <a:pt x="138228" y="180749"/>
                  </a:lnTo>
                  <a:lnTo>
                    <a:pt x="196179" y="170332"/>
                  </a:lnTo>
                  <a:lnTo>
                    <a:pt x="248602" y="160909"/>
                  </a:lnTo>
                  <a:lnTo>
                    <a:pt x="296460" y="152306"/>
                  </a:lnTo>
                  <a:lnTo>
                    <a:pt x="340485" y="144392"/>
                  </a:lnTo>
                  <a:lnTo>
                    <a:pt x="381246" y="137065"/>
                  </a:lnTo>
                  <a:lnTo>
                    <a:pt x="419194" y="130243"/>
                  </a:lnTo>
                  <a:lnTo>
                    <a:pt x="454692" y="123862"/>
                  </a:lnTo>
                  <a:lnTo>
                    <a:pt x="488037" y="117868"/>
                  </a:lnTo>
                  <a:lnTo>
                    <a:pt x="519475" y="112217"/>
                  </a:lnTo>
                  <a:lnTo>
                    <a:pt x="549213" y="106871"/>
                  </a:lnTo>
                  <a:lnTo>
                    <a:pt x="577426" y="101800"/>
                  </a:lnTo>
                  <a:lnTo>
                    <a:pt x="604262" y="96976"/>
                  </a:lnTo>
                  <a:lnTo>
                    <a:pt x="629849" y="92376"/>
                  </a:lnTo>
                  <a:lnTo>
                    <a:pt x="654298" y="87981"/>
                  </a:lnTo>
                  <a:lnTo>
                    <a:pt x="677707" y="83773"/>
                  </a:lnTo>
                  <a:lnTo>
                    <a:pt x="700160" y="79737"/>
                  </a:lnTo>
                  <a:lnTo>
                    <a:pt x="721732" y="75859"/>
                  </a:lnTo>
                  <a:lnTo>
                    <a:pt x="742490" y="72128"/>
                  </a:lnTo>
                  <a:lnTo>
                    <a:pt x="762493" y="68532"/>
                  </a:lnTo>
                  <a:lnTo>
                    <a:pt x="781794" y="65063"/>
                  </a:lnTo>
                  <a:lnTo>
                    <a:pt x="800441" y="61711"/>
                  </a:lnTo>
                  <a:lnTo>
                    <a:pt x="818476" y="58469"/>
                  </a:lnTo>
                  <a:lnTo>
                    <a:pt x="835939" y="55330"/>
                  </a:lnTo>
                  <a:lnTo>
                    <a:pt x="852864" y="52287"/>
                  </a:lnTo>
                  <a:lnTo>
                    <a:pt x="869284" y="49336"/>
                  </a:lnTo>
                  <a:lnTo>
                    <a:pt x="885227" y="46469"/>
                  </a:lnTo>
                  <a:lnTo>
                    <a:pt x="900722" y="43684"/>
                  </a:lnTo>
                  <a:lnTo>
                    <a:pt x="915792" y="40975"/>
                  </a:lnTo>
                  <a:lnTo>
                    <a:pt x="930460" y="38338"/>
                  </a:lnTo>
                  <a:lnTo>
                    <a:pt x="944747" y="35770"/>
                  </a:lnTo>
                  <a:lnTo>
                    <a:pt x="958673" y="33267"/>
                  </a:lnTo>
                  <a:lnTo>
                    <a:pt x="972254" y="30826"/>
                  </a:lnTo>
                  <a:lnTo>
                    <a:pt x="985508" y="28443"/>
                  </a:lnTo>
                  <a:lnTo>
                    <a:pt x="998451" y="26117"/>
                  </a:lnTo>
                  <a:lnTo>
                    <a:pt x="1011096" y="23844"/>
                  </a:lnTo>
                  <a:lnTo>
                    <a:pt x="1023456" y="21622"/>
                  </a:lnTo>
                  <a:lnTo>
                    <a:pt x="1035545" y="19449"/>
                  </a:lnTo>
                  <a:lnTo>
                    <a:pt x="1047374" y="17322"/>
                  </a:lnTo>
                  <a:lnTo>
                    <a:pt x="1058954" y="15241"/>
                  </a:lnTo>
                  <a:lnTo>
                    <a:pt x="1070295" y="13202"/>
                  </a:lnTo>
                  <a:lnTo>
                    <a:pt x="1081407" y="11204"/>
                  </a:lnTo>
                  <a:lnTo>
                    <a:pt x="1092299" y="9247"/>
                  </a:lnTo>
                  <a:lnTo>
                    <a:pt x="1102979" y="7327"/>
                  </a:lnTo>
                  <a:lnTo>
                    <a:pt x="1113456" y="5443"/>
                  </a:lnTo>
                  <a:lnTo>
                    <a:pt x="1123737" y="3595"/>
                  </a:lnTo>
                  <a:lnTo>
                    <a:pt x="1133830" y="1781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64259" y="3453211"/>
              <a:ext cx="1143740" cy="54329"/>
            </a:xfrm>
            <a:custGeom>
              <a:avLst/>
              <a:pathLst>
                <a:path w="1143740" h="54329">
                  <a:moveTo>
                    <a:pt x="0" y="0"/>
                  </a:moveTo>
                  <a:lnTo>
                    <a:pt x="73445" y="3488"/>
                  </a:lnTo>
                  <a:lnTo>
                    <a:pt x="138228" y="6566"/>
                  </a:lnTo>
                  <a:lnTo>
                    <a:pt x="196179" y="9318"/>
                  </a:lnTo>
                  <a:lnTo>
                    <a:pt x="248602" y="11808"/>
                  </a:lnTo>
                  <a:lnTo>
                    <a:pt x="296460" y="14082"/>
                  </a:lnTo>
                  <a:lnTo>
                    <a:pt x="340485" y="16173"/>
                  </a:lnTo>
                  <a:lnTo>
                    <a:pt x="381246" y="18109"/>
                  </a:lnTo>
                  <a:lnTo>
                    <a:pt x="419194" y="19912"/>
                  </a:lnTo>
                  <a:lnTo>
                    <a:pt x="454692" y="21598"/>
                  </a:lnTo>
                  <a:lnTo>
                    <a:pt x="488037" y="23182"/>
                  </a:lnTo>
                  <a:lnTo>
                    <a:pt x="519475" y="24675"/>
                  </a:lnTo>
                  <a:lnTo>
                    <a:pt x="549213" y="26088"/>
                  </a:lnTo>
                  <a:lnTo>
                    <a:pt x="577426" y="27428"/>
                  </a:lnTo>
                  <a:lnTo>
                    <a:pt x="604262" y="28703"/>
                  </a:lnTo>
                  <a:lnTo>
                    <a:pt x="629849" y="29918"/>
                  </a:lnTo>
                  <a:lnTo>
                    <a:pt x="654298" y="31080"/>
                  </a:lnTo>
                  <a:lnTo>
                    <a:pt x="677707" y="32191"/>
                  </a:lnTo>
                  <a:lnTo>
                    <a:pt x="700160" y="33258"/>
                  </a:lnTo>
                  <a:lnTo>
                    <a:pt x="721732" y="34283"/>
                  </a:lnTo>
                  <a:lnTo>
                    <a:pt x="742490" y="35269"/>
                  </a:lnTo>
                  <a:lnTo>
                    <a:pt x="762493" y="36219"/>
                  </a:lnTo>
                  <a:lnTo>
                    <a:pt x="781794" y="37136"/>
                  </a:lnTo>
                  <a:lnTo>
                    <a:pt x="800441" y="38022"/>
                  </a:lnTo>
                  <a:lnTo>
                    <a:pt x="818476" y="38878"/>
                  </a:lnTo>
                  <a:lnTo>
                    <a:pt x="835939" y="39708"/>
                  </a:lnTo>
                  <a:lnTo>
                    <a:pt x="852864" y="40512"/>
                  </a:lnTo>
                  <a:lnTo>
                    <a:pt x="869284" y="41292"/>
                  </a:lnTo>
                  <a:lnTo>
                    <a:pt x="885227" y="42049"/>
                  </a:lnTo>
                  <a:lnTo>
                    <a:pt x="900722" y="42785"/>
                  </a:lnTo>
                  <a:lnTo>
                    <a:pt x="915792" y="43501"/>
                  </a:lnTo>
                  <a:lnTo>
                    <a:pt x="930460" y="44198"/>
                  </a:lnTo>
                  <a:lnTo>
                    <a:pt x="944747" y="44876"/>
                  </a:lnTo>
                  <a:lnTo>
                    <a:pt x="958673" y="45538"/>
                  </a:lnTo>
                  <a:lnTo>
                    <a:pt x="972254" y="46183"/>
                  </a:lnTo>
                  <a:lnTo>
                    <a:pt x="985508" y="46812"/>
                  </a:lnTo>
                  <a:lnTo>
                    <a:pt x="998451" y="47427"/>
                  </a:lnTo>
                  <a:lnTo>
                    <a:pt x="1011096" y="48028"/>
                  </a:lnTo>
                  <a:lnTo>
                    <a:pt x="1023456" y="48615"/>
                  </a:lnTo>
                  <a:lnTo>
                    <a:pt x="1035545" y="49189"/>
                  </a:lnTo>
                  <a:lnTo>
                    <a:pt x="1047374" y="49751"/>
                  </a:lnTo>
                  <a:lnTo>
                    <a:pt x="1058954" y="50301"/>
                  </a:lnTo>
                  <a:lnTo>
                    <a:pt x="1070295" y="50840"/>
                  </a:lnTo>
                  <a:lnTo>
                    <a:pt x="1081407" y="51368"/>
                  </a:lnTo>
                  <a:lnTo>
                    <a:pt x="1092299" y="51885"/>
                  </a:lnTo>
                  <a:lnTo>
                    <a:pt x="1102979" y="52392"/>
                  </a:lnTo>
                  <a:lnTo>
                    <a:pt x="1113456" y="52890"/>
                  </a:lnTo>
                  <a:lnTo>
                    <a:pt x="1123737" y="53379"/>
                  </a:lnTo>
                  <a:lnTo>
                    <a:pt x="1133830" y="53858"/>
                  </a:lnTo>
                  <a:lnTo>
                    <a:pt x="1143740" y="5432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64259" y="3599982"/>
              <a:ext cx="1143740" cy="60401"/>
            </a:xfrm>
            <a:custGeom>
              <a:avLst/>
              <a:pathLst>
                <a:path w="1143740" h="60401">
                  <a:moveTo>
                    <a:pt x="0" y="60401"/>
                  </a:moveTo>
                  <a:lnTo>
                    <a:pt x="73445" y="56522"/>
                  </a:lnTo>
                  <a:lnTo>
                    <a:pt x="138228" y="53101"/>
                  </a:lnTo>
                  <a:lnTo>
                    <a:pt x="196179" y="50040"/>
                  </a:lnTo>
                  <a:lnTo>
                    <a:pt x="248602" y="47272"/>
                  </a:lnTo>
                  <a:lnTo>
                    <a:pt x="296460" y="44744"/>
                  </a:lnTo>
                  <a:lnTo>
                    <a:pt x="340485" y="42419"/>
                  </a:lnTo>
                  <a:lnTo>
                    <a:pt x="381246" y="40267"/>
                  </a:lnTo>
                  <a:lnTo>
                    <a:pt x="419194" y="38263"/>
                  </a:lnTo>
                  <a:lnTo>
                    <a:pt x="454692" y="36388"/>
                  </a:lnTo>
                  <a:lnTo>
                    <a:pt x="488037" y="34627"/>
                  </a:lnTo>
                  <a:lnTo>
                    <a:pt x="519475" y="32967"/>
                  </a:lnTo>
                  <a:lnTo>
                    <a:pt x="549213" y="31397"/>
                  </a:lnTo>
                  <a:lnTo>
                    <a:pt x="577426" y="29907"/>
                  </a:lnTo>
                  <a:lnTo>
                    <a:pt x="604262" y="28489"/>
                  </a:lnTo>
                  <a:lnTo>
                    <a:pt x="629849" y="27138"/>
                  </a:lnTo>
                  <a:lnTo>
                    <a:pt x="654298" y="25847"/>
                  </a:lnTo>
                  <a:lnTo>
                    <a:pt x="677707" y="24611"/>
                  </a:lnTo>
                  <a:lnTo>
                    <a:pt x="700160" y="23425"/>
                  </a:lnTo>
                  <a:lnTo>
                    <a:pt x="721732" y="22286"/>
                  </a:lnTo>
                  <a:lnTo>
                    <a:pt x="742490" y="21190"/>
                  </a:lnTo>
                  <a:lnTo>
                    <a:pt x="762493" y="20133"/>
                  </a:lnTo>
                  <a:lnTo>
                    <a:pt x="781794" y="19114"/>
                  </a:lnTo>
                  <a:lnTo>
                    <a:pt x="800441" y="18129"/>
                  </a:lnTo>
                  <a:lnTo>
                    <a:pt x="818476" y="17177"/>
                  </a:lnTo>
                  <a:lnTo>
                    <a:pt x="835939" y="16255"/>
                  </a:lnTo>
                  <a:lnTo>
                    <a:pt x="852864" y="15361"/>
                  </a:lnTo>
                  <a:lnTo>
                    <a:pt x="869284" y="14494"/>
                  </a:lnTo>
                  <a:lnTo>
                    <a:pt x="885227" y="13652"/>
                  </a:lnTo>
                  <a:lnTo>
                    <a:pt x="900722" y="12833"/>
                  </a:lnTo>
                  <a:lnTo>
                    <a:pt x="915792" y="12037"/>
                  </a:lnTo>
                  <a:lnTo>
                    <a:pt x="930460" y="11263"/>
                  </a:lnTo>
                  <a:lnTo>
                    <a:pt x="944747" y="10508"/>
                  </a:lnTo>
                  <a:lnTo>
                    <a:pt x="958673" y="9773"/>
                  </a:lnTo>
                  <a:lnTo>
                    <a:pt x="972254" y="9056"/>
                  </a:lnTo>
                  <a:lnTo>
                    <a:pt x="985508" y="8356"/>
                  </a:lnTo>
                  <a:lnTo>
                    <a:pt x="998451" y="7672"/>
                  </a:lnTo>
                  <a:lnTo>
                    <a:pt x="1011096" y="7004"/>
                  </a:lnTo>
                  <a:lnTo>
                    <a:pt x="1023456" y="6352"/>
                  </a:lnTo>
                  <a:lnTo>
                    <a:pt x="1035545" y="5713"/>
                  </a:lnTo>
                  <a:lnTo>
                    <a:pt x="1047374" y="5089"/>
                  </a:lnTo>
                  <a:lnTo>
                    <a:pt x="1058954" y="4477"/>
                  </a:lnTo>
                  <a:lnTo>
                    <a:pt x="1070295" y="3878"/>
                  </a:lnTo>
                  <a:lnTo>
                    <a:pt x="1081407" y="3291"/>
                  </a:lnTo>
                  <a:lnTo>
                    <a:pt x="1092299" y="2716"/>
                  </a:lnTo>
                  <a:lnTo>
                    <a:pt x="1102979" y="2152"/>
                  </a:lnTo>
                  <a:lnTo>
                    <a:pt x="1113456" y="1599"/>
                  </a:lnTo>
                  <a:lnTo>
                    <a:pt x="1123737" y="1056"/>
                  </a:lnTo>
                  <a:lnTo>
                    <a:pt x="1133830" y="523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64259" y="2932454"/>
              <a:ext cx="1143740" cy="585285"/>
            </a:xfrm>
            <a:custGeom>
              <a:avLst/>
              <a:pathLst>
                <a:path w="1143740" h="585285">
                  <a:moveTo>
                    <a:pt x="0" y="0"/>
                  </a:moveTo>
                  <a:lnTo>
                    <a:pt x="73445" y="37584"/>
                  </a:lnTo>
                  <a:lnTo>
                    <a:pt x="138228" y="70735"/>
                  </a:lnTo>
                  <a:lnTo>
                    <a:pt x="196179" y="100390"/>
                  </a:lnTo>
                  <a:lnTo>
                    <a:pt x="248602" y="127217"/>
                  </a:lnTo>
                  <a:lnTo>
                    <a:pt x="296460" y="151707"/>
                  </a:lnTo>
                  <a:lnTo>
                    <a:pt x="340485" y="174236"/>
                  </a:lnTo>
                  <a:lnTo>
                    <a:pt x="381246" y="195095"/>
                  </a:lnTo>
                  <a:lnTo>
                    <a:pt x="419194" y="214514"/>
                  </a:lnTo>
                  <a:lnTo>
                    <a:pt x="454692" y="232679"/>
                  </a:lnTo>
                  <a:lnTo>
                    <a:pt x="488037" y="249742"/>
                  </a:lnTo>
                  <a:lnTo>
                    <a:pt x="519475" y="265830"/>
                  </a:lnTo>
                  <a:lnTo>
                    <a:pt x="549213" y="281048"/>
                  </a:lnTo>
                  <a:lnTo>
                    <a:pt x="577426" y="295485"/>
                  </a:lnTo>
                  <a:lnTo>
                    <a:pt x="604262" y="309218"/>
                  </a:lnTo>
                  <a:lnTo>
                    <a:pt x="629849" y="322312"/>
                  </a:lnTo>
                  <a:lnTo>
                    <a:pt x="654298" y="334823"/>
                  </a:lnTo>
                  <a:lnTo>
                    <a:pt x="677707" y="346802"/>
                  </a:lnTo>
                  <a:lnTo>
                    <a:pt x="700160" y="358292"/>
                  </a:lnTo>
                  <a:lnTo>
                    <a:pt x="721732" y="369331"/>
                  </a:lnTo>
                  <a:lnTo>
                    <a:pt x="742490" y="379954"/>
                  </a:lnTo>
                  <a:lnTo>
                    <a:pt x="762493" y="390190"/>
                  </a:lnTo>
                  <a:lnTo>
                    <a:pt x="781794" y="400067"/>
                  </a:lnTo>
                  <a:lnTo>
                    <a:pt x="800441" y="409609"/>
                  </a:lnTo>
                  <a:lnTo>
                    <a:pt x="818476" y="418838"/>
                  </a:lnTo>
                  <a:lnTo>
                    <a:pt x="835939" y="427774"/>
                  </a:lnTo>
                  <a:lnTo>
                    <a:pt x="852864" y="436435"/>
                  </a:lnTo>
                  <a:lnTo>
                    <a:pt x="869284" y="444838"/>
                  </a:lnTo>
                  <a:lnTo>
                    <a:pt x="885227" y="452997"/>
                  </a:lnTo>
                  <a:lnTo>
                    <a:pt x="900722" y="460926"/>
                  </a:lnTo>
                  <a:lnTo>
                    <a:pt x="915792" y="468637"/>
                  </a:lnTo>
                  <a:lnTo>
                    <a:pt x="930460" y="476144"/>
                  </a:lnTo>
                  <a:lnTo>
                    <a:pt x="944747" y="483455"/>
                  </a:lnTo>
                  <a:lnTo>
                    <a:pt x="958673" y="490581"/>
                  </a:lnTo>
                  <a:lnTo>
                    <a:pt x="972254" y="497531"/>
                  </a:lnTo>
                  <a:lnTo>
                    <a:pt x="985508" y="504313"/>
                  </a:lnTo>
                  <a:lnTo>
                    <a:pt x="998451" y="510936"/>
                  </a:lnTo>
                  <a:lnTo>
                    <a:pt x="1011096" y="517407"/>
                  </a:lnTo>
                  <a:lnTo>
                    <a:pt x="1023456" y="523732"/>
                  </a:lnTo>
                  <a:lnTo>
                    <a:pt x="1035545" y="529919"/>
                  </a:lnTo>
                  <a:lnTo>
                    <a:pt x="1047374" y="535972"/>
                  </a:lnTo>
                  <a:lnTo>
                    <a:pt x="1058954" y="541897"/>
                  </a:lnTo>
                  <a:lnTo>
                    <a:pt x="1070295" y="547701"/>
                  </a:lnTo>
                  <a:lnTo>
                    <a:pt x="1081407" y="553387"/>
                  </a:lnTo>
                  <a:lnTo>
                    <a:pt x="1092299" y="558961"/>
                  </a:lnTo>
                  <a:lnTo>
                    <a:pt x="1102979" y="564427"/>
                  </a:lnTo>
                  <a:lnTo>
                    <a:pt x="1113456" y="569788"/>
                  </a:lnTo>
                  <a:lnTo>
                    <a:pt x="1123737" y="575049"/>
                  </a:lnTo>
                  <a:lnTo>
                    <a:pt x="1133830" y="580214"/>
                  </a:lnTo>
                  <a:lnTo>
                    <a:pt x="1143740" y="58528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64259" y="3081824"/>
              <a:ext cx="1143740" cy="14053"/>
            </a:xfrm>
            <a:custGeom>
              <a:avLst/>
              <a:pathLst>
                <a:path w="1143740" h="14053">
                  <a:moveTo>
                    <a:pt x="0" y="14053"/>
                  </a:moveTo>
                  <a:lnTo>
                    <a:pt x="73445" y="13150"/>
                  </a:lnTo>
                  <a:lnTo>
                    <a:pt x="138228" y="12354"/>
                  </a:lnTo>
                  <a:lnTo>
                    <a:pt x="196179" y="11642"/>
                  </a:lnTo>
                  <a:lnTo>
                    <a:pt x="248602" y="10998"/>
                  </a:lnTo>
                  <a:lnTo>
                    <a:pt x="296460" y="10410"/>
                  </a:lnTo>
                  <a:lnTo>
                    <a:pt x="340485" y="9869"/>
                  </a:lnTo>
                  <a:lnTo>
                    <a:pt x="381246" y="9368"/>
                  </a:lnTo>
                  <a:lnTo>
                    <a:pt x="419194" y="8902"/>
                  </a:lnTo>
                  <a:lnTo>
                    <a:pt x="454692" y="8466"/>
                  </a:lnTo>
                  <a:lnTo>
                    <a:pt x="488037" y="8056"/>
                  </a:lnTo>
                  <a:lnTo>
                    <a:pt x="519475" y="7670"/>
                  </a:lnTo>
                  <a:lnTo>
                    <a:pt x="549213" y="7305"/>
                  </a:lnTo>
                  <a:lnTo>
                    <a:pt x="577426" y="6958"/>
                  </a:lnTo>
                  <a:lnTo>
                    <a:pt x="604262" y="6628"/>
                  </a:lnTo>
                  <a:lnTo>
                    <a:pt x="629849" y="6314"/>
                  </a:lnTo>
                  <a:lnTo>
                    <a:pt x="654298" y="6013"/>
                  </a:lnTo>
                  <a:lnTo>
                    <a:pt x="677707" y="5726"/>
                  </a:lnTo>
                  <a:lnTo>
                    <a:pt x="700160" y="5450"/>
                  </a:lnTo>
                  <a:lnTo>
                    <a:pt x="721732" y="5185"/>
                  </a:lnTo>
                  <a:lnTo>
                    <a:pt x="742490" y="4930"/>
                  </a:lnTo>
                  <a:lnTo>
                    <a:pt x="762493" y="4684"/>
                  </a:lnTo>
                  <a:lnTo>
                    <a:pt x="781794" y="4447"/>
                  </a:lnTo>
                  <a:lnTo>
                    <a:pt x="800441" y="4218"/>
                  </a:lnTo>
                  <a:lnTo>
                    <a:pt x="818476" y="3996"/>
                  </a:lnTo>
                  <a:lnTo>
                    <a:pt x="835939" y="3781"/>
                  </a:lnTo>
                  <a:lnTo>
                    <a:pt x="852864" y="3574"/>
                  </a:lnTo>
                  <a:lnTo>
                    <a:pt x="869284" y="3372"/>
                  </a:lnTo>
                  <a:lnTo>
                    <a:pt x="885227" y="3176"/>
                  </a:lnTo>
                  <a:lnTo>
                    <a:pt x="900722" y="2985"/>
                  </a:lnTo>
                  <a:lnTo>
                    <a:pt x="915792" y="2800"/>
                  </a:lnTo>
                  <a:lnTo>
                    <a:pt x="930460" y="2620"/>
                  </a:lnTo>
                  <a:lnTo>
                    <a:pt x="944747" y="2445"/>
                  </a:lnTo>
                  <a:lnTo>
                    <a:pt x="958673" y="2273"/>
                  </a:lnTo>
                  <a:lnTo>
                    <a:pt x="972254" y="2107"/>
                  </a:lnTo>
                  <a:lnTo>
                    <a:pt x="985508" y="1944"/>
                  </a:lnTo>
                  <a:lnTo>
                    <a:pt x="998451" y="1785"/>
                  </a:lnTo>
                  <a:lnTo>
                    <a:pt x="1011096" y="1629"/>
                  </a:lnTo>
                  <a:lnTo>
                    <a:pt x="1023456" y="1477"/>
                  </a:lnTo>
                  <a:lnTo>
                    <a:pt x="1035545" y="1329"/>
                  </a:lnTo>
                  <a:lnTo>
                    <a:pt x="1047374" y="1184"/>
                  </a:lnTo>
                  <a:lnTo>
                    <a:pt x="1058954" y="1041"/>
                  </a:lnTo>
                  <a:lnTo>
                    <a:pt x="1070295" y="902"/>
                  </a:lnTo>
                  <a:lnTo>
                    <a:pt x="1081407" y="765"/>
                  </a:lnTo>
                  <a:lnTo>
                    <a:pt x="1092299" y="632"/>
                  </a:lnTo>
                  <a:lnTo>
                    <a:pt x="1102979" y="500"/>
                  </a:lnTo>
                  <a:lnTo>
                    <a:pt x="1113456" y="372"/>
                  </a:lnTo>
                  <a:lnTo>
                    <a:pt x="1123737" y="245"/>
                  </a:lnTo>
                  <a:lnTo>
                    <a:pt x="1133830" y="121"/>
                  </a:lnTo>
                  <a:lnTo>
                    <a:pt x="114374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186450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57982" y="35643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57982" y="32227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57982" y="2881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186450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4259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45505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2675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07999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186450" y="2473969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360542" y="47883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53034" y="49878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389947" y="496049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378239" y="45375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88747" y="503408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65316" y="48975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380026" y="51464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41437" y="50991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80028" y="47029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54588" y="48646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60122" y="49908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71198" y="474046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54237" y="48030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53314" y="52061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59846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33875" y="43368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65773" y="50060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54114" y="52082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40070" y="51691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37753" y="49993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24515" y="49469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43889" y="51140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34685" y="50618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18969" y="50143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39681" y="51310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51105" y="49132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21882" y="51017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57798" y="496920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49571" y="47962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36495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52307" y="49388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30996" y="51003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1420" y="46462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30095" y="49670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12947" y="47356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42125" y="50437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00995" y="48761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09887" y="49933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49944" y="50647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00799" y="44615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10767" y="49936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51113" y="51271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17723" y="45372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35627" y="46769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51301" y="48937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34962" y="51748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34138" y="49895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5826" y="487346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485778" y="49540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509289" y="49482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31001" y="49751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25024" y="50710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03040" y="49199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23887" y="48882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515816" y="48450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12928" y="494587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99670" y="50748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17220" y="47624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526440" y="50935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15125" y="49713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86251" y="50341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79298" y="51956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95230" y="50673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84044" y="511831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90594" y="504973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25881" y="49083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29853" y="50864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84273" y="48575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13731" y="50078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524244" y="48778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6485" y="49640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86611" y="51300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394721" y="4590634"/>
              <a:ext cx="1138762" cy="356376"/>
            </a:xfrm>
            <a:custGeom>
              <a:avLst/>
              <a:pathLst>
                <a:path w="1138762" h="356376">
                  <a:moveTo>
                    <a:pt x="0" y="0"/>
                  </a:moveTo>
                  <a:lnTo>
                    <a:pt x="73125" y="22884"/>
                  </a:lnTo>
                  <a:lnTo>
                    <a:pt x="137627" y="43070"/>
                  </a:lnTo>
                  <a:lnTo>
                    <a:pt x="195325" y="61127"/>
                  </a:lnTo>
                  <a:lnTo>
                    <a:pt x="247520" y="77461"/>
                  </a:lnTo>
                  <a:lnTo>
                    <a:pt x="295170" y="92373"/>
                  </a:lnTo>
                  <a:lnTo>
                    <a:pt x="339003" y="106091"/>
                  </a:lnTo>
                  <a:lnTo>
                    <a:pt x="379587" y="118792"/>
                  </a:lnTo>
                  <a:lnTo>
                    <a:pt x="417370" y="130616"/>
                  </a:lnTo>
                  <a:lnTo>
                    <a:pt x="452713" y="141676"/>
                  </a:lnTo>
                  <a:lnTo>
                    <a:pt x="485913" y="152066"/>
                  </a:lnTo>
                  <a:lnTo>
                    <a:pt x="517214" y="161862"/>
                  </a:lnTo>
                  <a:lnTo>
                    <a:pt x="546823" y="171128"/>
                  </a:lnTo>
                  <a:lnTo>
                    <a:pt x="574913" y="179919"/>
                  </a:lnTo>
                  <a:lnTo>
                    <a:pt x="601632" y="188281"/>
                  </a:lnTo>
                  <a:lnTo>
                    <a:pt x="627107" y="196253"/>
                  </a:lnTo>
                  <a:lnTo>
                    <a:pt x="651450" y="203871"/>
                  </a:lnTo>
                  <a:lnTo>
                    <a:pt x="674757" y="211165"/>
                  </a:lnTo>
                  <a:lnTo>
                    <a:pt x="697113" y="218161"/>
                  </a:lnTo>
                  <a:lnTo>
                    <a:pt x="718591" y="224883"/>
                  </a:lnTo>
                  <a:lnTo>
                    <a:pt x="739259" y="231351"/>
                  </a:lnTo>
                  <a:lnTo>
                    <a:pt x="759175" y="237584"/>
                  </a:lnTo>
                  <a:lnTo>
                    <a:pt x="778392" y="243598"/>
                  </a:lnTo>
                  <a:lnTo>
                    <a:pt x="796957" y="249408"/>
                  </a:lnTo>
                  <a:lnTo>
                    <a:pt x="814914" y="255027"/>
                  </a:lnTo>
                  <a:lnTo>
                    <a:pt x="832300" y="260468"/>
                  </a:lnTo>
                  <a:lnTo>
                    <a:pt x="849152" y="265742"/>
                  </a:lnTo>
                  <a:lnTo>
                    <a:pt x="865500" y="270858"/>
                  </a:lnTo>
                  <a:lnTo>
                    <a:pt x="881375" y="275826"/>
                  </a:lnTo>
                  <a:lnTo>
                    <a:pt x="896802" y="280654"/>
                  </a:lnTo>
                  <a:lnTo>
                    <a:pt x="911806" y="285350"/>
                  </a:lnTo>
                  <a:lnTo>
                    <a:pt x="926411" y="289920"/>
                  </a:lnTo>
                  <a:lnTo>
                    <a:pt x="940636" y="294372"/>
                  </a:lnTo>
                  <a:lnTo>
                    <a:pt x="954500" y="298711"/>
                  </a:lnTo>
                  <a:lnTo>
                    <a:pt x="968023" y="302943"/>
                  </a:lnTo>
                  <a:lnTo>
                    <a:pt x="981219" y="307073"/>
                  </a:lnTo>
                  <a:lnTo>
                    <a:pt x="994105" y="311105"/>
                  </a:lnTo>
                  <a:lnTo>
                    <a:pt x="1006695" y="315045"/>
                  </a:lnTo>
                  <a:lnTo>
                    <a:pt x="1019002" y="318897"/>
                  </a:lnTo>
                  <a:lnTo>
                    <a:pt x="1031038" y="322664"/>
                  </a:lnTo>
                  <a:lnTo>
                    <a:pt x="1042816" y="326349"/>
                  </a:lnTo>
                  <a:lnTo>
                    <a:pt x="1054345" y="329957"/>
                  </a:lnTo>
                  <a:lnTo>
                    <a:pt x="1065637" y="333491"/>
                  </a:lnTo>
                  <a:lnTo>
                    <a:pt x="1076700" y="336954"/>
                  </a:lnTo>
                  <a:lnTo>
                    <a:pt x="1087545" y="340347"/>
                  </a:lnTo>
                  <a:lnTo>
                    <a:pt x="1098179" y="343675"/>
                  </a:lnTo>
                  <a:lnTo>
                    <a:pt x="1108610" y="346940"/>
                  </a:lnTo>
                  <a:lnTo>
                    <a:pt x="1118846" y="350143"/>
                  </a:lnTo>
                  <a:lnTo>
                    <a:pt x="1128895" y="353288"/>
                  </a:lnTo>
                  <a:lnTo>
                    <a:pt x="1138762" y="35637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94721" y="4492587"/>
              <a:ext cx="1138762" cy="476613"/>
            </a:xfrm>
            <a:custGeom>
              <a:avLst/>
              <a:pathLst>
                <a:path w="1138762" h="476613">
                  <a:moveTo>
                    <a:pt x="0" y="0"/>
                  </a:moveTo>
                  <a:lnTo>
                    <a:pt x="73125" y="30605"/>
                  </a:lnTo>
                  <a:lnTo>
                    <a:pt x="137627" y="57601"/>
                  </a:lnTo>
                  <a:lnTo>
                    <a:pt x="195325" y="81750"/>
                  </a:lnTo>
                  <a:lnTo>
                    <a:pt x="247520" y="103596"/>
                  </a:lnTo>
                  <a:lnTo>
                    <a:pt x="295170" y="123539"/>
                  </a:lnTo>
                  <a:lnTo>
                    <a:pt x="339003" y="141885"/>
                  </a:lnTo>
                  <a:lnTo>
                    <a:pt x="379587" y="158871"/>
                  </a:lnTo>
                  <a:lnTo>
                    <a:pt x="417370" y="174684"/>
                  </a:lnTo>
                  <a:lnTo>
                    <a:pt x="452713" y="189476"/>
                  </a:lnTo>
                  <a:lnTo>
                    <a:pt x="485913" y="203372"/>
                  </a:lnTo>
                  <a:lnTo>
                    <a:pt x="517214" y="216473"/>
                  </a:lnTo>
                  <a:lnTo>
                    <a:pt x="546823" y="228865"/>
                  </a:lnTo>
                  <a:lnTo>
                    <a:pt x="574913" y="240621"/>
                  </a:lnTo>
                  <a:lnTo>
                    <a:pt x="601632" y="251804"/>
                  </a:lnTo>
                  <a:lnTo>
                    <a:pt x="627107" y="262467"/>
                  </a:lnTo>
                  <a:lnTo>
                    <a:pt x="651450" y="272655"/>
                  </a:lnTo>
                  <a:lnTo>
                    <a:pt x="674757" y="282410"/>
                  </a:lnTo>
                  <a:lnTo>
                    <a:pt x="697113" y="291766"/>
                  </a:lnTo>
                  <a:lnTo>
                    <a:pt x="718591" y="300756"/>
                  </a:lnTo>
                  <a:lnTo>
                    <a:pt x="739259" y="309406"/>
                  </a:lnTo>
                  <a:lnTo>
                    <a:pt x="759175" y="317742"/>
                  </a:lnTo>
                  <a:lnTo>
                    <a:pt x="778392" y="325785"/>
                  </a:lnTo>
                  <a:lnTo>
                    <a:pt x="796957" y="333555"/>
                  </a:lnTo>
                  <a:lnTo>
                    <a:pt x="814914" y="341071"/>
                  </a:lnTo>
                  <a:lnTo>
                    <a:pt x="832300" y="348347"/>
                  </a:lnTo>
                  <a:lnTo>
                    <a:pt x="849152" y="355400"/>
                  </a:lnTo>
                  <a:lnTo>
                    <a:pt x="865500" y="362243"/>
                  </a:lnTo>
                  <a:lnTo>
                    <a:pt x="881375" y="368887"/>
                  </a:lnTo>
                  <a:lnTo>
                    <a:pt x="896802" y="375344"/>
                  </a:lnTo>
                  <a:lnTo>
                    <a:pt x="911806" y="381624"/>
                  </a:lnTo>
                  <a:lnTo>
                    <a:pt x="926411" y="387736"/>
                  </a:lnTo>
                  <a:lnTo>
                    <a:pt x="940636" y="393690"/>
                  </a:lnTo>
                  <a:lnTo>
                    <a:pt x="954500" y="399493"/>
                  </a:lnTo>
                  <a:lnTo>
                    <a:pt x="968023" y="405152"/>
                  </a:lnTo>
                  <a:lnTo>
                    <a:pt x="981219" y="410675"/>
                  </a:lnTo>
                  <a:lnTo>
                    <a:pt x="994105" y="416069"/>
                  </a:lnTo>
                  <a:lnTo>
                    <a:pt x="1006695" y="421338"/>
                  </a:lnTo>
                  <a:lnTo>
                    <a:pt x="1019002" y="426489"/>
                  </a:lnTo>
                  <a:lnTo>
                    <a:pt x="1031038" y="431526"/>
                  </a:lnTo>
                  <a:lnTo>
                    <a:pt x="1042816" y="436456"/>
                  </a:lnTo>
                  <a:lnTo>
                    <a:pt x="1054345" y="441281"/>
                  </a:lnTo>
                  <a:lnTo>
                    <a:pt x="1065637" y="446007"/>
                  </a:lnTo>
                  <a:lnTo>
                    <a:pt x="1076700" y="450638"/>
                  </a:lnTo>
                  <a:lnTo>
                    <a:pt x="1087545" y="455176"/>
                  </a:lnTo>
                  <a:lnTo>
                    <a:pt x="1098179" y="459627"/>
                  </a:lnTo>
                  <a:lnTo>
                    <a:pt x="1108610" y="463993"/>
                  </a:lnTo>
                  <a:lnTo>
                    <a:pt x="1118846" y="468277"/>
                  </a:lnTo>
                  <a:lnTo>
                    <a:pt x="1128895" y="472483"/>
                  </a:lnTo>
                  <a:lnTo>
                    <a:pt x="1138762" y="47661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94721" y="4968892"/>
              <a:ext cx="1138762" cy="17110"/>
            </a:xfrm>
            <a:custGeom>
              <a:avLst/>
              <a:pathLst>
                <a:path w="1138762" h="17110">
                  <a:moveTo>
                    <a:pt x="0" y="17110"/>
                  </a:moveTo>
                  <a:lnTo>
                    <a:pt x="73125" y="16011"/>
                  </a:lnTo>
                  <a:lnTo>
                    <a:pt x="137627" y="15042"/>
                  </a:lnTo>
                  <a:lnTo>
                    <a:pt x="195325" y="14175"/>
                  </a:lnTo>
                  <a:lnTo>
                    <a:pt x="247520" y="13391"/>
                  </a:lnTo>
                  <a:lnTo>
                    <a:pt x="295170" y="12675"/>
                  </a:lnTo>
                  <a:lnTo>
                    <a:pt x="339003" y="12016"/>
                  </a:lnTo>
                  <a:lnTo>
                    <a:pt x="379587" y="11406"/>
                  </a:lnTo>
                  <a:lnTo>
                    <a:pt x="417370" y="10839"/>
                  </a:lnTo>
                  <a:lnTo>
                    <a:pt x="452713" y="10308"/>
                  </a:lnTo>
                  <a:lnTo>
                    <a:pt x="485913" y="9809"/>
                  </a:lnTo>
                  <a:lnTo>
                    <a:pt x="517214" y="9339"/>
                  </a:lnTo>
                  <a:lnTo>
                    <a:pt x="546823" y="8894"/>
                  </a:lnTo>
                  <a:lnTo>
                    <a:pt x="574913" y="8472"/>
                  </a:lnTo>
                  <a:lnTo>
                    <a:pt x="601632" y="8070"/>
                  </a:lnTo>
                  <a:lnTo>
                    <a:pt x="627107" y="7687"/>
                  </a:lnTo>
                  <a:lnTo>
                    <a:pt x="651450" y="7322"/>
                  </a:lnTo>
                  <a:lnTo>
                    <a:pt x="674757" y="6971"/>
                  </a:lnTo>
                  <a:lnTo>
                    <a:pt x="697113" y="6635"/>
                  </a:lnTo>
                  <a:lnTo>
                    <a:pt x="718591" y="6313"/>
                  </a:lnTo>
                  <a:lnTo>
                    <a:pt x="739259" y="6002"/>
                  </a:lnTo>
                  <a:lnTo>
                    <a:pt x="759175" y="5703"/>
                  </a:lnTo>
                  <a:lnTo>
                    <a:pt x="778392" y="5414"/>
                  </a:lnTo>
                  <a:lnTo>
                    <a:pt x="796957" y="5135"/>
                  </a:lnTo>
                  <a:lnTo>
                    <a:pt x="814914" y="4865"/>
                  </a:lnTo>
                  <a:lnTo>
                    <a:pt x="832300" y="4604"/>
                  </a:lnTo>
                  <a:lnTo>
                    <a:pt x="849152" y="4351"/>
                  </a:lnTo>
                  <a:lnTo>
                    <a:pt x="865500" y="4105"/>
                  </a:lnTo>
                  <a:lnTo>
                    <a:pt x="881375" y="3867"/>
                  </a:lnTo>
                  <a:lnTo>
                    <a:pt x="896802" y="3635"/>
                  </a:lnTo>
                  <a:lnTo>
                    <a:pt x="911806" y="3410"/>
                  </a:lnTo>
                  <a:lnTo>
                    <a:pt x="926411" y="3190"/>
                  </a:lnTo>
                  <a:lnTo>
                    <a:pt x="940636" y="2976"/>
                  </a:lnTo>
                  <a:lnTo>
                    <a:pt x="954500" y="2768"/>
                  </a:lnTo>
                  <a:lnTo>
                    <a:pt x="968023" y="2565"/>
                  </a:lnTo>
                  <a:lnTo>
                    <a:pt x="981219" y="2367"/>
                  </a:lnTo>
                  <a:lnTo>
                    <a:pt x="994105" y="2173"/>
                  </a:lnTo>
                  <a:lnTo>
                    <a:pt x="1006695" y="1984"/>
                  </a:lnTo>
                  <a:lnTo>
                    <a:pt x="1019002" y="1799"/>
                  </a:lnTo>
                  <a:lnTo>
                    <a:pt x="1031038" y="1618"/>
                  </a:lnTo>
                  <a:lnTo>
                    <a:pt x="1042816" y="1441"/>
                  </a:lnTo>
                  <a:lnTo>
                    <a:pt x="1054345" y="1268"/>
                  </a:lnTo>
                  <a:lnTo>
                    <a:pt x="1065637" y="1098"/>
                  </a:lnTo>
                  <a:lnTo>
                    <a:pt x="1076700" y="932"/>
                  </a:lnTo>
                  <a:lnTo>
                    <a:pt x="1087545" y="769"/>
                  </a:lnTo>
                  <a:lnTo>
                    <a:pt x="1098179" y="609"/>
                  </a:lnTo>
                  <a:lnTo>
                    <a:pt x="1108610" y="453"/>
                  </a:lnTo>
                  <a:lnTo>
                    <a:pt x="1118846" y="299"/>
                  </a:lnTo>
                  <a:lnTo>
                    <a:pt x="1128895" y="148"/>
                  </a:lnTo>
                  <a:lnTo>
                    <a:pt x="113876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94721" y="5002392"/>
              <a:ext cx="1138762" cy="14591"/>
            </a:xfrm>
            <a:custGeom>
              <a:avLst/>
              <a:pathLst>
                <a:path w="1138762" h="14591">
                  <a:moveTo>
                    <a:pt x="0" y="14591"/>
                  </a:moveTo>
                  <a:lnTo>
                    <a:pt x="73125" y="13654"/>
                  </a:lnTo>
                  <a:lnTo>
                    <a:pt x="137627" y="12828"/>
                  </a:lnTo>
                  <a:lnTo>
                    <a:pt x="195325" y="12088"/>
                  </a:lnTo>
                  <a:lnTo>
                    <a:pt x="247520" y="11420"/>
                  </a:lnTo>
                  <a:lnTo>
                    <a:pt x="295170" y="10809"/>
                  </a:lnTo>
                  <a:lnTo>
                    <a:pt x="339003" y="10247"/>
                  </a:lnTo>
                  <a:lnTo>
                    <a:pt x="379587" y="9727"/>
                  </a:lnTo>
                  <a:lnTo>
                    <a:pt x="417370" y="9243"/>
                  </a:lnTo>
                  <a:lnTo>
                    <a:pt x="452713" y="8790"/>
                  </a:lnTo>
                  <a:lnTo>
                    <a:pt x="485913" y="8365"/>
                  </a:lnTo>
                  <a:lnTo>
                    <a:pt x="517214" y="7964"/>
                  </a:lnTo>
                  <a:lnTo>
                    <a:pt x="546823" y="7584"/>
                  </a:lnTo>
                  <a:lnTo>
                    <a:pt x="574913" y="7224"/>
                  </a:lnTo>
                  <a:lnTo>
                    <a:pt x="601632" y="6882"/>
                  </a:lnTo>
                  <a:lnTo>
                    <a:pt x="627107" y="6556"/>
                  </a:lnTo>
                  <a:lnTo>
                    <a:pt x="651450" y="6244"/>
                  </a:lnTo>
                  <a:lnTo>
                    <a:pt x="674757" y="5945"/>
                  </a:lnTo>
                  <a:lnTo>
                    <a:pt x="697113" y="5659"/>
                  </a:lnTo>
                  <a:lnTo>
                    <a:pt x="718591" y="5383"/>
                  </a:lnTo>
                  <a:lnTo>
                    <a:pt x="739259" y="5119"/>
                  </a:lnTo>
                  <a:lnTo>
                    <a:pt x="759175" y="4863"/>
                  </a:lnTo>
                  <a:lnTo>
                    <a:pt x="778392" y="4617"/>
                  </a:lnTo>
                  <a:lnTo>
                    <a:pt x="796957" y="4379"/>
                  </a:lnTo>
                  <a:lnTo>
                    <a:pt x="814914" y="4149"/>
                  </a:lnTo>
                  <a:lnTo>
                    <a:pt x="832300" y="3926"/>
                  </a:lnTo>
                  <a:lnTo>
                    <a:pt x="849152" y="3710"/>
                  </a:lnTo>
                  <a:lnTo>
                    <a:pt x="865500" y="3501"/>
                  </a:lnTo>
                  <a:lnTo>
                    <a:pt x="881375" y="3298"/>
                  </a:lnTo>
                  <a:lnTo>
                    <a:pt x="896802" y="3100"/>
                  </a:lnTo>
                  <a:lnTo>
                    <a:pt x="911806" y="2908"/>
                  </a:lnTo>
                  <a:lnTo>
                    <a:pt x="926411" y="2720"/>
                  </a:lnTo>
                  <a:lnTo>
                    <a:pt x="940636" y="2538"/>
                  </a:lnTo>
                  <a:lnTo>
                    <a:pt x="954500" y="2361"/>
                  </a:lnTo>
                  <a:lnTo>
                    <a:pt x="968023" y="2187"/>
                  </a:lnTo>
                  <a:lnTo>
                    <a:pt x="981219" y="2018"/>
                  </a:lnTo>
                  <a:lnTo>
                    <a:pt x="994105" y="1853"/>
                  </a:lnTo>
                  <a:lnTo>
                    <a:pt x="1006695" y="1692"/>
                  </a:lnTo>
                  <a:lnTo>
                    <a:pt x="1019002" y="1534"/>
                  </a:lnTo>
                  <a:lnTo>
                    <a:pt x="1031038" y="1380"/>
                  </a:lnTo>
                  <a:lnTo>
                    <a:pt x="1042816" y="1229"/>
                  </a:lnTo>
                  <a:lnTo>
                    <a:pt x="1054345" y="1081"/>
                  </a:lnTo>
                  <a:lnTo>
                    <a:pt x="1065637" y="937"/>
                  </a:lnTo>
                  <a:lnTo>
                    <a:pt x="1076700" y="795"/>
                  </a:lnTo>
                  <a:lnTo>
                    <a:pt x="1087545" y="656"/>
                  </a:lnTo>
                  <a:lnTo>
                    <a:pt x="1098179" y="520"/>
                  </a:lnTo>
                  <a:lnTo>
                    <a:pt x="1108610" y="386"/>
                  </a:lnTo>
                  <a:lnTo>
                    <a:pt x="1118846" y="255"/>
                  </a:lnTo>
                  <a:lnTo>
                    <a:pt x="1128895" y="126"/>
                  </a:lnTo>
                  <a:lnTo>
                    <a:pt x="11387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394721" y="4978718"/>
              <a:ext cx="1138762" cy="108499"/>
            </a:xfrm>
            <a:custGeom>
              <a:avLst/>
              <a:pathLst>
                <a:path w="1138762" h="108499">
                  <a:moveTo>
                    <a:pt x="0" y="108499"/>
                  </a:moveTo>
                  <a:lnTo>
                    <a:pt x="73125" y="101531"/>
                  </a:lnTo>
                  <a:lnTo>
                    <a:pt x="137627" y="95386"/>
                  </a:lnTo>
                  <a:lnTo>
                    <a:pt x="195325" y="89888"/>
                  </a:lnTo>
                  <a:lnTo>
                    <a:pt x="247520" y="84915"/>
                  </a:lnTo>
                  <a:lnTo>
                    <a:pt x="295170" y="80375"/>
                  </a:lnTo>
                  <a:lnTo>
                    <a:pt x="339003" y="76199"/>
                  </a:lnTo>
                  <a:lnTo>
                    <a:pt x="379587" y="72332"/>
                  </a:lnTo>
                  <a:lnTo>
                    <a:pt x="417370" y="68732"/>
                  </a:lnTo>
                  <a:lnTo>
                    <a:pt x="452713" y="65365"/>
                  </a:lnTo>
                  <a:lnTo>
                    <a:pt x="485913" y="62202"/>
                  </a:lnTo>
                  <a:lnTo>
                    <a:pt x="517214" y="59219"/>
                  </a:lnTo>
                  <a:lnTo>
                    <a:pt x="546823" y="56398"/>
                  </a:lnTo>
                  <a:lnTo>
                    <a:pt x="574913" y="53722"/>
                  </a:lnTo>
                  <a:lnTo>
                    <a:pt x="601632" y="51176"/>
                  </a:lnTo>
                  <a:lnTo>
                    <a:pt x="627107" y="48749"/>
                  </a:lnTo>
                  <a:lnTo>
                    <a:pt x="651450" y="46430"/>
                  </a:lnTo>
                  <a:lnTo>
                    <a:pt x="674757" y="44209"/>
                  </a:lnTo>
                  <a:lnTo>
                    <a:pt x="697113" y="42079"/>
                  </a:lnTo>
                  <a:lnTo>
                    <a:pt x="718591" y="40033"/>
                  </a:lnTo>
                  <a:lnTo>
                    <a:pt x="739259" y="38063"/>
                  </a:lnTo>
                  <a:lnTo>
                    <a:pt x="759175" y="36166"/>
                  </a:lnTo>
                  <a:lnTo>
                    <a:pt x="778392" y="34335"/>
                  </a:lnTo>
                  <a:lnTo>
                    <a:pt x="796957" y="32566"/>
                  </a:lnTo>
                  <a:lnTo>
                    <a:pt x="814914" y="30855"/>
                  </a:lnTo>
                  <a:lnTo>
                    <a:pt x="832300" y="29199"/>
                  </a:lnTo>
                  <a:lnTo>
                    <a:pt x="849152" y="27593"/>
                  </a:lnTo>
                  <a:lnTo>
                    <a:pt x="865500" y="26035"/>
                  </a:lnTo>
                  <a:lnTo>
                    <a:pt x="881375" y="24523"/>
                  </a:lnTo>
                  <a:lnTo>
                    <a:pt x="896802" y="23053"/>
                  </a:lnTo>
                  <a:lnTo>
                    <a:pt x="911806" y="21623"/>
                  </a:lnTo>
                  <a:lnTo>
                    <a:pt x="926411" y="20232"/>
                  </a:lnTo>
                  <a:lnTo>
                    <a:pt x="940636" y="18877"/>
                  </a:lnTo>
                  <a:lnTo>
                    <a:pt x="954500" y="17556"/>
                  </a:lnTo>
                  <a:lnTo>
                    <a:pt x="968023" y="16267"/>
                  </a:lnTo>
                  <a:lnTo>
                    <a:pt x="981219" y="15010"/>
                  </a:lnTo>
                  <a:lnTo>
                    <a:pt x="994105" y="13782"/>
                  </a:lnTo>
                  <a:lnTo>
                    <a:pt x="1006695" y="12583"/>
                  </a:lnTo>
                  <a:lnTo>
                    <a:pt x="1019002" y="11410"/>
                  </a:lnTo>
                  <a:lnTo>
                    <a:pt x="1031038" y="10263"/>
                  </a:lnTo>
                  <a:lnTo>
                    <a:pt x="1042816" y="9141"/>
                  </a:lnTo>
                  <a:lnTo>
                    <a:pt x="1054345" y="8043"/>
                  </a:lnTo>
                  <a:lnTo>
                    <a:pt x="1065637" y="6967"/>
                  </a:lnTo>
                  <a:lnTo>
                    <a:pt x="1076700" y="5913"/>
                  </a:lnTo>
                  <a:lnTo>
                    <a:pt x="1087545" y="4879"/>
                  </a:lnTo>
                  <a:lnTo>
                    <a:pt x="1098179" y="3866"/>
                  </a:lnTo>
                  <a:lnTo>
                    <a:pt x="1108610" y="2872"/>
                  </a:lnTo>
                  <a:lnTo>
                    <a:pt x="1118846" y="1897"/>
                  </a:lnTo>
                  <a:lnTo>
                    <a:pt x="1128895" y="940"/>
                  </a:lnTo>
                  <a:lnTo>
                    <a:pt x="113876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394721" y="4857708"/>
              <a:ext cx="1138762" cy="115928"/>
            </a:xfrm>
            <a:custGeom>
              <a:avLst/>
              <a:pathLst>
                <a:path w="1138762" h="115928">
                  <a:moveTo>
                    <a:pt x="0" y="115928"/>
                  </a:moveTo>
                  <a:lnTo>
                    <a:pt x="73125" y="108483"/>
                  </a:lnTo>
                  <a:lnTo>
                    <a:pt x="137627" y="101917"/>
                  </a:lnTo>
                  <a:lnTo>
                    <a:pt x="195325" y="96043"/>
                  </a:lnTo>
                  <a:lnTo>
                    <a:pt x="247520" y="90730"/>
                  </a:lnTo>
                  <a:lnTo>
                    <a:pt x="295170" y="85879"/>
                  </a:lnTo>
                  <a:lnTo>
                    <a:pt x="339003" y="81417"/>
                  </a:lnTo>
                  <a:lnTo>
                    <a:pt x="379587" y="77285"/>
                  </a:lnTo>
                  <a:lnTo>
                    <a:pt x="417370" y="73439"/>
                  </a:lnTo>
                  <a:lnTo>
                    <a:pt x="452713" y="69841"/>
                  </a:lnTo>
                  <a:lnTo>
                    <a:pt x="485913" y="66461"/>
                  </a:lnTo>
                  <a:lnTo>
                    <a:pt x="517214" y="63274"/>
                  </a:lnTo>
                  <a:lnTo>
                    <a:pt x="546823" y="60260"/>
                  </a:lnTo>
                  <a:lnTo>
                    <a:pt x="574913" y="57401"/>
                  </a:lnTo>
                  <a:lnTo>
                    <a:pt x="601632" y="54680"/>
                  </a:lnTo>
                  <a:lnTo>
                    <a:pt x="627107" y="52087"/>
                  </a:lnTo>
                  <a:lnTo>
                    <a:pt x="651450" y="49609"/>
                  </a:lnTo>
                  <a:lnTo>
                    <a:pt x="674757" y="47236"/>
                  </a:lnTo>
                  <a:lnTo>
                    <a:pt x="697113" y="44960"/>
                  </a:lnTo>
                  <a:lnTo>
                    <a:pt x="718591" y="42774"/>
                  </a:lnTo>
                  <a:lnTo>
                    <a:pt x="739259" y="40670"/>
                  </a:lnTo>
                  <a:lnTo>
                    <a:pt x="759175" y="38642"/>
                  </a:lnTo>
                  <a:lnTo>
                    <a:pt x="778392" y="36686"/>
                  </a:lnTo>
                  <a:lnTo>
                    <a:pt x="796957" y="34796"/>
                  </a:lnTo>
                  <a:lnTo>
                    <a:pt x="814914" y="32968"/>
                  </a:lnTo>
                  <a:lnTo>
                    <a:pt x="832300" y="31198"/>
                  </a:lnTo>
                  <a:lnTo>
                    <a:pt x="849152" y="29482"/>
                  </a:lnTo>
                  <a:lnTo>
                    <a:pt x="865500" y="27818"/>
                  </a:lnTo>
                  <a:lnTo>
                    <a:pt x="881375" y="26202"/>
                  </a:lnTo>
                  <a:lnTo>
                    <a:pt x="896802" y="24632"/>
                  </a:lnTo>
                  <a:lnTo>
                    <a:pt x="911806" y="23104"/>
                  </a:lnTo>
                  <a:lnTo>
                    <a:pt x="926411" y="21617"/>
                  </a:lnTo>
                  <a:lnTo>
                    <a:pt x="940636" y="20169"/>
                  </a:lnTo>
                  <a:lnTo>
                    <a:pt x="954500" y="18758"/>
                  </a:lnTo>
                  <a:lnTo>
                    <a:pt x="968023" y="17381"/>
                  </a:lnTo>
                  <a:lnTo>
                    <a:pt x="981219" y="16038"/>
                  </a:lnTo>
                  <a:lnTo>
                    <a:pt x="994105" y="14726"/>
                  </a:lnTo>
                  <a:lnTo>
                    <a:pt x="1006695" y="13444"/>
                  </a:lnTo>
                  <a:lnTo>
                    <a:pt x="1019002" y="12191"/>
                  </a:lnTo>
                  <a:lnTo>
                    <a:pt x="1031038" y="10966"/>
                  </a:lnTo>
                  <a:lnTo>
                    <a:pt x="1042816" y="9767"/>
                  </a:lnTo>
                  <a:lnTo>
                    <a:pt x="1054345" y="8593"/>
                  </a:lnTo>
                  <a:lnTo>
                    <a:pt x="1065637" y="7444"/>
                  </a:lnTo>
                  <a:lnTo>
                    <a:pt x="1076700" y="6318"/>
                  </a:lnTo>
                  <a:lnTo>
                    <a:pt x="1087545" y="5214"/>
                  </a:lnTo>
                  <a:lnTo>
                    <a:pt x="1098179" y="4131"/>
                  </a:lnTo>
                  <a:lnTo>
                    <a:pt x="1108610" y="3069"/>
                  </a:lnTo>
                  <a:lnTo>
                    <a:pt x="1118846" y="2027"/>
                  </a:lnTo>
                  <a:lnTo>
                    <a:pt x="1128895" y="1004"/>
                  </a:lnTo>
                  <a:lnTo>
                    <a:pt x="113876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394721" y="4890430"/>
              <a:ext cx="1138762" cy="103652"/>
            </a:xfrm>
            <a:custGeom>
              <a:avLst/>
              <a:pathLst>
                <a:path w="1138762" h="103652">
                  <a:moveTo>
                    <a:pt x="0" y="0"/>
                  </a:moveTo>
                  <a:lnTo>
                    <a:pt x="73125" y="6656"/>
                  </a:lnTo>
                  <a:lnTo>
                    <a:pt x="137627" y="12527"/>
                  </a:lnTo>
                  <a:lnTo>
                    <a:pt x="195325" y="17778"/>
                  </a:lnTo>
                  <a:lnTo>
                    <a:pt x="247520" y="22529"/>
                  </a:lnTo>
                  <a:lnTo>
                    <a:pt x="295170" y="26866"/>
                  </a:lnTo>
                  <a:lnTo>
                    <a:pt x="339003" y="30856"/>
                  </a:lnTo>
                  <a:lnTo>
                    <a:pt x="379587" y="34550"/>
                  </a:lnTo>
                  <a:lnTo>
                    <a:pt x="417370" y="37989"/>
                  </a:lnTo>
                  <a:lnTo>
                    <a:pt x="452713" y="41206"/>
                  </a:lnTo>
                  <a:lnTo>
                    <a:pt x="485913" y="44228"/>
                  </a:lnTo>
                  <a:lnTo>
                    <a:pt x="517214" y="47077"/>
                  </a:lnTo>
                  <a:lnTo>
                    <a:pt x="546823" y="49772"/>
                  </a:lnTo>
                  <a:lnTo>
                    <a:pt x="574913" y="52329"/>
                  </a:lnTo>
                  <a:lnTo>
                    <a:pt x="601632" y="54761"/>
                  </a:lnTo>
                  <a:lnTo>
                    <a:pt x="627107" y="57080"/>
                  </a:lnTo>
                  <a:lnTo>
                    <a:pt x="651450" y="59296"/>
                  </a:lnTo>
                  <a:lnTo>
                    <a:pt x="674757" y="61417"/>
                  </a:lnTo>
                  <a:lnTo>
                    <a:pt x="697113" y="63452"/>
                  </a:lnTo>
                  <a:lnTo>
                    <a:pt x="718591" y="65407"/>
                  </a:lnTo>
                  <a:lnTo>
                    <a:pt x="739259" y="67288"/>
                  </a:lnTo>
                  <a:lnTo>
                    <a:pt x="759175" y="69101"/>
                  </a:lnTo>
                  <a:lnTo>
                    <a:pt x="778392" y="70850"/>
                  </a:lnTo>
                  <a:lnTo>
                    <a:pt x="796957" y="72540"/>
                  </a:lnTo>
                  <a:lnTo>
                    <a:pt x="814914" y="74174"/>
                  </a:lnTo>
                  <a:lnTo>
                    <a:pt x="832300" y="75757"/>
                  </a:lnTo>
                  <a:lnTo>
                    <a:pt x="849152" y="77291"/>
                  </a:lnTo>
                  <a:lnTo>
                    <a:pt x="865500" y="78779"/>
                  </a:lnTo>
                  <a:lnTo>
                    <a:pt x="881375" y="80224"/>
                  </a:lnTo>
                  <a:lnTo>
                    <a:pt x="896802" y="81628"/>
                  </a:lnTo>
                  <a:lnTo>
                    <a:pt x="911806" y="82994"/>
                  </a:lnTo>
                  <a:lnTo>
                    <a:pt x="926411" y="84323"/>
                  </a:lnTo>
                  <a:lnTo>
                    <a:pt x="940636" y="85618"/>
                  </a:lnTo>
                  <a:lnTo>
                    <a:pt x="954500" y="86880"/>
                  </a:lnTo>
                  <a:lnTo>
                    <a:pt x="968023" y="88111"/>
                  </a:lnTo>
                  <a:lnTo>
                    <a:pt x="981219" y="89312"/>
                  </a:lnTo>
                  <a:lnTo>
                    <a:pt x="994105" y="90485"/>
                  </a:lnTo>
                  <a:lnTo>
                    <a:pt x="1006695" y="91631"/>
                  </a:lnTo>
                  <a:lnTo>
                    <a:pt x="1019002" y="92751"/>
                  </a:lnTo>
                  <a:lnTo>
                    <a:pt x="1031038" y="93846"/>
                  </a:lnTo>
                  <a:lnTo>
                    <a:pt x="1042816" y="94918"/>
                  </a:lnTo>
                  <a:lnTo>
                    <a:pt x="1054345" y="95968"/>
                  </a:lnTo>
                  <a:lnTo>
                    <a:pt x="1065637" y="96996"/>
                  </a:lnTo>
                  <a:lnTo>
                    <a:pt x="1076700" y="98003"/>
                  </a:lnTo>
                  <a:lnTo>
                    <a:pt x="1087545" y="98990"/>
                  </a:lnTo>
                  <a:lnTo>
                    <a:pt x="1098179" y="99958"/>
                  </a:lnTo>
                  <a:lnTo>
                    <a:pt x="1108610" y="100907"/>
                  </a:lnTo>
                  <a:lnTo>
                    <a:pt x="1118846" y="101839"/>
                  </a:lnTo>
                  <a:lnTo>
                    <a:pt x="1128895" y="102753"/>
                  </a:lnTo>
                  <a:lnTo>
                    <a:pt x="1138762" y="10365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394721" y="5014904"/>
              <a:ext cx="1138762" cy="187166"/>
            </a:xfrm>
            <a:custGeom>
              <a:avLst/>
              <a:pathLst>
                <a:path w="1138762" h="187166">
                  <a:moveTo>
                    <a:pt x="0" y="0"/>
                  </a:moveTo>
                  <a:lnTo>
                    <a:pt x="73125" y="12018"/>
                  </a:lnTo>
                  <a:lnTo>
                    <a:pt x="137627" y="22620"/>
                  </a:lnTo>
                  <a:lnTo>
                    <a:pt x="195325" y="32103"/>
                  </a:lnTo>
                  <a:lnTo>
                    <a:pt x="247520" y="40682"/>
                  </a:lnTo>
                  <a:lnTo>
                    <a:pt x="295170" y="48514"/>
                  </a:lnTo>
                  <a:lnTo>
                    <a:pt x="339003" y="55718"/>
                  </a:lnTo>
                  <a:lnTo>
                    <a:pt x="379587" y="62388"/>
                  </a:lnTo>
                  <a:lnTo>
                    <a:pt x="417370" y="68598"/>
                  </a:lnTo>
                  <a:lnTo>
                    <a:pt x="452713" y="74407"/>
                  </a:lnTo>
                  <a:lnTo>
                    <a:pt x="485913" y="79864"/>
                  </a:lnTo>
                  <a:lnTo>
                    <a:pt x="517214" y="85009"/>
                  </a:lnTo>
                  <a:lnTo>
                    <a:pt x="546823" y="89875"/>
                  </a:lnTo>
                  <a:lnTo>
                    <a:pt x="574913" y="94492"/>
                  </a:lnTo>
                  <a:lnTo>
                    <a:pt x="601632" y="98883"/>
                  </a:lnTo>
                  <a:lnTo>
                    <a:pt x="627107" y="103071"/>
                  </a:lnTo>
                  <a:lnTo>
                    <a:pt x="651450" y="107072"/>
                  </a:lnTo>
                  <a:lnTo>
                    <a:pt x="674757" y="110902"/>
                  </a:lnTo>
                  <a:lnTo>
                    <a:pt x="697113" y="114577"/>
                  </a:lnTo>
                  <a:lnTo>
                    <a:pt x="718591" y="118107"/>
                  </a:lnTo>
                  <a:lnTo>
                    <a:pt x="739259" y="121504"/>
                  </a:lnTo>
                  <a:lnTo>
                    <a:pt x="759175" y="124777"/>
                  </a:lnTo>
                  <a:lnTo>
                    <a:pt x="778392" y="127936"/>
                  </a:lnTo>
                  <a:lnTo>
                    <a:pt x="796957" y="130987"/>
                  </a:lnTo>
                  <a:lnTo>
                    <a:pt x="814914" y="133938"/>
                  </a:lnTo>
                  <a:lnTo>
                    <a:pt x="832300" y="136796"/>
                  </a:lnTo>
                  <a:lnTo>
                    <a:pt x="849152" y="139566"/>
                  </a:lnTo>
                  <a:lnTo>
                    <a:pt x="865500" y="142253"/>
                  </a:lnTo>
                  <a:lnTo>
                    <a:pt x="881375" y="144862"/>
                  </a:lnTo>
                  <a:lnTo>
                    <a:pt x="896802" y="147397"/>
                  </a:lnTo>
                  <a:lnTo>
                    <a:pt x="911806" y="149864"/>
                  </a:lnTo>
                  <a:lnTo>
                    <a:pt x="926411" y="152264"/>
                  </a:lnTo>
                  <a:lnTo>
                    <a:pt x="940636" y="154602"/>
                  </a:lnTo>
                  <a:lnTo>
                    <a:pt x="954500" y="156881"/>
                  </a:lnTo>
                  <a:lnTo>
                    <a:pt x="968023" y="159103"/>
                  </a:lnTo>
                  <a:lnTo>
                    <a:pt x="981219" y="161272"/>
                  </a:lnTo>
                  <a:lnTo>
                    <a:pt x="994105" y="163390"/>
                  </a:lnTo>
                  <a:lnTo>
                    <a:pt x="1006695" y="165459"/>
                  </a:lnTo>
                  <a:lnTo>
                    <a:pt x="1019002" y="167482"/>
                  </a:lnTo>
                  <a:lnTo>
                    <a:pt x="1031038" y="169460"/>
                  </a:lnTo>
                  <a:lnTo>
                    <a:pt x="1042816" y="171396"/>
                  </a:lnTo>
                  <a:lnTo>
                    <a:pt x="1054345" y="173291"/>
                  </a:lnTo>
                  <a:lnTo>
                    <a:pt x="1065637" y="175147"/>
                  </a:lnTo>
                  <a:lnTo>
                    <a:pt x="1076700" y="176965"/>
                  </a:lnTo>
                  <a:lnTo>
                    <a:pt x="1087545" y="178748"/>
                  </a:lnTo>
                  <a:lnTo>
                    <a:pt x="1098179" y="180496"/>
                  </a:lnTo>
                  <a:lnTo>
                    <a:pt x="1108610" y="182210"/>
                  </a:lnTo>
                  <a:lnTo>
                    <a:pt x="1118846" y="183893"/>
                  </a:lnTo>
                  <a:lnTo>
                    <a:pt x="1128895" y="185544"/>
                  </a:lnTo>
                  <a:lnTo>
                    <a:pt x="1138762" y="18716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394721" y="4975051"/>
              <a:ext cx="1138762" cy="7453"/>
            </a:xfrm>
            <a:custGeom>
              <a:avLst/>
              <a:pathLst>
                <a:path w="1138762" h="7453">
                  <a:moveTo>
                    <a:pt x="0" y="7453"/>
                  </a:moveTo>
                  <a:lnTo>
                    <a:pt x="73125" y="6975"/>
                  </a:lnTo>
                  <a:lnTo>
                    <a:pt x="137627" y="6552"/>
                  </a:lnTo>
                  <a:lnTo>
                    <a:pt x="195325" y="6175"/>
                  </a:lnTo>
                  <a:lnTo>
                    <a:pt x="247520" y="5833"/>
                  </a:lnTo>
                  <a:lnTo>
                    <a:pt x="295170" y="5521"/>
                  </a:lnTo>
                  <a:lnTo>
                    <a:pt x="339003" y="5234"/>
                  </a:lnTo>
                  <a:lnTo>
                    <a:pt x="379587" y="4969"/>
                  </a:lnTo>
                  <a:lnTo>
                    <a:pt x="417370" y="4721"/>
                  </a:lnTo>
                  <a:lnTo>
                    <a:pt x="452713" y="4490"/>
                  </a:lnTo>
                  <a:lnTo>
                    <a:pt x="485913" y="4273"/>
                  </a:lnTo>
                  <a:lnTo>
                    <a:pt x="517214" y="4068"/>
                  </a:lnTo>
                  <a:lnTo>
                    <a:pt x="546823" y="3874"/>
                  </a:lnTo>
                  <a:lnTo>
                    <a:pt x="574913" y="3690"/>
                  </a:lnTo>
                  <a:lnTo>
                    <a:pt x="601632" y="3515"/>
                  </a:lnTo>
                  <a:lnTo>
                    <a:pt x="627107" y="3349"/>
                  </a:lnTo>
                  <a:lnTo>
                    <a:pt x="651450" y="3189"/>
                  </a:lnTo>
                  <a:lnTo>
                    <a:pt x="674757" y="3037"/>
                  </a:lnTo>
                  <a:lnTo>
                    <a:pt x="697113" y="2890"/>
                  </a:lnTo>
                  <a:lnTo>
                    <a:pt x="718591" y="2750"/>
                  </a:lnTo>
                  <a:lnTo>
                    <a:pt x="739259" y="2614"/>
                  </a:lnTo>
                  <a:lnTo>
                    <a:pt x="759175" y="2484"/>
                  </a:lnTo>
                  <a:lnTo>
                    <a:pt x="778392" y="2358"/>
                  </a:lnTo>
                  <a:lnTo>
                    <a:pt x="796957" y="2237"/>
                  </a:lnTo>
                  <a:lnTo>
                    <a:pt x="814914" y="2119"/>
                  </a:lnTo>
                  <a:lnTo>
                    <a:pt x="832300" y="2005"/>
                  </a:lnTo>
                  <a:lnTo>
                    <a:pt x="849152" y="1895"/>
                  </a:lnTo>
                  <a:lnTo>
                    <a:pt x="865500" y="1788"/>
                  </a:lnTo>
                  <a:lnTo>
                    <a:pt x="881375" y="1684"/>
                  </a:lnTo>
                  <a:lnTo>
                    <a:pt x="896802" y="1583"/>
                  </a:lnTo>
                  <a:lnTo>
                    <a:pt x="911806" y="1485"/>
                  </a:lnTo>
                  <a:lnTo>
                    <a:pt x="926411" y="1389"/>
                  </a:lnTo>
                  <a:lnTo>
                    <a:pt x="940636" y="1296"/>
                  </a:lnTo>
                  <a:lnTo>
                    <a:pt x="954500" y="1206"/>
                  </a:lnTo>
                  <a:lnTo>
                    <a:pt x="968023" y="1117"/>
                  </a:lnTo>
                  <a:lnTo>
                    <a:pt x="981219" y="1031"/>
                  </a:lnTo>
                  <a:lnTo>
                    <a:pt x="994105" y="946"/>
                  </a:lnTo>
                  <a:lnTo>
                    <a:pt x="1006695" y="864"/>
                  </a:lnTo>
                  <a:lnTo>
                    <a:pt x="1019002" y="783"/>
                  </a:lnTo>
                  <a:lnTo>
                    <a:pt x="1031038" y="705"/>
                  </a:lnTo>
                  <a:lnTo>
                    <a:pt x="1042816" y="628"/>
                  </a:lnTo>
                  <a:lnTo>
                    <a:pt x="1054345" y="552"/>
                  </a:lnTo>
                  <a:lnTo>
                    <a:pt x="1065637" y="478"/>
                  </a:lnTo>
                  <a:lnTo>
                    <a:pt x="1076700" y="406"/>
                  </a:lnTo>
                  <a:lnTo>
                    <a:pt x="1087545" y="335"/>
                  </a:lnTo>
                  <a:lnTo>
                    <a:pt x="1098179" y="265"/>
                  </a:lnTo>
                  <a:lnTo>
                    <a:pt x="1108610" y="197"/>
                  </a:lnTo>
                  <a:lnTo>
                    <a:pt x="1118846" y="130"/>
                  </a:lnTo>
                  <a:lnTo>
                    <a:pt x="1128895" y="64"/>
                  </a:lnTo>
                  <a:lnTo>
                    <a:pt x="113876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394721" y="5008833"/>
              <a:ext cx="1138762" cy="68577"/>
            </a:xfrm>
            <a:custGeom>
              <a:avLst/>
              <a:pathLst>
                <a:path w="1138762" h="68577">
                  <a:moveTo>
                    <a:pt x="0" y="0"/>
                  </a:moveTo>
                  <a:lnTo>
                    <a:pt x="73125" y="4403"/>
                  </a:lnTo>
                  <a:lnTo>
                    <a:pt x="137627" y="8288"/>
                  </a:lnTo>
                  <a:lnTo>
                    <a:pt x="195325" y="11762"/>
                  </a:lnTo>
                  <a:lnTo>
                    <a:pt x="247520" y="14905"/>
                  </a:lnTo>
                  <a:lnTo>
                    <a:pt x="295170" y="17775"/>
                  </a:lnTo>
                  <a:lnTo>
                    <a:pt x="339003" y="20415"/>
                  </a:lnTo>
                  <a:lnTo>
                    <a:pt x="379587" y="22859"/>
                  </a:lnTo>
                  <a:lnTo>
                    <a:pt x="417370" y="25134"/>
                  </a:lnTo>
                  <a:lnTo>
                    <a:pt x="452713" y="27262"/>
                  </a:lnTo>
                  <a:lnTo>
                    <a:pt x="485913" y="29262"/>
                  </a:lnTo>
                  <a:lnTo>
                    <a:pt x="517214" y="31147"/>
                  </a:lnTo>
                  <a:lnTo>
                    <a:pt x="546823" y="32930"/>
                  </a:lnTo>
                  <a:lnTo>
                    <a:pt x="574913" y="34621"/>
                  </a:lnTo>
                  <a:lnTo>
                    <a:pt x="601632" y="36231"/>
                  </a:lnTo>
                  <a:lnTo>
                    <a:pt x="627107" y="37765"/>
                  </a:lnTo>
                  <a:lnTo>
                    <a:pt x="651450" y="39231"/>
                  </a:lnTo>
                  <a:lnTo>
                    <a:pt x="674757" y="40634"/>
                  </a:lnTo>
                  <a:lnTo>
                    <a:pt x="697113" y="41981"/>
                  </a:lnTo>
                  <a:lnTo>
                    <a:pt x="718591" y="43274"/>
                  </a:lnTo>
                  <a:lnTo>
                    <a:pt x="739259" y="44519"/>
                  </a:lnTo>
                  <a:lnTo>
                    <a:pt x="759175" y="45718"/>
                  </a:lnTo>
                  <a:lnTo>
                    <a:pt x="778392" y="46875"/>
                  </a:lnTo>
                  <a:lnTo>
                    <a:pt x="796957" y="47993"/>
                  </a:lnTo>
                  <a:lnTo>
                    <a:pt x="814914" y="49075"/>
                  </a:lnTo>
                  <a:lnTo>
                    <a:pt x="832300" y="50122"/>
                  </a:lnTo>
                  <a:lnTo>
                    <a:pt x="849152" y="51136"/>
                  </a:lnTo>
                  <a:lnTo>
                    <a:pt x="865500" y="52121"/>
                  </a:lnTo>
                  <a:lnTo>
                    <a:pt x="881375" y="53077"/>
                  </a:lnTo>
                  <a:lnTo>
                    <a:pt x="896802" y="54006"/>
                  </a:lnTo>
                  <a:lnTo>
                    <a:pt x="911806" y="54910"/>
                  </a:lnTo>
                  <a:lnTo>
                    <a:pt x="926411" y="55789"/>
                  </a:lnTo>
                  <a:lnTo>
                    <a:pt x="940636" y="56646"/>
                  </a:lnTo>
                  <a:lnTo>
                    <a:pt x="954500" y="57481"/>
                  </a:lnTo>
                  <a:lnTo>
                    <a:pt x="968023" y="58295"/>
                  </a:lnTo>
                  <a:lnTo>
                    <a:pt x="981219" y="59090"/>
                  </a:lnTo>
                  <a:lnTo>
                    <a:pt x="994105" y="59866"/>
                  </a:lnTo>
                  <a:lnTo>
                    <a:pt x="1006695" y="60624"/>
                  </a:lnTo>
                  <a:lnTo>
                    <a:pt x="1019002" y="61365"/>
                  </a:lnTo>
                  <a:lnTo>
                    <a:pt x="1031038" y="62090"/>
                  </a:lnTo>
                  <a:lnTo>
                    <a:pt x="1042816" y="62799"/>
                  </a:lnTo>
                  <a:lnTo>
                    <a:pt x="1054345" y="63493"/>
                  </a:lnTo>
                  <a:lnTo>
                    <a:pt x="1065637" y="64173"/>
                  </a:lnTo>
                  <a:lnTo>
                    <a:pt x="1076700" y="64840"/>
                  </a:lnTo>
                  <a:lnTo>
                    <a:pt x="1087545" y="65493"/>
                  </a:lnTo>
                  <a:lnTo>
                    <a:pt x="1098179" y="66133"/>
                  </a:lnTo>
                  <a:lnTo>
                    <a:pt x="1108610" y="66761"/>
                  </a:lnTo>
                  <a:lnTo>
                    <a:pt x="1118846" y="67378"/>
                  </a:lnTo>
                  <a:lnTo>
                    <a:pt x="1128895" y="67983"/>
                  </a:lnTo>
                  <a:lnTo>
                    <a:pt x="1138762" y="6857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10032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40466" y="519159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40466" y="480982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40466" y="44280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281564" y="52280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281564" y="48462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281564" y="4464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10032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39472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77430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5389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3348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6646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4605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2564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0522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3231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10032" y="39576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786901" y="46903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781556" y="441486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19710" y="473960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779646" y="46976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794188" y="427234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28603" y="46559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794766" y="50316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31128" y="49131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08184" y="4708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04419" y="41975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192635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68619" y="463632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60775" y="47437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93424" y="51373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08294" y="47446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163501" y="48983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07443" y="49826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196925" y="50591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02608" y="48418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92527" y="45283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199533" y="44787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91167" y="49730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202952" y="48189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07755" y="48624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77195" y="47456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167592" y="44237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81985" y="49229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92175" y="42734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43772" y="43827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89769" y="47837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39657" y="471319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45041" y="4906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53007" y="48832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80934" y="49937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81057" y="46441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67854" y="45282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64043" y="45299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82132" y="45928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77960" y="47509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48398" y="43127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67887" y="50112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58076" y="51254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74409" y="46818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79896" y="44717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84442" y="47555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48035" y="51240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51616" y="41607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48348" y="461683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62713" y="49159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39722" y="475128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54332" y="49115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60769" y="48859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31419" y="49790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44173" y="46914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34110" y="48509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30284" y="52149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61444" y="47579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48612" y="49600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58385" y="49832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27001" y="48245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53692" y="47222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38172" y="50686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48351" y="49926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43387" y="50183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54353" y="44861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22254" y="46132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69210" y="50266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44785" y="48100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41839" y="46606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52111" y="47013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55114" y="46454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25009" y="49088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33422" y="4746316"/>
              <a:ext cx="1137631" cy="6908"/>
            </a:xfrm>
            <a:custGeom>
              <a:avLst/>
              <a:pathLst>
                <a:path w="1137631" h="6908">
                  <a:moveTo>
                    <a:pt x="0" y="0"/>
                  </a:moveTo>
                  <a:lnTo>
                    <a:pt x="73053" y="443"/>
                  </a:lnTo>
                  <a:lnTo>
                    <a:pt x="137490" y="834"/>
                  </a:lnTo>
                  <a:lnTo>
                    <a:pt x="195131" y="1184"/>
                  </a:lnTo>
                  <a:lnTo>
                    <a:pt x="247274" y="1501"/>
                  </a:lnTo>
                  <a:lnTo>
                    <a:pt x="294876" y="1790"/>
                  </a:lnTo>
                  <a:lnTo>
                    <a:pt x="338667" y="2056"/>
                  </a:lnTo>
                  <a:lnTo>
                    <a:pt x="379210" y="2302"/>
                  </a:lnTo>
                  <a:lnTo>
                    <a:pt x="416955" y="2531"/>
                  </a:lnTo>
                  <a:lnTo>
                    <a:pt x="452263" y="2746"/>
                  </a:lnTo>
                  <a:lnTo>
                    <a:pt x="485430" y="2947"/>
                  </a:lnTo>
                  <a:lnTo>
                    <a:pt x="516700" y="3137"/>
                  </a:lnTo>
                  <a:lnTo>
                    <a:pt x="546280" y="3317"/>
                  </a:lnTo>
                  <a:lnTo>
                    <a:pt x="574341" y="3487"/>
                  </a:lnTo>
                  <a:lnTo>
                    <a:pt x="601034" y="3649"/>
                  </a:lnTo>
                  <a:lnTo>
                    <a:pt x="626484" y="3804"/>
                  </a:lnTo>
                  <a:lnTo>
                    <a:pt x="650803" y="3951"/>
                  </a:lnTo>
                  <a:lnTo>
                    <a:pt x="674087" y="4093"/>
                  </a:lnTo>
                  <a:lnTo>
                    <a:pt x="696420" y="4228"/>
                  </a:lnTo>
                  <a:lnTo>
                    <a:pt x="717877" y="4359"/>
                  </a:lnTo>
                  <a:lnTo>
                    <a:pt x="738524" y="4484"/>
                  </a:lnTo>
                  <a:lnTo>
                    <a:pt x="758420" y="4605"/>
                  </a:lnTo>
                  <a:lnTo>
                    <a:pt x="777618" y="4722"/>
                  </a:lnTo>
                  <a:lnTo>
                    <a:pt x="796165" y="4834"/>
                  </a:lnTo>
                  <a:lnTo>
                    <a:pt x="814104" y="4943"/>
                  </a:lnTo>
                  <a:lnTo>
                    <a:pt x="831473" y="5049"/>
                  </a:lnTo>
                  <a:lnTo>
                    <a:pt x="848308" y="5151"/>
                  </a:lnTo>
                  <a:lnTo>
                    <a:pt x="864640" y="5250"/>
                  </a:lnTo>
                  <a:lnTo>
                    <a:pt x="880499" y="5346"/>
                  </a:lnTo>
                  <a:lnTo>
                    <a:pt x="895911" y="5440"/>
                  </a:lnTo>
                  <a:lnTo>
                    <a:pt x="910900" y="5531"/>
                  </a:lnTo>
                  <a:lnTo>
                    <a:pt x="925490" y="5619"/>
                  </a:lnTo>
                  <a:lnTo>
                    <a:pt x="939701" y="5706"/>
                  </a:lnTo>
                  <a:lnTo>
                    <a:pt x="953552" y="5790"/>
                  </a:lnTo>
                  <a:lnTo>
                    <a:pt x="967061" y="5872"/>
                  </a:lnTo>
                  <a:lnTo>
                    <a:pt x="980244" y="5952"/>
                  </a:lnTo>
                  <a:lnTo>
                    <a:pt x="993117" y="6030"/>
                  </a:lnTo>
                  <a:lnTo>
                    <a:pt x="1005694" y="6107"/>
                  </a:lnTo>
                  <a:lnTo>
                    <a:pt x="1017989" y="6181"/>
                  </a:lnTo>
                  <a:lnTo>
                    <a:pt x="1030013" y="6254"/>
                  </a:lnTo>
                  <a:lnTo>
                    <a:pt x="1041779" y="6326"/>
                  </a:lnTo>
                  <a:lnTo>
                    <a:pt x="1053297" y="6396"/>
                  </a:lnTo>
                  <a:lnTo>
                    <a:pt x="1064578" y="6464"/>
                  </a:lnTo>
                  <a:lnTo>
                    <a:pt x="1075630" y="6531"/>
                  </a:lnTo>
                  <a:lnTo>
                    <a:pt x="1086464" y="6597"/>
                  </a:lnTo>
                  <a:lnTo>
                    <a:pt x="1097087" y="6661"/>
                  </a:lnTo>
                  <a:lnTo>
                    <a:pt x="1107508" y="6725"/>
                  </a:lnTo>
                  <a:lnTo>
                    <a:pt x="1117734" y="6787"/>
                  </a:lnTo>
                  <a:lnTo>
                    <a:pt x="1127773" y="6848"/>
                  </a:lnTo>
                  <a:lnTo>
                    <a:pt x="1137631" y="690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33422" y="4730733"/>
              <a:ext cx="1137631" cy="10194"/>
            </a:xfrm>
            <a:custGeom>
              <a:avLst/>
              <a:pathLst>
                <a:path w="1137631" h="10194">
                  <a:moveTo>
                    <a:pt x="0" y="10194"/>
                  </a:moveTo>
                  <a:lnTo>
                    <a:pt x="73053" y="9539"/>
                  </a:lnTo>
                  <a:lnTo>
                    <a:pt x="137490" y="8962"/>
                  </a:lnTo>
                  <a:lnTo>
                    <a:pt x="195131" y="8445"/>
                  </a:lnTo>
                  <a:lnTo>
                    <a:pt x="247274" y="7978"/>
                  </a:lnTo>
                  <a:lnTo>
                    <a:pt x="294876" y="7551"/>
                  </a:lnTo>
                  <a:lnTo>
                    <a:pt x="338667" y="7159"/>
                  </a:lnTo>
                  <a:lnTo>
                    <a:pt x="379210" y="6796"/>
                  </a:lnTo>
                  <a:lnTo>
                    <a:pt x="416955" y="6457"/>
                  </a:lnTo>
                  <a:lnTo>
                    <a:pt x="452263" y="6141"/>
                  </a:lnTo>
                  <a:lnTo>
                    <a:pt x="485430" y="5844"/>
                  </a:lnTo>
                  <a:lnTo>
                    <a:pt x="516700" y="5564"/>
                  </a:lnTo>
                  <a:lnTo>
                    <a:pt x="546280" y="5299"/>
                  </a:lnTo>
                  <a:lnTo>
                    <a:pt x="574341" y="5047"/>
                  </a:lnTo>
                  <a:lnTo>
                    <a:pt x="601034" y="4808"/>
                  </a:lnTo>
                  <a:lnTo>
                    <a:pt x="626484" y="4580"/>
                  </a:lnTo>
                  <a:lnTo>
                    <a:pt x="650803" y="4362"/>
                  </a:lnTo>
                  <a:lnTo>
                    <a:pt x="674087" y="4153"/>
                  </a:lnTo>
                  <a:lnTo>
                    <a:pt x="696420" y="3953"/>
                  </a:lnTo>
                  <a:lnTo>
                    <a:pt x="717877" y="3761"/>
                  </a:lnTo>
                  <a:lnTo>
                    <a:pt x="738524" y="3576"/>
                  </a:lnTo>
                  <a:lnTo>
                    <a:pt x="758420" y="3398"/>
                  </a:lnTo>
                  <a:lnTo>
                    <a:pt x="777618" y="3226"/>
                  </a:lnTo>
                  <a:lnTo>
                    <a:pt x="796165" y="3059"/>
                  </a:lnTo>
                  <a:lnTo>
                    <a:pt x="814104" y="2899"/>
                  </a:lnTo>
                  <a:lnTo>
                    <a:pt x="831473" y="2743"/>
                  </a:lnTo>
                  <a:lnTo>
                    <a:pt x="848308" y="2592"/>
                  </a:lnTo>
                  <a:lnTo>
                    <a:pt x="864640" y="2446"/>
                  </a:lnTo>
                  <a:lnTo>
                    <a:pt x="880499" y="2304"/>
                  </a:lnTo>
                  <a:lnTo>
                    <a:pt x="895911" y="2166"/>
                  </a:lnTo>
                  <a:lnTo>
                    <a:pt x="910900" y="2031"/>
                  </a:lnTo>
                  <a:lnTo>
                    <a:pt x="925490" y="1900"/>
                  </a:lnTo>
                  <a:lnTo>
                    <a:pt x="939701" y="1773"/>
                  </a:lnTo>
                  <a:lnTo>
                    <a:pt x="953552" y="1649"/>
                  </a:lnTo>
                  <a:lnTo>
                    <a:pt x="967061" y="1528"/>
                  </a:lnTo>
                  <a:lnTo>
                    <a:pt x="980244" y="1410"/>
                  </a:lnTo>
                  <a:lnTo>
                    <a:pt x="993117" y="1294"/>
                  </a:lnTo>
                  <a:lnTo>
                    <a:pt x="1005694" y="1182"/>
                  </a:lnTo>
                  <a:lnTo>
                    <a:pt x="1017989" y="1072"/>
                  </a:lnTo>
                  <a:lnTo>
                    <a:pt x="1030013" y="964"/>
                  </a:lnTo>
                  <a:lnTo>
                    <a:pt x="1041779" y="858"/>
                  </a:lnTo>
                  <a:lnTo>
                    <a:pt x="1053297" y="755"/>
                  </a:lnTo>
                  <a:lnTo>
                    <a:pt x="1064578" y="654"/>
                  </a:lnTo>
                  <a:lnTo>
                    <a:pt x="1075630" y="555"/>
                  </a:lnTo>
                  <a:lnTo>
                    <a:pt x="1086464" y="458"/>
                  </a:lnTo>
                  <a:lnTo>
                    <a:pt x="1097087" y="363"/>
                  </a:lnTo>
                  <a:lnTo>
                    <a:pt x="1107508" y="269"/>
                  </a:lnTo>
                  <a:lnTo>
                    <a:pt x="1117734" y="178"/>
                  </a:lnTo>
                  <a:lnTo>
                    <a:pt x="1127773" y="88"/>
                  </a:lnTo>
                  <a:lnTo>
                    <a:pt x="113763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33422" y="4694083"/>
              <a:ext cx="1137631" cy="401797"/>
            </a:xfrm>
            <a:custGeom>
              <a:avLst/>
              <a:pathLst>
                <a:path w="1137631" h="401797">
                  <a:moveTo>
                    <a:pt x="0" y="0"/>
                  </a:moveTo>
                  <a:lnTo>
                    <a:pt x="73053" y="25801"/>
                  </a:lnTo>
                  <a:lnTo>
                    <a:pt x="137490" y="48559"/>
                  </a:lnTo>
                  <a:lnTo>
                    <a:pt x="195131" y="68918"/>
                  </a:lnTo>
                  <a:lnTo>
                    <a:pt x="247274" y="87334"/>
                  </a:lnTo>
                  <a:lnTo>
                    <a:pt x="294876" y="104147"/>
                  </a:lnTo>
                  <a:lnTo>
                    <a:pt x="338667" y="119613"/>
                  </a:lnTo>
                  <a:lnTo>
                    <a:pt x="379210" y="133932"/>
                  </a:lnTo>
                  <a:lnTo>
                    <a:pt x="416955" y="147263"/>
                  </a:lnTo>
                  <a:lnTo>
                    <a:pt x="452263" y="159734"/>
                  </a:lnTo>
                  <a:lnTo>
                    <a:pt x="485430" y="171448"/>
                  </a:lnTo>
                  <a:lnTo>
                    <a:pt x="516700" y="182492"/>
                  </a:lnTo>
                  <a:lnTo>
                    <a:pt x="546280" y="192939"/>
                  </a:lnTo>
                  <a:lnTo>
                    <a:pt x="574341" y="202850"/>
                  </a:lnTo>
                  <a:lnTo>
                    <a:pt x="601034" y="212278"/>
                  </a:lnTo>
                  <a:lnTo>
                    <a:pt x="626484" y="221266"/>
                  </a:lnTo>
                  <a:lnTo>
                    <a:pt x="650803" y="229856"/>
                  </a:lnTo>
                  <a:lnTo>
                    <a:pt x="674087" y="238079"/>
                  </a:lnTo>
                  <a:lnTo>
                    <a:pt x="696420" y="245967"/>
                  </a:lnTo>
                  <a:lnTo>
                    <a:pt x="717877" y="253545"/>
                  </a:lnTo>
                  <a:lnTo>
                    <a:pt x="738524" y="260838"/>
                  </a:lnTo>
                  <a:lnTo>
                    <a:pt x="758420" y="267865"/>
                  </a:lnTo>
                  <a:lnTo>
                    <a:pt x="777618" y="274645"/>
                  </a:lnTo>
                  <a:lnTo>
                    <a:pt x="796165" y="281196"/>
                  </a:lnTo>
                  <a:lnTo>
                    <a:pt x="814104" y="287532"/>
                  </a:lnTo>
                  <a:lnTo>
                    <a:pt x="831473" y="293666"/>
                  </a:lnTo>
                  <a:lnTo>
                    <a:pt x="848308" y="299612"/>
                  </a:lnTo>
                  <a:lnTo>
                    <a:pt x="864640" y="305380"/>
                  </a:lnTo>
                  <a:lnTo>
                    <a:pt x="880499" y="310981"/>
                  </a:lnTo>
                  <a:lnTo>
                    <a:pt x="895911" y="316425"/>
                  </a:lnTo>
                  <a:lnTo>
                    <a:pt x="910900" y="321719"/>
                  </a:lnTo>
                  <a:lnTo>
                    <a:pt x="925490" y="326872"/>
                  </a:lnTo>
                  <a:lnTo>
                    <a:pt x="939701" y="331891"/>
                  </a:lnTo>
                  <a:lnTo>
                    <a:pt x="953552" y="336783"/>
                  </a:lnTo>
                  <a:lnTo>
                    <a:pt x="967061" y="341554"/>
                  </a:lnTo>
                  <a:lnTo>
                    <a:pt x="980244" y="346210"/>
                  </a:lnTo>
                  <a:lnTo>
                    <a:pt x="993117" y="350757"/>
                  </a:lnTo>
                  <a:lnTo>
                    <a:pt x="1005694" y="355199"/>
                  </a:lnTo>
                  <a:lnTo>
                    <a:pt x="1017989" y="359541"/>
                  </a:lnTo>
                  <a:lnTo>
                    <a:pt x="1030013" y="363788"/>
                  </a:lnTo>
                  <a:lnTo>
                    <a:pt x="1041779" y="367944"/>
                  </a:lnTo>
                  <a:lnTo>
                    <a:pt x="1053297" y="372012"/>
                  </a:lnTo>
                  <a:lnTo>
                    <a:pt x="1064578" y="375996"/>
                  </a:lnTo>
                  <a:lnTo>
                    <a:pt x="1075630" y="379900"/>
                  </a:lnTo>
                  <a:lnTo>
                    <a:pt x="1086464" y="383726"/>
                  </a:lnTo>
                  <a:lnTo>
                    <a:pt x="1097087" y="387478"/>
                  </a:lnTo>
                  <a:lnTo>
                    <a:pt x="1107508" y="391158"/>
                  </a:lnTo>
                  <a:lnTo>
                    <a:pt x="1117734" y="394770"/>
                  </a:lnTo>
                  <a:lnTo>
                    <a:pt x="1127773" y="398316"/>
                  </a:lnTo>
                  <a:lnTo>
                    <a:pt x="1137631" y="40179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33422" y="4292530"/>
              <a:ext cx="1137631" cy="295489"/>
            </a:xfrm>
            <a:custGeom>
              <a:avLst/>
              <a:pathLst>
                <a:path w="1137631" h="295489">
                  <a:moveTo>
                    <a:pt x="0" y="0"/>
                  </a:moveTo>
                  <a:lnTo>
                    <a:pt x="73053" y="18974"/>
                  </a:lnTo>
                  <a:lnTo>
                    <a:pt x="137490" y="35711"/>
                  </a:lnTo>
                  <a:lnTo>
                    <a:pt x="195131" y="50683"/>
                  </a:lnTo>
                  <a:lnTo>
                    <a:pt x="247274" y="64227"/>
                  </a:lnTo>
                  <a:lnTo>
                    <a:pt x="294876" y="76591"/>
                  </a:lnTo>
                  <a:lnTo>
                    <a:pt x="338667" y="87965"/>
                  </a:lnTo>
                  <a:lnTo>
                    <a:pt x="379210" y="98496"/>
                  </a:lnTo>
                  <a:lnTo>
                    <a:pt x="416955" y="108300"/>
                  </a:lnTo>
                  <a:lnTo>
                    <a:pt x="452263" y="117471"/>
                  </a:lnTo>
                  <a:lnTo>
                    <a:pt x="485430" y="126086"/>
                  </a:lnTo>
                  <a:lnTo>
                    <a:pt x="516700" y="134208"/>
                  </a:lnTo>
                  <a:lnTo>
                    <a:pt x="546280" y="141891"/>
                  </a:lnTo>
                  <a:lnTo>
                    <a:pt x="574341" y="149180"/>
                  </a:lnTo>
                  <a:lnTo>
                    <a:pt x="601034" y="156113"/>
                  </a:lnTo>
                  <a:lnTo>
                    <a:pt x="626484" y="162723"/>
                  </a:lnTo>
                  <a:lnTo>
                    <a:pt x="650803" y="169040"/>
                  </a:lnTo>
                  <a:lnTo>
                    <a:pt x="674087" y="175088"/>
                  </a:lnTo>
                  <a:lnTo>
                    <a:pt x="696420" y="180889"/>
                  </a:lnTo>
                  <a:lnTo>
                    <a:pt x="717877" y="186462"/>
                  </a:lnTo>
                  <a:lnTo>
                    <a:pt x="738524" y="191825"/>
                  </a:lnTo>
                  <a:lnTo>
                    <a:pt x="758420" y="196993"/>
                  </a:lnTo>
                  <a:lnTo>
                    <a:pt x="777618" y="201979"/>
                  </a:lnTo>
                  <a:lnTo>
                    <a:pt x="796165" y="206797"/>
                  </a:lnTo>
                  <a:lnTo>
                    <a:pt x="814104" y="211456"/>
                  </a:lnTo>
                  <a:lnTo>
                    <a:pt x="831473" y="215967"/>
                  </a:lnTo>
                  <a:lnTo>
                    <a:pt x="848308" y="220340"/>
                  </a:lnTo>
                  <a:lnTo>
                    <a:pt x="864640" y="224582"/>
                  </a:lnTo>
                  <a:lnTo>
                    <a:pt x="880499" y="228701"/>
                  </a:lnTo>
                  <a:lnTo>
                    <a:pt x="895911" y="232705"/>
                  </a:lnTo>
                  <a:lnTo>
                    <a:pt x="910900" y="236598"/>
                  </a:lnTo>
                  <a:lnTo>
                    <a:pt x="925490" y="240387"/>
                  </a:lnTo>
                  <a:lnTo>
                    <a:pt x="939701" y="244079"/>
                  </a:lnTo>
                  <a:lnTo>
                    <a:pt x="953552" y="247676"/>
                  </a:lnTo>
                  <a:lnTo>
                    <a:pt x="967061" y="251185"/>
                  </a:lnTo>
                  <a:lnTo>
                    <a:pt x="980244" y="254609"/>
                  </a:lnTo>
                  <a:lnTo>
                    <a:pt x="993117" y="257953"/>
                  </a:lnTo>
                  <a:lnTo>
                    <a:pt x="1005694" y="261220"/>
                  </a:lnTo>
                  <a:lnTo>
                    <a:pt x="1017989" y="264413"/>
                  </a:lnTo>
                  <a:lnTo>
                    <a:pt x="1030013" y="267537"/>
                  </a:lnTo>
                  <a:lnTo>
                    <a:pt x="1041779" y="270593"/>
                  </a:lnTo>
                  <a:lnTo>
                    <a:pt x="1053297" y="273584"/>
                  </a:lnTo>
                  <a:lnTo>
                    <a:pt x="1064578" y="276514"/>
                  </a:lnTo>
                  <a:lnTo>
                    <a:pt x="1075630" y="279385"/>
                  </a:lnTo>
                  <a:lnTo>
                    <a:pt x="1086464" y="282199"/>
                  </a:lnTo>
                  <a:lnTo>
                    <a:pt x="1097087" y="284958"/>
                  </a:lnTo>
                  <a:lnTo>
                    <a:pt x="1107508" y="287665"/>
                  </a:lnTo>
                  <a:lnTo>
                    <a:pt x="1117734" y="290321"/>
                  </a:lnTo>
                  <a:lnTo>
                    <a:pt x="1127773" y="292929"/>
                  </a:lnTo>
                  <a:lnTo>
                    <a:pt x="1137631" y="295489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33422" y="4801465"/>
              <a:ext cx="1137631" cy="37431"/>
            </a:xfrm>
            <a:custGeom>
              <a:avLst/>
              <a:pathLst>
                <a:path w="1137631" h="37431">
                  <a:moveTo>
                    <a:pt x="0" y="0"/>
                  </a:moveTo>
                  <a:lnTo>
                    <a:pt x="73053" y="2403"/>
                  </a:lnTo>
                  <a:lnTo>
                    <a:pt x="137490" y="4523"/>
                  </a:lnTo>
                  <a:lnTo>
                    <a:pt x="195131" y="6420"/>
                  </a:lnTo>
                  <a:lnTo>
                    <a:pt x="247274" y="8135"/>
                  </a:lnTo>
                  <a:lnTo>
                    <a:pt x="294876" y="9702"/>
                  </a:lnTo>
                  <a:lnTo>
                    <a:pt x="338667" y="11143"/>
                  </a:lnTo>
                  <a:lnTo>
                    <a:pt x="379210" y="12477"/>
                  </a:lnTo>
                  <a:lnTo>
                    <a:pt x="416955" y="13718"/>
                  </a:lnTo>
                  <a:lnTo>
                    <a:pt x="452263" y="14880"/>
                  </a:lnTo>
                  <a:lnTo>
                    <a:pt x="485430" y="15971"/>
                  </a:lnTo>
                  <a:lnTo>
                    <a:pt x="516700" y="17000"/>
                  </a:lnTo>
                  <a:lnTo>
                    <a:pt x="546280" y="17974"/>
                  </a:lnTo>
                  <a:lnTo>
                    <a:pt x="574341" y="18897"/>
                  </a:lnTo>
                  <a:lnTo>
                    <a:pt x="601034" y="19775"/>
                  </a:lnTo>
                  <a:lnTo>
                    <a:pt x="626484" y="20613"/>
                  </a:lnTo>
                  <a:lnTo>
                    <a:pt x="650803" y="21413"/>
                  </a:lnTo>
                  <a:lnTo>
                    <a:pt x="674087" y="22179"/>
                  </a:lnTo>
                  <a:lnTo>
                    <a:pt x="696420" y="22914"/>
                  </a:lnTo>
                  <a:lnTo>
                    <a:pt x="717877" y="23620"/>
                  </a:lnTo>
                  <a:lnTo>
                    <a:pt x="738524" y="24299"/>
                  </a:lnTo>
                  <a:lnTo>
                    <a:pt x="758420" y="24954"/>
                  </a:lnTo>
                  <a:lnTo>
                    <a:pt x="777618" y="25585"/>
                  </a:lnTo>
                  <a:lnTo>
                    <a:pt x="796165" y="26196"/>
                  </a:lnTo>
                  <a:lnTo>
                    <a:pt x="814104" y="26786"/>
                  </a:lnTo>
                  <a:lnTo>
                    <a:pt x="831473" y="27357"/>
                  </a:lnTo>
                  <a:lnTo>
                    <a:pt x="848308" y="27911"/>
                  </a:lnTo>
                  <a:lnTo>
                    <a:pt x="864640" y="28449"/>
                  </a:lnTo>
                  <a:lnTo>
                    <a:pt x="880499" y="28970"/>
                  </a:lnTo>
                  <a:lnTo>
                    <a:pt x="895911" y="29477"/>
                  </a:lnTo>
                  <a:lnTo>
                    <a:pt x="910900" y="29971"/>
                  </a:lnTo>
                  <a:lnTo>
                    <a:pt x="925490" y="30451"/>
                  </a:lnTo>
                  <a:lnTo>
                    <a:pt x="939701" y="30918"/>
                  </a:lnTo>
                  <a:lnTo>
                    <a:pt x="953552" y="31374"/>
                  </a:lnTo>
                  <a:lnTo>
                    <a:pt x="967061" y="31818"/>
                  </a:lnTo>
                  <a:lnTo>
                    <a:pt x="980244" y="32252"/>
                  </a:lnTo>
                  <a:lnTo>
                    <a:pt x="993117" y="32676"/>
                  </a:lnTo>
                  <a:lnTo>
                    <a:pt x="1005694" y="33090"/>
                  </a:lnTo>
                  <a:lnTo>
                    <a:pt x="1017989" y="33494"/>
                  </a:lnTo>
                  <a:lnTo>
                    <a:pt x="1030013" y="33890"/>
                  </a:lnTo>
                  <a:lnTo>
                    <a:pt x="1041779" y="34277"/>
                  </a:lnTo>
                  <a:lnTo>
                    <a:pt x="1053297" y="34656"/>
                  </a:lnTo>
                  <a:lnTo>
                    <a:pt x="1064578" y="35027"/>
                  </a:lnTo>
                  <a:lnTo>
                    <a:pt x="1075630" y="35391"/>
                  </a:lnTo>
                  <a:lnTo>
                    <a:pt x="1086464" y="35747"/>
                  </a:lnTo>
                  <a:lnTo>
                    <a:pt x="1097087" y="36097"/>
                  </a:lnTo>
                  <a:lnTo>
                    <a:pt x="1107508" y="36440"/>
                  </a:lnTo>
                  <a:lnTo>
                    <a:pt x="1117734" y="36776"/>
                  </a:lnTo>
                  <a:lnTo>
                    <a:pt x="1127773" y="37106"/>
                  </a:lnTo>
                  <a:lnTo>
                    <a:pt x="1137631" y="37431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33422" y="4549652"/>
              <a:ext cx="1137631" cy="251996"/>
            </a:xfrm>
            <a:custGeom>
              <a:avLst/>
              <a:pathLst>
                <a:path w="1137631" h="251996">
                  <a:moveTo>
                    <a:pt x="0" y="0"/>
                  </a:moveTo>
                  <a:lnTo>
                    <a:pt x="73053" y="16181"/>
                  </a:lnTo>
                  <a:lnTo>
                    <a:pt x="137490" y="30455"/>
                  </a:lnTo>
                  <a:lnTo>
                    <a:pt x="195131" y="43223"/>
                  </a:lnTo>
                  <a:lnTo>
                    <a:pt x="247274" y="54773"/>
                  </a:lnTo>
                  <a:lnTo>
                    <a:pt x="294876" y="65318"/>
                  </a:lnTo>
                  <a:lnTo>
                    <a:pt x="338667" y="75018"/>
                  </a:lnTo>
                  <a:lnTo>
                    <a:pt x="379210" y="83998"/>
                  </a:lnTo>
                  <a:lnTo>
                    <a:pt x="416955" y="92359"/>
                  </a:lnTo>
                  <a:lnTo>
                    <a:pt x="452263" y="100180"/>
                  </a:lnTo>
                  <a:lnTo>
                    <a:pt x="485430" y="107527"/>
                  </a:lnTo>
                  <a:lnTo>
                    <a:pt x="516700" y="114454"/>
                  </a:lnTo>
                  <a:lnTo>
                    <a:pt x="546280" y="121006"/>
                  </a:lnTo>
                  <a:lnTo>
                    <a:pt x="574341" y="127222"/>
                  </a:lnTo>
                  <a:lnTo>
                    <a:pt x="601034" y="133135"/>
                  </a:lnTo>
                  <a:lnTo>
                    <a:pt x="626484" y="138772"/>
                  </a:lnTo>
                  <a:lnTo>
                    <a:pt x="650803" y="144159"/>
                  </a:lnTo>
                  <a:lnTo>
                    <a:pt x="674087" y="149317"/>
                  </a:lnTo>
                  <a:lnTo>
                    <a:pt x="696420" y="154264"/>
                  </a:lnTo>
                  <a:lnTo>
                    <a:pt x="717877" y="159017"/>
                  </a:lnTo>
                  <a:lnTo>
                    <a:pt x="738524" y="163590"/>
                  </a:lnTo>
                  <a:lnTo>
                    <a:pt x="758420" y="167997"/>
                  </a:lnTo>
                  <a:lnTo>
                    <a:pt x="777618" y="172250"/>
                  </a:lnTo>
                  <a:lnTo>
                    <a:pt x="796165" y="176358"/>
                  </a:lnTo>
                  <a:lnTo>
                    <a:pt x="814104" y="180332"/>
                  </a:lnTo>
                  <a:lnTo>
                    <a:pt x="831473" y="184179"/>
                  </a:lnTo>
                  <a:lnTo>
                    <a:pt x="848308" y="187908"/>
                  </a:lnTo>
                  <a:lnTo>
                    <a:pt x="864640" y="191526"/>
                  </a:lnTo>
                  <a:lnTo>
                    <a:pt x="880499" y="195039"/>
                  </a:lnTo>
                  <a:lnTo>
                    <a:pt x="895911" y="198453"/>
                  </a:lnTo>
                  <a:lnTo>
                    <a:pt x="910900" y="201773"/>
                  </a:lnTo>
                  <a:lnTo>
                    <a:pt x="925490" y="205005"/>
                  </a:lnTo>
                  <a:lnTo>
                    <a:pt x="939701" y="208153"/>
                  </a:lnTo>
                  <a:lnTo>
                    <a:pt x="953552" y="211221"/>
                  </a:lnTo>
                  <a:lnTo>
                    <a:pt x="967061" y="214213"/>
                  </a:lnTo>
                  <a:lnTo>
                    <a:pt x="980244" y="217133"/>
                  </a:lnTo>
                  <a:lnTo>
                    <a:pt x="993117" y="219985"/>
                  </a:lnTo>
                  <a:lnTo>
                    <a:pt x="1005694" y="222771"/>
                  </a:lnTo>
                  <a:lnTo>
                    <a:pt x="1017989" y="225494"/>
                  </a:lnTo>
                  <a:lnTo>
                    <a:pt x="1030013" y="228158"/>
                  </a:lnTo>
                  <a:lnTo>
                    <a:pt x="1041779" y="230764"/>
                  </a:lnTo>
                  <a:lnTo>
                    <a:pt x="1053297" y="233315"/>
                  </a:lnTo>
                  <a:lnTo>
                    <a:pt x="1064578" y="235814"/>
                  </a:lnTo>
                  <a:lnTo>
                    <a:pt x="1075630" y="238262"/>
                  </a:lnTo>
                  <a:lnTo>
                    <a:pt x="1086464" y="240662"/>
                  </a:lnTo>
                  <a:lnTo>
                    <a:pt x="1097087" y="243015"/>
                  </a:lnTo>
                  <a:lnTo>
                    <a:pt x="1107508" y="245324"/>
                  </a:lnTo>
                  <a:lnTo>
                    <a:pt x="1117734" y="247589"/>
                  </a:lnTo>
                  <a:lnTo>
                    <a:pt x="1127773" y="249813"/>
                  </a:lnTo>
                  <a:lnTo>
                    <a:pt x="1137631" y="25199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33422" y="4518143"/>
              <a:ext cx="1137631" cy="511534"/>
            </a:xfrm>
            <a:custGeom>
              <a:avLst/>
              <a:pathLst>
                <a:path w="1137631" h="511534">
                  <a:moveTo>
                    <a:pt x="0" y="0"/>
                  </a:moveTo>
                  <a:lnTo>
                    <a:pt x="73053" y="32848"/>
                  </a:lnTo>
                  <a:lnTo>
                    <a:pt x="137490" y="61822"/>
                  </a:lnTo>
                  <a:lnTo>
                    <a:pt x="195131" y="87740"/>
                  </a:lnTo>
                  <a:lnTo>
                    <a:pt x="247274" y="111186"/>
                  </a:lnTo>
                  <a:lnTo>
                    <a:pt x="294876" y="132591"/>
                  </a:lnTo>
                  <a:lnTo>
                    <a:pt x="338667" y="152281"/>
                  </a:lnTo>
                  <a:lnTo>
                    <a:pt x="379210" y="170511"/>
                  </a:lnTo>
                  <a:lnTo>
                    <a:pt x="416955" y="187483"/>
                  </a:lnTo>
                  <a:lnTo>
                    <a:pt x="452263" y="203359"/>
                  </a:lnTo>
                  <a:lnTo>
                    <a:pt x="485430" y="218273"/>
                  </a:lnTo>
                  <a:lnTo>
                    <a:pt x="516700" y="232333"/>
                  </a:lnTo>
                  <a:lnTo>
                    <a:pt x="546280" y="245634"/>
                  </a:lnTo>
                  <a:lnTo>
                    <a:pt x="574341" y="258252"/>
                  </a:lnTo>
                  <a:lnTo>
                    <a:pt x="601034" y="270254"/>
                  </a:lnTo>
                  <a:lnTo>
                    <a:pt x="626484" y="281698"/>
                  </a:lnTo>
                  <a:lnTo>
                    <a:pt x="650803" y="292633"/>
                  </a:lnTo>
                  <a:lnTo>
                    <a:pt x="674087" y="303102"/>
                  </a:lnTo>
                  <a:lnTo>
                    <a:pt x="696420" y="313144"/>
                  </a:lnTo>
                  <a:lnTo>
                    <a:pt x="717877" y="322792"/>
                  </a:lnTo>
                  <a:lnTo>
                    <a:pt x="738524" y="332076"/>
                  </a:lnTo>
                  <a:lnTo>
                    <a:pt x="758420" y="341023"/>
                  </a:lnTo>
                  <a:lnTo>
                    <a:pt x="777618" y="349655"/>
                  </a:lnTo>
                  <a:lnTo>
                    <a:pt x="796165" y="357995"/>
                  </a:lnTo>
                  <a:lnTo>
                    <a:pt x="814104" y="366061"/>
                  </a:lnTo>
                  <a:lnTo>
                    <a:pt x="831473" y="373871"/>
                  </a:lnTo>
                  <a:lnTo>
                    <a:pt x="848308" y="381441"/>
                  </a:lnTo>
                  <a:lnTo>
                    <a:pt x="864640" y="388784"/>
                  </a:lnTo>
                  <a:lnTo>
                    <a:pt x="880499" y="395915"/>
                  </a:lnTo>
                  <a:lnTo>
                    <a:pt x="895911" y="402845"/>
                  </a:lnTo>
                  <a:lnTo>
                    <a:pt x="910900" y="409585"/>
                  </a:lnTo>
                  <a:lnTo>
                    <a:pt x="925490" y="416145"/>
                  </a:lnTo>
                  <a:lnTo>
                    <a:pt x="939701" y="422535"/>
                  </a:lnTo>
                  <a:lnTo>
                    <a:pt x="953552" y="428763"/>
                  </a:lnTo>
                  <a:lnTo>
                    <a:pt x="967061" y="434838"/>
                  </a:lnTo>
                  <a:lnTo>
                    <a:pt x="980244" y="440766"/>
                  </a:lnTo>
                  <a:lnTo>
                    <a:pt x="993117" y="446554"/>
                  </a:lnTo>
                  <a:lnTo>
                    <a:pt x="1005694" y="452209"/>
                  </a:lnTo>
                  <a:lnTo>
                    <a:pt x="1017989" y="457738"/>
                  </a:lnTo>
                  <a:lnTo>
                    <a:pt x="1030013" y="463144"/>
                  </a:lnTo>
                  <a:lnTo>
                    <a:pt x="1041779" y="468435"/>
                  </a:lnTo>
                  <a:lnTo>
                    <a:pt x="1053297" y="473614"/>
                  </a:lnTo>
                  <a:lnTo>
                    <a:pt x="1064578" y="478686"/>
                  </a:lnTo>
                  <a:lnTo>
                    <a:pt x="1075630" y="483656"/>
                  </a:lnTo>
                  <a:lnTo>
                    <a:pt x="1086464" y="488527"/>
                  </a:lnTo>
                  <a:lnTo>
                    <a:pt x="1097087" y="493304"/>
                  </a:lnTo>
                  <a:lnTo>
                    <a:pt x="1107508" y="497990"/>
                  </a:lnTo>
                  <a:lnTo>
                    <a:pt x="1117734" y="502588"/>
                  </a:lnTo>
                  <a:lnTo>
                    <a:pt x="1127773" y="507102"/>
                  </a:lnTo>
                  <a:lnTo>
                    <a:pt x="1137631" y="51153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33422" y="4985207"/>
              <a:ext cx="1137631" cy="6677"/>
            </a:xfrm>
            <a:custGeom>
              <a:avLst/>
              <a:pathLst>
                <a:path w="1137631" h="6677">
                  <a:moveTo>
                    <a:pt x="0" y="0"/>
                  </a:moveTo>
                  <a:lnTo>
                    <a:pt x="73053" y="428"/>
                  </a:lnTo>
                  <a:lnTo>
                    <a:pt x="137490" y="807"/>
                  </a:lnTo>
                  <a:lnTo>
                    <a:pt x="195131" y="1145"/>
                  </a:lnTo>
                  <a:lnTo>
                    <a:pt x="247274" y="1451"/>
                  </a:lnTo>
                  <a:lnTo>
                    <a:pt x="294876" y="1730"/>
                  </a:lnTo>
                  <a:lnTo>
                    <a:pt x="338667" y="1987"/>
                  </a:lnTo>
                  <a:lnTo>
                    <a:pt x="379210" y="2225"/>
                  </a:lnTo>
                  <a:lnTo>
                    <a:pt x="416955" y="2447"/>
                  </a:lnTo>
                  <a:lnTo>
                    <a:pt x="452263" y="2654"/>
                  </a:lnTo>
                  <a:lnTo>
                    <a:pt x="485430" y="2849"/>
                  </a:lnTo>
                  <a:lnTo>
                    <a:pt x="516700" y="3032"/>
                  </a:lnTo>
                  <a:lnTo>
                    <a:pt x="546280" y="3206"/>
                  </a:lnTo>
                  <a:lnTo>
                    <a:pt x="574341" y="3371"/>
                  </a:lnTo>
                  <a:lnTo>
                    <a:pt x="601034" y="3527"/>
                  </a:lnTo>
                  <a:lnTo>
                    <a:pt x="626484" y="3677"/>
                  </a:lnTo>
                  <a:lnTo>
                    <a:pt x="650803" y="3820"/>
                  </a:lnTo>
                  <a:lnTo>
                    <a:pt x="674087" y="3956"/>
                  </a:lnTo>
                  <a:lnTo>
                    <a:pt x="696420" y="4087"/>
                  </a:lnTo>
                  <a:lnTo>
                    <a:pt x="717877" y="4213"/>
                  </a:lnTo>
                  <a:lnTo>
                    <a:pt x="738524" y="4334"/>
                  </a:lnTo>
                  <a:lnTo>
                    <a:pt x="758420" y="4451"/>
                  </a:lnTo>
                  <a:lnTo>
                    <a:pt x="777618" y="4564"/>
                  </a:lnTo>
                  <a:lnTo>
                    <a:pt x="796165" y="4673"/>
                  </a:lnTo>
                  <a:lnTo>
                    <a:pt x="814104" y="4778"/>
                  </a:lnTo>
                  <a:lnTo>
                    <a:pt x="831473" y="4880"/>
                  </a:lnTo>
                  <a:lnTo>
                    <a:pt x="848308" y="4979"/>
                  </a:lnTo>
                  <a:lnTo>
                    <a:pt x="864640" y="5075"/>
                  </a:lnTo>
                  <a:lnTo>
                    <a:pt x="880499" y="5168"/>
                  </a:lnTo>
                  <a:lnTo>
                    <a:pt x="895911" y="5258"/>
                  </a:lnTo>
                  <a:lnTo>
                    <a:pt x="910900" y="5346"/>
                  </a:lnTo>
                  <a:lnTo>
                    <a:pt x="925490" y="5432"/>
                  </a:lnTo>
                  <a:lnTo>
                    <a:pt x="939701" y="5515"/>
                  </a:lnTo>
                  <a:lnTo>
                    <a:pt x="953552" y="5597"/>
                  </a:lnTo>
                  <a:lnTo>
                    <a:pt x="967061" y="5676"/>
                  </a:lnTo>
                  <a:lnTo>
                    <a:pt x="980244" y="5753"/>
                  </a:lnTo>
                  <a:lnTo>
                    <a:pt x="993117" y="5829"/>
                  </a:lnTo>
                  <a:lnTo>
                    <a:pt x="1005694" y="5903"/>
                  </a:lnTo>
                  <a:lnTo>
                    <a:pt x="1017989" y="5975"/>
                  </a:lnTo>
                  <a:lnTo>
                    <a:pt x="1030013" y="6045"/>
                  </a:lnTo>
                  <a:lnTo>
                    <a:pt x="1041779" y="6115"/>
                  </a:lnTo>
                  <a:lnTo>
                    <a:pt x="1053297" y="6182"/>
                  </a:lnTo>
                  <a:lnTo>
                    <a:pt x="1064578" y="6248"/>
                  </a:lnTo>
                  <a:lnTo>
                    <a:pt x="1075630" y="6313"/>
                  </a:lnTo>
                  <a:lnTo>
                    <a:pt x="1086464" y="6377"/>
                  </a:lnTo>
                  <a:lnTo>
                    <a:pt x="1097087" y="6439"/>
                  </a:lnTo>
                  <a:lnTo>
                    <a:pt x="1107508" y="6500"/>
                  </a:lnTo>
                  <a:lnTo>
                    <a:pt x="1117734" y="6560"/>
                  </a:lnTo>
                  <a:lnTo>
                    <a:pt x="1127773" y="6619"/>
                  </a:lnTo>
                  <a:lnTo>
                    <a:pt x="1137631" y="667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33422" y="4762863"/>
              <a:ext cx="1137631" cy="73233"/>
            </a:xfrm>
            <a:custGeom>
              <a:avLst/>
              <a:pathLst>
                <a:path w="1137631" h="73233">
                  <a:moveTo>
                    <a:pt x="0" y="73233"/>
                  </a:moveTo>
                  <a:lnTo>
                    <a:pt x="73053" y="68530"/>
                  </a:lnTo>
                  <a:lnTo>
                    <a:pt x="137490" y="64382"/>
                  </a:lnTo>
                  <a:lnTo>
                    <a:pt x="195131" y="60672"/>
                  </a:lnTo>
                  <a:lnTo>
                    <a:pt x="247274" y="57315"/>
                  </a:lnTo>
                  <a:lnTo>
                    <a:pt x="294876" y="54251"/>
                  </a:lnTo>
                  <a:lnTo>
                    <a:pt x="338667" y="51432"/>
                  </a:lnTo>
                  <a:lnTo>
                    <a:pt x="379210" y="48822"/>
                  </a:lnTo>
                  <a:lnTo>
                    <a:pt x="416955" y="46392"/>
                  </a:lnTo>
                  <a:lnTo>
                    <a:pt x="452263" y="44119"/>
                  </a:lnTo>
                  <a:lnTo>
                    <a:pt x="485430" y="41984"/>
                  </a:lnTo>
                  <a:lnTo>
                    <a:pt x="516700" y="39971"/>
                  </a:lnTo>
                  <a:lnTo>
                    <a:pt x="546280" y="38067"/>
                  </a:lnTo>
                  <a:lnTo>
                    <a:pt x="574341" y="36260"/>
                  </a:lnTo>
                  <a:lnTo>
                    <a:pt x="601034" y="34542"/>
                  </a:lnTo>
                  <a:lnTo>
                    <a:pt x="626484" y="32904"/>
                  </a:lnTo>
                  <a:lnTo>
                    <a:pt x="650803" y="31338"/>
                  </a:lnTo>
                  <a:lnTo>
                    <a:pt x="674087" y="29839"/>
                  </a:lnTo>
                  <a:lnTo>
                    <a:pt x="696420" y="28402"/>
                  </a:lnTo>
                  <a:lnTo>
                    <a:pt x="717877" y="27021"/>
                  </a:lnTo>
                  <a:lnTo>
                    <a:pt x="738524" y="25691"/>
                  </a:lnTo>
                  <a:lnTo>
                    <a:pt x="758420" y="24411"/>
                  </a:lnTo>
                  <a:lnTo>
                    <a:pt x="777618" y="23175"/>
                  </a:lnTo>
                  <a:lnTo>
                    <a:pt x="796165" y="21981"/>
                  </a:lnTo>
                  <a:lnTo>
                    <a:pt x="814104" y="20826"/>
                  </a:lnTo>
                  <a:lnTo>
                    <a:pt x="831473" y="19708"/>
                  </a:lnTo>
                  <a:lnTo>
                    <a:pt x="848308" y="18624"/>
                  </a:lnTo>
                  <a:lnTo>
                    <a:pt x="864640" y="17573"/>
                  </a:lnTo>
                  <a:lnTo>
                    <a:pt x="880499" y="16552"/>
                  </a:lnTo>
                  <a:lnTo>
                    <a:pt x="895911" y="15560"/>
                  </a:lnTo>
                  <a:lnTo>
                    <a:pt x="910900" y="14595"/>
                  </a:lnTo>
                  <a:lnTo>
                    <a:pt x="925490" y="13656"/>
                  </a:lnTo>
                  <a:lnTo>
                    <a:pt x="939701" y="12741"/>
                  </a:lnTo>
                  <a:lnTo>
                    <a:pt x="953552" y="11849"/>
                  </a:lnTo>
                  <a:lnTo>
                    <a:pt x="967061" y="10980"/>
                  </a:lnTo>
                  <a:lnTo>
                    <a:pt x="980244" y="10131"/>
                  </a:lnTo>
                  <a:lnTo>
                    <a:pt x="993117" y="9302"/>
                  </a:lnTo>
                  <a:lnTo>
                    <a:pt x="1005694" y="8493"/>
                  </a:lnTo>
                  <a:lnTo>
                    <a:pt x="1017989" y="7701"/>
                  </a:lnTo>
                  <a:lnTo>
                    <a:pt x="1030013" y="6927"/>
                  </a:lnTo>
                  <a:lnTo>
                    <a:pt x="1041779" y="6170"/>
                  </a:lnTo>
                  <a:lnTo>
                    <a:pt x="1053297" y="5428"/>
                  </a:lnTo>
                  <a:lnTo>
                    <a:pt x="1064578" y="4702"/>
                  </a:lnTo>
                  <a:lnTo>
                    <a:pt x="1075630" y="3991"/>
                  </a:lnTo>
                  <a:lnTo>
                    <a:pt x="1086464" y="3293"/>
                  </a:lnTo>
                  <a:lnTo>
                    <a:pt x="1097087" y="2609"/>
                  </a:lnTo>
                  <a:lnTo>
                    <a:pt x="1107508" y="1939"/>
                  </a:lnTo>
                  <a:lnTo>
                    <a:pt x="1117734" y="1280"/>
                  </a:lnTo>
                  <a:lnTo>
                    <a:pt x="1127773" y="634"/>
                  </a:lnTo>
                  <a:lnTo>
                    <a:pt x="113763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33422" y="4459015"/>
              <a:ext cx="1137631" cy="325697"/>
            </a:xfrm>
            <a:custGeom>
              <a:avLst/>
              <a:pathLst>
                <a:path w="1137631" h="325697">
                  <a:moveTo>
                    <a:pt x="0" y="0"/>
                  </a:moveTo>
                  <a:lnTo>
                    <a:pt x="73053" y="20914"/>
                  </a:lnTo>
                  <a:lnTo>
                    <a:pt x="137490" y="39362"/>
                  </a:lnTo>
                  <a:lnTo>
                    <a:pt x="195131" y="55865"/>
                  </a:lnTo>
                  <a:lnTo>
                    <a:pt x="247274" y="70793"/>
                  </a:lnTo>
                  <a:lnTo>
                    <a:pt x="294876" y="84421"/>
                  </a:lnTo>
                  <a:lnTo>
                    <a:pt x="338667" y="96958"/>
                  </a:lnTo>
                  <a:lnTo>
                    <a:pt x="379210" y="108565"/>
                  </a:lnTo>
                  <a:lnTo>
                    <a:pt x="416955" y="119372"/>
                  </a:lnTo>
                  <a:lnTo>
                    <a:pt x="452263" y="129480"/>
                  </a:lnTo>
                  <a:lnTo>
                    <a:pt x="485430" y="138976"/>
                  </a:lnTo>
                  <a:lnTo>
                    <a:pt x="516700" y="147928"/>
                  </a:lnTo>
                  <a:lnTo>
                    <a:pt x="546280" y="156397"/>
                  </a:lnTo>
                  <a:lnTo>
                    <a:pt x="574341" y="164431"/>
                  </a:lnTo>
                  <a:lnTo>
                    <a:pt x="601034" y="172072"/>
                  </a:lnTo>
                  <a:lnTo>
                    <a:pt x="626484" y="179359"/>
                  </a:lnTo>
                  <a:lnTo>
                    <a:pt x="650803" y="186321"/>
                  </a:lnTo>
                  <a:lnTo>
                    <a:pt x="674087" y="192987"/>
                  </a:lnTo>
                  <a:lnTo>
                    <a:pt x="696420" y="199381"/>
                  </a:lnTo>
                  <a:lnTo>
                    <a:pt x="717877" y="205524"/>
                  </a:lnTo>
                  <a:lnTo>
                    <a:pt x="738524" y="211435"/>
                  </a:lnTo>
                  <a:lnTo>
                    <a:pt x="758420" y="217131"/>
                  </a:lnTo>
                  <a:lnTo>
                    <a:pt x="777618" y="222628"/>
                  </a:lnTo>
                  <a:lnTo>
                    <a:pt x="796165" y="227938"/>
                  </a:lnTo>
                  <a:lnTo>
                    <a:pt x="814104" y="233073"/>
                  </a:lnTo>
                  <a:lnTo>
                    <a:pt x="831473" y="238046"/>
                  </a:lnTo>
                  <a:lnTo>
                    <a:pt x="848308" y="242866"/>
                  </a:lnTo>
                  <a:lnTo>
                    <a:pt x="864640" y="247542"/>
                  </a:lnTo>
                  <a:lnTo>
                    <a:pt x="880499" y="252082"/>
                  </a:lnTo>
                  <a:lnTo>
                    <a:pt x="895911" y="256494"/>
                  </a:lnTo>
                  <a:lnTo>
                    <a:pt x="910900" y="260786"/>
                  </a:lnTo>
                  <a:lnTo>
                    <a:pt x="925490" y="264963"/>
                  </a:lnTo>
                  <a:lnTo>
                    <a:pt x="939701" y="269031"/>
                  </a:lnTo>
                  <a:lnTo>
                    <a:pt x="953552" y="272996"/>
                  </a:lnTo>
                  <a:lnTo>
                    <a:pt x="967061" y="276864"/>
                  </a:lnTo>
                  <a:lnTo>
                    <a:pt x="980244" y="280638"/>
                  </a:lnTo>
                  <a:lnTo>
                    <a:pt x="993117" y="284324"/>
                  </a:lnTo>
                  <a:lnTo>
                    <a:pt x="1005694" y="287925"/>
                  </a:lnTo>
                  <a:lnTo>
                    <a:pt x="1017989" y="291445"/>
                  </a:lnTo>
                  <a:lnTo>
                    <a:pt x="1030013" y="294887"/>
                  </a:lnTo>
                  <a:lnTo>
                    <a:pt x="1041779" y="298255"/>
                  </a:lnTo>
                  <a:lnTo>
                    <a:pt x="1053297" y="301553"/>
                  </a:lnTo>
                  <a:lnTo>
                    <a:pt x="1064578" y="304783"/>
                  </a:lnTo>
                  <a:lnTo>
                    <a:pt x="1075630" y="307947"/>
                  </a:lnTo>
                  <a:lnTo>
                    <a:pt x="1086464" y="311049"/>
                  </a:lnTo>
                  <a:lnTo>
                    <a:pt x="1097087" y="314090"/>
                  </a:lnTo>
                  <a:lnTo>
                    <a:pt x="1107508" y="317073"/>
                  </a:lnTo>
                  <a:lnTo>
                    <a:pt x="1117734" y="320001"/>
                  </a:lnTo>
                  <a:lnTo>
                    <a:pt x="1127773" y="322875"/>
                  </a:lnTo>
                  <a:lnTo>
                    <a:pt x="1137631" y="32569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48241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19773" y="52394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19773" y="48626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19773" y="44858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48241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3342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1263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59184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7105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0516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18437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6358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4279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41440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48241" y="39576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27607" y="50877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62417" y="49607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29107" y="51104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17855" y="43157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65554" y="48542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32155" y="46419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44300" y="52541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57794" y="49669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64962" y="48297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41897" y="45035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35947" y="48166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26457" y="45716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19805" y="50941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38117" y="51567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00600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30290" y="43412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595135" y="52123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07490" y="51250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25994" y="51693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599080" y="50791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19893" y="50397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32095" y="51852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34010" y="49382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03649" y="49695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26264" y="47397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47427" y="48474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23632" y="51900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00285" y="50622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010765" y="50934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05988" y="50470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77618" y="504461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88403" y="50112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007195" y="50238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020670" y="50963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78676" y="50727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75559" y="47796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005677" y="51439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78280" y="48851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5019913" y="5121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91059" y="49317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5022165" y="51097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80907" y="51497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01893" y="46825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74215" y="50648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99602" y="48245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005523" y="49798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004465" y="48720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90036" y="48834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99355" y="51860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56155" y="49990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65138" y="48296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70175" y="49824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91242" y="48641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95647" y="50643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86131" y="49580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99826" y="50771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55824" y="47931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96504" y="48136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95116" y="50101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86119" y="51106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95947" y="49495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79602" y="51216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405959" y="49353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65715" y="51700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89259" y="47070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89235" y="51094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55049" y="50632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407419" y="49563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75135" y="48812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82796" y="49720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91577" y="50207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78780" y="50900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70722" y="4844976"/>
              <a:ext cx="1137488" cy="222144"/>
            </a:xfrm>
            <a:custGeom>
              <a:avLst/>
              <a:pathLst>
                <a:path w="1137488" h="222144">
                  <a:moveTo>
                    <a:pt x="0" y="0"/>
                  </a:moveTo>
                  <a:lnTo>
                    <a:pt x="73043" y="14265"/>
                  </a:lnTo>
                  <a:lnTo>
                    <a:pt x="137473" y="26847"/>
                  </a:lnTo>
                  <a:lnTo>
                    <a:pt x="195107" y="38103"/>
                  </a:lnTo>
                  <a:lnTo>
                    <a:pt x="247243" y="48285"/>
                  </a:lnTo>
                  <a:lnTo>
                    <a:pt x="294839" y="57580"/>
                  </a:lnTo>
                  <a:lnTo>
                    <a:pt x="338624" y="66131"/>
                  </a:lnTo>
                  <a:lnTo>
                    <a:pt x="379162" y="74048"/>
                  </a:lnTo>
                  <a:lnTo>
                    <a:pt x="416903" y="81418"/>
                  </a:lnTo>
                  <a:lnTo>
                    <a:pt x="452206" y="88313"/>
                  </a:lnTo>
                  <a:lnTo>
                    <a:pt x="485369" y="94789"/>
                  </a:lnTo>
                  <a:lnTo>
                    <a:pt x="516635" y="100895"/>
                  </a:lnTo>
                  <a:lnTo>
                    <a:pt x="546211" y="106671"/>
                  </a:lnTo>
                  <a:lnTo>
                    <a:pt x="574269" y="112151"/>
                  </a:lnTo>
                  <a:lnTo>
                    <a:pt x="600958" y="117363"/>
                  </a:lnTo>
                  <a:lnTo>
                    <a:pt x="626406" y="122333"/>
                  </a:lnTo>
                  <a:lnTo>
                    <a:pt x="650721" y="127081"/>
                  </a:lnTo>
                  <a:lnTo>
                    <a:pt x="674002" y="131628"/>
                  </a:lnTo>
                  <a:lnTo>
                    <a:pt x="696333" y="135989"/>
                  </a:lnTo>
                  <a:lnTo>
                    <a:pt x="717787" y="140179"/>
                  </a:lnTo>
                  <a:lnTo>
                    <a:pt x="738431" y="144211"/>
                  </a:lnTo>
                  <a:lnTo>
                    <a:pt x="758325" y="148096"/>
                  </a:lnTo>
                  <a:lnTo>
                    <a:pt x="777521" y="151845"/>
                  </a:lnTo>
                  <a:lnTo>
                    <a:pt x="796065" y="155466"/>
                  </a:lnTo>
                  <a:lnTo>
                    <a:pt x="814002" y="158969"/>
                  </a:lnTo>
                  <a:lnTo>
                    <a:pt x="831369" y="162361"/>
                  </a:lnTo>
                  <a:lnTo>
                    <a:pt x="848202" y="165648"/>
                  </a:lnTo>
                  <a:lnTo>
                    <a:pt x="864532" y="168837"/>
                  </a:lnTo>
                  <a:lnTo>
                    <a:pt x="880388" y="171934"/>
                  </a:lnTo>
                  <a:lnTo>
                    <a:pt x="895798" y="174943"/>
                  </a:lnTo>
                  <a:lnTo>
                    <a:pt x="910786" y="177870"/>
                  </a:lnTo>
                  <a:lnTo>
                    <a:pt x="925374" y="180719"/>
                  </a:lnTo>
                  <a:lnTo>
                    <a:pt x="939583" y="183494"/>
                  </a:lnTo>
                  <a:lnTo>
                    <a:pt x="953432" y="186199"/>
                  </a:lnTo>
                  <a:lnTo>
                    <a:pt x="966939" y="188837"/>
                  </a:lnTo>
                  <a:lnTo>
                    <a:pt x="980121" y="191411"/>
                  </a:lnTo>
                  <a:lnTo>
                    <a:pt x="992993" y="193925"/>
                  </a:lnTo>
                  <a:lnTo>
                    <a:pt x="1005568" y="196381"/>
                  </a:lnTo>
                  <a:lnTo>
                    <a:pt x="1017861" y="198782"/>
                  </a:lnTo>
                  <a:lnTo>
                    <a:pt x="1029884" y="201130"/>
                  </a:lnTo>
                  <a:lnTo>
                    <a:pt x="1041648" y="203427"/>
                  </a:lnTo>
                  <a:lnTo>
                    <a:pt x="1053165" y="205676"/>
                  </a:lnTo>
                  <a:lnTo>
                    <a:pt x="1064444" y="207879"/>
                  </a:lnTo>
                  <a:lnTo>
                    <a:pt x="1075495" y="210037"/>
                  </a:lnTo>
                  <a:lnTo>
                    <a:pt x="1086328" y="212153"/>
                  </a:lnTo>
                  <a:lnTo>
                    <a:pt x="1096950" y="214227"/>
                  </a:lnTo>
                  <a:lnTo>
                    <a:pt x="1107369" y="216262"/>
                  </a:lnTo>
                  <a:lnTo>
                    <a:pt x="1117594" y="218259"/>
                  </a:lnTo>
                  <a:lnTo>
                    <a:pt x="1127632" y="220219"/>
                  </a:lnTo>
                  <a:lnTo>
                    <a:pt x="1137488" y="22214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70722" y="4413015"/>
              <a:ext cx="1137488" cy="727620"/>
            </a:xfrm>
            <a:custGeom>
              <a:avLst/>
              <a:pathLst>
                <a:path w="1137488" h="727620">
                  <a:moveTo>
                    <a:pt x="0" y="0"/>
                  </a:moveTo>
                  <a:lnTo>
                    <a:pt x="73043" y="46724"/>
                  </a:lnTo>
                  <a:lnTo>
                    <a:pt x="137473" y="87937"/>
                  </a:lnTo>
                  <a:lnTo>
                    <a:pt x="195107" y="124804"/>
                  </a:lnTo>
                  <a:lnTo>
                    <a:pt x="247243" y="158154"/>
                  </a:lnTo>
                  <a:lnTo>
                    <a:pt x="294839" y="188601"/>
                  </a:lnTo>
                  <a:lnTo>
                    <a:pt x="338624" y="216609"/>
                  </a:lnTo>
                  <a:lnTo>
                    <a:pt x="379162" y="242540"/>
                  </a:lnTo>
                  <a:lnTo>
                    <a:pt x="416903" y="266681"/>
                  </a:lnTo>
                  <a:lnTo>
                    <a:pt x="452206" y="289264"/>
                  </a:lnTo>
                  <a:lnTo>
                    <a:pt x="485369" y="310477"/>
                  </a:lnTo>
                  <a:lnTo>
                    <a:pt x="516635" y="330478"/>
                  </a:lnTo>
                  <a:lnTo>
                    <a:pt x="546211" y="349396"/>
                  </a:lnTo>
                  <a:lnTo>
                    <a:pt x="574269" y="367345"/>
                  </a:lnTo>
                  <a:lnTo>
                    <a:pt x="600958" y="384417"/>
                  </a:lnTo>
                  <a:lnTo>
                    <a:pt x="626406" y="400695"/>
                  </a:lnTo>
                  <a:lnTo>
                    <a:pt x="650721" y="416249"/>
                  </a:lnTo>
                  <a:lnTo>
                    <a:pt x="674002" y="431141"/>
                  </a:lnTo>
                  <a:lnTo>
                    <a:pt x="696333" y="445425"/>
                  </a:lnTo>
                  <a:lnTo>
                    <a:pt x="717787" y="459149"/>
                  </a:lnTo>
                  <a:lnTo>
                    <a:pt x="738431" y="472355"/>
                  </a:lnTo>
                  <a:lnTo>
                    <a:pt x="758325" y="485080"/>
                  </a:lnTo>
                  <a:lnTo>
                    <a:pt x="777521" y="497359"/>
                  </a:lnTo>
                  <a:lnTo>
                    <a:pt x="796065" y="509222"/>
                  </a:lnTo>
                  <a:lnTo>
                    <a:pt x="814002" y="520695"/>
                  </a:lnTo>
                  <a:lnTo>
                    <a:pt x="831369" y="531804"/>
                  </a:lnTo>
                  <a:lnTo>
                    <a:pt x="848202" y="542572"/>
                  </a:lnTo>
                  <a:lnTo>
                    <a:pt x="864532" y="553018"/>
                  </a:lnTo>
                  <a:lnTo>
                    <a:pt x="880388" y="563161"/>
                  </a:lnTo>
                  <a:lnTo>
                    <a:pt x="895798" y="573018"/>
                  </a:lnTo>
                  <a:lnTo>
                    <a:pt x="910786" y="582605"/>
                  </a:lnTo>
                  <a:lnTo>
                    <a:pt x="925374" y="591937"/>
                  </a:lnTo>
                  <a:lnTo>
                    <a:pt x="939583" y="601026"/>
                  </a:lnTo>
                  <a:lnTo>
                    <a:pt x="953432" y="609885"/>
                  </a:lnTo>
                  <a:lnTo>
                    <a:pt x="966939" y="618525"/>
                  </a:lnTo>
                  <a:lnTo>
                    <a:pt x="980121" y="626957"/>
                  </a:lnTo>
                  <a:lnTo>
                    <a:pt x="992993" y="635191"/>
                  </a:lnTo>
                  <a:lnTo>
                    <a:pt x="1005568" y="643235"/>
                  </a:lnTo>
                  <a:lnTo>
                    <a:pt x="1017861" y="651099"/>
                  </a:lnTo>
                  <a:lnTo>
                    <a:pt x="1029884" y="658789"/>
                  </a:lnTo>
                  <a:lnTo>
                    <a:pt x="1041648" y="666314"/>
                  </a:lnTo>
                  <a:lnTo>
                    <a:pt x="1053165" y="673681"/>
                  </a:lnTo>
                  <a:lnTo>
                    <a:pt x="1064444" y="680896"/>
                  </a:lnTo>
                  <a:lnTo>
                    <a:pt x="1075495" y="687965"/>
                  </a:lnTo>
                  <a:lnTo>
                    <a:pt x="1086328" y="694895"/>
                  </a:lnTo>
                  <a:lnTo>
                    <a:pt x="1096950" y="701689"/>
                  </a:lnTo>
                  <a:lnTo>
                    <a:pt x="1107369" y="708354"/>
                  </a:lnTo>
                  <a:lnTo>
                    <a:pt x="1117594" y="714895"/>
                  </a:lnTo>
                  <a:lnTo>
                    <a:pt x="1127632" y="721316"/>
                  </a:lnTo>
                  <a:lnTo>
                    <a:pt x="1137488" y="72762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70722" y="5086564"/>
              <a:ext cx="1137488" cy="42600"/>
            </a:xfrm>
            <a:custGeom>
              <a:avLst/>
              <a:pathLst>
                <a:path w="1137488" h="42600">
                  <a:moveTo>
                    <a:pt x="0" y="42600"/>
                  </a:moveTo>
                  <a:lnTo>
                    <a:pt x="73043" y="39865"/>
                  </a:lnTo>
                  <a:lnTo>
                    <a:pt x="137473" y="37452"/>
                  </a:lnTo>
                  <a:lnTo>
                    <a:pt x="195107" y="35293"/>
                  </a:lnTo>
                  <a:lnTo>
                    <a:pt x="247243" y="33341"/>
                  </a:lnTo>
                  <a:lnTo>
                    <a:pt x="294839" y="31558"/>
                  </a:lnTo>
                  <a:lnTo>
                    <a:pt x="338624" y="29918"/>
                  </a:lnTo>
                  <a:lnTo>
                    <a:pt x="379162" y="28400"/>
                  </a:lnTo>
                  <a:lnTo>
                    <a:pt x="416903" y="26987"/>
                  </a:lnTo>
                  <a:lnTo>
                    <a:pt x="452206" y="25664"/>
                  </a:lnTo>
                  <a:lnTo>
                    <a:pt x="485369" y="24422"/>
                  </a:lnTo>
                  <a:lnTo>
                    <a:pt x="516635" y="23251"/>
                  </a:lnTo>
                  <a:lnTo>
                    <a:pt x="546211" y="22144"/>
                  </a:lnTo>
                  <a:lnTo>
                    <a:pt x="574269" y="21093"/>
                  </a:lnTo>
                  <a:lnTo>
                    <a:pt x="600958" y="20093"/>
                  </a:lnTo>
                  <a:lnTo>
                    <a:pt x="626406" y="19140"/>
                  </a:lnTo>
                  <a:lnTo>
                    <a:pt x="650721" y="18230"/>
                  </a:lnTo>
                  <a:lnTo>
                    <a:pt x="674002" y="17358"/>
                  </a:lnTo>
                  <a:lnTo>
                    <a:pt x="696333" y="16521"/>
                  </a:lnTo>
                  <a:lnTo>
                    <a:pt x="717787" y="15718"/>
                  </a:lnTo>
                  <a:lnTo>
                    <a:pt x="738431" y="14945"/>
                  </a:lnTo>
                  <a:lnTo>
                    <a:pt x="758325" y="14200"/>
                  </a:lnTo>
                  <a:lnTo>
                    <a:pt x="777521" y="13481"/>
                  </a:lnTo>
                  <a:lnTo>
                    <a:pt x="796065" y="12786"/>
                  </a:lnTo>
                  <a:lnTo>
                    <a:pt x="814002" y="12115"/>
                  </a:lnTo>
                  <a:lnTo>
                    <a:pt x="831369" y="11464"/>
                  </a:lnTo>
                  <a:lnTo>
                    <a:pt x="848202" y="10834"/>
                  </a:lnTo>
                  <a:lnTo>
                    <a:pt x="864532" y="10222"/>
                  </a:lnTo>
                  <a:lnTo>
                    <a:pt x="880388" y="9628"/>
                  </a:lnTo>
                  <a:lnTo>
                    <a:pt x="895798" y="9051"/>
                  </a:lnTo>
                  <a:lnTo>
                    <a:pt x="910786" y="8490"/>
                  </a:lnTo>
                  <a:lnTo>
                    <a:pt x="925374" y="7944"/>
                  </a:lnTo>
                  <a:lnTo>
                    <a:pt x="939583" y="7411"/>
                  </a:lnTo>
                  <a:lnTo>
                    <a:pt x="953432" y="6893"/>
                  </a:lnTo>
                  <a:lnTo>
                    <a:pt x="966939" y="6387"/>
                  </a:lnTo>
                  <a:lnTo>
                    <a:pt x="980121" y="5893"/>
                  </a:lnTo>
                  <a:lnTo>
                    <a:pt x="992993" y="5411"/>
                  </a:lnTo>
                  <a:lnTo>
                    <a:pt x="1005568" y="4940"/>
                  </a:lnTo>
                  <a:lnTo>
                    <a:pt x="1017861" y="4480"/>
                  </a:lnTo>
                  <a:lnTo>
                    <a:pt x="1029884" y="4029"/>
                  </a:lnTo>
                  <a:lnTo>
                    <a:pt x="1041648" y="3589"/>
                  </a:lnTo>
                  <a:lnTo>
                    <a:pt x="1053165" y="3158"/>
                  </a:lnTo>
                  <a:lnTo>
                    <a:pt x="1064444" y="2735"/>
                  </a:lnTo>
                  <a:lnTo>
                    <a:pt x="1075495" y="2321"/>
                  </a:lnTo>
                  <a:lnTo>
                    <a:pt x="1086328" y="1916"/>
                  </a:lnTo>
                  <a:lnTo>
                    <a:pt x="1096950" y="1518"/>
                  </a:lnTo>
                  <a:lnTo>
                    <a:pt x="1107369" y="1127"/>
                  </a:lnTo>
                  <a:lnTo>
                    <a:pt x="1117594" y="745"/>
                  </a:lnTo>
                  <a:lnTo>
                    <a:pt x="1127632" y="369"/>
                  </a:lnTo>
                  <a:lnTo>
                    <a:pt x="113748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70722" y="4811740"/>
              <a:ext cx="1137488" cy="186220"/>
            </a:xfrm>
            <a:custGeom>
              <a:avLst/>
              <a:pathLst>
                <a:path w="1137488" h="186220">
                  <a:moveTo>
                    <a:pt x="0" y="186220"/>
                  </a:moveTo>
                  <a:lnTo>
                    <a:pt x="73043" y="174262"/>
                  </a:lnTo>
                  <a:lnTo>
                    <a:pt x="137473" y="163714"/>
                  </a:lnTo>
                  <a:lnTo>
                    <a:pt x="195107" y="154279"/>
                  </a:lnTo>
                  <a:lnTo>
                    <a:pt x="247243" y="145744"/>
                  </a:lnTo>
                  <a:lnTo>
                    <a:pt x="294839" y="137951"/>
                  </a:lnTo>
                  <a:lnTo>
                    <a:pt x="338624" y="130783"/>
                  </a:lnTo>
                  <a:lnTo>
                    <a:pt x="379162" y="124147"/>
                  </a:lnTo>
                  <a:lnTo>
                    <a:pt x="416903" y="117968"/>
                  </a:lnTo>
                  <a:lnTo>
                    <a:pt x="452206" y="112189"/>
                  </a:lnTo>
                  <a:lnTo>
                    <a:pt x="485369" y="106759"/>
                  </a:lnTo>
                  <a:lnTo>
                    <a:pt x="516635" y="101641"/>
                  </a:lnTo>
                  <a:lnTo>
                    <a:pt x="546211" y="96799"/>
                  </a:lnTo>
                  <a:lnTo>
                    <a:pt x="574269" y="92205"/>
                  </a:lnTo>
                  <a:lnTo>
                    <a:pt x="600958" y="87836"/>
                  </a:lnTo>
                  <a:lnTo>
                    <a:pt x="626406" y="83670"/>
                  </a:lnTo>
                  <a:lnTo>
                    <a:pt x="650721" y="79689"/>
                  </a:lnTo>
                  <a:lnTo>
                    <a:pt x="674002" y="75878"/>
                  </a:lnTo>
                  <a:lnTo>
                    <a:pt x="696333" y="72222"/>
                  </a:lnTo>
                  <a:lnTo>
                    <a:pt x="717787" y="68710"/>
                  </a:lnTo>
                  <a:lnTo>
                    <a:pt x="738431" y="65330"/>
                  </a:lnTo>
                  <a:lnTo>
                    <a:pt x="758325" y="62073"/>
                  </a:lnTo>
                  <a:lnTo>
                    <a:pt x="777521" y="58931"/>
                  </a:lnTo>
                  <a:lnTo>
                    <a:pt x="796065" y="55895"/>
                  </a:lnTo>
                  <a:lnTo>
                    <a:pt x="814002" y="52958"/>
                  </a:lnTo>
                  <a:lnTo>
                    <a:pt x="831369" y="50115"/>
                  </a:lnTo>
                  <a:lnTo>
                    <a:pt x="848202" y="47359"/>
                  </a:lnTo>
                  <a:lnTo>
                    <a:pt x="864532" y="44686"/>
                  </a:lnTo>
                  <a:lnTo>
                    <a:pt x="880388" y="42090"/>
                  </a:lnTo>
                  <a:lnTo>
                    <a:pt x="895798" y="39567"/>
                  </a:lnTo>
                  <a:lnTo>
                    <a:pt x="910786" y="37113"/>
                  </a:lnTo>
                  <a:lnTo>
                    <a:pt x="925374" y="34725"/>
                  </a:lnTo>
                  <a:lnTo>
                    <a:pt x="939583" y="32399"/>
                  </a:lnTo>
                  <a:lnTo>
                    <a:pt x="953432" y="30132"/>
                  </a:lnTo>
                  <a:lnTo>
                    <a:pt x="966939" y="27920"/>
                  </a:lnTo>
                  <a:lnTo>
                    <a:pt x="980121" y="25762"/>
                  </a:lnTo>
                  <a:lnTo>
                    <a:pt x="992993" y="23655"/>
                  </a:lnTo>
                  <a:lnTo>
                    <a:pt x="1005568" y="21596"/>
                  </a:lnTo>
                  <a:lnTo>
                    <a:pt x="1017861" y="19584"/>
                  </a:lnTo>
                  <a:lnTo>
                    <a:pt x="1029884" y="17616"/>
                  </a:lnTo>
                  <a:lnTo>
                    <a:pt x="1041648" y="15690"/>
                  </a:lnTo>
                  <a:lnTo>
                    <a:pt x="1053165" y="13804"/>
                  </a:lnTo>
                  <a:lnTo>
                    <a:pt x="1064444" y="11958"/>
                  </a:lnTo>
                  <a:lnTo>
                    <a:pt x="1075495" y="10148"/>
                  </a:lnTo>
                  <a:lnTo>
                    <a:pt x="1086328" y="8375"/>
                  </a:lnTo>
                  <a:lnTo>
                    <a:pt x="1096950" y="6636"/>
                  </a:lnTo>
                  <a:lnTo>
                    <a:pt x="1107369" y="4930"/>
                  </a:lnTo>
                  <a:lnTo>
                    <a:pt x="1117594" y="3256"/>
                  </a:lnTo>
                  <a:lnTo>
                    <a:pt x="1127632" y="1613"/>
                  </a:lnTo>
                  <a:lnTo>
                    <a:pt x="113748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70722" y="4858122"/>
              <a:ext cx="1137488" cy="113222"/>
            </a:xfrm>
            <a:custGeom>
              <a:avLst/>
              <a:pathLst>
                <a:path w="1137488" h="113222">
                  <a:moveTo>
                    <a:pt x="0" y="113222"/>
                  </a:moveTo>
                  <a:lnTo>
                    <a:pt x="73043" y="105951"/>
                  </a:lnTo>
                  <a:lnTo>
                    <a:pt x="137473" y="99538"/>
                  </a:lnTo>
                  <a:lnTo>
                    <a:pt x="195107" y="93801"/>
                  </a:lnTo>
                  <a:lnTo>
                    <a:pt x="247243" y="88612"/>
                  </a:lnTo>
                  <a:lnTo>
                    <a:pt x="294839" y="83874"/>
                  </a:lnTo>
                  <a:lnTo>
                    <a:pt x="338624" y="79516"/>
                  </a:lnTo>
                  <a:lnTo>
                    <a:pt x="379162" y="75481"/>
                  </a:lnTo>
                  <a:lnTo>
                    <a:pt x="416903" y="71724"/>
                  </a:lnTo>
                  <a:lnTo>
                    <a:pt x="452206" y="68210"/>
                  </a:lnTo>
                  <a:lnTo>
                    <a:pt x="485369" y="64910"/>
                  </a:lnTo>
                  <a:lnTo>
                    <a:pt x="516635" y="61797"/>
                  </a:lnTo>
                  <a:lnTo>
                    <a:pt x="546211" y="58853"/>
                  </a:lnTo>
                  <a:lnTo>
                    <a:pt x="574269" y="56061"/>
                  </a:lnTo>
                  <a:lnTo>
                    <a:pt x="600958" y="53404"/>
                  </a:lnTo>
                  <a:lnTo>
                    <a:pt x="626406" y="50871"/>
                  </a:lnTo>
                  <a:lnTo>
                    <a:pt x="650721" y="48451"/>
                  </a:lnTo>
                  <a:lnTo>
                    <a:pt x="674002" y="46134"/>
                  </a:lnTo>
                  <a:lnTo>
                    <a:pt x="696333" y="43911"/>
                  </a:lnTo>
                  <a:lnTo>
                    <a:pt x="717787" y="41775"/>
                  </a:lnTo>
                  <a:lnTo>
                    <a:pt x="738431" y="39720"/>
                  </a:lnTo>
                  <a:lnTo>
                    <a:pt x="758325" y="37740"/>
                  </a:lnTo>
                  <a:lnTo>
                    <a:pt x="777521" y="35830"/>
                  </a:lnTo>
                  <a:lnTo>
                    <a:pt x="796065" y="33984"/>
                  </a:lnTo>
                  <a:lnTo>
                    <a:pt x="814002" y="32198"/>
                  </a:lnTo>
                  <a:lnTo>
                    <a:pt x="831369" y="30470"/>
                  </a:lnTo>
                  <a:lnTo>
                    <a:pt x="848202" y="28794"/>
                  </a:lnTo>
                  <a:lnTo>
                    <a:pt x="864532" y="27169"/>
                  </a:lnTo>
                  <a:lnTo>
                    <a:pt x="880388" y="25590"/>
                  </a:lnTo>
                  <a:lnTo>
                    <a:pt x="895798" y="24057"/>
                  </a:lnTo>
                  <a:lnTo>
                    <a:pt x="910786" y="22565"/>
                  </a:lnTo>
                  <a:lnTo>
                    <a:pt x="925374" y="21113"/>
                  </a:lnTo>
                  <a:lnTo>
                    <a:pt x="939583" y="19698"/>
                  </a:lnTo>
                  <a:lnTo>
                    <a:pt x="953432" y="18320"/>
                  </a:lnTo>
                  <a:lnTo>
                    <a:pt x="966939" y="16975"/>
                  </a:lnTo>
                  <a:lnTo>
                    <a:pt x="980121" y="15663"/>
                  </a:lnTo>
                  <a:lnTo>
                    <a:pt x="992993" y="14382"/>
                  </a:lnTo>
                  <a:lnTo>
                    <a:pt x="1005568" y="13130"/>
                  </a:lnTo>
                  <a:lnTo>
                    <a:pt x="1017861" y="11907"/>
                  </a:lnTo>
                  <a:lnTo>
                    <a:pt x="1029884" y="10710"/>
                  </a:lnTo>
                  <a:lnTo>
                    <a:pt x="1041648" y="9539"/>
                  </a:lnTo>
                  <a:lnTo>
                    <a:pt x="1053165" y="8393"/>
                  </a:lnTo>
                  <a:lnTo>
                    <a:pt x="1064444" y="7270"/>
                  </a:lnTo>
                  <a:lnTo>
                    <a:pt x="1075495" y="6170"/>
                  </a:lnTo>
                  <a:lnTo>
                    <a:pt x="1086328" y="5092"/>
                  </a:lnTo>
                  <a:lnTo>
                    <a:pt x="1096950" y="4035"/>
                  </a:lnTo>
                  <a:lnTo>
                    <a:pt x="1107369" y="2997"/>
                  </a:lnTo>
                  <a:lnTo>
                    <a:pt x="1117594" y="1980"/>
                  </a:lnTo>
                  <a:lnTo>
                    <a:pt x="1127632" y="981"/>
                  </a:lnTo>
                  <a:lnTo>
                    <a:pt x="113748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70722" y="4837828"/>
              <a:ext cx="1137488" cy="142753"/>
            </a:xfrm>
            <a:custGeom>
              <a:avLst/>
              <a:pathLst>
                <a:path w="1137488" h="142753">
                  <a:moveTo>
                    <a:pt x="0" y="0"/>
                  </a:moveTo>
                  <a:lnTo>
                    <a:pt x="73043" y="9166"/>
                  </a:lnTo>
                  <a:lnTo>
                    <a:pt x="137473" y="17252"/>
                  </a:lnTo>
                  <a:lnTo>
                    <a:pt x="195107" y="24485"/>
                  </a:lnTo>
                  <a:lnTo>
                    <a:pt x="247243" y="31028"/>
                  </a:lnTo>
                  <a:lnTo>
                    <a:pt x="294839" y="37002"/>
                  </a:lnTo>
                  <a:lnTo>
                    <a:pt x="338624" y="42497"/>
                  </a:lnTo>
                  <a:lnTo>
                    <a:pt x="379162" y="47584"/>
                  </a:lnTo>
                  <a:lnTo>
                    <a:pt x="416903" y="52320"/>
                  </a:lnTo>
                  <a:lnTo>
                    <a:pt x="452206" y="56751"/>
                  </a:lnTo>
                  <a:lnTo>
                    <a:pt x="485369" y="60913"/>
                  </a:lnTo>
                  <a:lnTo>
                    <a:pt x="516635" y="64837"/>
                  </a:lnTo>
                  <a:lnTo>
                    <a:pt x="546211" y="68549"/>
                  </a:lnTo>
                  <a:lnTo>
                    <a:pt x="574269" y="72070"/>
                  </a:lnTo>
                  <a:lnTo>
                    <a:pt x="600958" y="75419"/>
                  </a:lnTo>
                  <a:lnTo>
                    <a:pt x="626406" y="78613"/>
                  </a:lnTo>
                  <a:lnTo>
                    <a:pt x="650721" y="81665"/>
                  </a:lnTo>
                  <a:lnTo>
                    <a:pt x="674002" y="84586"/>
                  </a:lnTo>
                  <a:lnTo>
                    <a:pt x="696333" y="87389"/>
                  </a:lnTo>
                  <a:lnTo>
                    <a:pt x="717787" y="90081"/>
                  </a:lnTo>
                  <a:lnTo>
                    <a:pt x="738431" y="92672"/>
                  </a:lnTo>
                  <a:lnTo>
                    <a:pt x="758325" y="95169"/>
                  </a:lnTo>
                  <a:lnTo>
                    <a:pt x="777521" y="97578"/>
                  </a:lnTo>
                  <a:lnTo>
                    <a:pt x="796065" y="99905"/>
                  </a:lnTo>
                  <a:lnTo>
                    <a:pt x="814002" y="102156"/>
                  </a:lnTo>
                  <a:lnTo>
                    <a:pt x="831369" y="104336"/>
                  </a:lnTo>
                  <a:lnTo>
                    <a:pt x="848202" y="106448"/>
                  </a:lnTo>
                  <a:lnTo>
                    <a:pt x="864532" y="108498"/>
                  </a:lnTo>
                  <a:lnTo>
                    <a:pt x="880388" y="110488"/>
                  </a:lnTo>
                  <a:lnTo>
                    <a:pt x="895798" y="112422"/>
                  </a:lnTo>
                  <a:lnTo>
                    <a:pt x="910786" y="114302"/>
                  </a:lnTo>
                  <a:lnTo>
                    <a:pt x="925374" y="116133"/>
                  </a:lnTo>
                  <a:lnTo>
                    <a:pt x="939583" y="117916"/>
                  </a:lnTo>
                  <a:lnTo>
                    <a:pt x="953432" y="119655"/>
                  </a:lnTo>
                  <a:lnTo>
                    <a:pt x="966939" y="121350"/>
                  </a:lnTo>
                  <a:lnTo>
                    <a:pt x="980121" y="123004"/>
                  </a:lnTo>
                  <a:lnTo>
                    <a:pt x="992993" y="124619"/>
                  </a:lnTo>
                  <a:lnTo>
                    <a:pt x="1005568" y="126198"/>
                  </a:lnTo>
                  <a:lnTo>
                    <a:pt x="1017861" y="127740"/>
                  </a:lnTo>
                  <a:lnTo>
                    <a:pt x="1029884" y="129249"/>
                  </a:lnTo>
                  <a:lnTo>
                    <a:pt x="1041648" y="130726"/>
                  </a:lnTo>
                  <a:lnTo>
                    <a:pt x="1053165" y="132171"/>
                  </a:lnTo>
                  <a:lnTo>
                    <a:pt x="1064444" y="133586"/>
                  </a:lnTo>
                  <a:lnTo>
                    <a:pt x="1075495" y="134973"/>
                  </a:lnTo>
                  <a:lnTo>
                    <a:pt x="1086328" y="136333"/>
                  </a:lnTo>
                  <a:lnTo>
                    <a:pt x="1096950" y="137666"/>
                  </a:lnTo>
                  <a:lnTo>
                    <a:pt x="1107369" y="138974"/>
                  </a:lnTo>
                  <a:lnTo>
                    <a:pt x="1117594" y="140257"/>
                  </a:lnTo>
                  <a:lnTo>
                    <a:pt x="1127632" y="141516"/>
                  </a:lnTo>
                  <a:lnTo>
                    <a:pt x="1137488" y="14275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70722" y="4830900"/>
              <a:ext cx="1137488" cy="226362"/>
            </a:xfrm>
            <a:custGeom>
              <a:avLst/>
              <a:pathLst>
                <a:path w="1137488" h="226362">
                  <a:moveTo>
                    <a:pt x="0" y="0"/>
                  </a:moveTo>
                  <a:lnTo>
                    <a:pt x="73043" y="14535"/>
                  </a:lnTo>
                  <a:lnTo>
                    <a:pt x="137473" y="27357"/>
                  </a:lnTo>
                  <a:lnTo>
                    <a:pt x="195107" y="38826"/>
                  </a:lnTo>
                  <a:lnTo>
                    <a:pt x="247243" y="49201"/>
                  </a:lnTo>
                  <a:lnTo>
                    <a:pt x="294839" y="58673"/>
                  </a:lnTo>
                  <a:lnTo>
                    <a:pt x="338624" y="67387"/>
                  </a:lnTo>
                  <a:lnTo>
                    <a:pt x="379162" y="75454"/>
                  </a:lnTo>
                  <a:lnTo>
                    <a:pt x="416903" y="82964"/>
                  </a:lnTo>
                  <a:lnTo>
                    <a:pt x="452206" y="89990"/>
                  </a:lnTo>
                  <a:lnTo>
                    <a:pt x="485369" y="96589"/>
                  </a:lnTo>
                  <a:lnTo>
                    <a:pt x="516635" y="102811"/>
                  </a:lnTo>
                  <a:lnTo>
                    <a:pt x="546211" y="108697"/>
                  </a:lnTo>
                  <a:lnTo>
                    <a:pt x="574269" y="114280"/>
                  </a:lnTo>
                  <a:lnTo>
                    <a:pt x="600958" y="119592"/>
                  </a:lnTo>
                  <a:lnTo>
                    <a:pt x="626406" y="124656"/>
                  </a:lnTo>
                  <a:lnTo>
                    <a:pt x="650721" y="129495"/>
                  </a:lnTo>
                  <a:lnTo>
                    <a:pt x="674002" y="134128"/>
                  </a:lnTo>
                  <a:lnTo>
                    <a:pt x="696333" y="138571"/>
                  </a:lnTo>
                  <a:lnTo>
                    <a:pt x="717787" y="142841"/>
                  </a:lnTo>
                  <a:lnTo>
                    <a:pt x="738431" y="146949"/>
                  </a:lnTo>
                  <a:lnTo>
                    <a:pt x="758325" y="150908"/>
                  </a:lnTo>
                  <a:lnTo>
                    <a:pt x="777521" y="154728"/>
                  </a:lnTo>
                  <a:lnTo>
                    <a:pt x="796065" y="158418"/>
                  </a:lnTo>
                  <a:lnTo>
                    <a:pt x="814002" y="161988"/>
                  </a:lnTo>
                  <a:lnTo>
                    <a:pt x="831369" y="165444"/>
                  </a:lnTo>
                  <a:lnTo>
                    <a:pt x="848202" y="168794"/>
                  </a:lnTo>
                  <a:lnTo>
                    <a:pt x="864532" y="172043"/>
                  </a:lnTo>
                  <a:lnTo>
                    <a:pt x="880388" y="175199"/>
                  </a:lnTo>
                  <a:lnTo>
                    <a:pt x="895798" y="178265"/>
                  </a:lnTo>
                  <a:lnTo>
                    <a:pt x="910786" y="181248"/>
                  </a:lnTo>
                  <a:lnTo>
                    <a:pt x="925374" y="184151"/>
                  </a:lnTo>
                  <a:lnTo>
                    <a:pt x="939583" y="186979"/>
                  </a:lnTo>
                  <a:lnTo>
                    <a:pt x="953432" y="189735"/>
                  </a:lnTo>
                  <a:lnTo>
                    <a:pt x="966939" y="192423"/>
                  </a:lnTo>
                  <a:lnTo>
                    <a:pt x="980121" y="195046"/>
                  </a:lnTo>
                  <a:lnTo>
                    <a:pt x="992993" y="197607"/>
                  </a:lnTo>
                  <a:lnTo>
                    <a:pt x="1005568" y="200110"/>
                  </a:lnTo>
                  <a:lnTo>
                    <a:pt x="1017861" y="202556"/>
                  </a:lnTo>
                  <a:lnTo>
                    <a:pt x="1029884" y="204949"/>
                  </a:lnTo>
                  <a:lnTo>
                    <a:pt x="1041648" y="207290"/>
                  </a:lnTo>
                  <a:lnTo>
                    <a:pt x="1053165" y="209582"/>
                  </a:lnTo>
                  <a:lnTo>
                    <a:pt x="1064444" y="211826"/>
                  </a:lnTo>
                  <a:lnTo>
                    <a:pt x="1075495" y="214026"/>
                  </a:lnTo>
                  <a:lnTo>
                    <a:pt x="1086328" y="216181"/>
                  </a:lnTo>
                  <a:lnTo>
                    <a:pt x="1096950" y="218295"/>
                  </a:lnTo>
                  <a:lnTo>
                    <a:pt x="1107369" y="220369"/>
                  </a:lnTo>
                  <a:lnTo>
                    <a:pt x="1117594" y="222403"/>
                  </a:lnTo>
                  <a:lnTo>
                    <a:pt x="1127632" y="224401"/>
                  </a:lnTo>
                  <a:lnTo>
                    <a:pt x="1137488" y="22636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70722" y="5040761"/>
              <a:ext cx="1137488" cy="99126"/>
            </a:xfrm>
            <a:custGeom>
              <a:avLst/>
              <a:pathLst>
                <a:path w="1137488" h="99126">
                  <a:moveTo>
                    <a:pt x="0" y="0"/>
                  </a:moveTo>
                  <a:lnTo>
                    <a:pt x="73043" y="6365"/>
                  </a:lnTo>
                  <a:lnTo>
                    <a:pt x="137473" y="11980"/>
                  </a:lnTo>
                  <a:lnTo>
                    <a:pt x="195107" y="17002"/>
                  </a:lnTo>
                  <a:lnTo>
                    <a:pt x="247243" y="21546"/>
                  </a:lnTo>
                  <a:lnTo>
                    <a:pt x="294839" y="25693"/>
                  </a:lnTo>
                  <a:lnTo>
                    <a:pt x="338624" y="29509"/>
                  </a:lnTo>
                  <a:lnTo>
                    <a:pt x="379162" y="33042"/>
                  </a:lnTo>
                  <a:lnTo>
                    <a:pt x="416903" y="36331"/>
                  </a:lnTo>
                  <a:lnTo>
                    <a:pt x="452206" y="39407"/>
                  </a:lnTo>
                  <a:lnTo>
                    <a:pt x="485369" y="42297"/>
                  </a:lnTo>
                  <a:lnTo>
                    <a:pt x="516635" y="45022"/>
                  </a:lnTo>
                  <a:lnTo>
                    <a:pt x="546211" y="47599"/>
                  </a:lnTo>
                  <a:lnTo>
                    <a:pt x="574269" y="50044"/>
                  </a:lnTo>
                  <a:lnTo>
                    <a:pt x="600958" y="52370"/>
                  </a:lnTo>
                  <a:lnTo>
                    <a:pt x="626406" y="54588"/>
                  </a:lnTo>
                  <a:lnTo>
                    <a:pt x="650721" y="56707"/>
                  </a:lnTo>
                  <a:lnTo>
                    <a:pt x="674002" y="58736"/>
                  </a:lnTo>
                  <a:lnTo>
                    <a:pt x="696333" y="60682"/>
                  </a:lnTo>
                  <a:lnTo>
                    <a:pt x="717787" y="62551"/>
                  </a:lnTo>
                  <a:lnTo>
                    <a:pt x="738431" y="64350"/>
                  </a:lnTo>
                  <a:lnTo>
                    <a:pt x="758325" y="66084"/>
                  </a:lnTo>
                  <a:lnTo>
                    <a:pt x="777521" y="67757"/>
                  </a:lnTo>
                  <a:lnTo>
                    <a:pt x="796065" y="69373"/>
                  </a:lnTo>
                  <a:lnTo>
                    <a:pt x="814002" y="70936"/>
                  </a:lnTo>
                  <a:lnTo>
                    <a:pt x="831369" y="72449"/>
                  </a:lnTo>
                  <a:lnTo>
                    <a:pt x="848202" y="73916"/>
                  </a:lnTo>
                  <a:lnTo>
                    <a:pt x="864532" y="75339"/>
                  </a:lnTo>
                  <a:lnTo>
                    <a:pt x="880388" y="76721"/>
                  </a:lnTo>
                  <a:lnTo>
                    <a:pt x="895798" y="78064"/>
                  </a:lnTo>
                  <a:lnTo>
                    <a:pt x="910786" y="79370"/>
                  </a:lnTo>
                  <a:lnTo>
                    <a:pt x="925374" y="80641"/>
                  </a:lnTo>
                  <a:lnTo>
                    <a:pt x="939583" y="81880"/>
                  </a:lnTo>
                  <a:lnTo>
                    <a:pt x="953432" y="83087"/>
                  </a:lnTo>
                  <a:lnTo>
                    <a:pt x="966939" y="84264"/>
                  </a:lnTo>
                  <a:lnTo>
                    <a:pt x="980121" y="85412"/>
                  </a:lnTo>
                  <a:lnTo>
                    <a:pt x="992993" y="86534"/>
                  </a:lnTo>
                  <a:lnTo>
                    <a:pt x="1005568" y="87630"/>
                  </a:lnTo>
                  <a:lnTo>
                    <a:pt x="1017861" y="88701"/>
                  </a:lnTo>
                  <a:lnTo>
                    <a:pt x="1029884" y="89749"/>
                  </a:lnTo>
                  <a:lnTo>
                    <a:pt x="1041648" y="90774"/>
                  </a:lnTo>
                  <a:lnTo>
                    <a:pt x="1053165" y="91778"/>
                  </a:lnTo>
                  <a:lnTo>
                    <a:pt x="1064444" y="92761"/>
                  </a:lnTo>
                  <a:lnTo>
                    <a:pt x="1075495" y="93724"/>
                  </a:lnTo>
                  <a:lnTo>
                    <a:pt x="1086328" y="94668"/>
                  </a:lnTo>
                  <a:lnTo>
                    <a:pt x="1096950" y="95593"/>
                  </a:lnTo>
                  <a:lnTo>
                    <a:pt x="1107369" y="96501"/>
                  </a:lnTo>
                  <a:lnTo>
                    <a:pt x="1117594" y="97392"/>
                  </a:lnTo>
                  <a:lnTo>
                    <a:pt x="1127632" y="98267"/>
                  </a:lnTo>
                  <a:lnTo>
                    <a:pt x="1137488" y="9912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70722" y="5017476"/>
              <a:ext cx="1137488" cy="47132"/>
            </a:xfrm>
            <a:custGeom>
              <a:avLst/>
              <a:pathLst>
                <a:path w="1137488" h="47132">
                  <a:moveTo>
                    <a:pt x="0" y="0"/>
                  </a:moveTo>
                  <a:lnTo>
                    <a:pt x="73043" y="3026"/>
                  </a:lnTo>
                  <a:lnTo>
                    <a:pt x="137473" y="5696"/>
                  </a:lnTo>
                  <a:lnTo>
                    <a:pt x="195107" y="8084"/>
                  </a:lnTo>
                  <a:lnTo>
                    <a:pt x="247243" y="10244"/>
                  </a:lnTo>
                  <a:lnTo>
                    <a:pt x="294839" y="12216"/>
                  </a:lnTo>
                  <a:lnTo>
                    <a:pt x="338624" y="14031"/>
                  </a:lnTo>
                  <a:lnTo>
                    <a:pt x="379162" y="15710"/>
                  </a:lnTo>
                  <a:lnTo>
                    <a:pt x="416903" y="17274"/>
                  </a:lnTo>
                  <a:lnTo>
                    <a:pt x="452206" y="18737"/>
                  </a:lnTo>
                  <a:lnTo>
                    <a:pt x="485369" y="20111"/>
                  </a:lnTo>
                  <a:lnTo>
                    <a:pt x="516635" y="21407"/>
                  </a:lnTo>
                  <a:lnTo>
                    <a:pt x="546211" y="22632"/>
                  </a:lnTo>
                  <a:lnTo>
                    <a:pt x="574269" y="23795"/>
                  </a:lnTo>
                  <a:lnTo>
                    <a:pt x="600958" y="24901"/>
                  </a:lnTo>
                  <a:lnTo>
                    <a:pt x="626406" y="25955"/>
                  </a:lnTo>
                  <a:lnTo>
                    <a:pt x="650721" y="26963"/>
                  </a:lnTo>
                  <a:lnTo>
                    <a:pt x="674002" y="27927"/>
                  </a:lnTo>
                  <a:lnTo>
                    <a:pt x="696333" y="28852"/>
                  </a:lnTo>
                  <a:lnTo>
                    <a:pt x="717787" y="29741"/>
                  </a:lnTo>
                  <a:lnTo>
                    <a:pt x="738431" y="30597"/>
                  </a:lnTo>
                  <a:lnTo>
                    <a:pt x="758325" y="31421"/>
                  </a:lnTo>
                  <a:lnTo>
                    <a:pt x="777521" y="32217"/>
                  </a:lnTo>
                  <a:lnTo>
                    <a:pt x="796065" y="32985"/>
                  </a:lnTo>
                  <a:lnTo>
                    <a:pt x="814002" y="33728"/>
                  </a:lnTo>
                  <a:lnTo>
                    <a:pt x="831369" y="34448"/>
                  </a:lnTo>
                  <a:lnTo>
                    <a:pt x="848202" y="35145"/>
                  </a:lnTo>
                  <a:lnTo>
                    <a:pt x="864532" y="35822"/>
                  </a:lnTo>
                  <a:lnTo>
                    <a:pt x="880388" y="36479"/>
                  </a:lnTo>
                  <a:lnTo>
                    <a:pt x="895798" y="37117"/>
                  </a:lnTo>
                  <a:lnTo>
                    <a:pt x="910786" y="37738"/>
                  </a:lnTo>
                  <a:lnTo>
                    <a:pt x="925374" y="38343"/>
                  </a:lnTo>
                  <a:lnTo>
                    <a:pt x="939583" y="38932"/>
                  </a:lnTo>
                  <a:lnTo>
                    <a:pt x="953432" y="39506"/>
                  </a:lnTo>
                  <a:lnTo>
                    <a:pt x="966939" y="40065"/>
                  </a:lnTo>
                  <a:lnTo>
                    <a:pt x="980121" y="40611"/>
                  </a:lnTo>
                  <a:lnTo>
                    <a:pt x="992993" y="41145"/>
                  </a:lnTo>
                  <a:lnTo>
                    <a:pt x="1005568" y="41666"/>
                  </a:lnTo>
                  <a:lnTo>
                    <a:pt x="1017861" y="42175"/>
                  </a:lnTo>
                  <a:lnTo>
                    <a:pt x="1029884" y="42673"/>
                  </a:lnTo>
                  <a:lnTo>
                    <a:pt x="1041648" y="43161"/>
                  </a:lnTo>
                  <a:lnTo>
                    <a:pt x="1053165" y="43638"/>
                  </a:lnTo>
                  <a:lnTo>
                    <a:pt x="1064444" y="44105"/>
                  </a:lnTo>
                  <a:lnTo>
                    <a:pt x="1075495" y="44563"/>
                  </a:lnTo>
                  <a:lnTo>
                    <a:pt x="1086328" y="45012"/>
                  </a:lnTo>
                  <a:lnTo>
                    <a:pt x="1096950" y="45452"/>
                  </a:lnTo>
                  <a:lnTo>
                    <a:pt x="1107369" y="45884"/>
                  </a:lnTo>
                  <a:lnTo>
                    <a:pt x="1117594" y="46308"/>
                  </a:lnTo>
                  <a:lnTo>
                    <a:pt x="1127632" y="46724"/>
                  </a:lnTo>
                  <a:lnTo>
                    <a:pt x="1137488" y="4713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70722" y="5005239"/>
              <a:ext cx="1137488" cy="6021"/>
            </a:xfrm>
            <a:custGeom>
              <a:avLst/>
              <a:pathLst>
                <a:path w="1137488" h="6021">
                  <a:moveTo>
                    <a:pt x="0" y="0"/>
                  </a:moveTo>
                  <a:lnTo>
                    <a:pt x="73043" y="386"/>
                  </a:lnTo>
                  <a:lnTo>
                    <a:pt x="137473" y="727"/>
                  </a:lnTo>
                  <a:lnTo>
                    <a:pt x="195107" y="1032"/>
                  </a:lnTo>
                  <a:lnTo>
                    <a:pt x="247243" y="1308"/>
                  </a:lnTo>
                  <a:lnTo>
                    <a:pt x="294839" y="1560"/>
                  </a:lnTo>
                  <a:lnTo>
                    <a:pt x="338624" y="1792"/>
                  </a:lnTo>
                  <a:lnTo>
                    <a:pt x="379162" y="2007"/>
                  </a:lnTo>
                  <a:lnTo>
                    <a:pt x="416903" y="2206"/>
                  </a:lnTo>
                  <a:lnTo>
                    <a:pt x="452206" y="2393"/>
                  </a:lnTo>
                  <a:lnTo>
                    <a:pt x="485369" y="2569"/>
                  </a:lnTo>
                  <a:lnTo>
                    <a:pt x="516635" y="2734"/>
                  </a:lnTo>
                  <a:lnTo>
                    <a:pt x="546211" y="2891"/>
                  </a:lnTo>
                  <a:lnTo>
                    <a:pt x="574269" y="3039"/>
                  </a:lnTo>
                  <a:lnTo>
                    <a:pt x="600958" y="3181"/>
                  </a:lnTo>
                  <a:lnTo>
                    <a:pt x="626406" y="3315"/>
                  </a:lnTo>
                  <a:lnTo>
                    <a:pt x="650721" y="3444"/>
                  </a:lnTo>
                  <a:lnTo>
                    <a:pt x="674002" y="3567"/>
                  </a:lnTo>
                  <a:lnTo>
                    <a:pt x="696333" y="3686"/>
                  </a:lnTo>
                  <a:lnTo>
                    <a:pt x="717787" y="3799"/>
                  </a:lnTo>
                  <a:lnTo>
                    <a:pt x="738431" y="3908"/>
                  </a:lnTo>
                  <a:lnTo>
                    <a:pt x="758325" y="4014"/>
                  </a:lnTo>
                  <a:lnTo>
                    <a:pt x="777521" y="4115"/>
                  </a:lnTo>
                  <a:lnTo>
                    <a:pt x="796065" y="4214"/>
                  </a:lnTo>
                  <a:lnTo>
                    <a:pt x="814002" y="4309"/>
                  </a:lnTo>
                  <a:lnTo>
                    <a:pt x="831369" y="4400"/>
                  </a:lnTo>
                  <a:lnTo>
                    <a:pt x="848202" y="4490"/>
                  </a:lnTo>
                  <a:lnTo>
                    <a:pt x="864532" y="4576"/>
                  </a:lnTo>
                  <a:lnTo>
                    <a:pt x="880388" y="4660"/>
                  </a:lnTo>
                  <a:lnTo>
                    <a:pt x="895798" y="4742"/>
                  </a:lnTo>
                  <a:lnTo>
                    <a:pt x="910786" y="4821"/>
                  </a:lnTo>
                  <a:lnTo>
                    <a:pt x="925374" y="4898"/>
                  </a:lnTo>
                  <a:lnTo>
                    <a:pt x="939583" y="4973"/>
                  </a:lnTo>
                  <a:lnTo>
                    <a:pt x="953432" y="5047"/>
                  </a:lnTo>
                  <a:lnTo>
                    <a:pt x="966939" y="5118"/>
                  </a:lnTo>
                  <a:lnTo>
                    <a:pt x="980121" y="5188"/>
                  </a:lnTo>
                  <a:lnTo>
                    <a:pt x="992993" y="5256"/>
                  </a:lnTo>
                  <a:lnTo>
                    <a:pt x="1005568" y="5323"/>
                  </a:lnTo>
                  <a:lnTo>
                    <a:pt x="1017861" y="5388"/>
                  </a:lnTo>
                  <a:lnTo>
                    <a:pt x="1029884" y="5451"/>
                  </a:lnTo>
                  <a:lnTo>
                    <a:pt x="1041648" y="5514"/>
                  </a:lnTo>
                  <a:lnTo>
                    <a:pt x="1053165" y="5575"/>
                  </a:lnTo>
                  <a:lnTo>
                    <a:pt x="1064444" y="5634"/>
                  </a:lnTo>
                  <a:lnTo>
                    <a:pt x="1075495" y="5693"/>
                  </a:lnTo>
                  <a:lnTo>
                    <a:pt x="1086328" y="5750"/>
                  </a:lnTo>
                  <a:lnTo>
                    <a:pt x="1096950" y="5806"/>
                  </a:lnTo>
                  <a:lnTo>
                    <a:pt x="1107369" y="5862"/>
                  </a:lnTo>
                  <a:lnTo>
                    <a:pt x="1117594" y="5916"/>
                  </a:lnTo>
                  <a:lnTo>
                    <a:pt x="1127632" y="5969"/>
                  </a:lnTo>
                  <a:lnTo>
                    <a:pt x="1137488" y="602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186450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57982" y="52226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57982" y="49607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57982" y="46989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57982" y="44370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57982" y="41752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186450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7072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49885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29047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0821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4246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2163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00792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7995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79649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186450" y="39576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689363" y="49606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698285" y="50309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79237" y="50846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95435" y="46824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656064" y="499313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689632" y="46966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08523" y="52339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90387" y="50861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98161" y="47377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83232" y="46275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56494" y="48849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37077" y="46802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52852" y="50505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78517" y="52206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70880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40809" y="42516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46744" y="51604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50529" y="52529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49619" y="52407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82800" y="51207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49502" y="51714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46639" y="52116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65147" y="51784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71324" y="51714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85502" y="51213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86625" y="50283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43660" y="52385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0202" y="50655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21137" y="50524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60291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18884" y="516605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64756" y="5199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15091" y="49557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44607" y="51003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28300" y="49079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57299" y="50524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66172" y="51130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38230" y="50001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18750" y="52092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29446" y="47313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40124" y="51581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45348" y="52146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65107" y="46547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47176" y="49836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55416" y="48918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31815" y="51484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28144" y="50574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14955" y="490928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19805" y="51234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807400" y="50866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11207" y="49929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35830" y="51145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28542" y="49519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19966" y="50624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99948" y="49990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04840" y="503257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11303" y="50808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45628" y="48059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14840" y="51895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44819" y="50955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02678" y="50968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803913" y="52232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03686" y="50409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19195" y="52217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94722" y="494244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19304" y="50843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32363" y="50999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01055" y="50101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14428" y="50636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42133" y="50399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06361" y="50747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36686" y="52003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10607" y="4691665"/>
              <a:ext cx="1137645" cy="380565"/>
            </a:xfrm>
            <a:custGeom>
              <a:avLst/>
              <a:pathLst>
                <a:path w="1137645" h="380565">
                  <a:moveTo>
                    <a:pt x="0" y="0"/>
                  </a:moveTo>
                  <a:lnTo>
                    <a:pt x="73053" y="24438"/>
                  </a:lnTo>
                  <a:lnTo>
                    <a:pt x="137492" y="45993"/>
                  </a:lnTo>
                  <a:lnTo>
                    <a:pt x="195133" y="65276"/>
                  </a:lnTo>
                  <a:lnTo>
                    <a:pt x="247277" y="82719"/>
                  </a:lnTo>
                  <a:lnTo>
                    <a:pt x="294880" y="98643"/>
                  </a:lnTo>
                  <a:lnTo>
                    <a:pt x="338671" y="113292"/>
                  </a:lnTo>
                  <a:lnTo>
                    <a:pt x="379215" y="126855"/>
                  </a:lnTo>
                  <a:lnTo>
                    <a:pt x="416960" y="139481"/>
                  </a:lnTo>
                  <a:lnTo>
                    <a:pt x="452269" y="151293"/>
                  </a:lnTo>
                  <a:lnTo>
                    <a:pt x="485436" y="162388"/>
                  </a:lnTo>
                  <a:lnTo>
                    <a:pt x="516707" y="172849"/>
                  </a:lnTo>
                  <a:lnTo>
                    <a:pt x="546286" y="182744"/>
                  </a:lnTo>
                  <a:lnTo>
                    <a:pt x="574349" y="192131"/>
                  </a:lnTo>
                  <a:lnTo>
                    <a:pt x="601041" y="201060"/>
                  </a:lnTo>
                  <a:lnTo>
                    <a:pt x="626492" y="209574"/>
                  </a:lnTo>
                  <a:lnTo>
                    <a:pt x="650811" y="217709"/>
                  </a:lnTo>
                  <a:lnTo>
                    <a:pt x="674095" y="225498"/>
                  </a:lnTo>
                  <a:lnTo>
                    <a:pt x="696429" y="232969"/>
                  </a:lnTo>
                  <a:lnTo>
                    <a:pt x="717886" y="240147"/>
                  </a:lnTo>
                  <a:lnTo>
                    <a:pt x="738533" y="247054"/>
                  </a:lnTo>
                  <a:lnTo>
                    <a:pt x="758430" y="253710"/>
                  </a:lnTo>
                  <a:lnTo>
                    <a:pt x="777628" y="260132"/>
                  </a:lnTo>
                  <a:lnTo>
                    <a:pt x="796175" y="266336"/>
                  </a:lnTo>
                  <a:lnTo>
                    <a:pt x="814114" y="272337"/>
                  </a:lnTo>
                  <a:lnTo>
                    <a:pt x="831484" y="278148"/>
                  </a:lnTo>
                  <a:lnTo>
                    <a:pt x="848319" y="283780"/>
                  </a:lnTo>
                  <a:lnTo>
                    <a:pt x="864651" y="289243"/>
                  </a:lnTo>
                  <a:lnTo>
                    <a:pt x="880510" y="294548"/>
                  </a:lnTo>
                  <a:lnTo>
                    <a:pt x="895922" y="299704"/>
                  </a:lnTo>
                  <a:lnTo>
                    <a:pt x="910912" y="304718"/>
                  </a:lnTo>
                  <a:lnTo>
                    <a:pt x="925502" y="309599"/>
                  </a:lnTo>
                  <a:lnTo>
                    <a:pt x="939713" y="314353"/>
                  </a:lnTo>
                  <a:lnTo>
                    <a:pt x="953564" y="318986"/>
                  </a:lnTo>
                  <a:lnTo>
                    <a:pt x="967073" y="323505"/>
                  </a:lnTo>
                  <a:lnTo>
                    <a:pt x="980256" y="327915"/>
                  </a:lnTo>
                  <a:lnTo>
                    <a:pt x="993130" y="332222"/>
                  </a:lnTo>
                  <a:lnTo>
                    <a:pt x="1005707" y="336429"/>
                  </a:lnTo>
                  <a:lnTo>
                    <a:pt x="1018002" y="340542"/>
                  </a:lnTo>
                  <a:lnTo>
                    <a:pt x="1030026" y="344564"/>
                  </a:lnTo>
                  <a:lnTo>
                    <a:pt x="1041792" y="348500"/>
                  </a:lnTo>
                  <a:lnTo>
                    <a:pt x="1053310" y="352353"/>
                  </a:lnTo>
                  <a:lnTo>
                    <a:pt x="1064591" y="356127"/>
                  </a:lnTo>
                  <a:lnTo>
                    <a:pt x="1075644" y="359824"/>
                  </a:lnTo>
                  <a:lnTo>
                    <a:pt x="1086478" y="363449"/>
                  </a:lnTo>
                  <a:lnTo>
                    <a:pt x="1097101" y="367002"/>
                  </a:lnTo>
                  <a:lnTo>
                    <a:pt x="1107522" y="370488"/>
                  </a:lnTo>
                  <a:lnTo>
                    <a:pt x="1117749" y="373909"/>
                  </a:lnTo>
                  <a:lnTo>
                    <a:pt x="1127787" y="377267"/>
                  </a:lnTo>
                  <a:lnTo>
                    <a:pt x="1137645" y="38056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10607" y="4597827"/>
              <a:ext cx="1137645" cy="504636"/>
            </a:xfrm>
            <a:custGeom>
              <a:avLst/>
              <a:pathLst>
                <a:path w="1137645" h="504636">
                  <a:moveTo>
                    <a:pt x="0" y="0"/>
                  </a:moveTo>
                  <a:lnTo>
                    <a:pt x="73053" y="32405"/>
                  </a:lnTo>
                  <a:lnTo>
                    <a:pt x="137492" y="60988"/>
                  </a:lnTo>
                  <a:lnTo>
                    <a:pt x="195133" y="86557"/>
                  </a:lnTo>
                  <a:lnTo>
                    <a:pt x="247277" y="109687"/>
                  </a:lnTo>
                  <a:lnTo>
                    <a:pt x="294880" y="130803"/>
                  </a:lnTo>
                  <a:lnTo>
                    <a:pt x="338671" y="150227"/>
                  </a:lnTo>
                  <a:lnTo>
                    <a:pt x="379215" y="168212"/>
                  </a:lnTo>
                  <a:lnTo>
                    <a:pt x="416960" y="184955"/>
                  </a:lnTo>
                  <a:lnTo>
                    <a:pt x="452269" y="200617"/>
                  </a:lnTo>
                  <a:lnTo>
                    <a:pt x="485436" y="215329"/>
                  </a:lnTo>
                  <a:lnTo>
                    <a:pt x="516707" y="229200"/>
                  </a:lnTo>
                  <a:lnTo>
                    <a:pt x="546286" y="242321"/>
                  </a:lnTo>
                  <a:lnTo>
                    <a:pt x="574349" y="254769"/>
                  </a:lnTo>
                  <a:lnTo>
                    <a:pt x="601041" y="266609"/>
                  </a:lnTo>
                  <a:lnTo>
                    <a:pt x="626492" y="277899"/>
                  </a:lnTo>
                  <a:lnTo>
                    <a:pt x="650811" y="288686"/>
                  </a:lnTo>
                  <a:lnTo>
                    <a:pt x="674095" y="299015"/>
                  </a:lnTo>
                  <a:lnTo>
                    <a:pt x="696429" y="308921"/>
                  </a:lnTo>
                  <a:lnTo>
                    <a:pt x="717886" y="318439"/>
                  </a:lnTo>
                  <a:lnTo>
                    <a:pt x="738533" y="327598"/>
                  </a:lnTo>
                  <a:lnTo>
                    <a:pt x="758430" y="336424"/>
                  </a:lnTo>
                  <a:lnTo>
                    <a:pt x="777628" y="344940"/>
                  </a:lnTo>
                  <a:lnTo>
                    <a:pt x="796175" y="353167"/>
                  </a:lnTo>
                  <a:lnTo>
                    <a:pt x="814114" y="361124"/>
                  </a:lnTo>
                  <a:lnTo>
                    <a:pt x="831484" y="368829"/>
                  </a:lnTo>
                  <a:lnTo>
                    <a:pt x="848319" y="376297"/>
                  </a:lnTo>
                  <a:lnTo>
                    <a:pt x="864651" y="383541"/>
                  </a:lnTo>
                  <a:lnTo>
                    <a:pt x="880510" y="390576"/>
                  </a:lnTo>
                  <a:lnTo>
                    <a:pt x="895922" y="397412"/>
                  </a:lnTo>
                  <a:lnTo>
                    <a:pt x="910912" y="404062"/>
                  </a:lnTo>
                  <a:lnTo>
                    <a:pt x="925502" y="410533"/>
                  </a:lnTo>
                  <a:lnTo>
                    <a:pt x="939713" y="416837"/>
                  </a:lnTo>
                  <a:lnTo>
                    <a:pt x="953564" y="422981"/>
                  </a:lnTo>
                  <a:lnTo>
                    <a:pt x="967073" y="428974"/>
                  </a:lnTo>
                  <a:lnTo>
                    <a:pt x="980256" y="434821"/>
                  </a:lnTo>
                  <a:lnTo>
                    <a:pt x="993130" y="440532"/>
                  </a:lnTo>
                  <a:lnTo>
                    <a:pt x="1005707" y="446111"/>
                  </a:lnTo>
                  <a:lnTo>
                    <a:pt x="1018002" y="451565"/>
                  </a:lnTo>
                  <a:lnTo>
                    <a:pt x="1030026" y="456898"/>
                  </a:lnTo>
                  <a:lnTo>
                    <a:pt x="1041792" y="462118"/>
                  </a:lnTo>
                  <a:lnTo>
                    <a:pt x="1053310" y="467227"/>
                  </a:lnTo>
                  <a:lnTo>
                    <a:pt x="1064591" y="472231"/>
                  </a:lnTo>
                  <a:lnTo>
                    <a:pt x="1075644" y="477133"/>
                  </a:lnTo>
                  <a:lnTo>
                    <a:pt x="1086478" y="481939"/>
                  </a:lnTo>
                  <a:lnTo>
                    <a:pt x="1097101" y="486651"/>
                  </a:lnTo>
                  <a:lnTo>
                    <a:pt x="1107522" y="491274"/>
                  </a:lnTo>
                  <a:lnTo>
                    <a:pt x="1117749" y="495810"/>
                  </a:lnTo>
                  <a:lnTo>
                    <a:pt x="1127787" y="500263"/>
                  </a:lnTo>
                  <a:lnTo>
                    <a:pt x="1137645" y="50463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10607" y="5110420"/>
              <a:ext cx="1137645" cy="27142"/>
            </a:xfrm>
            <a:custGeom>
              <a:avLst/>
              <a:pathLst>
                <a:path w="1137645" h="27142">
                  <a:moveTo>
                    <a:pt x="0" y="27142"/>
                  </a:moveTo>
                  <a:lnTo>
                    <a:pt x="73053" y="25399"/>
                  </a:lnTo>
                  <a:lnTo>
                    <a:pt x="137492" y="23861"/>
                  </a:lnTo>
                  <a:lnTo>
                    <a:pt x="195133" y="22486"/>
                  </a:lnTo>
                  <a:lnTo>
                    <a:pt x="247277" y="21242"/>
                  </a:lnTo>
                  <a:lnTo>
                    <a:pt x="294880" y="20106"/>
                  </a:lnTo>
                  <a:lnTo>
                    <a:pt x="338671" y="19062"/>
                  </a:lnTo>
                  <a:lnTo>
                    <a:pt x="379215" y="18094"/>
                  </a:lnTo>
                  <a:lnTo>
                    <a:pt x="416960" y="17194"/>
                  </a:lnTo>
                  <a:lnTo>
                    <a:pt x="452269" y="16351"/>
                  </a:lnTo>
                  <a:lnTo>
                    <a:pt x="485436" y="15560"/>
                  </a:lnTo>
                  <a:lnTo>
                    <a:pt x="516707" y="14814"/>
                  </a:lnTo>
                  <a:lnTo>
                    <a:pt x="546286" y="14108"/>
                  </a:lnTo>
                  <a:lnTo>
                    <a:pt x="574349" y="13439"/>
                  </a:lnTo>
                  <a:lnTo>
                    <a:pt x="601041" y="12802"/>
                  </a:lnTo>
                  <a:lnTo>
                    <a:pt x="626492" y="12195"/>
                  </a:lnTo>
                  <a:lnTo>
                    <a:pt x="650811" y="11614"/>
                  </a:lnTo>
                  <a:lnTo>
                    <a:pt x="674095" y="11059"/>
                  </a:lnTo>
                  <a:lnTo>
                    <a:pt x="696429" y="10526"/>
                  </a:lnTo>
                  <a:lnTo>
                    <a:pt x="717886" y="10014"/>
                  </a:lnTo>
                  <a:lnTo>
                    <a:pt x="738533" y="9522"/>
                  </a:lnTo>
                  <a:lnTo>
                    <a:pt x="758430" y="9047"/>
                  </a:lnTo>
                  <a:lnTo>
                    <a:pt x="777628" y="8589"/>
                  </a:lnTo>
                  <a:lnTo>
                    <a:pt x="796175" y="8146"/>
                  </a:lnTo>
                  <a:lnTo>
                    <a:pt x="814114" y="7718"/>
                  </a:lnTo>
                  <a:lnTo>
                    <a:pt x="831484" y="7304"/>
                  </a:lnTo>
                  <a:lnTo>
                    <a:pt x="848319" y="6902"/>
                  </a:lnTo>
                  <a:lnTo>
                    <a:pt x="864651" y="6513"/>
                  </a:lnTo>
                  <a:lnTo>
                    <a:pt x="880510" y="6134"/>
                  </a:lnTo>
                  <a:lnTo>
                    <a:pt x="895922" y="5767"/>
                  </a:lnTo>
                  <a:lnTo>
                    <a:pt x="910912" y="5409"/>
                  </a:lnTo>
                  <a:lnTo>
                    <a:pt x="925502" y="5061"/>
                  </a:lnTo>
                  <a:lnTo>
                    <a:pt x="939713" y="4722"/>
                  </a:lnTo>
                  <a:lnTo>
                    <a:pt x="953564" y="4391"/>
                  </a:lnTo>
                  <a:lnTo>
                    <a:pt x="967073" y="4069"/>
                  </a:lnTo>
                  <a:lnTo>
                    <a:pt x="980256" y="3755"/>
                  </a:lnTo>
                  <a:lnTo>
                    <a:pt x="993130" y="3447"/>
                  </a:lnTo>
                  <a:lnTo>
                    <a:pt x="1005707" y="3147"/>
                  </a:lnTo>
                  <a:lnTo>
                    <a:pt x="1018002" y="2854"/>
                  </a:lnTo>
                  <a:lnTo>
                    <a:pt x="1030026" y="2567"/>
                  </a:lnTo>
                  <a:lnTo>
                    <a:pt x="1041792" y="2286"/>
                  </a:lnTo>
                  <a:lnTo>
                    <a:pt x="1053310" y="2012"/>
                  </a:lnTo>
                  <a:lnTo>
                    <a:pt x="1064591" y="1742"/>
                  </a:lnTo>
                  <a:lnTo>
                    <a:pt x="1075644" y="1479"/>
                  </a:lnTo>
                  <a:lnTo>
                    <a:pt x="1086478" y="1220"/>
                  </a:lnTo>
                  <a:lnTo>
                    <a:pt x="1097101" y="967"/>
                  </a:lnTo>
                  <a:lnTo>
                    <a:pt x="1107522" y="718"/>
                  </a:lnTo>
                  <a:lnTo>
                    <a:pt x="1117749" y="474"/>
                  </a:lnTo>
                  <a:lnTo>
                    <a:pt x="1127787" y="235"/>
                  </a:lnTo>
                  <a:lnTo>
                    <a:pt x="113764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10607" y="4959422"/>
              <a:ext cx="1137645" cy="92508"/>
            </a:xfrm>
            <a:custGeom>
              <a:avLst/>
              <a:pathLst>
                <a:path w="1137645" h="92508">
                  <a:moveTo>
                    <a:pt x="0" y="92508"/>
                  </a:moveTo>
                  <a:lnTo>
                    <a:pt x="73053" y="86568"/>
                  </a:lnTo>
                  <a:lnTo>
                    <a:pt x="137492" y="81328"/>
                  </a:lnTo>
                  <a:lnTo>
                    <a:pt x="195133" y="76641"/>
                  </a:lnTo>
                  <a:lnTo>
                    <a:pt x="247277" y="72401"/>
                  </a:lnTo>
                  <a:lnTo>
                    <a:pt x="294880" y="68530"/>
                  </a:lnTo>
                  <a:lnTo>
                    <a:pt x="338671" y="64969"/>
                  </a:lnTo>
                  <a:lnTo>
                    <a:pt x="379215" y="61672"/>
                  </a:lnTo>
                  <a:lnTo>
                    <a:pt x="416960" y="58603"/>
                  </a:lnTo>
                  <a:lnTo>
                    <a:pt x="452269" y="55732"/>
                  </a:lnTo>
                  <a:lnTo>
                    <a:pt x="485436" y="53035"/>
                  </a:lnTo>
                  <a:lnTo>
                    <a:pt x="516707" y="50492"/>
                  </a:lnTo>
                  <a:lnTo>
                    <a:pt x="546286" y="48086"/>
                  </a:lnTo>
                  <a:lnTo>
                    <a:pt x="574349" y="45805"/>
                  </a:lnTo>
                  <a:lnTo>
                    <a:pt x="601041" y="43634"/>
                  </a:lnTo>
                  <a:lnTo>
                    <a:pt x="626492" y="41564"/>
                  </a:lnTo>
                  <a:lnTo>
                    <a:pt x="650811" y="39587"/>
                  </a:lnTo>
                  <a:lnTo>
                    <a:pt x="674095" y="37694"/>
                  </a:lnTo>
                  <a:lnTo>
                    <a:pt x="696429" y="35877"/>
                  </a:lnTo>
                  <a:lnTo>
                    <a:pt x="717886" y="34133"/>
                  </a:lnTo>
                  <a:lnTo>
                    <a:pt x="738533" y="32454"/>
                  </a:lnTo>
                  <a:lnTo>
                    <a:pt x="758430" y="30836"/>
                  </a:lnTo>
                  <a:lnTo>
                    <a:pt x="777628" y="29275"/>
                  </a:lnTo>
                  <a:lnTo>
                    <a:pt x="796175" y="27766"/>
                  </a:lnTo>
                  <a:lnTo>
                    <a:pt x="814114" y="26308"/>
                  </a:lnTo>
                  <a:lnTo>
                    <a:pt x="831484" y="24895"/>
                  </a:lnTo>
                  <a:lnTo>
                    <a:pt x="848319" y="23526"/>
                  </a:lnTo>
                  <a:lnTo>
                    <a:pt x="864651" y="22198"/>
                  </a:lnTo>
                  <a:lnTo>
                    <a:pt x="880510" y="20909"/>
                  </a:lnTo>
                  <a:lnTo>
                    <a:pt x="895922" y="19655"/>
                  </a:lnTo>
                  <a:lnTo>
                    <a:pt x="910912" y="18437"/>
                  </a:lnTo>
                  <a:lnTo>
                    <a:pt x="925502" y="17250"/>
                  </a:lnTo>
                  <a:lnTo>
                    <a:pt x="939713" y="16095"/>
                  </a:lnTo>
                  <a:lnTo>
                    <a:pt x="953564" y="14968"/>
                  </a:lnTo>
                  <a:lnTo>
                    <a:pt x="967073" y="13870"/>
                  </a:lnTo>
                  <a:lnTo>
                    <a:pt x="980256" y="12798"/>
                  </a:lnTo>
                  <a:lnTo>
                    <a:pt x="993130" y="11751"/>
                  </a:lnTo>
                  <a:lnTo>
                    <a:pt x="1005707" y="10728"/>
                  </a:lnTo>
                  <a:lnTo>
                    <a:pt x="1018002" y="9728"/>
                  </a:lnTo>
                  <a:lnTo>
                    <a:pt x="1030026" y="8751"/>
                  </a:lnTo>
                  <a:lnTo>
                    <a:pt x="1041792" y="7794"/>
                  </a:lnTo>
                  <a:lnTo>
                    <a:pt x="1053310" y="6857"/>
                  </a:lnTo>
                  <a:lnTo>
                    <a:pt x="1064591" y="5940"/>
                  </a:lnTo>
                  <a:lnTo>
                    <a:pt x="1075644" y="5041"/>
                  </a:lnTo>
                  <a:lnTo>
                    <a:pt x="1086478" y="4160"/>
                  </a:lnTo>
                  <a:lnTo>
                    <a:pt x="1097101" y="3296"/>
                  </a:lnTo>
                  <a:lnTo>
                    <a:pt x="1107522" y="2449"/>
                  </a:lnTo>
                  <a:lnTo>
                    <a:pt x="1117749" y="1617"/>
                  </a:lnTo>
                  <a:lnTo>
                    <a:pt x="1127787" y="801"/>
                  </a:lnTo>
                  <a:lnTo>
                    <a:pt x="113764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10607" y="5021871"/>
              <a:ext cx="1137645" cy="139859"/>
            </a:xfrm>
            <a:custGeom>
              <a:avLst/>
              <a:pathLst>
                <a:path w="1137645" h="139859">
                  <a:moveTo>
                    <a:pt x="0" y="139859"/>
                  </a:moveTo>
                  <a:lnTo>
                    <a:pt x="73053" y="130878"/>
                  </a:lnTo>
                  <a:lnTo>
                    <a:pt x="137492" y="122956"/>
                  </a:lnTo>
                  <a:lnTo>
                    <a:pt x="195133" y="115869"/>
                  </a:lnTo>
                  <a:lnTo>
                    <a:pt x="247277" y="109459"/>
                  </a:lnTo>
                  <a:lnTo>
                    <a:pt x="294880" y="103607"/>
                  </a:lnTo>
                  <a:lnTo>
                    <a:pt x="338671" y="98223"/>
                  </a:lnTo>
                  <a:lnTo>
                    <a:pt x="379215" y="93239"/>
                  </a:lnTo>
                  <a:lnTo>
                    <a:pt x="416960" y="88599"/>
                  </a:lnTo>
                  <a:lnTo>
                    <a:pt x="452269" y="84258"/>
                  </a:lnTo>
                  <a:lnTo>
                    <a:pt x="485436" y="80180"/>
                  </a:lnTo>
                  <a:lnTo>
                    <a:pt x="516707" y="76336"/>
                  </a:lnTo>
                  <a:lnTo>
                    <a:pt x="546286" y="72700"/>
                  </a:lnTo>
                  <a:lnTo>
                    <a:pt x="574349" y="69250"/>
                  </a:lnTo>
                  <a:lnTo>
                    <a:pt x="601041" y="65968"/>
                  </a:lnTo>
                  <a:lnTo>
                    <a:pt x="626492" y="62839"/>
                  </a:lnTo>
                  <a:lnTo>
                    <a:pt x="650811" y="59850"/>
                  </a:lnTo>
                  <a:lnTo>
                    <a:pt x="674095" y="56987"/>
                  </a:lnTo>
                  <a:lnTo>
                    <a:pt x="696429" y="54242"/>
                  </a:lnTo>
                  <a:lnTo>
                    <a:pt x="717886" y="51604"/>
                  </a:lnTo>
                  <a:lnTo>
                    <a:pt x="738533" y="49065"/>
                  </a:lnTo>
                  <a:lnTo>
                    <a:pt x="758430" y="46619"/>
                  </a:lnTo>
                  <a:lnTo>
                    <a:pt x="777628" y="44259"/>
                  </a:lnTo>
                  <a:lnTo>
                    <a:pt x="796175" y="41979"/>
                  </a:lnTo>
                  <a:lnTo>
                    <a:pt x="814114" y="39774"/>
                  </a:lnTo>
                  <a:lnTo>
                    <a:pt x="831484" y="37638"/>
                  </a:lnTo>
                  <a:lnTo>
                    <a:pt x="848319" y="35569"/>
                  </a:lnTo>
                  <a:lnTo>
                    <a:pt x="864651" y="33561"/>
                  </a:lnTo>
                  <a:lnTo>
                    <a:pt x="880510" y="31611"/>
                  </a:lnTo>
                  <a:lnTo>
                    <a:pt x="895922" y="29716"/>
                  </a:lnTo>
                  <a:lnTo>
                    <a:pt x="910912" y="27874"/>
                  </a:lnTo>
                  <a:lnTo>
                    <a:pt x="925502" y="26080"/>
                  </a:lnTo>
                  <a:lnTo>
                    <a:pt x="939713" y="24333"/>
                  </a:lnTo>
                  <a:lnTo>
                    <a:pt x="953564" y="22630"/>
                  </a:lnTo>
                  <a:lnTo>
                    <a:pt x="967073" y="20969"/>
                  </a:lnTo>
                  <a:lnTo>
                    <a:pt x="980256" y="19348"/>
                  </a:lnTo>
                  <a:lnTo>
                    <a:pt x="993130" y="17766"/>
                  </a:lnTo>
                  <a:lnTo>
                    <a:pt x="1005707" y="16220"/>
                  </a:lnTo>
                  <a:lnTo>
                    <a:pt x="1018002" y="14708"/>
                  </a:lnTo>
                  <a:lnTo>
                    <a:pt x="1030026" y="13230"/>
                  </a:lnTo>
                  <a:lnTo>
                    <a:pt x="1041792" y="11783"/>
                  </a:lnTo>
                  <a:lnTo>
                    <a:pt x="1053310" y="10367"/>
                  </a:lnTo>
                  <a:lnTo>
                    <a:pt x="1064591" y="8981"/>
                  </a:lnTo>
                  <a:lnTo>
                    <a:pt x="1075644" y="7622"/>
                  </a:lnTo>
                  <a:lnTo>
                    <a:pt x="1086478" y="6290"/>
                  </a:lnTo>
                  <a:lnTo>
                    <a:pt x="1097101" y="4984"/>
                  </a:lnTo>
                  <a:lnTo>
                    <a:pt x="1107522" y="3703"/>
                  </a:lnTo>
                  <a:lnTo>
                    <a:pt x="1117749" y="2446"/>
                  </a:lnTo>
                  <a:lnTo>
                    <a:pt x="1127787" y="1211"/>
                  </a:lnTo>
                  <a:lnTo>
                    <a:pt x="113764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10607" y="4887640"/>
              <a:ext cx="1137645" cy="124024"/>
            </a:xfrm>
            <a:custGeom>
              <a:avLst/>
              <a:pathLst>
                <a:path w="1137645" h="124024">
                  <a:moveTo>
                    <a:pt x="0" y="0"/>
                  </a:moveTo>
                  <a:lnTo>
                    <a:pt x="73053" y="7964"/>
                  </a:lnTo>
                  <a:lnTo>
                    <a:pt x="137492" y="14989"/>
                  </a:lnTo>
                  <a:lnTo>
                    <a:pt x="195133" y="21273"/>
                  </a:lnTo>
                  <a:lnTo>
                    <a:pt x="247277" y="26957"/>
                  </a:lnTo>
                  <a:lnTo>
                    <a:pt x="294880" y="32147"/>
                  </a:lnTo>
                  <a:lnTo>
                    <a:pt x="338671" y="36921"/>
                  </a:lnTo>
                  <a:lnTo>
                    <a:pt x="379215" y="41341"/>
                  </a:lnTo>
                  <a:lnTo>
                    <a:pt x="416960" y="45456"/>
                  </a:lnTo>
                  <a:lnTo>
                    <a:pt x="452269" y="49305"/>
                  </a:lnTo>
                  <a:lnTo>
                    <a:pt x="485436" y="52921"/>
                  </a:lnTo>
                  <a:lnTo>
                    <a:pt x="516707" y="56330"/>
                  </a:lnTo>
                  <a:lnTo>
                    <a:pt x="546286" y="59555"/>
                  </a:lnTo>
                  <a:lnTo>
                    <a:pt x="574349" y="62614"/>
                  </a:lnTo>
                  <a:lnTo>
                    <a:pt x="601041" y="65524"/>
                  </a:lnTo>
                  <a:lnTo>
                    <a:pt x="626492" y="68299"/>
                  </a:lnTo>
                  <a:lnTo>
                    <a:pt x="650811" y="70950"/>
                  </a:lnTo>
                  <a:lnTo>
                    <a:pt x="674095" y="73488"/>
                  </a:lnTo>
                  <a:lnTo>
                    <a:pt x="696429" y="75923"/>
                  </a:lnTo>
                  <a:lnTo>
                    <a:pt x="717886" y="78262"/>
                  </a:lnTo>
                  <a:lnTo>
                    <a:pt x="738533" y="80513"/>
                  </a:lnTo>
                  <a:lnTo>
                    <a:pt x="758430" y="82683"/>
                  </a:lnTo>
                  <a:lnTo>
                    <a:pt x="777628" y="84775"/>
                  </a:lnTo>
                  <a:lnTo>
                    <a:pt x="796175" y="86797"/>
                  </a:lnTo>
                  <a:lnTo>
                    <a:pt x="814114" y="88753"/>
                  </a:lnTo>
                  <a:lnTo>
                    <a:pt x="831484" y="90647"/>
                  </a:lnTo>
                  <a:lnTo>
                    <a:pt x="848319" y="92482"/>
                  </a:lnTo>
                  <a:lnTo>
                    <a:pt x="864651" y="94263"/>
                  </a:lnTo>
                  <a:lnTo>
                    <a:pt x="880510" y="95992"/>
                  </a:lnTo>
                  <a:lnTo>
                    <a:pt x="895922" y="97672"/>
                  </a:lnTo>
                  <a:lnTo>
                    <a:pt x="910912" y="99306"/>
                  </a:lnTo>
                  <a:lnTo>
                    <a:pt x="925502" y="100896"/>
                  </a:lnTo>
                  <a:lnTo>
                    <a:pt x="939713" y="102446"/>
                  </a:lnTo>
                  <a:lnTo>
                    <a:pt x="953564" y="103956"/>
                  </a:lnTo>
                  <a:lnTo>
                    <a:pt x="967073" y="105429"/>
                  </a:lnTo>
                  <a:lnTo>
                    <a:pt x="980256" y="106866"/>
                  </a:lnTo>
                  <a:lnTo>
                    <a:pt x="993130" y="108269"/>
                  </a:lnTo>
                  <a:lnTo>
                    <a:pt x="1005707" y="109640"/>
                  </a:lnTo>
                  <a:lnTo>
                    <a:pt x="1018002" y="110981"/>
                  </a:lnTo>
                  <a:lnTo>
                    <a:pt x="1030026" y="112292"/>
                  </a:lnTo>
                  <a:lnTo>
                    <a:pt x="1041792" y="113574"/>
                  </a:lnTo>
                  <a:lnTo>
                    <a:pt x="1053310" y="114830"/>
                  </a:lnTo>
                  <a:lnTo>
                    <a:pt x="1064591" y="116060"/>
                  </a:lnTo>
                  <a:lnTo>
                    <a:pt x="1075644" y="117265"/>
                  </a:lnTo>
                  <a:lnTo>
                    <a:pt x="1086478" y="118446"/>
                  </a:lnTo>
                  <a:lnTo>
                    <a:pt x="1097101" y="119604"/>
                  </a:lnTo>
                  <a:lnTo>
                    <a:pt x="1107522" y="120740"/>
                  </a:lnTo>
                  <a:lnTo>
                    <a:pt x="1117749" y="121855"/>
                  </a:lnTo>
                  <a:lnTo>
                    <a:pt x="1127787" y="122949"/>
                  </a:lnTo>
                  <a:lnTo>
                    <a:pt x="1137645" y="12402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10607" y="4907125"/>
              <a:ext cx="1137645" cy="254792"/>
            </a:xfrm>
            <a:custGeom>
              <a:avLst/>
              <a:pathLst>
                <a:path w="1137645" h="254792">
                  <a:moveTo>
                    <a:pt x="0" y="0"/>
                  </a:moveTo>
                  <a:lnTo>
                    <a:pt x="73053" y="16361"/>
                  </a:lnTo>
                  <a:lnTo>
                    <a:pt x="137492" y="30793"/>
                  </a:lnTo>
                  <a:lnTo>
                    <a:pt x="195133" y="43703"/>
                  </a:lnTo>
                  <a:lnTo>
                    <a:pt x="247277" y="55381"/>
                  </a:lnTo>
                  <a:lnTo>
                    <a:pt x="294880" y="66042"/>
                  </a:lnTo>
                  <a:lnTo>
                    <a:pt x="338671" y="75850"/>
                  </a:lnTo>
                  <a:lnTo>
                    <a:pt x="379215" y="84930"/>
                  </a:lnTo>
                  <a:lnTo>
                    <a:pt x="416960" y="93384"/>
                  </a:lnTo>
                  <a:lnTo>
                    <a:pt x="452269" y="101292"/>
                  </a:lnTo>
                  <a:lnTo>
                    <a:pt x="485436" y="108720"/>
                  </a:lnTo>
                  <a:lnTo>
                    <a:pt x="516707" y="115724"/>
                  </a:lnTo>
                  <a:lnTo>
                    <a:pt x="546286" y="122349"/>
                  </a:lnTo>
                  <a:lnTo>
                    <a:pt x="574349" y="128634"/>
                  </a:lnTo>
                  <a:lnTo>
                    <a:pt x="601041" y="134612"/>
                  </a:lnTo>
                  <a:lnTo>
                    <a:pt x="626492" y="140312"/>
                  </a:lnTo>
                  <a:lnTo>
                    <a:pt x="650811" y="145759"/>
                  </a:lnTo>
                  <a:lnTo>
                    <a:pt x="674095" y="150973"/>
                  </a:lnTo>
                  <a:lnTo>
                    <a:pt x="696429" y="155975"/>
                  </a:lnTo>
                  <a:lnTo>
                    <a:pt x="717886" y="160781"/>
                  </a:lnTo>
                  <a:lnTo>
                    <a:pt x="738533" y="165405"/>
                  </a:lnTo>
                  <a:lnTo>
                    <a:pt x="758430" y="169861"/>
                  </a:lnTo>
                  <a:lnTo>
                    <a:pt x="777628" y="174161"/>
                  </a:lnTo>
                  <a:lnTo>
                    <a:pt x="796175" y="178315"/>
                  </a:lnTo>
                  <a:lnTo>
                    <a:pt x="814114" y="182333"/>
                  </a:lnTo>
                  <a:lnTo>
                    <a:pt x="831484" y="186223"/>
                  </a:lnTo>
                  <a:lnTo>
                    <a:pt x="848319" y="189993"/>
                  </a:lnTo>
                  <a:lnTo>
                    <a:pt x="864651" y="193651"/>
                  </a:lnTo>
                  <a:lnTo>
                    <a:pt x="880510" y="197203"/>
                  </a:lnTo>
                  <a:lnTo>
                    <a:pt x="895922" y="200655"/>
                  </a:lnTo>
                  <a:lnTo>
                    <a:pt x="910912" y="204012"/>
                  </a:lnTo>
                  <a:lnTo>
                    <a:pt x="925502" y="207280"/>
                  </a:lnTo>
                  <a:lnTo>
                    <a:pt x="939713" y="210462"/>
                  </a:lnTo>
                  <a:lnTo>
                    <a:pt x="953564" y="213565"/>
                  </a:lnTo>
                  <a:lnTo>
                    <a:pt x="967073" y="216590"/>
                  </a:lnTo>
                  <a:lnTo>
                    <a:pt x="980256" y="219543"/>
                  </a:lnTo>
                  <a:lnTo>
                    <a:pt x="993130" y="222426"/>
                  </a:lnTo>
                  <a:lnTo>
                    <a:pt x="1005707" y="225243"/>
                  </a:lnTo>
                  <a:lnTo>
                    <a:pt x="1018002" y="227996"/>
                  </a:lnTo>
                  <a:lnTo>
                    <a:pt x="1030026" y="230689"/>
                  </a:lnTo>
                  <a:lnTo>
                    <a:pt x="1041792" y="233325"/>
                  </a:lnTo>
                  <a:lnTo>
                    <a:pt x="1053310" y="235904"/>
                  </a:lnTo>
                  <a:lnTo>
                    <a:pt x="1064591" y="238431"/>
                  </a:lnTo>
                  <a:lnTo>
                    <a:pt x="1075644" y="240906"/>
                  </a:lnTo>
                  <a:lnTo>
                    <a:pt x="1086478" y="243333"/>
                  </a:lnTo>
                  <a:lnTo>
                    <a:pt x="1097101" y="245712"/>
                  </a:lnTo>
                  <a:lnTo>
                    <a:pt x="1107522" y="248046"/>
                  </a:lnTo>
                  <a:lnTo>
                    <a:pt x="1117749" y="250336"/>
                  </a:lnTo>
                  <a:lnTo>
                    <a:pt x="1127787" y="252584"/>
                  </a:lnTo>
                  <a:lnTo>
                    <a:pt x="1137645" y="25479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10607" y="5041831"/>
              <a:ext cx="1137645" cy="229964"/>
            </a:xfrm>
            <a:custGeom>
              <a:avLst/>
              <a:pathLst>
                <a:path w="1137645" h="229964">
                  <a:moveTo>
                    <a:pt x="0" y="0"/>
                  </a:moveTo>
                  <a:lnTo>
                    <a:pt x="73053" y="14767"/>
                  </a:lnTo>
                  <a:lnTo>
                    <a:pt x="137492" y="27792"/>
                  </a:lnTo>
                  <a:lnTo>
                    <a:pt x="195133" y="39444"/>
                  </a:lnTo>
                  <a:lnTo>
                    <a:pt x="247277" y="49984"/>
                  </a:lnTo>
                  <a:lnTo>
                    <a:pt x="294880" y="59607"/>
                  </a:lnTo>
                  <a:lnTo>
                    <a:pt x="338671" y="68459"/>
                  </a:lnTo>
                  <a:lnTo>
                    <a:pt x="379215" y="76654"/>
                  </a:lnTo>
                  <a:lnTo>
                    <a:pt x="416960" y="84284"/>
                  </a:lnTo>
                  <a:lnTo>
                    <a:pt x="452269" y="91422"/>
                  </a:lnTo>
                  <a:lnTo>
                    <a:pt x="485436" y="98126"/>
                  </a:lnTo>
                  <a:lnTo>
                    <a:pt x="516707" y="104447"/>
                  </a:lnTo>
                  <a:lnTo>
                    <a:pt x="546286" y="110426"/>
                  </a:lnTo>
                  <a:lnTo>
                    <a:pt x="574349" y="116099"/>
                  </a:lnTo>
                  <a:lnTo>
                    <a:pt x="601041" y="121495"/>
                  </a:lnTo>
                  <a:lnTo>
                    <a:pt x="626492" y="126639"/>
                  </a:lnTo>
                  <a:lnTo>
                    <a:pt x="650811" y="131555"/>
                  </a:lnTo>
                  <a:lnTo>
                    <a:pt x="674095" y="136262"/>
                  </a:lnTo>
                  <a:lnTo>
                    <a:pt x="696429" y="140776"/>
                  </a:lnTo>
                  <a:lnTo>
                    <a:pt x="717886" y="145114"/>
                  </a:lnTo>
                  <a:lnTo>
                    <a:pt x="738533" y="149287"/>
                  </a:lnTo>
                  <a:lnTo>
                    <a:pt x="758430" y="153309"/>
                  </a:lnTo>
                  <a:lnTo>
                    <a:pt x="777628" y="157190"/>
                  </a:lnTo>
                  <a:lnTo>
                    <a:pt x="796175" y="160939"/>
                  </a:lnTo>
                  <a:lnTo>
                    <a:pt x="814114" y="164565"/>
                  </a:lnTo>
                  <a:lnTo>
                    <a:pt x="831484" y="168076"/>
                  </a:lnTo>
                  <a:lnTo>
                    <a:pt x="848319" y="171479"/>
                  </a:lnTo>
                  <a:lnTo>
                    <a:pt x="864651" y="174781"/>
                  </a:lnTo>
                  <a:lnTo>
                    <a:pt x="880510" y="177987"/>
                  </a:lnTo>
                  <a:lnTo>
                    <a:pt x="895922" y="181102"/>
                  </a:lnTo>
                  <a:lnTo>
                    <a:pt x="910912" y="184132"/>
                  </a:lnTo>
                  <a:lnTo>
                    <a:pt x="925502" y="187081"/>
                  </a:lnTo>
                  <a:lnTo>
                    <a:pt x="939713" y="189954"/>
                  </a:lnTo>
                  <a:lnTo>
                    <a:pt x="953564" y="192754"/>
                  </a:lnTo>
                  <a:lnTo>
                    <a:pt x="967073" y="195484"/>
                  </a:lnTo>
                  <a:lnTo>
                    <a:pt x="980256" y="198149"/>
                  </a:lnTo>
                  <a:lnTo>
                    <a:pt x="993130" y="200752"/>
                  </a:lnTo>
                  <a:lnTo>
                    <a:pt x="1005707" y="203294"/>
                  </a:lnTo>
                  <a:lnTo>
                    <a:pt x="1018002" y="205779"/>
                  </a:lnTo>
                  <a:lnTo>
                    <a:pt x="1030026" y="208210"/>
                  </a:lnTo>
                  <a:lnTo>
                    <a:pt x="1041792" y="210588"/>
                  </a:lnTo>
                  <a:lnTo>
                    <a:pt x="1053310" y="212917"/>
                  </a:lnTo>
                  <a:lnTo>
                    <a:pt x="1064591" y="215197"/>
                  </a:lnTo>
                  <a:lnTo>
                    <a:pt x="1075644" y="217431"/>
                  </a:lnTo>
                  <a:lnTo>
                    <a:pt x="1086478" y="219621"/>
                  </a:lnTo>
                  <a:lnTo>
                    <a:pt x="1097101" y="221768"/>
                  </a:lnTo>
                  <a:lnTo>
                    <a:pt x="1107522" y="223875"/>
                  </a:lnTo>
                  <a:lnTo>
                    <a:pt x="1117749" y="225942"/>
                  </a:lnTo>
                  <a:lnTo>
                    <a:pt x="1127787" y="227971"/>
                  </a:lnTo>
                  <a:lnTo>
                    <a:pt x="1137645" y="22996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10607" y="5026086"/>
              <a:ext cx="1137645" cy="94973"/>
            </a:xfrm>
            <a:custGeom>
              <a:avLst/>
              <a:pathLst>
                <a:path w="1137645" h="94973">
                  <a:moveTo>
                    <a:pt x="0" y="0"/>
                  </a:moveTo>
                  <a:lnTo>
                    <a:pt x="73053" y="6098"/>
                  </a:lnTo>
                  <a:lnTo>
                    <a:pt x="137492" y="11478"/>
                  </a:lnTo>
                  <a:lnTo>
                    <a:pt x="195133" y="16290"/>
                  </a:lnTo>
                  <a:lnTo>
                    <a:pt x="247277" y="20643"/>
                  </a:lnTo>
                  <a:lnTo>
                    <a:pt x="294880" y="24617"/>
                  </a:lnTo>
                  <a:lnTo>
                    <a:pt x="338671" y="28273"/>
                  </a:lnTo>
                  <a:lnTo>
                    <a:pt x="379215" y="31657"/>
                  </a:lnTo>
                  <a:lnTo>
                    <a:pt x="416960" y="34808"/>
                  </a:lnTo>
                  <a:lnTo>
                    <a:pt x="452269" y="37756"/>
                  </a:lnTo>
                  <a:lnTo>
                    <a:pt x="485436" y="40525"/>
                  </a:lnTo>
                  <a:lnTo>
                    <a:pt x="516707" y="43135"/>
                  </a:lnTo>
                  <a:lnTo>
                    <a:pt x="546286" y="45605"/>
                  </a:lnTo>
                  <a:lnTo>
                    <a:pt x="574349" y="47948"/>
                  </a:lnTo>
                  <a:lnTo>
                    <a:pt x="601041" y="50176"/>
                  </a:lnTo>
                  <a:lnTo>
                    <a:pt x="626492" y="52301"/>
                  </a:lnTo>
                  <a:lnTo>
                    <a:pt x="650811" y="54331"/>
                  </a:lnTo>
                  <a:lnTo>
                    <a:pt x="674095" y="56275"/>
                  </a:lnTo>
                  <a:lnTo>
                    <a:pt x="696429" y="58139"/>
                  </a:lnTo>
                  <a:lnTo>
                    <a:pt x="717886" y="59930"/>
                  </a:lnTo>
                  <a:lnTo>
                    <a:pt x="738533" y="61654"/>
                  </a:lnTo>
                  <a:lnTo>
                    <a:pt x="758430" y="63315"/>
                  </a:lnTo>
                  <a:lnTo>
                    <a:pt x="777628" y="64918"/>
                  </a:lnTo>
                  <a:lnTo>
                    <a:pt x="796175" y="66466"/>
                  </a:lnTo>
                  <a:lnTo>
                    <a:pt x="814114" y="67964"/>
                  </a:lnTo>
                  <a:lnTo>
                    <a:pt x="831484" y="69414"/>
                  </a:lnTo>
                  <a:lnTo>
                    <a:pt x="848319" y="70819"/>
                  </a:lnTo>
                  <a:lnTo>
                    <a:pt x="864651" y="72183"/>
                  </a:lnTo>
                  <a:lnTo>
                    <a:pt x="880510" y="73507"/>
                  </a:lnTo>
                  <a:lnTo>
                    <a:pt x="895922" y="74793"/>
                  </a:lnTo>
                  <a:lnTo>
                    <a:pt x="910912" y="76045"/>
                  </a:lnTo>
                  <a:lnTo>
                    <a:pt x="925502" y="77263"/>
                  </a:lnTo>
                  <a:lnTo>
                    <a:pt x="939713" y="78449"/>
                  </a:lnTo>
                  <a:lnTo>
                    <a:pt x="953564" y="79605"/>
                  </a:lnTo>
                  <a:lnTo>
                    <a:pt x="967073" y="80733"/>
                  </a:lnTo>
                  <a:lnTo>
                    <a:pt x="980256" y="81834"/>
                  </a:lnTo>
                  <a:lnTo>
                    <a:pt x="993130" y="82908"/>
                  </a:lnTo>
                  <a:lnTo>
                    <a:pt x="1005707" y="83958"/>
                  </a:lnTo>
                  <a:lnTo>
                    <a:pt x="1018002" y="84985"/>
                  </a:lnTo>
                  <a:lnTo>
                    <a:pt x="1030026" y="85989"/>
                  </a:lnTo>
                  <a:lnTo>
                    <a:pt x="1041792" y="86971"/>
                  </a:lnTo>
                  <a:lnTo>
                    <a:pt x="1053310" y="87932"/>
                  </a:lnTo>
                  <a:lnTo>
                    <a:pt x="1064591" y="88874"/>
                  </a:lnTo>
                  <a:lnTo>
                    <a:pt x="1075644" y="89797"/>
                  </a:lnTo>
                  <a:lnTo>
                    <a:pt x="1086478" y="90701"/>
                  </a:lnTo>
                  <a:lnTo>
                    <a:pt x="1097101" y="91588"/>
                  </a:lnTo>
                  <a:lnTo>
                    <a:pt x="1107522" y="92458"/>
                  </a:lnTo>
                  <a:lnTo>
                    <a:pt x="1117749" y="93312"/>
                  </a:lnTo>
                  <a:lnTo>
                    <a:pt x="1127787" y="94150"/>
                  </a:lnTo>
                  <a:lnTo>
                    <a:pt x="1137645" y="949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10607" y="5108276"/>
              <a:ext cx="1137645" cy="21262"/>
            </a:xfrm>
            <a:custGeom>
              <a:avLst/>
              <a:pathLst>
                <a:path w="1137645" h="21262">
                  <a:moveTo>
                    <a:pt x="0" y="0"/>
                  </a:moveTo>
                  <a:lnTo>
                    <a:pt x="73053" y="1365"/>
                  </a:lnTo>
                  <a:lnTo>
                    <a:pt x="137492" y="2569"/>
                  </a:lnTo>
                  <a:lnTo>
                    <a:pt x="195133" y="3646"/>
                  </a:lnTo>
                  <a:lnTo>
                    <a:pt x="247277" y="4621"/>
                  </a:lnTo>
                  <a:lnTo>
                    <a:pt x="294880" y="5511"/>
                  </a:lnTo>
                  <a:lnTo>
                    <a:pt x="338671" y="6329"/>
                  </a:lnTo>
                  <a:lnTo>
                    <a:pt x="379215" y="7087"/>
                  </a:lnTo>
                  <a:lnTo>
                    <a:pt x="416960" y="7792"/>
                  </a:lnTo>
                  <a:lnTo>
                    <a:pt x="452269" y="8452"/>
                  </a:lnTo>
                  <a:lnTo>
                    <a:pt x="485436" y="9072"/>
                  </a:lnTo>
                  <a:lnTo>
                    <a:pt x="516707" y="9657"/>
                  </a:lnTo>
                  <a:lnTo>
                    <a:pt x="546286" y="10209"/>
                  </a:lnTo>
                  <a:lnTo>
                    <a:pt x="574349" y="10734"/>
                  </a:lnTo>
                  <a:lnTo>
                    <a:pt x="601041" y="11233"/>
                  </a:lnTo>
                  <a:lnTo>
                    <a:pt x="626492" y="11708"/>
                  </a:lnTo>
                  <a:lnTo>
                    <a:pt x="650811" y="12163"/>
                  </a:lnTo>
                  <a:lnTo>
                    <a:pt x="674095" y="12598"/>
                  </a:lnTo>
                  <a:lnTo>
                    <a:pt x="696429" y="13016"/>
                  </a:lnTo>
                  <a:lnTo>
                    <a:pt x="717886" y="13417"/>
                  </a:lnTo>
                  <a:lnTo>
                    <a:pt x="738533" y="13802"/>
                  </a:lnTo>
                  <a:lnTo>
                    <a:pt x="758430" y="14174"/>
                  </a:lnTo>
                  <a:lnTo>
                    <a:pt x="777628" y="14533"/>
                  </a:lnTo>
                  <a:lnTo>
                    <a:pt x="796175" y="14880"/>
                  </a:lnTo>
                  <a:lnTo>
                    <a:pt x="814114" y="15215"/>
                  </a:lnTo>
                  <a:lnTo>
                    <a:pt x="831484" y="15540"/>
                  </a:lnTo>
                  <a:lnTo>
                    <a:pt x="848319" y="15854"/>
                  </a:lnTo>
                  <a:lnTo>
                    <a:pt x="864651" y="16160"/>
                  </a:lnTo>
                  <a:lnTo>
                    <a:pt x="880510" y="16456"/>
                  </a:lnTo>
                  <a:lnTo>
                    <a:pt x="895922" y="16744"/>
                  </a:lnTo>
                  <a:lnTo>
                    <a:pt x="910912" y="17024"/>
                  </a:lnTo>
                  <a:lnTo>
                    <a:pt x="925502" y="17297"/>
                  </a:lnTo>
                  <a:lnTo>
                    <a:pt x="939713" y="17562"/>
                  </a:lnTo>
                  <a:lnTo>
                    <a:pt x="953564" y="17821"/>
                  </a:lnTo>
                  <a:lnTo>
                    <a:pt x="967073" y="18074"/>
                  </a:lnTo>
                  <a:lnTo>
                    <a:pt x="980256" y="18320"/>
                  </a:lnTo>
                  <a:lnTo>
                    <a:pt x="993130" y="18561"/>
                  </a:lnTo>
                  <a:lnTo>
                    <a:pt x="1005707" y="18796"/>
                  </a:lnTo>
                  <a:lnTo>
                    <a:pt x="1018002" y="19026"/>
                  </a:lnTo>
                  <a:lnTo>
                    <a:pt x="1030026" y="19250"/>
                  </a:lnTo>
                  <a:lnTo>
                    <a:pt x="1041792" y="19470"/>
                  </a:lnTo>
                  <a:lnTo>
                    <a:pt x="1053310" y="19686"/>
                  </a:lnTo>
                  <a:lnTo>
                    <a:pt x="1064591" y="19896"/>
                  </a:lnTo>
                  <a:lnTo>
                    <a:pt x="1075644" y="20103"/>
                  </a:lnTo>
                  <a:lnTo>
                    <a:pt x="1086478" y="20305"/>
                  </a:lnTo>
                  <a:lnTo>
                    <a:pt x="1097101" y="20504"/>
                  </a:lnTo>
                  <a:lnTo>
                    <a:pt x="1107522" y="20699"/>
                  </a:lnTo>
                  <a:lnTo>
                    <a:pt x="1117749" y="20890"/>
                  </a:lnTo>
                  <a:lnTo>
                    <a:pt x="1127787" y="21078"/>
                  </a:lnTo>
                  <a:lnTo>
                    <a:pt x="1137645" y="2126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24659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596191" y="50937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596191" y="46848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596191" y="42760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24659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10607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8982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69037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4825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82352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6156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40782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1999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017858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24659" y="39576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711003" y="5770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1711003" y="5819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21999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61921" y="5832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221799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2646206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708133" y="58324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2664206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098087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160014" y="58324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11608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53305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94979" y="58324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51052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7926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41191" y="5832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399726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441422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476156" y="5832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443222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8491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911121" y="5832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86719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527291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5334838" y="5832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529091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571912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5781050" y="58324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573712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6159758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6221685" y="58324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6177758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2436930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2883142" y="5824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335023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6998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216200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651165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5086130" y="5824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550984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5956060" y="5824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6396694" y="5824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2026-07-20T13:55:17Z</dcterms:modified>
  <cp:category/>
</cp:coreProperties>
</file>