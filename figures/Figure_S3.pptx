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858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509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160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631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858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509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274"/>
              <a:ext cx="1694869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858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509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160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70434" y="18621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54945" y="17348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29270" y="180253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61990" y="16032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58007" y="208999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35503" y="17916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61668" y="19524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56488" y="18558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59960" y="16964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67736" y="18041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76456" y="17279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5918" y="163983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74180" y="16296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2981" y="18282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89124" y="17866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65394" y="16878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94237" y="17635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80267" y="19080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01372" y="18577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80176" y="16024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76088" y="16273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86438" y="18148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73261" y="18581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8657" y="19559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68125" y="18500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91231" y="17338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97175" y="184522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77729" y="174584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07024" y="172720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7346" y="17508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15658" y="186952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7870" y="16570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97158" y="17458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0071" y="17600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10485" y="17962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8834" y="17467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34973" y="18321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10970" y="152041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13975" y="15828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95972" y="15602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28270" y="15299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30361" y="17291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02351" y="17001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01455" y="16274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28979" y="18644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07320" y="17669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34968" y="17263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37607" y="167100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38434" y="162650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52516" y="16646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66276" y="18229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71255" y="16790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48649" y="17992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44334" y="18725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62647" y="17336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49455" y="172273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32035" y="16785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38493" y="17917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34650" y="16950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39848" y="13517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66375" y="18053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72117" y="14238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33059" y="17407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64382" y="155175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67680" y="152546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32105" y="15413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26374" y="17894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50715" y="16617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69132" y="176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62814" y="17044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46759" y="14498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40647" y="12985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77004" y="1757721"/>
              <a:ext cx="1000264" cy="96607"/>
            </a:xfrm>
            <a:custGeom>
              <a:avLst/>
              <a:pathLst>
                <a:path w="1000264" h="96607">
                  <a:moveTo>
                    <a:pt x="0" y="96607"/>
                  </a:moveTo>
                  <a:lnTo>
                    <a:pt x="64231" y="90404"/>
                  </a:lnTo>
                  <a:lnTo>
                    <a:pt x="120888" y="84932"/>
                  </a:lnTo>
                  <a:lnTo>
                    <a:pt x="171569" y="80037"/>
                  </a:lnTo>
                  <a:lnTo>
                    <a:pt x="217416" y="75609"/>
                  </a:lnTo>
                  <a:lnTo>
                    <a:pt x="259270" y="71566"/>
                  </a:lnTo>
                  <a:lnTo>
                    <a:pt x="297773" y="67848"/>
                  </a:lnTo>
                  <a:lnTo>
                    <a:pt x="333421" y="64405"/>
                  </a:lnTo>
                  <a:lnTo>
                    <a:pt x="366608" y="61199"/>
                  </a:lnTo>
                  <a:lnTo>
                    <a:pt x="397653" y="58201"/>
                  </a:lnTo>
                  <a:lnTo>
                    <a:pt x="426815" y="55384"/>
                  </a:lnTo>
                  <a:lnTo>
                    <a:pt x="454309" y="52729"/>
                  </a:lnTo>
                  <a:lnTo>
                    <a:pt x="480317" y="50217"/>
                  </a:lnTo>
                  <a:lnTo>
                    <a:pt x="504991" y="47834"/>
                  </a:lnTo>
                  <a:lnTo>
                    <a:pt x="528460" y="45567"/>
                  </a:lnTo>
                  <a:lnTo>
                    <a:pt x="550837" y="43406"/>
                  </a:lnTo>
                  <a:lnTo>
                    <a:pt x="572220" y="41341"/>
                  </a:lnTo>
                  <a:lnTo>
                    <a:pt x="592692" y="39364"/>
                  </a:lnTo>
                  <a:lnTo>
                    <a:pt x="612328" y="37467"/>
                  </a:lnTo>
                  <a:lnTo>
                    <a:pt x="631194" y="35645"/>
                  </a:lnTo>
                  <a:lnTo>
                    <a:pt x="649348" y="33892"/>
                  </a:lnTo>
                  <a:lnTo>
                    <a:pt x="666842" y="32202"/>
                  </a:lnTo>
                  <a:lnTo>
                    <a:pt x="683722" y="30572"/>
                  </a:lnTo>
                  <a:lnTo>
                    <a:pt x="700030" y="28997"/>
                  </a:lnTo>
                  <a:lnTo>
                    <a:pt x="715802" y="27473"/>
                  </a:lnTo>
                  <a:lnTo>
                    <a:pt x="731074" y="25998"/>
                  </a:lnTo>
                  <a:lnTo>
                    <a:pt x="745876" y="24569"/>
                  </a:lnTo>
                  <a:lnTo>
                    <a:pt x="760236" y="23182"/>
                  </a:lnTo>
                  <a:lnTo>
                    <a:pt x="774180" y="21835"/>
                  </a:lnTo>
                  <a:lnTo>
                    <a:pt x="787731" y="20526"/>
                  </a:lnTo>
                  <a:lnTo>
                    <a:pt x="800910" y="19253"/>
                  </a:lnTo>
                  <a:lnTo>
                    <a:pt x="813739" y="18015"/>
                  </a:lnTo>
                  <a:lnTo>
                    <a:pt x="826233" y="16808"/>
                  </a:lnTo>
                  <a:lnTo>
                    <a:pt x="838412" y="15632"/>
                  </a:lnTo>
                  <a:lnTo>
                    <a:pt x="850290" y="14484"/>
                  </a:lnTo>
                  <a:lnTo>
                    <a:pt x="861881" y="13365"/>
                  </a:lnTo>
                  <a:lnTo>
                    <a:pt x="873200" y="12272"/>
                  </a:lnTo>
                  <a:lnTo>
                    <a:pt x="884259" y="11204"/>
                  </a:lnTo>
                  <a:lnTo>
                    <a:pt x="895069" y="10159"/>
                  </a:lnTo>
                  <a:lnTo>
                    <a:pt x="905641" y="9138"/>
                  </a:lnTo>
                  <a:lnTo>
                    <a:pt x="915986" y="8139"/>
                  </a:lnTo>
                  <a:lnTo>
                    <a:pt x="926113" y="7161"/>
                  </a:lnTo>
                  <a:lnTo>
                    <a:pt x="936032" y="6203"/>
                  </a:lnTo>
                  <a:lnTo>
                    <a:pt x="945750" y="5265"/>
                  </a:lnTo>
                  <a:lnTo>
                    <a:pt x="955275" y="4345"/>
                  </a:lnTo>
                  <a:lnTo>
                    <a:pt x="964616" y="3442"/>
                  </a:lnTo>
                  <a:lnTo>
                    <a:pt x="973778" y="2557"/>
                  </a:lnTo>
                  <a:lnTo>
                    <a:pt x="982770" y="1689"/>
                  </a:lnTo>
                  <a:lnTo>
                    <a:pt x="991596" y="837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77004" y="1548239"/>
              <a:ext cx="1000264" cy="242468"/>
            </a:xfrm>
            <a:custGeom>
              <a:avLst/>
              <a:pathLst>
                <a:path w="1000264" h="242468">
                  <a:moveTo>
                    <a:pt x="0" y="242468"/>
                  </a:moveTo>
                  <a:lnTo>
                    <a:pt x="64231" y="226898"/>
                  </a:lnTo>
                  <a:lnTo>
                    <a:pt x="120888" y="213164"/>
                  </a:lnTo>
                  <a:lnTo>
                    <a:pt x="171569" y="200879"/>
                  </a:lnTo>
                  <a:lnTo>
                    <a:pt x="217416" y="189765"/>
                  </a:lnTo>
                  <a:lnTo>
                    <a:pt x="259270" y="179619"/>
                  </a:lnTo>
                  <a:lnTo>
                    <a:pt x="297773" y="170286"/>
                  </a:lnTo>
                  <a:lnTo>
                    <a:pt x="333421" y="161645"/>
                  </a:lnTo>
                  <a:lnTo>
                    <a:pt x="366608" y="153600"/>
                  </a:lnTo>
                  <a:lnTo>
                    <a:pt x="397653" y="146075"/>
                  </a:lnTo>
                  <a:lnTo>
                    <a:pt x="426815" y="139006"/>
                  </a:lnTo>
                  <a:lnTo>
                    <a:pt x="454309" y="132341"/>
                  </a:lnTo>
                  <a:lnTo>
                    <a:pt x="480317" y="126037"/>
                  </a:lnTo>
                  <a:lnTo>
                    <a:pt x="504991" y="120056"/>
                  </a:lnTo>
                  <a:lnTo>
                    <a:pt x="528460" y="114367"/>
                  </a:lnTo>
                  <a:lnTo>
                    <a:pt x="550837" y="108942"/>
                  </a:lnTo>
                  <a:lnTo>
                    <a:pt x="572220" y="103759"/>
                  </a:lnTo>
                  <a:lnTo>
                    <a:pt x="592692" y="98797"/>
                  </a:lnTo>
                  <a:lnTo>
                    <a:pt x="612328" y="94037"/>
                  </a:lnTo>
                  <a:lnTo>
                    <a:pt x="631194" y="89463"/>
                  </a:lnTo>
                  <a:lnTo>
                    <a:pt x="649348" y="85063"/>
                  </a:lnTo>
                  <a:lnTo>
                    <a:pt x="666842" y="80822"/>
                  </a:lnTo>
                  <a:lnTo>
                    <a:pt x="683722" y="76731"/>
                  </a:lnTo>
                  <a:lnTo>
                    <a:pt x="700030" y="72778"/>
                  </a:lnTo>
                  <a:lnTo>
                    <a:pt x="715802" y="68954"/>
                  </a:lnTo>
                  <a:lnTo>
                    <a:pt x="731074" y="65252"/>
                  </a:lnTo>
                  <a:lnTo>
                    <a:pt x="745876" y="61664"/>
                  </a:lnTo>
                  <a:lnTo>
                    <a:pt x="760236" y="58183"/>
                  </a:lnTo>
                  <a:lnTo>
                    <a:pt x="774180" y="54803"/>
                  </a:lnTo>
                  <a:lnTo>
                    <a:pt x="787731" y="51518"/>
                  </a:lnTo>
                  <a:lnTo>
                    <a:pt x="800910" y="48324"/>
                  </a:lnTo>
                  <a:lnTo>
                    <a:pt x="813739" y="45214"/>
                  </a:lnTo>
                  <a:lnTo>
                    <a:pt x="826233" y="42185"/>
                  </a:lnTo>
                  <a:lnTo>
                    <a:pt x="838412" y="39233"/>
                  </a:lnTo>
                  <a:lnTo>
                    <a:pt x="850290" y="36354"/>
                  </a:lnTo>
                  <a:lnTo>
                    <a:pt x="861881" y="33544"/>
                  </a:lnTo>
                  <a:lnTo>
                    <a:pt x="873200" y="30800"/>
                  </a:lnTo>
                  <a:lnTo>
                    <a:pt x="884259" y="28120"/>
                  </a:lnTo>
                  <a:lnTo>
                    <a:pt x="895069" y="25499"/>
                  </a:lnTo>
                  <a:lnTo>
                    <a:pt x="905641" y="22936"/>
                  </a:lnTo>
                  <a:lnTo>
                    <a:pt x="915986" y="20429"/>
                  </a:lnTo>
                  <a:lnTo>
                    <a:pt x="926113" y="17974"/>
                  </a:lnTo>
                  <a:lnTo>
                    <a:pt x="936032" y="15570"/>
                  </a:lnTo>
                  <a:lnTo>
                    <a:pt x="945750" y="13214"/>
                  </a:lnTo>
                  <a:lnTo>
                    <a:pt x="955275" y="10905"/>
                  </a:lnTo>
                  <a:lnTo>
                    <a:pt x="964616" y="8641"/>
                  </a:lnTo>
                  <a:lnTo>
                    <a:pt x="973778" y="6420"/>
                  </a:lnTo>
                  <a:lnTo>
                    <a:pt x="982770" y="4240"/>
                  </a:lnTo>
                  <a:lnTo>
                    <a:pt x="991596" y="2101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77004" y="1802322"/>
              <a:ext cx="1000264" cy="54060"/>
            </a:xfrm>
            <a:custGeom>
              <a:avLst/>
              <a:pathLst>
                <a:path w="1000264" h="54060">
                  <a:moveTo>
                    <a:pt x="0" y="54060"/>
                  </a:moveTo>
                  <a:lnTo>
                    <a:pt x="64231" y="50588"/>
                  </a:lnTo>
                  <a:lnTo>
                    <a:pt x="120888" y="47526"/>
                  </a:lnTo>
                  <a:lnTo>
                    <a:pt x="171569" y="44787"/>
                  </a:lnTo>
                  <a:lnTo>
                    <a:pt x="217416" y="42309"/>
                  </a:lnTo>
                  <a:lnTo>
                    <a:pt x="259270" y="40047"/>
                  </a:lnTo>
                  <a:lnTo>
                    <a:pt x="297773" y="37966"/>
                  </a:lnTo>
                  <a:lnTo>
                    <a:pt x="333421" y="36040"/>
                  </a:lnTo>
                  <a:lnTo>
                    <a:pt x="366608" y="34246"/>
                  </a:lnTo>
                  <a:lnTo>
                    <a:pt x="397653" y="32568"/>
                  </a:lnTo>
                  <a:lnTo>
                    <a:pt x="426815" y="30992"/>
                  </a:lnTo>
                  <a:lnTo>
                    <a:pt x="454309" y="29506"/>
                  </a:lnTo>
                  <a:lnTo>
                    <a:pt x="480317" y="28100"/>
                  </a:lnTo>
                  <a:lnTo>
                    <a:pt x="504991" y="26767"/>
                  </a:lnTo>
                  <a:lnTo>
                    <a:pt x="528460" y="25499"/>
                  </a:lnTo>
                  <a:lnTo>
                    <a:pt x="550837" y="24289"/>
                  </a:lnTo>
                  <a:lnTo>
                    <a:pt x="572220" y="23134"/>
                  </a:lnTo>
                  <a:lnTo>
                    <a:pt x="592692" y="22027"/>
                  </a:lnTo>
                  <a:lnTo>
                    <a:pt x="612328" y="20966"/>
                  </a:lnTo>
                  <a:lnTo>
                    <a:pt x="631194" y="19946"/>
                  </a:lnTo>
                  <a:lnTo>
                    <a:pt x="649348" y="18965"/>
                  </a:lnTo>
                  <a:lnTo>
                    <a:pt x="666842" y="18020"/>
                  </a:lnTo>
                  <a:lnTo>
                    <a:pt x="683722" y="17107"/>
                  </a:lnTo>
                  <a:lnTo>
                    <a:pt x="700030" y="16226"/>
                  </a:lnTo>
                  <a:lnTo>
                    <a:pt x="715802" y="15373"/>
                  </a:lnTo>
                  <a:lnTo>
                    <a:pt x="731074" y="14548"/>
                  </a:lnTo>
                  <a:lnTo>
                    <a:pt x="745876" y="13748"/>
                  </a:lnTo>
                  <a:lnTo>
                    <a:pt x="760236" y="12972"/>
                  </a:lnTo>
                  <a:lnTo>
                    <a:pt x="774180" y="12218"/>
                  </a:lnTo>
                  <a:lnTo>
                    <a:pt x="787731" y="11486"/>
                  </a:lnTo>
                  <a:lnTo>
                    <a:pt x="800910" y="10774"/>
                  </a:lnTo>
                  <a:lnTo>
                    <a:pt x="813739" y="10080"/>
                  </a:lnTo>
                  <a:lnTo>
                    <a:pt x="826233" y="9405"/>
                  </a:lnTo>
                  <a:lnTo>
                    <a:pt x="838412" y="8747"/>
                  </a:lnTo>
                  <a:lnTo>
                    <a:pt x="850290" y="8105"/>
                  </a:lnTo>
                  <a:lnTo>
                    <a:pt x="861881" y="7478"/>
                  </a:lnTo>
                  <a:lnTo>
                    <a:pt x="873200" y="6867"/>
                  </a:lnTo>
                  <a:lnTo>
                    <a:pt x="884259" y="6269"/>
                  </a:lnTo>
                  <a:lnTo>
                    <a:pt x="895069" y="5685"/>
                  </a:lnTo>
                  <a:lnTo>
                    <a:pt x="905641" y="5113"/>
                  </a:lnTo>
                  <a:lnTo>
                    <a:pt x="915986" y="4554"/>
                  </a:lnTo>
                  <a:lnTo>
                    <a:pt x="926113" y="4007"/>
                  </a:lnTo>
                  <a:lnTo>
                    <a:pt x="936032" y="3471"/>
                  </a:lnTo>
                  <a:lnTo>
                    <a:pt x="945750" y="2946"/>
                  </a:lnTo>
                  <a:lnTo>
                    <a:pt x="955275" y="2431"/>
                  </a:lnTo>
                  <a:lnTo>
                    <a:pt x="964616" y="1926"/>
                  </a:lnTo>
                  <a:lnTo>
                    <a:pt x="973778" y="1431"/>
                  </a:lnTo>
                  <a:lnTo>
                    <a:pt x="982770" y="945"/>
                  </a:lnTo>
                  <a:lnTo>
                    <a:pt x="991596" y="468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77004" y="1520883"/>
              <a:ext cx="1000264" cy="530543"/>
            </a:xfrm>
            <a:custGeom>
              <a:avLst/>
              <a:pathLst>
                <a:path w="1000264" h="530543">
                  <a:moveTo>
                    <a:pt x="0" y="530543"/>
                  </a:moveTo>
                  <a:lnTo>
                    <a:pt x="64231" y="496474"/>
                  </a:lnTo>
                  <a:lnTo>
                    <a:pt x="120888" y="466423"/>
                  </a:lnTo>
                  <a:lnTo>
                    <a:pt x="171569" y="439541"/>
                  </a:lnTo>
                  <a:lnTo>
                    <a:pt x="217416" y="415224"/>
                  </a:lnTo>
                  <a:lnTo>
                    <a:pt x="259270" y="393024"/>
                  </a:lnTo>
                  <a:lnTo>
                    <a:pt x="297773" y="372603"/>
                  </a:lnTo>
                  <a:lnTo>
                    <a:pt x="333421" y="353695"/>
                  </a:lnTo>
                  <a:lnTo>
                    <a:pt x="366608" y="336092"/>
                  </a:lnTo>
                  <a:lnTo>
                    <a:pt x="397653" y="319626"/>
                  </a:lnTo>
                  <a:lnTo>
                    <a:pt x="426815" y="304158"/>
                  </a:lnTo>
                  <a:lnTo>
                    <a:pt x="454309" y="289575"/>
                  </a:lnTo>
                  <a:lnTo>
                    <a:pt x="480317" y="275781"/>
                  </a:lnTo>
                  <a:lnTo>
                    <a:pt x="504991" y="262694"/>
                  </a:lnTo>
                  <a:lnTo>
                    <a:pt x="528460" y="250246"/>
                  </a:lnTo>
                  <a:lnTo>
                    <a:pt x="550837" y="238377"/>
                  </a:lnTo>
                  <a:lnTo>
                    <a:pt x="572220" y="227035"/>
                  </a:lnTo>
                  <a:lnTo>
                    <a:pt x="592692" y="216177"/>
                  </a:lnTo>
                  <a:lnTo>
                    <a:pt x="612328" y="205762"/>
                  </a:lnTo>
                  <a:lnTo>
                    <a:pt x="631194" y="195755"/>
                  </a:lnTo>
                  <a:lnTo>
                    <a:pt x="649348" y="186126"/>
                  </a:lnTo>
                  <a:lnTo>
                    <a:pt x="666842" y="176847"/>
                  </a:lnTo>
                  <a:lnTo>
                    <a:pt x="683722" y="167894"/>
                  </a:lnTo>
                  <a:lnTo>
                    <a:pt x="700030" y="159245"/>
                  </a:lnTo>
                  <a:lnTo>
                    <a:pt x="715802" y="150879"/>
                  </a:lnTo>
                  <a:lnTo>
                    <a:pt x="731074" y="142778"/>
                  </a:lnTo>
                  <a:lnTo>
                    <a:pt x="745876" y="134927"/>
                  </a:lnTo>
                  <a:lnTo>
                    <a:pt x="760236" y="127311"/>
                  </a:lnTo>
                  <a:lnTo>
                    <a:pt x="774180" y="119915"/>
                  </a:lnTo>
                  <a:lnTo>
                    <a:pt x="787731" y="112727"/>
                  </a:lnTo>
                  <a:lnTo>
                    <a:pt x="800910" y="105737"/>
                  </a:lnTo>
                  <a:lnTo>
                    <a:pt x="813739" y="98933"/>
                  </a:lnTo>
                  <a:lnTo>
                    <a:pt x="826233" y="92306"/>
                  </a:lnTo>
                  <a:lnTo>
                    <a:pt x="838412" y="85846"/>
                  </a:lnTo>
                  <a:lnTo>
                    <a:pt x="850290" y="79546"/>
                  </a:lnTo>
                  <a:lnTo>
                    <a:pt x="861881" y="73398"/>
                  </a:lnTo>
                  <a:lnTo>
                    <a:pt x="873200" y="67394"/>
                  </a:lnTo>
                  <a:lnTo>
                    <a:pt x="884259" y="61529"/>
                  </a:lnTo>
                  <a:lnTo>
                    <a:pt x="895069" y="55795"/>
                  </a:lnTo>
                  <a:lnTo>
                    <a:pt x="905641" y="50188"/>
                  </a:lnTo>
                  <a:lnTo>
                    <a:pt x="915986" y="44701"/>
                  </a:lnTo>
                  <a:lnTo>
                    <a:pt x="926113" y="39329"/>
                  </a:lnTo>
                  <a:lnTo>
                    <a:pt x="936032" y="34068"/>
                  </a:lnTo>
                  <a:lnTo>
                    <a:pt x="945750" y="28914"/>
                  </a:lnTo>
                  <a:lnTo>
                    <a:pt x="955275" y="23861"/>
                  </a:lnTo>
                  <a:lnTo>
                    <a:pt x="964616" y="18907"/>
                  </a:lnTo>
                  <a:lnTo>
                    <a:pt x="973778" y="14047"/>
                  </a:lnTo>
                  <a:lnTo>
                    <a:pt x="982770" y="9278"/>
                  </a:lnTo>
                  <a:lnTo>
                    <a:pt x="991596" y="4597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77004" y="1759786"/>
              <a:ext cx="1000264" cy="85641"/>
            </a:xfrm>
            <a:custGeom>
              <a:avLst/>
              <a:pathLst>
                <a:path w="1000264" h="85641">
                  <a:moveTo>
                    <a:pt x="0" y="85641"/>
                  </a:moveTo>
                  <a:lnTo>
                    <a:pt x="64231" y="80141"/>
                  </a:lnTo>
                  <a:lnTo>
                    <a:pt x="120888" y="75290"/>
                  </a:lnTo>
                  <a:lnTo>
                    <a:pt x="171569" y="70951"/>
                  </a:lnTo>
                  <a:lnTo>
                    <a:pt x="217416" y="67026"/>
                  </a:lnTo>
                  <a:lnTo>
                    <a:pt x="259270" y="63442"/>
                  </a:lnTo>
                  <a:lnTo>
                    <a:pt x="297773" y="60146"/>
                  </a:lnTo>
                  <a:lnTo>
                    <a:pt x="333421" y="57094"/>
                  </a:lnTo>
                  <a:lnTo>
                    <a:pt x="366608" y="54252"/>
                  </a:lnTo>
                  <a:lnTo>
                    <a:pt x="397653" y="51594"/>
                  </a:lnTo>
                  <a:lnTo>
                    <a:pt x="426815" y="49097"/>
                  </a:lnTo>
                  <a:lnTo>
                    <a:pt x="454309" y="46743"/>
                  </a:lnTo>
                  <a:lnTo>
                    <a:pt x="480317" y="44516"/>
                  </a:lnTo>
                  <a:lnTo>
                    <a:pt x="504991" y="42404"/>
                  </a:lnTo>
                  <a:lnTo>
                    <a:pt x="528460" y="40395"/>
                  </a:lnTo>
                  <a:lnTo>
                    <a:pt x="550837" y="38479"/>
                  </a:lnTo>
                  <a:lnTo>
                    <a:pt x="572220" y="36648"/>
                  </a:lnTo>
                  <a:lnTo>
                    <a:pt x="592692" y="34895"/>
                  </a:lnTo>
                  <a:lnTo>
                    <a:pt x="612328" y="33214"/>
                  </a:lnTo>
                  <a:lnTo>
                    <a:pt x="631194" y="31599"/>
                  </a:lnTo>
                  <a:lnTo>
                    <a:pt x="649348" y="30044"/>
                  </a:lnTo>
                  <a:lnTo>
                    <a:pt x="666842" y="28547"/>
                  </a:lnTo>
                  <a:lnTo>
                    <a:pt x="683722" y="27101"/>
                  </a:lnTo>
                  <a:lnTo>
                    <a:pt x="700030" y="25705"/>
                  </a:lnTo>
                  <a:lnTo>
                    <a:pt x="715802" y="24355"/>
                  </a:lnTo>
                  <a:lnTo>
                    <a:pt x="731074" y="23047"/>
                  </a:lnTo>
                  <a:lnTo>
                    <a:pt x="745876" y="21780"/>
                  </a:lnTo>
                  <a:lnTo>
                    <a:pt x="760236" y="20550"/>
                  </a:lnTo>
                  <a:lnTo>
                    <a:pt x="774180" y="19356"/>
                  </a:lnTo>
                  <a:lnTo>
                    <a:pt x="787731" y="18196"/>
                  </a:lnTo>
                  <a:lnTo>
                    <a:pt x="800910" y="17068"/>
                  </a:lnTo>
                  <a:lnTo>
                    <a:pt x="813739" y="15969"/>
                  </a:lnTo>
                  <a:lnTo>
                    <a:pt x="826233" y="14900"/>
                  </a:lnTo>
                  <a:lnTo>
                    <a:pt x="838412" y="13857"/>
                  </a:lnTo>
                  <a:lnTo>
                    <a:pt x="850290" y="12840"/>
                  </a:lnTo>
                  <a:lnTo>
                    <a:pt x="861881" y="11848"/>
                  </a:lnTo>
                  <a:lnTo>
                    <a:pt x="873200" y="10878"/>
                  </a:lnTo>
                  <a:lnTo>
                    <a:pt x="884259" y="9932"/>
                  </a:lnTo>
                  <a:lnTo>
                    <a:pt x="895069" y="9006"/>
                  </a:lnTo>
                  <a:lnTo>
                    <a:pt x="905641" y="8101"/>
                  </a:lnTo>
                  <a:lnTo>
                    <a:pt x="915986" y="7215"/>
                  </a:lnTo>
                  <a:lnTo>
                    <a:pt x="926113" y="6348"/>
                  </a:lnTo>
                  <a:lnTo>
                    <a:pt x="936032" y="5499"/>
                  </a:lnTo>
                  <a:lnTo>
                    <a:pt x="945750" y="4667"/>
                  </a:lnTo>
                  <a:lnTo>
                    <a:pt x="955275" y="3851"/>
                  </a:lnTo>
                  <a:lnTo>
                    <a:pt x="964616" y="3052"/>
                  </a:lnTo>
                  <a:lnTo>
                    <a:pt x="973778" y="2267"/>
                  </a:lnTo>
                  <a:lnTo>
                    <a:pt x="982770" y="1497"/>
                  </a:lnTo>
                  <a:lnTo>
                    <a:pt x="991596" y="742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77004" y="1721599"/>
              <a:ext cx="1000264" cy="16522"/>
            </a:xfrm>
            <a:custGeom>
              <a:avLst/>
              <a:pathLst>
                <a:path w="1000264" h="16522">
                  <a:moveTo>
                    <a:pt x="0" y="0"/>
                  </a:moveTo>
                  <a:lnTo>
                    <a:pt x="64231" y="1060"/>
                  </a:lnTo>
                  <a:lnTo>
                    <a:pt x="120888" y="1996"/>
                  </a:lnTo>
                  <a:lnTo>
                    <a:pt x="171569" y="2833"/>
                  </a:lnTo>
                  <a:lnTo>
                    <a:pt x="217416" y="3591"/>
                  </a:lnTo>
                  <a:lnTo>
                    <a:pt x="259270" y="4282"/>
                  </a:lnTo>
                  <a:lnTo>
                    <a:pt x="297773" y="4918"/>
                  </a:lnTo>
                  <a:lnTo>
                    <a:pt x="333421" y="5507"/>
                  </a:lnTo>
                  <a:lnTo>
                    <a:pt x="366608" y="6055"/>
                  </a:lnTo>
                  <a:lnTo>
                    <a:pt x="397653" y="6568"/>
                  </a:lnTo>
                  <a:lnTo>
                    <a:pt x="426815" y="7050"/>
                  </a:lnTo>
                  <a:lnTo>
                    <a:pt x="454309" y="7504"/>
                  </a:lnTo>
                  <a:lnTo>
                    <a:pt x="480317" y="7933"/>
                  </a:lnTo>
                  <a:lnTo>
                    <a:pt x="504991" y="8341"/>
                  </a:lnTo>
                  <a:lnTo>
                    <a:pt x="528460" y="8729"/>
                  </a:lnTo>
                  <a:lnTo>
                    <a:pt x="550837" y="9098"/>
                  </a:lnTo>
                  <a:lnTo>
                    <a:pt x="572220" y="9451"/>
                  </a:lnTo>
                  <a:lnTo>
                    <a:pt x="592692" y="9790"/>
                  </a:lnTo>
                  <a:lnTo>
                    <a:pt x="612328" y="10114"/>
                  </a:lnTo>
                  <a:lnTo>
                    <a:pt x="631194" y="10426"/>
                  </a:lnTo>
                  <a:lnTo>
                    <a:pt x="649348" y="10725"/>
                  </a:lnTo>
                  <a:lnTo>
                    <a:pt x="666842" y="11014"/>
                  </a:lnTo>
                  <a:lnTo>
                    <a:pt x="683722" y="11293"/>
                  </a:lnTo>
                  <a:lnTo>
                    <a:pt x="700030" y="11563"/>
                  </a:lnTo>
                  <a:lnTo>
                    <a:pt x="715802" y="11823"/>
                  </a:lnTo>
                  <a:lnTo>
                    <a:pt x="731074" y="12075"/>
                  </a:lnTo>
                  <a:lnTo>
                    <a:pt x="745876" y="12320"/>
                  </a:lnTo>
                  <a:lnTo>
                    <a:pt x="760236" y="12557"/>
                  </a:lnTo>
                  <a:lnTo>
                    <a:pt x="774180" y="12787"/>
                  </a:lnTo>
                  <a:lnTo>
                    <a:pt x="787731" y="13011"/>
                  </a:lnTo>
                  <a:lnTo>
                    <a:pt x="800910" y="13229"/>
                  </a:lnTo>
                  <a:lnTo>
                    <a:pt x="813739" y="13441"/>
                  </a:lnTo>
                  <a:lnTo>
                    <a:pt x="826233" y="13647"/>
                  </a:lnTo>
                  <a:lnTo>
                    <a:pt x="838412" y="13848"/>
                  </a:lnTo>
                  <a:lnTo>
                    <a:pt x="850290" y="14045"/>
                  </a:lnTo>
                  <a:lnTo>
                    <a:pt x="861881" y="14236"/>
                  </a:lnTo>
                  <a:lnTo>
                    <a:pt x="873200" y="14423"/>
                  </a:lnTo>
                  <a:lnTo>
                    <a:pt x="884259" y="14606"/>
                  </a:lnTo>
                  <a:lnTo>
                    <a:pt x="895069" y="14784"/>
                  </a:lnTo>
                  <a:lnTo>
                    <a:pt x="905641" y="14959"/>
                  </a:lnTo>
                  <a:lnTo>
                    <a:pt x="915986" y="15130"/>
                  </a:lnTo>
                  <a:lnTo>
                    <a:pt x="926113" y="15297"/>
                  </a:lnTo>
                  <a:lnTo>
                    <a:pt x="936032" y="15461"/>
                  </a:lnTo>
                  <a:lnTo>
                    <a:pt x="945750" y="15621"/>
                  </a:lnTo>
                  <a:lnTo>
                    <a:pt x="955275" y="15779"/>
                  </a:lnTo>
                  <a:lnTo>
                    <a:pt x="964616" y="15933"/>
                  </a:lnTo>
                  <a:lnTo>
                    <a:pt x="973778" y="16084"/>
                  </a:lnTo>
                  <a:lnTo>
                    <a:pt x="982770" y="16233"/>
                  </a:lnTo>
                  <a:lnTo>
                    <a:pt x="991596" y="16379"/>
                  </a:lnTo>
                  <a:lnTo>
                    <a:pt x="1000264" y="1652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77004" y="1714111"/>
              <a:ext cx="1000264" cy="98412"/>
            </a:xfrm>
            <a:custGeom>
              <a:avLst/>
              <a:pathLst>
                <a:path w="1000264" h="98412">
                  <a:moveTo>
                    <a:pt x="0" y="98412"/>
                  </a:moveTo>
                  <a:lnTo>
                    <a:pt x="64231" y="92092"/>
                  </a:lnTo>
                  <a:lnTo>
                    <a:pt x="120888" y="86518"/>
                  </a:lnTo>
                  <a:lnTo>
                    <a:pt x="171569" y="81532"/>
                  </a:lnTo>
                  <a:lnTo>
                    <a:pt x="217416" y="77021"/>
                  </a:lnTo>
                  <a:lnTo>
                    <a:pt x="259270" y="72903"/>
                  </a:lnTo>
                  <a:lnTo>
                    <a:pt x="297773" y="69115"/>
                  </a:lnTo>
                  <a:lnTo>
                    <a:pt x="333421" y="65608"/>
                  </a:lnTo>
                  <a:lnTo>
                    <a:pt x="366608" y="62343"/>
                  </a:lnTo>
                  <a:lnTo>
                    <a:pt x="397653" y="59288"/>
                  </a:lnTo>
                  <a:lnTo>
                    <a:pt x="426815" y="56419"/>
                  </a:lnTo>
                  <a:lnTo>
                    <a:pt x="454309" y="53714"/>
                  </a:lnTo>
                  <a:lnTo>
                    <a:pt x="480317" y="51155"/>
                  </a:lnTo>
                  <a:lnTo>
                    <a:pt x="504991" y="48728"/>
                  </a:lnTo>
                  <a:lnTo>
                    <a:pt x="528460" y="46419"/>
                  </a:lnTo>
                  <a:lnTo>
                    <a:pt x="550837" y="44217"/>
                  </a:lnTo>
                  <a:lnTo>
                    <a:pt x="572220" y="42113"/>
                  </a:lnTo>
                  <a:lnTo>
                    <a:pt x="592692" y="40099"/>
                  </a:lnTo>
                  <a:lnTo>
                    <a:pt x="612328" y="38167"/>
                  </a:lnTo>
                  <a:lnTo>
                    <a:pt x="631194" y="36311"/>
                  </a:lnTo>
                  <a:lnTo>
                    <a:pt x="649348" y="34525"/>
                  </a:lnTo>
                  <a:lnTo>
                    <a:pt x="666842" y="32804"/>
                  </a:lnTo>
                  <a:lnTo>
                    <a:pt x="683722" y="31143"/>
                  </a:lnTo>
                  <a:lnTo>
                    <a:pt x="700030" y="29538"/>
                  </a:lnTo>
                  <a:lnTo>
                    <a:pt x="715802" y="27987"/>
                  </a:lnTo>
                  <a:lnTo>
                    <a:pt x="731074" y="26484"/>
                  </a:lnTo>
                  <a:lnTo>
                    <a:pt x="745876" y="25028"/>
                  </a:lnTo>
                  <a:lnTo>
                    <a:pt x="760236" y="23615"/>
                  </a:lnTo>
                  <a:lnTo>
                    <a:pt x="774180" y="22243"/>
                  </a:lnTo>
                  <a:lnTo>
                    <a:pt x="787731" y="20910"/>
                  </a:lnTo>
                  <a:lnTo>
                    <a:pt x="800910" y="19613"/>
                  </a:lnTo>
                  <a:lnTo>
                    <a:pt x="813739" y="18351"/>
                  </a:lnTo>
                  <a:lnTo>
                    <a:pt x="826233" y="17122"/>
                  </a:lnTo>
                  <a:lnTo>
                    <a:pt x="838412" y="15923"/>
                  </a:lnTo>
                  <a:lnTo>
                    <a:pt x="850290" y="14755"/>
                  </a:lnTo>
                  <a:lnTo>
                    <a:pt x="861881" y="13614"/>
                  </a:lnTo>
                  <a:lnTo>
                    <a:pt x="873200" y="12501"/>
                  </a:lnTo>
                  <a:lnTo>
                    <a:pt x="884259" y="11413"/>
                  </a:lnTo>
                  <a:lnTo>
                    <a:pt x="895069" y="10349"/>
                  </a:lnTo>
                  <a:lnTo>
                    <a:pt x="905641" y="9309"/>
                  </a:lnTo>
                  <a:lnTo>
                    <a:pt x="915986" y="8291"/>
                  </a:lnTo>
                  <a:lnTo>
                    <a:pt x="926113" y="7295"/>
                  </a:lnTo>
                  <a:lnTo>
                    <a:pt x="936032" y="6319"/>
                  </a:lnTo>
                  <a:lnTo>
                    <a:pt x="945750" y="5363"/>
                  </a:lnTo>
                  <a:lnTo>
                    <a:pt x="955275" y="4426"/>
                  </a:lnTo>
                  <a:lnTo>
                    <a:pt x="964616" y="3507"/>
                  </a:lnTo>
                  <a:lnTo>
                    <a:pt x="973778" y="2605"/>
                  </a:lnTo>
                  <a:lnTo>
                    <a:pt x="982770" y="1721"/>
                  </a:lnTo>
                  <a:lnTo>
                    <a:pt x="991596" y="852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77004" y="1561938"/>
              <a:ext cx="1000264" cy="373661"/>
            </a:xfrm>
            <a:custGeom>
              <a:avLst/>
              <a:pathLst>
                <a:path w="1000264" h="373661">
                  <a:moveTo>
                    <a:pt x="0" y="373661"/>
                  </a:moveTo>
                  <a:lnTo>
                    <a:pt x="64231" y="349666"/>
                  </a:lnTo>
                  <a:lnTo>
                    <a:pt x="120888" y="328501"/>
                  </a:lnTo>
                  <a:lnTo>
                    <a:pt x="171569" y="309569"/>
                  </a:lnTo>
                  <a:lnTo>
                    <a:pt x="217416" y="292442"/>
                  </a:lnTo>
                  <a:lnTo>
                    <a:pt x="259270" y="276807"/>
                  </a:lnTo>
                  <a:lnTo>
                    <a:pt x="297773" y="262424"/>
                  </a:lnTo>
                  <a:lnTo>
                    <a:pt x="333421" y="249107"/>
                  </a:lnTo>
                  <a:lnTo>
                    <a:pt x="366608" y="236710"/>
                  </a:lnTo>
                  <a:lnTo>
                    <a:pt x="397653" y="225112"/>
                  </a:lnTo>
                  <a:lnTo>
                    <a:pt x="426815" y="214219"/>
                  </a:lnTo>
                  <a:lnTo>
                    <a:pt x="454309" y="203948"/>
                  </a:lnTo>
                  <a:lnTo>
                    <a:pt x="480317" y="194232"/>
                  </a:lnTo>
                  <a:lnTo>
                    <a:pt x="504991" y="185015"/>
                  </a:lnTo>
                  <a:lnTo>
                    <a:pt x="528460" y="176248"/>
                  </a:lnTo>
                  <a:lnTo>
                    <a:pt x="550837" y="167889"/>
                  </a:lnTo>
                  <a:lnTo>
                    <a:pt x="572220" y="159901"/>
                  </a:lnTo>
                  <a:lnTo>
                    <a:pt x="592692" y="152253"/>
                  </a:lnTo>
                  <a:lnTo>
                    <a:pt x="612328" y="144918"/>
                  </a:lnTo>
                  <a:lnTo>
                    <a:pt x="631194" y="137870"/>
                  </a:lnTo>
                  <a:lnTo>
                    <a:pt x="649348" y="131088"/>
                  </a:lnTo>
                  <a:lnTo>
                    <a:pt x="666842" y="124553"/>
                  </a:lnTo>
                  <a:lnTo>
                    <a:pt x="683722" y="118248"/>
                  </a:lnTo>
                  <a:lnTo>
                    <a:pt x="700030" y="112156"/>
                  </a:lnTo>
                  <a:lnTo>
                    <a:pt x="715802" y="106264"/>
                  </a:lnTo>
                  <a:lnTo>
                    <a:pt x="731074" y="100559"/>
                  </a:lnTo>
                  <a:lnTo>
                    <a:pt x="745876" y="95029"/>
                  </a:lnTo>
                  <a:lnTo>
                    <a:pt x="760236" y="89665"/>
                  </a:lnTo>
                  <a:lnTo>
                    <a:pt x="774180" y="84456"/>
                  </a:lnTo>
                  <a:lnTo>
                    <a:pt x="787731" y="79394"/>
                  </a:lnTo>
                  <a:lnTo>
                    <a:pt x="800910" y="74470"/>
                  </a:lnTo>
                  <a:lnTo>
                    <a:pt x="813739" y="69678"/>
                  </a:lnTo>
                  <a:lnTo>
                    <a:pt x="826233" y="65011"/>
                  </a:lnTo>
                  <a:lnTo>
                    <a:pt x="838412" y="60461"/>
                  </a:lnTo>
                  <a:lnTo>
                    <a:pt x="850290" y="56024"/>
                  </a:lnTo>
                  <a:lnTo>
                    <a:pt x="861881" y="51694"/>
                  </a:lnTo>
                  <a:lnTo>
                    <a:pt x="873200" y="47466"/>
                  </a:lnTo>
                  <a:lnTo>
                    <a:pt x="884259" y="43335"/>
                  </a:lnTo>
                  <a:lnTo>
                    <a:pt x="895069" y="39296"/>
                  </a:lnTo>
                  <a:lnTo>
                    <a:pt x="905641" y="35347"/>
                  </a:lnTo>
                  <a:lnTo>
                    <a:pt x="915986" y="31482"/>
                  </a:lnTo>
                  <a:lnTo>
                    <a:pt x="926113" y="27699"/>
                  </a:lnTo>
                  <a:lnTo>
                    <a:pt x="936032" y="23994"/>
                  </a:lnTo>
                  <a:lnTo>
                    <a:pt x="945750" y="20364"/>
                  </a:lnTo>
                  <a:lnTo>
                    <a:pt x="955275" y="16805"/>
                  </a:lnTo>
                  <a:lnTo>
                    <a:pt x="964616" y="13316"/>
                  </a:lnTo>
                  <a:lnTo>
                    <a:pt x="973778" y="9893"/>
                  </a:lnTo>
                  <a:lnTo>
                    <a:pt x="982770" y="6535"/>
                  </a:lnTo>
                  <a:lnTo>
                    <a:pt x="991596" y="3237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77004" y="1625633"/>
              <a:ext cx="1000264" cy="274060"/>
            </a:xfrm>
            <a:custGeom>
              <a:avLst/>
              <a:pathLst>
                <a:path w="1000264" h="274060">
                  <a:moveTo>
                    <a:pt x="0" y="274060"/>
                  </a:moveTo>
                  <a:lnTo>
                    <a:pt x="64231" y="256461"/>
                  </a:lnTo>
                  <a:lnTo>
                    <a:pt x="120888" y="240938"/>
                  </a:lnTo>
                  <a:lnTo>
                    <a:pt x="171569" y="227052"/>
                  </a:lnTo>
                  <a:lnTo>
                    <a:pt x="217416" y="214491"/>
                  </a:lnTo>
                  <a:lnTo>
                    <a:pt x="259270" y="203023"/>
                  </a:lnTo>
                  <a:lnTo>
                    <a:pt x="297773" y="192474"/>
                  </a:lnTo>
                  <a:lnTo>
                    <a:pt x="333421" y="182707"/>
                  </a:lnTo>
                  <a:lnTo>
                    <a:pt x="366608" y="173614"/>
                  </a:lnTo>
                  <a:lnTo>
                    <a:pt x="397653" y="165108"/>
                  </a:lnTo>
                  <a:lnTo>
                    <a:pt x="426815" y="157118"/>
                  </a:lnTo>
                  <a:lnTo>
                    <a:pt x="454309" y="149585"/>
                  </a:lnTo>
                  <a:lnTo>
                    <a:pt x="480317" y="142459"/>
                  </a:lnTo>
                  <a:lnTo>
                    <a:pt x="504991" y="135699"/>
                  </a:lnTo>
                  <a:lnTo>
                    <a:pt x="528460" y="129268"/>
                  </a:lnTo>
                  <a:lnTo>
                    <a:pt x="550837" y="123137"/>
                  </a:lnTo>
                  <a:lnTo>
                    <a:pt x="572220" y="117279"/>
                  </a:lnTo>
                  <a:lnTo>
                    <a:pt x="592692" y="111669"/>
                  </a:lnTo>
                  <a:lnTo>
                    <a:pt x="612328" y="106289"/>
                  </a:lnTo>
                  <a:lnTo>
                    <a:pt x="631194" y="101120"/>
                  </a:lnTo>
                  <a:lnTo>
                    <a:pt x="649348" y="96146"/>
                  </a:lnTo>
                  <a:lnTo>
                    <a:pt x="666842" y="91353"/>
                  </a:lnTo>
                  <a:lnTo>
                    <a:pt x="683722" y="86728"/>
                  </a:lnTo>
                  <a:lnTo>
                    <a:pt x="700030" y="82260"/>
                  </a:lnTo>
                  <a:lnTo>
                    <a:pt x="715802" y="77939"/>
                  </a:lnTo>
                  <a:lnTo>
                    <a:pt x="731074" y="73754"/>
                  </a:lnTo>
                  <a:lnTo>
                    <a:pt x="745876" y="69699"/>
                  </a:lnTo>
                  <a:lnTo>
                    <a:pt x="760236" y="65764"/>
                  </a:lnTo>
                  <a:lnTo>
                    <a:pt x="774180" y="61944"/>
                  </a:lnTo>
                  <a:lnTo>
                    <a:pt x="787731" y="58231"/>
                  </a:lnTo>
                  <a:lnTo>
                    <a:pt x="800910" y="54620"/>
                  </a:lnTo>
                  <a:lnTo>
                    <a:pt x="813739" y="51105"/>
                  </a:lnTo>
                  <a:lnTo>
                    <a:pt x="826233" y="47682"/>
                  </a:lnTo>
                  <a:lnTo>
                    <a:pt x="838412" y="44345"/>
                  </a:lnTo>
                  <a:lnTo>
                    <a:pt x="850290" y="41091"/>
                  </a:lnTo>
                  <a:lnTo>
                    <a:pt x="861881" y="37915"/>
                  </a:lnTo>
                  <a:lnTo>
                    <a:pt x="873200" y="34813"/>
                  </a:lnTo>
                  <a:lnTo>
                    <a:pt x="884259" y="31784"/>
                  </a:lnTo>
                  <a:lnTo>
                    <a:pt x="895069" y="28822"/>
                  </a:lnTo>
                  <a:lnTo>
                    <a:pt x="905641" y="25925"/>
                  </a:lnTo>
                  <a:lnTo>
                    <a:pt x="915986" y="23091"/>
                  </a:lnTo>
                  <a:lnTo>
                    <a:pt x="926113" y="20316"/>
                  </a:lnTo>
                  <a:lnTo>
                    <a:pt x="936032" y="17598"/>
                  </a:lnTo>
                  <a:lnTo>
                    <a:pt x="945750" y="14936"/>
                  </a:lnTo>
                  <a:lnTo>
                    <a:pt x="955275" y="12326"/>
                  </a:lnTo>
                  <a:lnTo>
                    <a:pt x="964616" y="9767"/>
                  </a:lnTo>
                  <a:lnTo>
                    <a:pt x="973778" y="7256"/>
                  </a:lnTo>
                  <a:lnTo>
                    <a:pt x="982770" y="4793"/>
                  </a:lnTo>
                  <a:lnTo>
                    <a:pt x="991596" y="2374"/>
                  </a:lnTo>
                  <a:lnTo>
                    <a:pt x="100026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77004" y="1779910"/>
              <a:ext cx="1000264" cy="37228"/>
            </a:xfrm>
            <a:custGeom>
              <a:avLst/>
              <a:pathLst>
                <a:path w="1000264" h="37228">
                  <a:moveTo>
                    <a:pt x="0" y="0"/>
                  </a:moveTo>
                  <a:lnTo>
                    <a:pt x="64231" y="2390"/>
                  </a:lnTo>
                  <a:lnTo>
                    <a:pt x="120888" y="4499"/>
                  </a:lnTo>
                  <a:lnTo>
                    <a:pt x="171569" y="6385"/>
                  </a:lnTo>
                  <a:lnTo>
                    <a:pt x="217416" y="8091"/>
                  </a:lnTo>
                  <a:lnTo>
                    <a:pt x="259270" y="9649"/>
                  </a:lnTo>
                  <a:lnTo>
                    <a:pt x="297773" y="11082"/>
                  </a:lnTo>
                  <a:lnTo>
                    <a:pt x="333421" y="12409"/>
                  </a:lnTo>
                  <a:lnTo>
                    <a:pt x="366608" y="13644"/>
                  </a:lnTo>
                  <a:lnTo>
                    <a:pt x="397653" y="14800"/>
                  </a:lnTo>
                  <a:lnTo>
                    <a:pt x="426815" y="15885"/>
                  </a:lnTo>
                  <a:lnTo>
                    <a:pt x="454309" y="16908"/>
                  </a:lnTo>
                  <a:lnTo>
                    <a:pt x="480317" y="17876"/>
                  </a:lnTo>
                  <a:lnTo>
                    <a:pt x="504991" y="18795"/>
                  </a:lnTo>
                  <a:lnTo>
                    <a:pt x="528460" y="19668"/>
                  </a:lnTo>
                  <a:lnTo>
                    <a:pt x="550837" y="20501"/>
                  </a:lnTo>
                  <a:lnTo>
                    <a:pt x="572220" y="21297"/>
                  </a:lnTo>
                  <a:lnTo>
                    <a:pt x="592692" y="22059"/>
                  </a:lnTo>
                  <a:lnTo>
                    <a:pt x="612328" y="22790"/>
                  </a:lnTo>
                  <a:lnTo>
                    <a:pt x="631194" y="23492"/>
                  </a:lnTo>
                  <a:lnTo>
                    <a:pt x="649348" y="24167"/>
                  </a:lnTo>
                  <a:lnTo>
                    <a:pt x="666842" y="24819"/>
                  </a:lnTo>
                  <a:lnTo>
                    <a:pt x="683722" y="25447"/>
                  </a:lnTo>
                  <a:lnTo>
                    <a:pt x="700030" y="26054"/>
                  </a:lnTo>
                  <a:lnTo>
                    <a:pt x="715802" y="26641"/>
                  </a:lnTo>
                  <a:lnTo>
                    <a:pt x="731074" y="27209"/>
                  </a:lnTo>
                  <a:lnTo>
                    <a:pt x="745876" y="27760"/>
                  </a:lnTo>
                  <a:lnTo>
                    <a:pt x="760236" y="28295"/>
                  </a:lnTo>
                  <a:lnTo>
                    <a:pt x="774180" y="28813"/>
                  </a:lnTo>
                  <a:lnTo>
                    <a:pt x="787731" y="29318"/>
                  </a:lnTo>
                  <a:lnTo>
                    <a:pt x="800910" y="29808"/>
                  </a:lnTo>
                  <a:lnTo>
                    <a:pt x="813739" y="30286"/>
                  </a:lnTo>
                  <a:lnTo>
                    <a:pt x="826233" y="30751"/>
                  </a:lnTo>
                  <a:lnTo>
                    <a:pt x="838412" y="31204"/>
                  </a:lnTo>
                  <a:lnTo>
                    <a:pt x="850290" y="31646"/>
                  </a:lnTo>
                  <a:lnTo>
                    <a:pt x="861881" y="32078"/>
                  </a:lnTo>
                  <a:lnTo>
                    <a:pt x="873200" y="32499"/>
                  </a:lnTo>
                  <a:lnTo>
                    <a:pt x="884259" y="32910"/>
                  </a:lnTo>
                  <a:lnTo>
                    <a:pt x="895069" y="33313"/>
                  </a:lnTo>
                  <a:lnTo>
                    <a:pt x="905641" y="33706"/>
                  </a:lnTo>
                  <a:lnTo>
                    <a:pt x="915986" y="34091"/>
                  </a:lnTo>
                  <a:lnTo>
                    <a:pt x="926113" y="34468"/>
                  </a:lnTo>
                  <a:lnTo>
                    <a:pt x="936032" y="34837"/>
                  </a:lnTo>
                  <a:lnTo>
                    <a:pt x="945750" y="35199"/>
                  </a:lnTo>
                  <a:lnTo>
                    <a:pt x="955275" y="35554"/>
                  </a:lnTo>
                  <a:lnTo>
                    <a:pt x="964616" y="35901"/>
                  </a:lnTo>
                  <a:lnTo>
                    <a:pt x="973778" y="36242"/>
                  </a:lnTo>
                  <a:lnTo>
                    <a:pt x="982770" y="36577"/>
                  </a:lnTo>
                  <a:lnTo>
                    <a:pt x="991596" y="36905"/>
                  </a:lnTo>
                  <a:lnTo>
                    <a:pt x="1000264" y="3722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405201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35634" y="208949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35634" y="188209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35634" y="167468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35634" y="146728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35634" y="125988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76732" y="21259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76732" y="19185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76732" y="17111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76732" y="15037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76732" y="12963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405201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7700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10425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43847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77268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29315" y="167662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405201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65996" y="18421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89876" y="18301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61748" y="17588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79353" y="17066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90362" y="20303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61198" y="20798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57921" y="17614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61811" y="20394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92394" y="17583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891837" y="16372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194279" y="17719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29933" y="18010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19014" y="13808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20095" y="17553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11197" y="14487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09422" y="16887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3681" y="16449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15656" y="18344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23261" y="17682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19252" y="19529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19517" y="19650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01014" y="190943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20420" y="20858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229402" y="19927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94597" y="20274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29452" y="18990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13534" y="196964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212288" y="178454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51803" y="14913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52106" y="18369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38619" y="163637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32839" y="18209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20105" y="16931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41644" y="18229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22520" y="14608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50604" y="16874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43528" y="17483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1345" y="19233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23233" y="17537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42044" y="13696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37833" y="16432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19522" y="1822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50086" y="18294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38335" y="19185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22093" y="20664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27659" y="19701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42257" y="194033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546959" y="16731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79551" y="163543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52804" y="15654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85075" y="17367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73017" y="18007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56018" y="20899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89335" y="18026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65625" y="20881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61847" y="174870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62666" y="18082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78393" y="20149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91683" y="17053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54362" y="12985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8786" y="18538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58695" y="16364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68085" y="16671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97111" y="156343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84307" y="17126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00768" y="157437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61421" y="18642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00209" y="16861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61199" y="18311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65608" y="20035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78897" y="14256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859310" y="16251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900744" y="1670456"/>
              <a:ext cx="1004035" cy="123314"/>
            </a:xfrm>
            <a:custGeom>
              <a:avLst/>
              <a:pathLst>
                <a:path w="1004035" h="123314">
                  <a:moveTo>
                    <a:pt x="0" y="123314"/>
                  </a:moveTo>
                  <a:lnTo>
                    <a:pt x="64474" y="115396"/>
                  </a:lnTo>
                  <a:lnTo>
                    <a:pt x="121344" y="108411"/>
                  </a:lnTo>
                  <a:lnTo>
                    <a:pt x="172216" y="102163"/>
                  </a:lnTo>
                  <a:lnTo>
                    <a:pt x="218236" y="96511"/>
                  </a:lnTo>
                  <a:lnTo>
                    <a:pt x="260248" y="91351"/>
                  </a:lnTo>
                  <a:lnTo>
                    <a:pt x="298896" y="86604"/>
                  </a:lnTo>
                  <a:lnTo>
                    <a:pt x="334678" y="82209"/>
                  </a:lnTo>
                  <a:lnTo>
                    <a:pt x="367991" y="78118"/>
                  </a:lnTo>
                  <a:lnTo>
                    <a:pt x="399152" y="74291"/>
                  </a:lnTo>
                  <a:lnTo>
                    <a:pt x="428424" y="70695"/>
                  </a:lnTo>
                  <a:lnTo>
                    <a:pt x="456023" y="67306"/>
                  </a:lnTo>
                  <a:lnTo>
                    <a:pt x="482128" y="64100"/>
                  </a:lnTo>
                  <a:lnTo>
                    <a:pt x="506895" y="61058"/>
                  </a:lnTo>
                  <a:lnTo>
                    <a:pt x="530453" y="58164"/>
                  </a:lnTo>
                  <a:lnTo>
                    <a:pt x="552914" y="55406"/>
                  </a:lnTo>
                  <a:lnTo>
                    <a:pt x="574377" y="52770"/>
                  </a:lnTo>
                  <a:lnTo>
                    <a:pt x="594927" y="50246"/>
                  </a:lnTo>
                  <a:lnTo>
                    <a:pt x="614637" y="47825"/>
                  </a:lnTo>
                  <a:lnTo>
                    <a:pt x="633575" y="45499"/>
                  </a:lnTo>
                  <a:lnTo>
                    <a:pt x="651797" y="43261"/>
                  </a:lnTo>
                  <a:lnTo>
                    <a:pt x="669357" y="41104"/>
                  </a:lnTo>
                  <a:lnTo>
                    <a:pt x="686300" y="39023"/>
                  </a:lnTo>
                  <a:lnTo>
                    <a:pt x="702669" y="37013"/>
                  </a:lnTo>
                  <a:lnTo>
                    <a:pt x="718501" y="35068"/>
                  </a:lnTo>
                  <a:lnTo>
                    <a:pt x="733831" y="33186"/>
                  </a:lnTo>
                  <a:lnTo>
                    <a:pt x="748689" y="31361"/>
                  </a:lnTo>
                  <a:lnTo>
                    <a:pt x="763103" y="29591"/>
                  </a:lnTo>
                  <a:lnTo>
                    <a:pt x="777099" y="27872"/>
                  </a:lnTo>
                  <a:lnTo>
                    <a:pt x="790701" y="26201"/>
                  </a:lnTo>
                  <a:lnTo>
                    <a:pt x="803931" y="24576"/>
                  </a:lnTo>
                  <a:lnTo>
                    <a:pt x="816807" y="22995"/>
                  </a:lnTo>
                  <a:lnTo>
                    <a:pt x="829349" y="21454"/>
                  </a:lnTo>
                  <a:lnTo>
                    <a:pt x="841573" y="19953"/>
                  </a:lnTo>
                  <a:lnTo>
                    <a:pt x="853496" y="18489"/>
                  </a:lnTo>
                  <a:lnTo>
                    <a:pt x="865131" y="17060"/>
                  </a:lnTo>
                  <a:lnTo>
                    <a:pt x="876493" y="15664"/>
                  </a:lnTo>
                  <a:lnTo>
                    <a:pt x="887593" y="14301"/>
                  </a:lnTo>
                  <a:lnTo>
                    <a:pt x="898444" y="12968"/>
                  </a:lnTo>
                  <a:lnTo>
                    <a:pt x="909056" y="11665"/>
                  </a:lnTo>
                  <a:lnTo>
                    <a:pt x="919440" y="10389"/>
                  </a:lnTo>
                  <a:lnTo>
                    <a:pt x="929605" y="9141"/>
                  </a:lnTo>
                  <a:lnTo>
                    <a:pt x="939561" y="7918"/>
                  </a:lnTo>
                  <a:lnTo>
                    <a:pt x="949316" y="6720"/>
                  </a:lnTo>
                  <a:lnTo>
                    <a:pt x="958877" y="5546"/>
                  </a:lnTo>
                  <a:lnTo>
                    <a:pt x="968253" y="4394"/>
                  </a:lnTo>
                  <a:lnTo>
                    <a:pt x="977450" y="3265"/>
                  </a:lnTo>
                  <a:lnTo>
                    <a:pt x="986476" y="2156"/>
                  </a:lnTo>
                  <a:lnTo>
                    <a:pt x="995335" y="1068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900744" y="1476602"/>
              <a:ext cx="1004035" cy="209613"/>
            </a:xfrm>
            <a:custGeom>
              <a:avLst/>
              <a:pathLst>
                <a:path w="1004035" h="209613">
                  <a:moveTo>
                    <a:pt x="0" y="209613"/>
                  </a:moveTo>
                  <a:lnTo>
                    <a:pt x="64474" y="196153"/>
                  </a:lnTo>
                  <a:lnTo>
                    <a:pt x="121344" y="184280"/>
                  </a:lnTo>
                  <a:lnTo>
                    <a:pt x="172216" y="173659"/>
                  </a:lnTo>
                  <a:lnTo>
                    <a:pt x="218236" y="164052"/>
                  </a:lnTo>
                  <a:lnTo>
                    <a:pt x="260248" y="155281"/>
                  </a:lnTo>
                  <a:lnTo>
                    <a:pt x="298896" y="147212"/>
                  </a:lnTo>
                  <a:lnTo>
                    <a:pt x="334678" y="139742"/>
                  </a:lnTo>
                  <a:lnTo>
                    <a:pt x="367991" y="132787"/>
                  </a:lnTo>
                  <a:lnTo>
                    <a:pt x="399152" y="126282"/>
                  </a:lnTo>
                  <a:lnTo>
                    <a:pt x="428424" y="120171"/>
                  </a:lnTo>
                  <a:lnTo>
                    <a:pt x="456023" y="114409"/>
                  </a:lnTo>
                  <a:lnTo>
                    <a:pt x="482128" y="108959"/>
                  </a:lnTo>
                  <a:lnTo>
                    <a:pt x="506895" y="103788"/>
                  </a:lnTo>
                  <a:lnTo>
                    <a:pt x="530453" y="98870"/>
                  </a:lnTo>
                  <a:lnTo>
                    <a:pt x="552914" y="94181"/>
                  </a:lnTo>
                  <a:lnTo>
                    <a:pt x="574377" y="89700"/>
                  </a:lnTo>
                  <a:lnTo>
                    <a:pt x="594927" y="85410"/>
                  </a:lnTo>
                  <a:lnTo>
                    <a:pt x="614637" y="81295"/>
                  </a:lnTo>
                  <a:lnTo>
                    <a:pt x="633575" y="77341"/>
                  </a:lnTo>
                  <a:lnTo>
                    <a:pt x="651797" y="73537"/>
                  </a:lnTo>
                  <a:lnTo>
                    <a:pt x="669357" y="69871"/>
                  </a:lnTo>
                  <a:lnTo>
                    <a:pt x="686300" y="66333"/>
                  </a:lnTo>
                  <a:lnTo>
                    <a:pt x="702669" y="62916"/>
                  </a:lnTo>
                  <a:lnTo>
                    <a:pt x="718501" y="59611"/>
                  </a:lnTo>
                  <a:lnTo>
                    <a:pt x="733831" y="56410"/>
                  </a:lnTo>
                  <a:lnTo>
                    <a:pt x="748689" y="53309"/>
                  </a:lnTo>
                  <a:lnTo>
                    <a:pt x="763103" y="50299"/>
                  </a:lnTo>
                  <a:lnTo>
                    <a:pt x="777099" y="47377"/>
                  </a:lnTo>
                  <a:lnTo>
                    <a:pt x="790701" y="44538"/>
                  </a:lnTo>
                  <a:lnTo>
                    <a:pt x="803931" y="41776"/>
                  </a:lnTo>
                  <a:lnTo>
                    <a:pt x="816807" y="39087"/>
                  </a:lnTo>
                  <a:lnTo>
                    <a:pt x="829349" y="36469"/>
                  </a:lnTo>
                  <a:lnTo>
                    <a:pt x="841573" y="33917"/>
                  </a:lnTo>
                  <a:lnTo>
                    <a:pt x="853496" y="31428"/>
                  </a:lnTo>
                  <a:lnTo>
                    <a:pt x="865131" y="28999"/>
                  </a:lnTo>
                  <a:lnTo>
                    <a:pt x="876493" y="26627"/>
                  </a:lnTo>
                  <a:lnTo>
                    <a:pt x="887593" y="24309"/>
                  </a:lnTo>
                  <a:lnTo>
                    <a:pt x="898444" y="22044"/>
                  </a:lnTo>
                  <a:lnTo>
                    <a:pt x="909056" y="19828"/>
                  </a:lnTo>
                  <a:lnTo>
                    <a:pt x="919440" y="17661"/>
                  </a:lnTo>
                  <a:lnTo>
                    <a:pt x="929605" y="15538"/>
                  </a:lnTo>
                  <a:lnTo>
                    <a:pt x="939561" y="13460"/>
                  </a:lnTo>
                  <a:lnTo>
                    <a:pt x="949316" y="11423"/>
                  </a:lnTo>
                  <a:lnTo>
                    <a:pt x="958877" y="9427"/>
                  </a:lnTo>
                  <a:lnTo>
                    <a:pt x="968253" y="7470"/>
                  </a:lnTo>
                  <a:lnTo>
                    <a:pt x="977450" y="5550"/>
                  </a:lnTo>
                  <a:lnTo>
                    <a:pt x="986476" y="3665"/>
                  </a:lnTo>
                  <a:lnTo>
                    <a:pt x="995335" y="1816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900744" y="1727192"/>
              <a:ext cx="1004035" cy="34905"/>
            </a:xfrm>
            <a:custGeom>
              <a:avLst/>
              <a:pathLst>
                <a:path w="1004035" h="34905">
                  <a:moveTo>
                    <a:pt x="0" y="34905"/>
                  </a:moveTo>
                  <a:lnTo>
                    <a:pt x="64474" y="32663"/>
                  </a:lnTo>
                  <a:lnTo>
                    <a:pt x="121344" y="30686"/>
                  </a:lnTo>
                  <a:lnTo>
                    <a:pt x="172216" y="28918"/>
                  </a:lnTo>
                  <a:lnTo>
                    <a:pt x="218236" y="27318"/>
                  </a:lnTo>
                  <a:lnTo>
                    <a:pt x="260248" y="25857"/>
                  </a:lnTo>
                  <a:lnTo>
                    <a:pt x="298896" y="24514"/>
                  </a:lnTo>
                  <a:lnTo>
                    <a:pt x="334678" y="23270"/>
                  </a:lnTo>
                  <a:lnTo>
                    <a:pt x="367991" y="22111"/>
                  </a:lnTo>
                  <a:lnTo>
                    <a:pt x="399152" y="21028"/>
                  </a:lnTo>
                  <a:lnTo>
                    <a:pt x="428424" y="20010"/>
                  </a:lnTo>
                  <a:lnTo>
                    <a:pt x="456023" y="19051"/>
                  </a:lnTo>
                  <a:lnTo>
                    <a:pt x="482128" y="18143"/>
                  </a:lnTo>
                  <a:lnTo>
                    <a:pt x="506895" y="17282"/>
                  </a:lnTo>
                  <a:lnTo>
                    <a:pt x="530453" y="16463"/>
                  </a:lnTo>
                  <a:lnTo>
                    <a:pt x="552914" y="15683"/>
                  </a:lnTo>
                  <a:lnTo>
                    <a:pt x="574377" y="14936"/>
                  </a:lnTo>
                  <a:lnTo>
                    <a:pt x="594927" y="14222"/>
                  </a:lnTo>
                  <a:lnTo>
                    <a:pt x="614637" y="13537"/>
                  </a:lnTo>
                  <a:lnTo>
                    <a:pt x="633575" y="12878"/>
                  </a:lnTo>
                  <a:lnTo>
                    <a:pt x="651797" y="12245"/>
                  </a:lnTo>
                  <a:lnTo>
                    <a:pt x="669357" y="11635"/>
                  </a:lnTo>
                  <a:lnTo>
                    <a:pt x="686300" y="11045"/>
                  </a:lnTo>
                  <a:lnTo>
                    <a:pt x="702669" y="10476"/>
                  </a:lnTo>
                  <a:lnTo>
                    <a:pt x="718501" y="9926"/>
                  </a:lnTo>
                  <a:lnTo>
                    <a:pt x="733831" y="9393"/>
                  </a:lnTo>
                  <a:lnTo>
                    <a:pt x="748689" y="8877"/>
                  </a:lnTo>
                  <a:lnTo>
                    <a:pt x="763103" y="8375"/>
                  </a:lnTo>
                  <a:lnTo>
                    <a:pt x="777099" y="7889"/>
                  </a:lnTo>
                  <a:lnTo>
                    <a:pt x="790701" y="7416"/>
                  </a:lnTo>
                  <a:lnTo>
                    <a:pt x="803931" y="6956"/>
                  </a:lnTo>
                  <a:lnTo>
                    <a:pt x="816807" y="6508"/>
                  </a:lnTo>
                  <a:lnTo>
                    <a:pt x="829349" y="6072"/>
                  </a:lnTo>
                  <a:lnTo>
                    <a:pt x="841573" y="5647"/>
                  </a:lnTo>
                  <a:lnTo>
                    <a:pt x="853496" y="5233"/>
                  </a:lnTo>
                  <a:lnTo>
                    <a:pt x="865131" y="4828"/>
                  </a:lnTo>
                  <a:lnTo>
                    <a:pt x="876493" y="4433"/>
                  </a:lnTo>
                  <a:lnTo>
                    <a:pt x="887593" y="4048"/>
                  </a:lnTo>
                  <a:lnTo>
                    <a:pt x="898444" y="3670"/>
                  </a:lnTo>
                  <a:lnTo>
                    <a:pt x="909056" y="3301"/>
                  </a:lnTo>
                  <a:lnTo>
                    <a:pt x="919440" y="2940"/>
                  </a:lnTo>
                  <a:lnTo>
                    <a:pt x="929605" y="2587"/>
                  </a:lnTo>
                  <a:lnTo>
                    <a:pt x="939561" y="2241"/>
                  </a:lnTo>
                  <a:lnTo>
                    <a:pt x="949316" y="1902"/>
                  </a:lnTo>
                  <a:lnTo>
                    <a:pt x="958877" y="1569"/>
                  </a:lnTo>
                  <a:lnTo>
                    <a:pt x="968253" y="1243"/>
                  </a:lnTo>
                  <a:lnTo>
                    <a:pt x="977450" y="924"/>
                  </a:lnTo>
                  <a:lnTo>
                    <a:pt x="986476" y="610"/>
                  </a:lnTo>
                  <a:lnTo>
                    <a:pt x="995335" y="302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900744" y="1668569"/>
              <a:ext cx="1004035" cy="319362"/>
            </a:xfrm>
            <a:custGeom>
              <a:avLst/>
              <a:pathLst>
                <a:path w="1004035" h="319362">
                  <a:moveTo>
                    <a:pt x="0" y="319362"/>
                  </a:moveTo>
                  <a:lnTo>
                    <a:pt x="64474" y="298854"/>
                  </a:lnTo>
                  <a:lnTo>
                    <a:pt x="121344" y="280765"/>
                  </a:lnTo>
                  <a:lnTo>
                    <a:pt x="172216" y="264583"/>
                  </a:lnTo>
                  <a:lnTo>
                    <a:pt x="218236" y="249946"/>
                  </a:lnTo>
                  <a:lnTo>
                    <a:pt x="260248" y="236582"/>
                  </a:lnTo>
                  <a:lnTo>
                    <a:pt x="298896" y="224289"/>
                  </a:lnTo>
                  <a:lnTo>
                    <a:pt x="334678" y="212908"/>
                  </a:lnTo>
                  <a:lnTo>
                    <a:pt x="367991" y="202312"/>
                  </a:lnTo>
                  <a:lnTo>
                    <a:pt x="399152" y="192400"/>
                  </a:lnTo>
                  <a:lnTo>
                    <a:pt x="428424" y="183089"/>
                  </a:lnTo>
                  <a:lnTo>
                    <a:pt x="456023" y="174311"/>
                  </a:lnTo>
                  <a:lnTo>
                    <a:pt x="482128" y="166007"/>
                  </a:lnTo>
                  <a:lnTo>
                    <a:pt x="506895" y="158129"/>
                  </a:lnTo>
                  <a:lnTo>
                    <a:pt x="530453" y="150636"/>
                  </a:lnTo>
                  <a:lnTo>
                    <a:pt x="552914" y="143491"/>
                  </a:lnTo>
                  <a:lnTo>
                    <a:pt x="574377" y="136665"/>
                  </a:lnTo>
                  <a:lnTo>
                    <a:pt x="594927" y="130128"/>
                  </a:lnTo>
                  <a:lnTo>
                    <a:pt x="614637" y="123859"/>
                  </a:lnTo>
                  <a:lnTo>
                    <a:pt x="633575" y="117835"/>
                  </a:lnTo>
                  <a:lnTo>
                    <a:pt x="651797" y="112039"/>
                  </a:lnTo>
                  <a:lnTo>
                    <a:pt x="669357" y="106454"/>
                  </a:lnTo>
                  <a:lnTo>
                    <a:pt x="686300" y="101064"/>
                  </a:lnTo>
                  <a:lnTo>
                    <a:pt x="702669" y="95858"/>
                  </a:lnTo>
                  <a:lnTo>
                    <a:pt x="718501" y="90822"/>
                  </a:lnTo>
                  <a:lnTo>
                    <a:pt x="733831" y="85946"/>
                  </a:lnTo>
                  <a:lnTo>
                    <a:pt x="748689" y="81220"/>
                  </a:lnTo>
                  <a:lnTo>
                    <a:pt x="763103" y="76635"/>
                  </a:lnTo>
                  <a:lnTo>
                    <a:pt x="777099" y="72183"/>
                  </a:lnTo>
                  <a:lnTo>
                    <a:pt x="790701" y="67857"/>
                  </a:lnTo>
                  <a:lnTo>
                    <a:pt x="803931" y="63649"/>
                  </a:lnTo>
                  <a:lnTo>
                    <a:pt x="816807" y="59553"/>
                  </a:lnTo>
                  <a:lnTo>
                    <a:pt x="829349" y="55564"/>
                  </a:lnTo>
                  <a:lnTo>
                    <a:pt x="841573" y="51675"/>
                  </a:lnTo>
                  <a:lnTo>
                    <a:pt x="853496" y="47883"/>
                  </a:lnTo>
                  <a:lnTo>
                    <a:pt x="865131" y="44182"/>
                  </a:lnTo>
                  <a:lnTo>
                    <a:pt x="876493" y="40568"/>
                  </a:lnTo>
                  <a:lnTo>
                    <a:pt x="887593" y="37037"/>
                  </a:lnTo>
                  <a:lnTo>
                    <a:pt x="898444" y="33586"/>
                  </a:lnTo>
                  <a:lnTo>
                    <a:pt x="909056" y="30210"/>
                  </a:lnTo>
                  <a:lnTo>
                    <a:pt x="919440" y="26907"/>
                  </a:lnTo>
                  <a:lnTo>
                    <a:pt x="929605" y="23674"/>
                  </a:lnTo>
                  <a:lnTo>
                    <a:pt x="939561" y="20507"/>
                  </a:lnTo>
                  <a:lnTo>
                    <a:pt x="949316" y="17405"/>
                  </a:lnTo>
                  <a:lnTo>
                    <a:pt x="958877" y="14363"/>
                  </a:lnTo>
                  <a:lnTo>
                    <a:pt x="968253" y="11381"/>
                  </a:lnTo>
                  <a:lnTo>
                    <a:pt x="977450" y="8456"/>
                  </a:lnTo>
                  <a:lnTo>
                    <a:pt x="986476" y="5585"/>
                  </a:lnTo>
                  <a:lnTo>
                    <a:pt x="995335" y="2767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900744" y="1924048"/>
              <a:ext cx="1004035" cy="159030"/>
            </a:xfrm>
            <a:custGeom>
              <a:avLst/>
              <a:pathLst>
                <a:path w="1004035" h="159030">
                  <a:moveTo>
                    <a:pt x="0" y="159030"/>
                  </a:moveTo>
                  <a:lnTo>
                    <a:pt x="64474" y="148818"/>
                  </a:lnTo>
                  <a:lnTo>
                    <a:pt x="121344" y="139810"/>
                  </a:lnTo>
                  <a:lnTo>
                    <a:pt x="172216" y="131753"/>
                  </a:lnTo>
                  <a:lnTo>
                    <a:pt x="218236" y="124464"/>
                  </a:lnTo>
                  <a:lnTo>
                    <a:pt x="260248" y="117809"/>
                  </a:lnTo>
                  <a:lnTo>
                    <a:pt x="298896" y="111688"/>
                  </a:lnTo>
                  <a:lnTo>
                    <a:pt x="334678" y="106020"/>
                  </a:lnTo>
                  <a:lnTo>
                    <a:pt x="367991" y="100744"/>
                  </a:lnTo>
                  <a:lnTo>
                    <a:pt x="399152" y="95808"/>
                  </a:lnTo>
                  <a:lnTo>
                    <a:pt x="428424" y="91171"/>
                  </a:lnTo>
                  <a:lnTo>
                    <a:pt x="456023" y="86800"/>
                  </a:lnTo>
                  <a:lnTo>
                    <a:pt x="482128" y="82665"/>
                  </a:lnTo>
                  <a:lnTo>
                    <a:pt x="506895" y="78742"/>
                  </a:lnTo>
                  <a:lnTo>
                    <a:pt x="530453" y="75011"/>
                  </a:lnTo>
                  <a:lnTo>
                    <a:pt x="552914" y="71453"/>
                  </a:lnTo>
                  <a:lnTo>
                    <a:pt x="574377" y="68054"/>
                  </a:lnTo>
                  <a:lnTo>
                    <a:pt x="594927" y="64799"/>
                  </a:lnTo>
                  <a:lnTo>
                    <a:pt x="614637" y="61677"/>
                  </a:lnTo>
                  <a:lnTo>
                    <a:pt x="633575" y="58677"/>
                  </a:lnTo>
                  <a:lnTo>
                    <a:pt x="651797" y="55791"/>
                  </a:lnTo>
                  <a:lnTo>
                    <a:pt x="669357" y="53010"/>
                  </a:lnTo>
                  <a:lnTo>
                    <a:pt x="686300" y="50326"/>
                  </a:lnTo>
                  <a:lnTo>
                    <a:pt x="702669" y="47733"/>
                  </a:lnTo>
                  <a:lnTo>
                    <a:pt x="718501" y="45226"/>
                  </a:lnTo>
                  <a:lnTo>
                    <a:pt x="733831" y="42798"/>
                  </a:lnTo>
                  <a:lnTo>
                    <a:pt x="748689" y="40444"/>
                  </a:lnTo>
                  <a:lnTo>
                    <a:pt x="763103" y="38161"/>
                  </a:lnTo>
                  <a:lnTo>
                    <a:pt x="777099" y="35944"/>
                  </a:lnTo>
                  <a:lnTo>
                    <a:pt x="790701" y="33790"/>
                  </a:lnTo>
                  <a:lnTo>
                    <a:pt x="803931" y="31694"/>
                  </a:lnTo>
                  <a:lnTo>
                    <a:pt x="816807" y="29655"/>
                  </a:lnTo>
                  <a:lnTo>
                    <a:pt x="829349" y="27668"/>
                  </a:lnTo>
                  <a:lnTo>
                    <a:pt x="841573" y="25732"/>
                  </a:lnTo>
                  <a:lnTo>
                    <a:pt x="853496" y="23844"/>
                  </a:lnTo>
                  <a:lnTo>
                    <a:pt x="865131" y="22001"/>
                  </a:lnTo>
                  <a:lnTo>
                    <a:pt x="876493" y="20201"/>
                  </a:lnTo>
                  <a:lnTo>
                    <a:pt x="887593" y="18443"/>
                  </a:lnTo>
                  <a:lnTo>
                    <a:pt x="898444" y="16724"/>
                  </a:lnTo>
                  <a:lnTo>
                    <a:pt x="909056" y="15043"/>
                  </a:lnTo>
                  <a:lnTo>
                    <a:pt x="919440" y="13399"/>
                  </a:lnTo>
                  <a:lnTo>
                    <a:pt x="929605" y="11789"/>
                  </a:lnTo>
                  <a:lnTo>
                    <a:pt x="939561" y="10212"/>
                  </a:lnTo>
                  <a:lnTo>
                    <a:pt x="949316" y="8667"/>
                  </a:lnTo>
                  <a:lnTo>
                    <a:pt x="958877" y="7152"/>
                  </a:lnTo>
                  <a:lnTo>
                    <a:pt x="968253" y="5667"/>
                  </a:lnTo>
                  <a:lnTo>
                    <a:pt x="977450" y="4210"/>
                  </a:lnTo>
                  <a:lnTo>
                    <a:pt x="986476" y="2781"/>
                  </a:lnTo>
                  <a:lnTo>
                    <a:pt x="995335" y="1378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900744" y="2033305"/>
              <a:ext cx="1004035" cy="2213"/>
            </a:xfrm>
            <a:custGeom>
              <a:avLst/>
              <a:pathLst>
                <a:path w="1004035" h="2213">
                  <a:moveTo>
                    <a:pt x="0" y="2213"/>
                  </a:moveTo>
                  <a:lnTo>
                    <a:pt x="64474" y="2071"/>
                  </a:lnTo>
                  <a:lnTo>
                    <a:pt x="121344" y="1945"/>
                  </a:lnTo>
                  <a:lnTo>
                    <a:pt x="172216" y="1833"/>
                  </a:lnTo>
                  <a:lnTo>
                    <a:pt x="218236" y="1732"/>
                  </a:lnTo>
                  <a:lnTo>
                    <a:pt x="260248" y="1639"/>
                  </a:lnTo>
                  <a:lnTo>
                    <a:pt x="298896" y="1554"/>
                  </a:lnTo>
                  <a:lnTo>
                    <a:pt x="334678" y="1475"/>
                  </a:lnTo>
                  <a:lnTo>
                    <a:pt x="367991" y="1402"/>
                  </a:lnTo>
                  <a:lnTo>
                    <a:pt x="399152" y="1333"/>
                  </a:lnTo>
                  <a:lnTo>
                    <a:pt x="428424" y="1268"/>
                  </a:lnTo>
                  <a:lnTo>
                    <a:pt x="456023" y="1208"/>
                  </a:lnTo>
                  <a:lnTo>
                    <a:pt x="482128" y="1150"/>
                  </a:lnTo>
                  <a:lnTo>
                    <a:pt x="506895" y="1095"/>
                  </a:lnTo>
                  <a:lnTo>
                    <a:pt x="530453" y="1044"/>
                  </a:lnTo>
                  <a:lnTo>
                    <a:pt x="552914" y="994"/>
                  </a:lnTo>
                  <a:lnTo>
                    <a:pt x="574377" y="947"/>
                  </a:lnTo>
                  <a:lnTo>
                    <a:pt x="594927" y="901"/>
                  </a:lnTo>
                  <a:lnTo>
                    <a:pt x="614637" y="858"/>
                  </a:lnTo>
                  <a:lnTo>
                    <a:pt x="633575" y="816"/>
                  </a:lnTo>
                  <a:lnTo>
                    <a:pt x="651797" y="776"/>
                  </a:lnTo>
                  <a:lnTo>
                    <a:pt x="669357" y="737"/>
                  </a:lnTo>
                  <a:lnTo>
                    <a:pt x="686300" y="700"/>
                  </a:lnTo>
                  <a:lnTo>
                    <a:pt x="702669" y="664"/>
                  </a:lnTo>
                  <a:lnTo>
                    <a:pt x="718501" y="629"/>
                  </a:lnTo>
                  <a:lnTo>
                    <a:pt x="733831" y="595"/>
                  </a:lnTo>
                  <a:lnTo>
                    <a:pt x="748689" y="562"/>
                  </a:lnTo>
                  <a:lnTo>
                    <a:pt x="763103" y="531"/>
                  </a:lnTo>
                  <a:lnTo>
                    <a:pt x="777099" y="500"/>
                  </a:lnTo>
                  <a:lnTo>
                    <a:pt x="790701" y="470"/>
                  </a:lnTo>
                  <a:lnTo>
                    <a:pt x="803931" y="441"/>
                  </a:lnTo>
                  <a:lnTo>
                    <a:pt x="816807" y="412"/>
                  </a:lnTo>
                  <a:lnTo>
                    <a:pt x="829349" y="385"/>
                  </a:lnTo>
                  <a:lnTo>
                    <a:pt x="841573" y="358"/>
                  </a:lnTo>
                  <a:lnTo>
                    <a:pt x="853496" y="331"/>
                  </a:lnTo>
                  <a:lnTo>
                    <a:pt x="865131" y="306"/>
                  </a:lnTo>
                  <a:lnTo>
                    <a:pt x="876493" y="281"/>
                  </a:lnTo>
                  <a:lnTo>
                    <a:pt x="887593" y="256"/>
                  </a:lnTo>
                  <a:lnTo>
                    <a:pt x="898444" y="232"/>
                  </a:lnTo>
                  <a:lnTo>
                    <a:pt x="909056" y="209"/>
                  </a:lnTo>
                  <a:lnTo>
                    <a:pt x="919440" y="186"/>
                  </a:lnTo>
                  <a:lnTo>
                    <a:pt x="929605" y="164"/>
                  </a:lnTo>
                  <a:lnTo>
                    <a:pt x="939561" y="142"/>
                  </a:lnTo>
                  <a:lnTo>
                    <a:pt x="949316" y="120"/>
                  </a:lnTo>
                  <a:lnTo>
                    <a:pt x="958877" y="99"/>
                  </a:lnTo>
                  <a:lnTo>
                    <a:pt x="968253" y="78"/>
                  </a:lnTo>
                  <a:lnTo>
                    <a:pt x="977450" y="58"/>
                  </a:lnTo>
                  <a:lnTo>
                    <a:pt x="986476" y="38"/>
                  </a:lnTo>
                  <a:lnTo>
                    <a:pt x="995335" y="19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00744" y="1689510"/>
              <a:ext cx="1004035" cy="60626"/>
            </a:xfrm>
            <a:custGeom>
              <a:avLst/>
              <a:pathLst>
                <a:path w="1004035" h="60626">
                  <a:moveTo>
                    <a:pt x="0" y="0"/>
                  </a:moveTo>
                  <a:lnTo>
                    <a:pt x="64474" y="3893"/>
                  </a:lnTo>
                  <a:lnTo>
                    <a:pt x="121344" y="7327"/>
                  </a:lnTo>
                  <a:lnTo>
                    <a:pt x="172216" y="10398"/>
                  </a:lnTo>
                  <a:lnTo>
                    <a:pt x="218236" y="13177"/>
                  </a:lnTo>
                  <a:lnTo>
                    <a:pt x="260248" y="15714"/>
                  </a:lnTo>
                  <a:lnTo>
                    <a:pt x="298896" y="18048"/>
                  </a:lnTo>
                  <a:lnTo>
                    <a:pt x="334678" y="20208"/>
                  </a:lnTo>
                  <a:lnTo>
                    <a:pt x="367991" y="22220"/>
                  </a:lnTo>
                  <a:lnTo>
                    <a:pt x="399152" y="24101"/>
                  </a:lnTo>
                  <a:lnTo>
                    <a:pt x="428424" y="25869"/>
                  </a:lnTo>
                  <a:lnTo>
                    <a:pt x="456023" y="27535"/>
                  </a:lnTo>
                  <a:lnTo>
                    <a:pt x="482128" y="29112"/>
                  </a:lnTo>
                  <a:lnTo>
                    <a:pt x="506895" y="30607"/>
                  </a:lnTo>
                  <a:lnTo>
                    <a:pt x="530453" y="32030"/>
                  </a:lnTo>
                  <a:lnTo>
                    <a:pt x="552914" y="33386"/>
                  </a:lnTo>
                  <a:lnTo>
                    <a:pt x="574377" y="34682"/>
                  </a:lnTo>
                  <a:lnTo>
                    <a:pt x="594927" y="35923"/>
                  </a:lnTo>
                  <a:lnTo>
                    <a:pt x="614637" y="37113"/>
                  </a:lnTo>
                  <a:lnTo>
                    <a:pt x="633575" y="38256"/>
                  </a:lnTo>
                  <a:lnTo>
                    <a:pt x="651797" y="39357"/>
                  </a:lnTo>
                  <a:lnTo>
                    <a:pt x="669357" y="40417"/>
                  </a:lnTo>
                  <a:lnTo>
                    <a:pt x="686300" y="41440"/>
                  </a:lnTo>
                  <a:lnTo>
                    <a:pt x="702669" y="42428"/>
                  </a:lnTo>
                  <a:lnTo>
                    <a:pt x="718501" y="43384"/>
                  </a:lnTo>
                  <a:lnTo>
                    <a:pt x="733831" y="44310"/>
                  </a:lnTo>
                  <a:lnTo>
                    <a:pt x="748689" y="45207"/>
                  </a:lnTo>
                  <a:lnTo>
                    <a:pt x="763103" y="46078"/>
                  </a:lnTo>
                  <a:lnTo>
                    <a:pt x="777099" y="46923"/>
                  </a:lnTo>
                  <a:lnTo>
                    <a:pt x="790701" y="47744"/>
                  </a:lnTo>
                  <a:lnTo>
                    <a:pt x="803931" y="48543"/>
                  </a:lnTo>
                  <a:lnTo>
                    <a:pt x="816807" y="49320"/>
                  </a:lnTo>
                  <a:lnTo>
                    <a:pt x="829349" y="50078"/>
                  </a:lnTo>
                  <a:lnTo>
                    <a:pt x="841573" y="50816"/>
                  </a:lnTo>
                  <a:lnTo>
                    <a:pt x="853496" y="51536"/>
                  </a:lnTo>
                  <a:lnTo>
                    <a:pt x="865131" y="52238"/>
                  </a:lnTo>
                  <a:lnTo>
                    <a:pt x="876493" y="52924"/>
                  </a:lnTo>
                  <a:lnTo>
                    <a:pt x="887593" y="53595"/>
                  </a:lnTo>
                  <a:lnTo>
                    <a:pt x="898444" y="54250"/>
                  </a:lnTo>
                  <a:lnTo>
                    <a:pt x="909056" y="54891"/>
                  </a:lnTo>
                  <a:lnTo>
                    <a:pt x="919440" y="55518"/>
                  </a:lnTo>
                  <a:lnTo>
                    <a:pt x="929605" y="56131"/>
                  </a:lnTo>
                  <a:lnTo>
                    <a:pt x="939561" y="56733"/>
                  </a:lnTo>
                  <a:lnTo>
                    <a:pt x="949316" y="57322"/>
                  </a:lnTo>
                  <a:lnTo>
                    <a:pt x="958877" y="57899"/>
                  </a:lnTo>
                  <a:lnTo>
                    <a:pt x="968253" y="58465"/>
                  </a:lnTo>
                  <a:lnTo>
                    <a:pt x="977450" y="59020"/>
                  </a:lnTo>
                  <a:lnTo>
                    <a:pt x="986476" y="59565"/>
                  </a:lnTo>
                  <a:lnTo>
                    <a:pt x="995335" y="60100"/>
                  </a:lnTo>
                  <a:lnTo>
                    <a:pt x="1004035" y="6062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900744" y="1757737"/>
              <a:ext cx="1004035" cy="107809"/>
            </a:xfrm>
            <a:custGeom>
              <a:avLst/>
              <a:pathLst>
                <a:path w="1004035" h="107809">
                  <a:moveTo>
                    <a:pt x="0" y="107809"/>
                  </a:moveTo>
                  <a:lnTo>
                    <a:pt x="64474" y="100886"/>
                  </a:lnTo>
                  <a:lnTo>
                    <a:pt x="121344" y="94780"/>
                  </a:lnTo>
                  <a:lnTo>
                    <a:pt x="172216" y="89317"/>
                  </a:lnTo>
                  <a:lnTo>
                    <a:pt x="218236" y="84376"/>
                  </a:lnTo>
                  <a:lnTo>
                    <a:pt x="260248" y="79865"/>
                  </a:lnTo>
                  <a:lnTo>
                    <a:pt x="298896" y="75715"/>
                  </a:lnTo>
                  <a:lnTo>
                    <a:pt x="334678" y="71873"/>
                  </a:lnTo>
                  <a:lnTo>
                    <a:pt x="367991" y="68296"/>
                  </a:lnTo>
                  <a:lnTo>
                    <a:pt x="399152" y="64950"/>
                  </a:lnTo>
                  <a:lnTo>
                    <a:pt x="428424" y="61807"/>
                  </a:lnTo>
                  <a:lnTo>
                    <a:pt x="456023" y="58843"/>
                  </a:lnTo>
                  <a:lnTo>
                    <a:pt x="482128" y="56040"/>
                  </a:lnTo>
                  <a:lnTo>
                    <a:pt x="506895" y="53381"/>
                  </a:lnTo>
                  <a:lnTo>
                    <a:pt x="530453" y="50851"/>
                  </a:lnTo>
                  <a:lnTo>
                    <a:pt x="552914" y="48439"/>
                  </a:lnTo>
                  <a:lnTo>
                    <a:pt x="574377" y="46135"/>
                  </a:lnTo>
                  <a:lnTo>
                    <a:pt x="594927" y="43928"/>
                  </a:lnTo>
                  <a:lnTo>
                    <a:pt x="614637" y="41812"/>
                  </a:lnTo>
                  <a:lnTo>
                    <a:pt x="633575" y="39778"/>
                  </a:lnTo>
                  <a:lnTo>
                    <a:pt x="651797" y="37822"/>
                  </a:lnTo>
                  <a:lnTo>
                    <a:pt x="669357" y="35936"/>
                  </a:lnTo>
                  <a:lnTo>
                    <a:pt x="686300" y="34117"/>
                  </a:lnTo>
                  <a:lnTo>
                    <a:pt x="702669" y="32359"/>
                  </a:lnTo>
                  <a:lnTo>
                    <a:pt x="718501" y="30659"/>
                  </a:lnTo>
                  <a:lnTo>
                    <a:pt x="733831" y="29013"/>
                  </a:lnTo>
                  <a:lnTo>
                    <a:pt x="748689" y="27418"/>
                  </a:lnTo>
                  <a:lnTo>
                    <a:pt x="763103" y="25870"/>
                  </a:lnTo>
                  <a:lnTo>
                    <a:pt x="777099" y="24367"/>
                  </a:lnTo>
                  <a:lnTo>
                    <a:pt x="790701" y="22907"/>
                  </a:lnTo>
                  <a:lnTo>
                    <a:pt x="803931" y="21486"/>
                  </a:lnTo>
                  <a:lnTo>
                    <a:pt x="816807" y="20103"/>
                  </a:lnTo>
                  <a:lnTo>
                    <a:pt x="829349" y="18757"/>
                  </a:lnTo>
                  <a:lnTo>
                    <a:pt x="841573" y="17444"/>
                  </a:lnTo>
                  <a:lnTo>
                    <a:pt x="853496" y="16164"/>
                  </a:lnTo>
                  <a:lnTo>
                    <a:pt x="865131" y="14915"/>
                  </a:lnTo>
                  <a:lnTo>
                    <a:pt x="876493" y="13695"/>
                  </a:lnTo>
                  <a:lnTo>
                    <a:pt x="887593" y="12503"/>
                  </a:lnTo>
                  <a:lnTo>
                    <a:pt x="898444" y="11338"/>
                  </a:lnTo>
                  <a:lnTo>
                    <a:pt x="909056" y="10198"/>
                  </a:lnTo>
                  <a:lnTo>
                    <a:pt x="919440" y="9083"/>
                  </a:lnTo>
                  <a:lnTo>
                    <a:pt x="929605" y="7992"/>
                  </a:lnTo>
                  <a:lnTo>
                    <a:pt x="939561" y="6923"/>
                  </a:lnTo>
                  <a:lnTo>
                    <a:pt x="949316" y="5875"/>
                  </a:lnTo>
                  <a:lnTo>
                    <a:pt x="958877" y="4848"/>
                  </a:lnTo>
                  <a:lnTo>
                    <a:pt x="968253" y="3842"/>
                  </a:lnTo>
                  <a:lnTo>
                    <a:pt x="977450" y="2854"/>
                  </a:lnTo>
                  <a:lnTo>
                    <a:pt x="986476" y="1885"/>
                  </a:lnTo>
                  <a:lnTo>
                    <a:pt x="995335" y="934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900744" y="1566040"/>
              <a:ext cx="1004035" cy="246481"/>
            </a:xfrm>
            <a:custGeom>
              <a:avLst/>
              <a:pathLst>
                <a:path w="1004035" h="246481">
                  <a:moveTo>
                    <a:pt x="0" y="246481"/>
                  </a:moveTo>
                  <a:lnTo>
                    <a:pt x="64474" y="230653"/>
                  </a:lnTo>
                  <a:lnTo>
                    <a:pt x="121344" y="216692"/>
                  </a:lnTo>
                  <a:lnTo>
                    <a:pt x="172216" y="204203"/>
                  </a:lnTo>
                  <a:lnTo>
                    <a:pt x="218236" y="192906"/>
                  </a:lnTo>
                  <a:lnTo>
                    <a:pt x="260248" y="182592"/>
                  </a:lnTo>
                  <a:lnTo>
                    <a:pt x="298896" y="173104"/>
                  </a:lnTo>
                  <a:lnTo>
                    <a:pt x="334678" y="164320"/>
                  </a:lnTo>
                  <a:lnTo>
                    <a:pt x="367991" y="156142"/>
                  </a:lnTo>
                  <a:lnTo>
                    <a:pt x="399152" y="148492"/>
                  </a:lnTo>
                  <a:lnTo>
                    <a:pt x="428424" y="141306"/>
                  </a:lnTo>
                  <a:lnTo>
                    <a:pt x="456023" y="134531"/>
                  </a:lnTo>
                  <a:lnTo>
                    <a:pt x="482128" y="128123"/>
                  </a:lnTo>
                  <a:lnTo>
                    <a:pt x="506895" y="122043"/>
                  </a:lnTo>
                  <a:lnTo>
                    <a:pt x="530453" y="116260"/>
                  </a:lnTo>
                  <a:lnTo>
                    <a:pt x="552914" y="110745"/>
                  </a:lnTo>
                  <a:lnTo>
                    <a:pt x="574377" y="105476"/>
                  </a:lnTo>
                  <a:lnTo>
                    <a:pt x="594927" y="100432"/>
                  </a:lnTo>
                  <a:lnTo>
                    <a:pt x="614637" y="95593"/>
                  </a:lnTo>
                  <a:lnTo>
                    <a:pt x="633575" y="90944"/>
                  </a:lnTo>
                  <a:lnTo>
                    <a:pt x="651797" y="86471"/>
                  </a:lnTo>
                  <a:lnTo>
                    <a:pt x="669357" y="82160"/>
                  </a:lnTo>
                  <a:lnTo>
                    <a:pt x="686300" y="78000"/>
                  </a:lnTo>
                  <a:lnTo>
                    <a:pt x="702669" y="73982"/>
                  </a:lnTo>
                  <a:lnTo>
                    <a:pt x="718501" y="70095"/>
                  </a:lnTo>
                  <a:lnTo>
                    <a:pt x="733831" y="66332"/>
                  </a:lnTo>
                  <a:lnTo>
                    <a:pt x="748689" y="62685"/>
                  </a:lnTo>
                  <a:lnTo>
                    <a:pt x="763103" y="59146"/>
                  </a:lnTo>
                  <a:lnTo>
                    <a:pt x="777099" y="55710"/>
                  </a:lnTo>
                  <a:lnTo>
                    <a:pt x="790701" y="52371"/>
                  </a:lnTo>
                  <a:lnTo>
                    <a:pt x="803931" y="49123"/>
                  </a:lnTo>
                  <a:lnTo>
                    <a:pt x="816807" y="45962"/>
                  </a:lnTo>
                  <a:lnTo>
                    <a:pt x="829349" y="42883"/>
                  </a:lnTo>
                  <a:lnTo>
                    <a:pt x="841573" y="39882"/>
                  </a:lnTo>
                  <a:lnTo>
                    <a:pt x="853496" y="36955"/>
                  </a:lnTo>
                  <a:lnTo>
                    <a:pt x="865131" y="34099"/>
                  </a:lnTo>
                  <a:lnTo>
                    <a:pt x="876493" y="31310"/>
                  </a:lnTo>
                  <a:lnTo>
                    <a:pt x="887593" y="28585"/>
                  </a:lnTo>
                  <a:lnTo>
                    <a:pt x="898444" y="25921"/>
                  </a:lnTo>
                  <a:lnTo>
                    <a:pt x="909056" y="23316"/>
                  </a:lnTo>
                  <a:lnTo>
                    <a:pt x="919440" y="20767"/>
                  </a:lnTo>
                  <a:lnTo>
                    <a:pt x="929605" y="18271"/>
                  </a:lnTo>
                  <a:lnTo>
                    <a:pt x="939561" y="15827"/>
                  </a:lnTo>
                  <a:lnTo>
                    <a:pt x="949316" y="13433"/>
                  </a:lnTo>
                  <a:lnTo>
                    <a:pt x="958877" y="11085"/>
                  </a:lnTo>
                  <a:lnTo>
                    <a:pt x="968253" y="8784"/>
                  </a:lnTo>
                  <a:lnTo>
                    <a:pt x="977450" y="6526"/>
                  </a:lnTo>
                  <a:lnTo>
                    <a:pt x="986476" y="4310"/>
                  </a:lnTo>
                  <a:lnTo>
                    <a:pt x="995335" y="2135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900744" y="1916361"/>
              <a:ext cx="1004035" cy="10273"/>
            </a:xfrm>
            <a:custGeom>
              <a:avLst/>
              <a:pathLst>
                <a:path w="1004035" h="10273">
                  <a:moveTo>
                    <a:pt x="0" y="10273"/>
                  </a:moveTo>
                  <a:lnTo>
                    <a:pt x="64474" y="9613"/>
                  </a:lnTo>
                  <a:lnTo>
                    <a:pt x="121344" y="9031"/>
                  </a:lnTo>
                  <a:lnTo>
                    <a:pt x="172216" y="8511"/>
                  </a:lnTo>
                  <a:lnTo>
                    <a:pt x="218236" y="8040"/>
                  </a:lnTo>
                  <a:lnTo>
                    <a:pt x="260248" y="7610"/>
                  </a:lnTo>
                  <a:lnTo>
                    <a:pt x="298896" y="7215"/>
                  </a:lnTo>
                  <a:lnTo>
                    <a:pt x="334678" y="6849"/>
                  </a:lnTo>
                  <a:lnTo>
                    <a:pt x="367991" y="6508"/>
                  </a:lnTo>
                  <a:lnTo>
                    <a:pt x="399152" y="6189"/>
                  </a:lnTo>
                  <a:lnTo>
                    <a:pt x="428424" y="5889"/>
                  </a:lnTo>
                  <a:lnTo>
                    <a:pt x="456023" y="5607"/>
                  </a:lnTo>
                  <a:lnTo>
                    <a:pt x="482128" y="5340"/>
                  </a:lnTo>
                  <a:lnTo>
                    <a:pt x="506895" y="5086"/>
                  </a:lnTo>
                  <a:lnTo>
                    <a:pt x="530453" y="4845"/>
                  </a:lnTo>
                  <a:lnTo>
                    <a:pt x="552914" y="4615"/>
                  </a:lnTo>
                  <a:lnTo>
                    <a:pt x="574377" y="4396"/>
                  </a:lnTo>
                  <a:lnTo>
                    <a:pt x="594927" y="4186"/>
                  </a:lnTo>
                  <a:lnTo>
                    <a:pt x="614637" y="3984"/>
                  </a:lnTo>
                  <a:lnTo>
                    <a:pt x="633575" y="3790"/>
                  </a:lnTo>
                  <a:lnTo>
                    <a:pt x="651797" y="3604"/>
                  </a:lnTo>
                  <a:lnTo>
                    <a:pt x="669357" y="3424"/>
                  </a:lnTo>
                  <a:lnTo>
                    <a:pt x="686300" y="3251"/>
                  </a:lnTo>
                  <a:lnTo>
                    <a:pt x="702669" y="3083"/>
                  </a:lnTo>
                  <a:lnTo>
                    <a:pt x="718501" y="2921"/>
                  </a:lnTo>
                  <a:lnTo>
                    <a:pt x="733831" y="2764"/>
                  </a:lnTo>
                  <a:lnTo>
                    <a:pt x="748689" y="2612"/>
                  </a:lnTo>
                  <a:lnTo>
                    <a:pt x="763103" y="2465"/>
                  </a:lnTo>
                  <a:lnTo>
                    <a:pt x="777099" y="2322"/>
                  </a:lnTo>
                  <a:lnTo>
                    <a:pt x="790701" y="2182"/>
                  </a:lnTo>
                  <a:lnTo>
                    <a:pt x="803931" y="2047"/>
                  </a:lnTo>
                  <a:lnTo>
                    <a:pt x="816807" y="1915"/>
                  </a:lnTo>
                  <a:lnTo>
                    <a:pt x="829349" y="1787"/>
                  </a:lnTo>
                  <a:lnTo>
                    <a:pt x="841573" y="1662"/>
                  </a:lnTo>
                  <a:lnTo>
                    <a:pt x="853496" y="1540"/>
                  </a:lnTo>
                  <a:lnTo>
                    <a:pt x="865131" y="1421"/>
                  </a:lnTo>
                  <a:lnTo>
                    <a:pt x="876493" y="1305"/>
                  </a:lnTo>
                  <a:lnTo>
                    <a:pt x="887593" y="1191"/>
                  </a:lnTo>
                  <a:lnTo>
                    <a:pt x="898444" y="1080"/>
                  </a:lnTo>
                  <a:lnTo>
                    <a:pt x="909056" y="971"/>
                  </a:lnTo>
                  <a:lnTo>
                    <a:pt x="919440" y="865"/>
                  </a:lnTo>
                  <a:lnTo>
                    <a:pt x="929605" y="761"/>
                  </a:lnTo>
                  <a:lnTo>
                    <a:pt x="939561" y="659"/>
                  </a:lnTo>
                  <a:lnTo>
                    <a:pt x="949316" y="559"/>
                  </a:lnTo>
                  <a:lnTo>
                    <a:pt x="958877" y="462"/>
                  </a:lnTo>
                  <a:lnTo>
                    <a:pt x="968253" y="366"/>
                  </a:lnTo>
                  <a:lnTo>
                    <a:pt x="977450" y="272"/>
                  </a:lnTo>
                  <a:lnTo>
                    <a:pt x="986476" y="179"/>
                  </a:lnTo>
                  <a:lnTo>
                    <a:pt x="995335" y="89"/>
                  </a:lnTo>
                  <a:lnTo>
                    <a:pt x="100403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83385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805383" y="19497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805383" y="16742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805383" y="13987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385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90074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235422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57010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904780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2833852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17707" y="19404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86572" y="19552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04148" y="203288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305446" y="18058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98900" y="183188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310623" y="17975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306171" y="20104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308937" y="19089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06894" y="19785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327851" y="16697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21308" y="20568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45693" y="19187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45767" y="16312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33011" y="19260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61388" y="20895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56049" y="208634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40101" y="19652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58002" y="20662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35404" y="16190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41674" y="129855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27816" y="189107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39424" y="19777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49448" y="19607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32630" y="19986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51351" y="19071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20896" y="18107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48820" y="18622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46384" y="192303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73957" y="20437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64785" y="20535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92799" y="19763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57474" y="19563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56035" y="13497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83359" y="19728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87769" y="16486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53672" y="17037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67053" y="20527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74771" y="13046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61840" y="20546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96853" y="20201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68860" y="16852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94745" y="19116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79714" y="19421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75119" y="13977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71469" y="19700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81945" y="19800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73776" y="17893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969309" y="18165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289014" y="20040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96349" y="20254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20777" y="20507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88573" y="200506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298896" y="16122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03458" y="201799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95824" y="17151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00588" y="20557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29419" y="13772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89797" y="14054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297025" y="19424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84349" y="19468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290169" y="184483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06283" y="19407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25919" y="18845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23640" y="203891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01439" y="202721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27017" y="18866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297522" y="192471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286820" y="17895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07231" y="131361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09902" y="176018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293543" y="19807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292758" y="17273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336888" y="1936864"/>
              <a:ext cx="997065" cy="66844"/>
            </a:xfrm>
            <a:custGeom>
              <a:avLst/>
              <a:pathLst>
                <a:path w="997065" h="66844">
                  <a:moveTo>
                    <a:pt x="0" y="66844"/>
                  </a:moveTo>
                  <a:lnTo>
                    <a:pt x="64026" y="62552"/>
                  </a:lnTo>
                  <a:lnTo>
                    <a:pt x="120502" y="58766"/>
                  </a:lnTo>
                  <a:lnTo>
                    <a:pt x="171021" y="55379"/>
                  </a:lnTo>
                  <a:lnTo>
                    <a:pt x="216721" y="52315"/>
                  </a:lnTo>
                  <a:lnTo>
                    <a:pt x="258441" y="49518"/>
                  </a:lnTo>
                  <a:lnTo>
                    <a:pt x="296821" y="46945"/>
                  </a:lnTo>
                  <a:lnTo>
                    <a:pt x="332355" y="44563"/>
                  </a:lnTo>
                  <a:lnTo>
                    <a:pt x="365436" y="42345"/>
                  </a:lnTo>
                  <a:lnTo>
                    <a:pt x="396381" y="40270"/>
                  </a:lnTo>
                  <a:lnTo>
                    <a:pt x="425450" y="38322"/>
                  </a:lnTo>
                  <a:lnTo>
                    <a:pt x="452857" y="36484"/>
                  </a:lnTo>
                  <a:lnTo>
                    <a:pt x="478781" y="34746"/>
                  </a:lnTo>
                  <a:lnTo>
                    <a:pt x="503376" y="33097"/>
                  </a:lnTo>
                  <a:lnTo>
                    <a:pt x="526770" y="31529"/>
                  </a:lnTo>
                  <a:lnTo>
                    <a:pt x="549076" y="30033"/>
                  </a:lnTo>
                  <a:lnTo>
                    <a:pt x="570390" y="28605"/>
                  </a:lnTo>
                  <a:lnTo>
                    <a:pt x="590796" y="27236"/>
                  </a:lnTo>
                  <a:lnTo>
                    <a:pt x="610370" y="25924"/>
                  </a:lnTo>
                  <a:lnTo>
                    <a:pt x="629176" y="24663"/>
                  </a:lnTo>
                  <a:lnTo>
                    <a:pt x="647272" y="23450"/>
                  </a:lnTo>
                  <a:lnTo>
                    <a:pt x="664710" y="22281"/>
                  </a:lnTo>
                  <a:lnTo>
                    <a:pt x="681536" y="21153"/>
                  </a:lnTo>
                  <a:lnTo>
                    <a:pt x="697791" y="20063"/>
                  </a:lnTo>
                  <a:lnTo>
                    <a:pt x="713513" y="19009"/>
                  </a:lnTo>
                  <a:lnTo>
                    <a:pt x="728736" y="17989"/>
                  </a:lnTo>
                  <a:lnTo>
                    <a:pt x="743491" y="17000"/>
                  </a:lnTo>
                  <a:lnTo>
                    <a:pt x="757805" y="16040"/>
                  </a:lnTo>
                  <a:lnTo>
                    <a:pt x="771704" y="15108"/>
                  </a:lnTo>
                  <a:lnTo>
                    <a:pt x="785212" y="14202"/>
                  </a:lnTo>
                  <a:lnTo>
                    <a:pt x="798349" y="13322"/>
                  </a:lnTo>
                  <a:lnTo>
                    <a:pt x="811136" y="12464"/>
                  </a:lnTo>
                  <a:lnTo>
                    <a:pt x="823591" y="11629"/>
                  </a:lnTo>
                  <a:lnTo>
                    <a:pt x="835731" y="10816"/>
                  </a:lnTo>
                  <a:lnTo>
                    <a:pt x="847570" y="10022"/>
                  </a:lnTo>
                  <a:lnTo>
                    <a:pt x="859125" y="9247"/>
                  </a:lnTo>
                  <a:lnTo>
                    <a:pt x="870408" y="8491"/>
                  </a:lnTo>
                  <a:lnTo>
                    <a:pt x="881431" y="7752"/>
                  </a:lnTo>
                  <a:lnTo>
                    <a:pt x="892206" y="7029"/>
                  </a:lnTo>
                  <a:lnTo>
                    <a:pt x="902745" y="6323"/>
                  </a:lnTo>
                  <a:lnTo>
                    <a:pt x="913057" y="5632"/>
                  </a:lnTo>
                  <a:lnTo>
                    <a:pt x="923152" y="4955"/>
                  </a:lnTo>
                  <a:lnTo>
                    <a:pt x="933038" y="4292"/>
                  </a:lnTo>
                  <a:lnTo>
                    <a:pt x="942725" y="3643"/>
                  </a:lnTo>
                  <a:lnTo>
                    <a:pt x="952220" y="3006"/>
                  </a:lnTo>
                  <a:lnTo>
                    <a:pt x="961531" y="2382"/>
                  </a:lnTo>
                  <a:lnTo>
                    <a:pt x="970664" y="1769"/>
                  </a:lnTo>
                  <a:lnTo>
                    <a:pt x="979627" y="1169"/>
                  </a:lnTo>
                  <a:lnTo>
                    <a:pt x="988425" y="579"/>
                  </a:lnTo>
                  <a:lnTo>
                    <a:pt x="99706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36888" y="1924325"/>
              <a:ext cx="997065" cy="69213"/>
            </a:xfrm>
            <a:custGeom>
              <a:avLst/>
              <a:pathLst>
                <a:path w="997065" h="69213">
                  <a:moveTo>
                    <a:pt x="0" y="0"/>
                  </a:moveTo>
                  <a:lnTo>
                    <a:pt x="64026" y="4444"/>
                  </a:lnTo>
                  <a:lnTo>
                    <a:pt x="120502" y="8364"/>
                  </a:lnTo>
                  <a:lnTo>
                    <a:pt x="171021" y="11871"/>
                  </a:lnTo>
                  <a:lnTo>
                    <a:pt x="216721" y="15044"/>
                  </a:lnTo>
                  <a:lnTo>
                    <a:pt x="258441" y="17940"/>
                  </a:lnTo>
                  <a:lnTo>
                    <a:pt x="296821" y="20604"/>
                  </a:lnTo>
                  <a:lnTo>
                    <a:pt x="332355" y="23071"/>
                  </a:lnTo>
                  <a:lnTo>
                    <a:pt x="365436" y="25367"/>
                  </a:lnTo>
                  <a:lnTo>
                    <a:pt x="396381" y="27515"/>
                  </a:lnTo>
                  <a:lnTo>
                    <a:pt x="425450" y="29533"/>
                  </a:lnTo>
                  <a:lnTo>
                    <a:pt x="452857" y="31436"/>
                  </a:lnTo>
                  <a:lnTo>
                    <a:pt x="478781" y="33235"/>
                  </a:lnTo>
                  <a:lnTo>
                    <a:pt x="503376" y="34943"/>
                  </a:lnTo>
                  <a:lnTo>
                    <a:pt x="526770" y="36567"/>
                  </a:lnTo>
                  <a:lnTo>
                    <a:pt x="549076" y="38115"/>
                  </a:lnTo>
                  <a:lnTo>
                    <a:pt x="570390" y="39595"/>
                  </a:lnTo>
                  <a:lnTo>
                    <a:pt x="590796" y="41011"/>
                  </a:lnTo>
                  <a:lnTo>
                    <a:pt x="610370" y="42370"/>
                  </a:lnTo>
                  <a:lnTo>
                    <a:pt x="629176" y="43675"/>
                  </a:lnTo>
                  <a:lnTo>
                    <a:pt x="647272" y="44932"/>
                  </a:lnTo>
                  <a:lnTo>
                    <a:pt x="664710" y="46142"/>
                  </a:lnTo>
                  <a:lnTo>
                    <a:pt x="681536" y="47310"/>
                  </a:lnTo>
                  <a:lnTo>
                    <a:pt x="697791" y="48438"/>
                  </a:lnTo>
                  <a:lnTo>
                    <a:pt x="713513" y="49530"/>
                  </a:lnTo>
                  <a:lnTo>
                    <a:pt x="728736" y="50587"/>
                  </a:lnTo>
                  <a:lnTo>
                    <a:pt x="743491" y="51611"/>
                  </a:lnTo>
                  <a:lnTo>
                    <a:pt x="757805" y="52605"/>
                  </a:lnTo>
                  <a:lnTo>
                    <a:pt x="771704" y="53569"/>
                  </a:lnTo>
                  <a:lnTo>
                    <a:pt x="785212" y="54507"/>
                  </a:lnTo>
                  <a:lnTo>
                    <a:pt x="798349" y="55419"/>
                  </a:lnTo>
                  <a:lnTo>
                    <a:pt x="811136" y="56307"/>
                  </a:lnTo>
                  <a:lnTo>
                    <a:pt x="823591" y="57171"/>
                  </a:lnTo>
                  <a:lnTo>
                    <a:pt x="835731" y="58014"/>
                  </a:lnTo>
                  <a:lnTo>
                    <a:pt x="847570" y="58836"/>
                  </a:lnTo>
                  <a:lnTo>
                    <a:pt x="859125" y="59638"/>
                  </a:lnTo>
                  <a:lnTo>
                    <a:pt x="870408" y="60421"/>
                  </a:lnTo>
                  <a:lnTo>
                    <a:pt x="881431" y="61186"/>
                  </a:lnTo>
                  <a:lnTo>
                    <a:pt x="892206" y="61934"/>
                  </a:lnTo>
                  <a:lnTo>
                    <a:pt x="902745" y="62666"/>
                  </a:lnTo>
                  <a:lnTo>
                    <a:pt x="913057" y="63382"/>
                  </a:lnTo>
                  <a:lnTo>
                    <a:pt x="923152" y="64082"/>
                  </a:lnTo>
                  <a:lnTo>
                    <a:pt x="933038" y="64769"/>
                  </a:lnTo>
                  <a:lnTo>
                    <a:pt x="942725" y="65441"/>
                  </a:lnTo>
                  <a:lnTo>
                    <a:pt x="952220" y="66100"/>
                  </a:lnTo>
                  <a:lnTo>
                    <a:pt x="961531" y="66747"/>
                  </a:lnTo>
                  <a:lnTo>
                    <a:pt x="970664" y="67381"/>
                  </a:lnTo>
                  <a:lnTo>
                    <a:pt x="979627" y="68003"/>
                  </a:lnTo>
                  <a:lnTo>
                    <a:pt x="988425" y="68614"/>
                  </a:lnTo>
                  <a:lnTo>
                    <a:pt x="997065" y="6921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36888" y="2045568"/>
              <a:ext cx="997065" cy="7485"/>
            </a:xfrm>
            <a:custGeom>
              <a:avLst/>
              <a:pathLst>
                <a:path w="997065" h="7485">
                  <a:moveTo>
                    <a:pt x="0" y="0"/>
                  </a:moveTo>
                  <a:lnTo>
                    <a:pt x="64026" y="480"/>
                  </a:lnTo>
                  <a:lnTo>
                    <a:pt x="120502" y="904"/>
                  </a:lnTo>
                  <a:lnTo>
                    <a:pt x="171021" y="1283"/>
                  </a:lnTo>
                  <a:lnTo>
                    <a:pt x="216721" y="1626"/>
                  </a:lnTo>
                  <a:lnTo>
                    <a:pt x="258441" y="1940"/>
                  </a:lnTo>
                  <a:lnTo>
                    <a:pt x="296821" y="2228"/>
                  </a:lnTo>
                  <a:lnTo>
                    <a:pt x="332355" y="2495"/>
                  </a:lnTo>
                  <a:lnTo>
                    <a:pt x="365436" y="2743"/>
                  </a:lnTo>
                  <a:lnTo>
                    <a:pt x="396381" y="2975"/>
                  </a:lnTo>
                  <a:lnTo>
                    <a:pt x="425450" y="3193"/>
                  </a:lnTo>
                  <a:lnTo>
                    <a:pt x="452857" y="3399"/>
                  </a:lnTo>
                  <a:lnTo>
                    <a:pt x="478781" y="3594"/>
                  </a:lnTo>
                  <a:lnTo>
                    <a:pt x="503376" y="3778"/>
                  </a:lnTo>
                  <a:lnTo>
                    <a:pt x="526770" y="3954"/>
                  </a:lnTo>
                  <a:lnTo>
                    <a:pt x="549076" y="4122"/>
                  </a:lnTo>
                  <a:lnTo>
                    <a:pt x="570390" y="4282"/>
                  </a:lnTo>
                  <a:lnTo>
                    <a:pt x="590796" y="4435"/>
                  </a:lnTo>
                  <a:lnTo>
                    <a:pt x="610370" y="4582"/>
                  </a:lnTo>
                  <a:lnTo>
                    <a:pt x="629176" y="4723"/>
                  </a:lnTo>
                  <a:lnTo>
                    <a:pt x="647272" y="4859"/>
                  </a:lnTo>
                  <a:lnTo>
                    <a:pt x="664710" y="4990"/>
                  </a:lnTo>
                  <a:lnTo>
                    <a:pt x="681536" y="5116"/>
                  </a:lnTo>
                  <a:lnTo>
                    <a:pt x="697791" y="5238"/>
                  </a:lnTo>
                  <a:lnTo>
                    <a:pt x="713513" y="5356"/>
                  </a:lnTo>
                  <a:lnTo>
                    <a:pt x="728736" y="5470"/>
                  </a:lnTo>
                  <a:lnTo>
                    <a:pt x="743491" y="5581"/>
                  </a:lnTo>
                  <a:lnTo>
                    <a:pt x="757805" y="5689"/>
                  </a:lnTo>
                  <a:lnTo>
                    <a:pt x="771704" y="5793"/>
                  </a:lnTo>
                  <a:lnTo>
                    <a:pt x="785212" y="5894"/>
                  </a:lnTo>
                  <a:lnTo>
                    <a:pt x="798349" y="5993"/>
                  </a:lnTo>
                  <a:lnTo>
                    <a:pt x="811136" y="6089"/>
                  </a:lnTo>
                  <a:lnTo>
                    <a:pt x="823591" y="6182"/>
                  </a:lnTo>
                  <a:lnTo>
                    <a:pt x="835731" y="6274"/>
                  </a:lnTo>
                  <a:lnTo>
                    <a:pt x="847570" y="6362"/>
                  </a:lnTo>
                  <a:lnTo>
                    <a:pt x="859125" y="6449"/>
                  </a:lnTo>
                  <a:lnTo>
                    <a:pt x="870408" y="6534"/>
                  </a:lnTo>
                  <a:lnTo>
                    <a:pt x="881431" y="6617"/>
                  </a:lnTo>
                  <a:lnTo>
                    <a:pt x="892206" y="6698"/>
                  </a:lnTo>
                  <a:lnTo>
                    <a:pt x="902745" y="6777"/>
                  </a:lnTo>
                  <a:lnTo>
                    <a:pt x="913057" y="6854"/>
                  </a:lnTo>
                  <a:lnTo>
                    <a:pt x="923152" y="6930"/>
                  </a:lnTo>
                  <a:lnTo>
                    <a:pt x="933038" y="7004"/>
                  </a:lnTo>
                  <a:lnTo>
                    <a:pt x="942725" y="7077"/>
                  </a:lnTo>
                  <a:lnTo>
                    <a:pt x="952220" y="7148"/>
                  </a:lnTo>
                  <a:lnTo>
                    <a:pt x="961531" y="7218"/>
                  </a:lnTo>
                  <a:lnTo>
                    <a:pt x="970664" y="7287"/>
                  </a:lnTo>
                  <a:lnTo>
                    <a:pt x="979627" y="7354"/>
                  </a:lnTo>
                  <a:lnTo>
                    <a:pt x="988425" y="7420"/>
                  </a:lnTo>
                  <a:lnTo>
                    <a:pt x="997065" y="748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36888" y="1855817"/>
              <a:ext cx="997065" cy="143804"/>
            </a:xfrm>
            <a:custGeom>
              <a:avLst/>
              <a:pathLst>
                <a:path w="997065" h="143804">
                  <a:moveTo>
                    <a:pt x="0" y="0"/>
                  </a:moveTo>
                  <a:lnTo>
                    <a:pt x="64026" y="9234"/>
                  </a:lnTo>
                  <a:lnTo>
                    <a:pt x="120502" y="17379"/>
                  </a:lnTo>
                  <a:lnTo>
                    <a:pt x="171021" y="24665"/>
                  </a:lnTo>
                  <a:lnTo>
                    <a:pt x="216721" y="31257"/>
                  </a:lnTo>
                  <a:lnTo>
                    <a:pt x="258441" y="37274"/>
                  </a:lnTo>
                  <a:lnTo>
                    <a:pt x="296821" y="42809"/>
                  </a:lnTo>
                  <a:lnTo>
                    <a:pt x="332355" y="47934"/>
                  </a:lnTo>
                  <a:lnTo>
                    <a:pt x="365436" y="52706"/>
                  </a:lnTo>
                  <a:lnTo>
                    <a:pt x="396381" y="57169"/>
                  </a:lnTo>
                  <a:lnTo>
                    <a:pt x="425450" y="61361"/>
                  </a:lnTo>
                  <a:lnTo>
                    <a:pt x="452857" y="65314"/>
                  </a:lnTo>
                  <a:lnTo>
                    <a:pt x="478781" y="69053"/>
                  </a:lnTo>
                  <a:lnTo>
                    <a:pt x="503376" y="72600"/>
                  </a:lnTo>
                  <a:lnTo>
                    <a:pt x="526770" y="75974"/>
                  </a:lnTo>
                  <a:lnTo>
                    <a:pt x="549076" y="79191"/>
                  </a:lnTo>
                  <a:lnTo>
                    <a:pt x="570390" y="82266"/>
                  </a:lnTo>
                  <a:lnTo>
                    <a:pt x="590796" y="85209"/>
                  </a:lnTo>
                  <a:lnTo>
                    <a:pt x="610370" y="88032"/>
                  </a:lnTo>
                  <a:lnTo>
                    <a:pt x="629176" y="90744"/>
                  </a:lnTo>
                  <a:lnTo>
                    <a:pt x="647272" y="93354"/>
                  </a:lnTo>
                  <a:lnTo>
                    <a:pt x="664710" y="95869"/>
                  </a:lnTo>
                  <a:lnTo>
                    <a:pt x="681536" y="98296"/>
                  </a:lnTo>
                  <a:lnTo>
                    <a:pt x="697791" y="100640"/>
                  </a:lnTo>
                  <a:lnTo>
                    <a:pt x="713513" y="102908"/>
                  </a:lnTo>
                  <a:lnTo>
                    <a:pt x="728736" y="105103"/>
                  </a:lnTo>
                  <a:lnTo>
                    <a:pt x="743491" y="107231"/>
                  </a:lnTo>
                  <a:lnTo>
                    <a:pt x="757805" y="109296"/>
                  </a:lnTo>
                  <a:lnTo>
                    <a:pt x="771704" y="111301"/>
                  </a:lnTo>
                  <a:lnTo>
                    <a:pt x="785212" y="113249"/>
                  </a:lnTo>
                  <a:lnTo>
                    <a:pt x="798349" y="115144"/>
                  </a:lnTo>
                  <a:lnTo>
                    <a:pt x="811136" y="116988"/>
                  </a:lnTo>
                  <a:lnTo>
                    <a:pt x="823591" y="118784"/>
                  </a:lnTo>
                  <a:lnTo>
                    <a:pt x="835731" y="120535"/>
                  </a:lnTo>
                  <a:lnTo>
                    <a:pt x="847570" y="122243"/>
                  </a:lnTo>
                  <a:lnTo>
                    <a:pt x="859125" y="123909"/>
                  </a:lnTo>
                  <a:lnTo>
                    <a:pt x="870408" y="125536"/>
                  </a:lnTo>
                  <a:lnTo>
                    <a:pt x="881431" y="127126"/>
                  </a:lnTo>
                  <a:lnTo>
                    <a:pt x="892206" y="128680"/>
                  </a:lnTo>
                  <a:lnTo>
                    <a:pt x="902745" y="130200"/>
                  </a:lnTo>
                  <a:lnTo>
                    <a:pt x="913057" y="131688"/>
                  </a:lnTo>
                  <a:lnTo>
                    <a:pt x="923152" y="133144"/>
                  </a:lnTo>
                  <a:lnTo>
                    <a:pt x="933038" y="134569"/>
                  </a:lnTo>
                  <a:lnTo>
                    <a:pt x="942725" y="135967"/>
                  </a:lnTo>
                  <a:lnTo>
                    <a:pt x="952220" y="137336"/>
                  </a:lnTo>
                  <a:lnTo>
                    <a:pt x="961531" y="138679"/>
                  </a:lnTo>
                  <a:lnTo>
                    <a:pt x="970664" y="139996"/>
                  </a:lnTo>
                  <a:lnTo>
                    <a:pt x="979627" y="141289"/>
                  </a:lnTo>
                  <a:lnTo>
                    <a:pt x="988425" y="142558"/>
                  </a:lnTo>
                  <a:lnTo>
                    <a:pt x="997065" y="143804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36888" y="1571205"/>
              <a:ext cx="997065" cy="546860"/>
            </a:xfrm>
            <a:custGeom>
              <a:avLst/>
              <a:pathLst>
                <a:path w="997065" h="546860">
                  <a:moveTo>
                    <a:pt x="0" y="546860"/>
                  </a:moveTo>
                  <a:lnTo>
                    <a:pt x="64026" y="511743"/>
                  </a:lnTo>
                  <a:lnTo>
                    <a:pt x="120502" y="480768"/>
                  </a:lnTo>
                  <a:lnTo>
                    <a:pt x="171021" y="453060"/>
                  </a:lnTo>
                  <a:lnTo>
                    <a:pt x="216721" y="427995"/>
                  </a:lnTo>
                  <a:lnTo>
                    <a:pt x="258441" y="405112"/>
                  </a:lnTo>
                  <a:lnTo>
                    <a:pt x="296821" y="384062"/>
                  </a:lnTo>
                  <a:lnTo>
                    <a:pt x="332355" y="364573"/>
                  </a:lnTo>
                  <a:lnTo>
                    <a:pt x="365436" y="346429"/>
                  </a:lnTo>
                  <a:lnTo>
                    <a:pt x="396381" y="329457"/>
                  </a:lnTo>
                  <a:lnTo>
                    <a:pt x="425450" y="313513"/>
                  </a:lnTo>
                  <a:lnTo>
                    <a:pt x="452857" y="298481"/>
                  </a:lnTo>
                  <a:lnTo>
                    <a:pt x="478781" y="284263"/>
                  </a:lnTo>
                  <a:lnTo>
                    <a:pt x="503376" y="270773"/>
                  </a:lnTo>
                  <a:lnTo>
                    <a:pt x="526770" y="257942"/>
                  </a:lnTo>
                  <a:lnTo>
                    <a:pt x="549076" y="245708"/>
                  </a:lnTo>
                  <a:lnTo>
                    <a:pt x="570390" y="234018"/>
                  </a:lnTo>
                  <a:lnTo>
                    <a:pt x="590796" y="222826"/>
                  </a:lnTo>
                  <a:lnTo>
                    <a:pt x="610370" y="212090"/>
                  </a:lnTo>
                  <a:lnTo>
                    <a:pt x="629176" y="201776"/>
                  </a:lnTo>
                  <a:lnTo>
                    <a:pt x="647272" y="191850"/>
                  </a:lnTo>
                  <a:lnTo>
                    <a:pt x="664710" y="182286"/>
                  </a:lnTo>
                  <a:lnTo>
                    <a:pt x="681536" y="173058"/>
                  </a:lnTo>
                  <a:lnTo>
                    <a:pt x="697791" y="164142"/>
                  </a:lnTo>
                  <a:lnTo>
                    <a:pt x="713513" y="155519"/>
                  </a:lnTo>
                  <a:lnTo>
                    <a:pt x="728736" y="147170"/>
                  </a:lnTo>
                  <a:lnTo>
                    <a:pt x="743491" y="139077"/>
                  </a:lnTo>
                  <a:lnTo>
                    <a:pt x="757805" y="131226"/>
                  </a:lnTo>
                  <a:lnTo>
                    <a:pt x="771704" y="123603"/>
                  </a:lnTo>
                  <a:lnTo>
                    <a:pt x="785212" y="116195"/>
                  </a:lnTo>
                  <a:lnTo>
                    <a:pt x="798349" y="108989"/>
                  </a:lnTo>
                  <a:lnTo>
                    <a:pt x="811136" y="101976"/>
                  </a:lnTo>
                  <a:lnTo>
                    <a:pt x="823591" y="95145"/>
                  </a:lnTo>
                  <a:lnTo>
                    <a:pt x="835731" y="88486"/>
                  </a:lnTo>
                  <a:lnTo>
                    <a:pt x="847570" y="81993"/>
                  </a:lnTo>
                  <a:lnTo>
                    <a:pt x="859125" y="75655"/>
                  </a:lnTo>
                  <a:lnTo>
                    <a:pt x="870408" y="69467"/>
                  </a:lnTo>
                  <a:lnTo>
                    <a:pt x="881431" y="63421"/>
                  </a:lnTo>
                  <a:lnTo>
                    <a:pt x="892206" y="57511"/>
                  </a:lnTo>
                  <a:lnTo>
                    <a:pt x="902745" y="51731"/>
                  </a:lnTo>
                  <a:lnTo>
                    <a:pt x="913057" y="46075"/>
                  </a:lnTo>
                  <a:lnTo>
                    <a:pt x="923152" y="40539"/>
                  </a:lnTo>
                  <a:lnTo>
                    <a:pt x="933038" y="35116"/>
                  </a:lnTo>
                  <a:lnTo>
                    <a:pt x="942725" y="29803"/>
                  </a:lnTo>
                  <a:lnTo>
                    <a:pt x="952220" y="24595"/>
                  </a:lnTo>
                  <a:lnTo>
                    <a:pt x="961531" y="19489"/>
                  </a:lnTo>
                  <a:lnTo>
                    <a:pt x="970664" y="14479"/>
                  </a:lnTo>
                  <a:lnTo>
                    <a:pt x="979627" y="9564"/>
                  </a:lnTo>
                  <a:lnTo>
                    <a:pt x="988425" y="4738"/>
                  </a:lnTo>
                  <a:lnTo>
                    <a:pt x="99706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36888" y="1607651"/>
              <a:ext cx="997065" cy="4827"/>
            </a:xfrm>
            <a:custGeom>
              <a:avLst/>
              <a:pathLst>
                <a:path w="997065" h="4827">
                  <a:moveTo>
                    <a:pt x="0" y="4827"/>
                  </a:moveTo>
                  <a:lnTo>
                    <a:pt x="64026" y="4517"/>
                  </a:lnTo>
                  <a:lnTo>
                    <a:pt x="120502" y="4244"/>
                  </a:lnTo>
                  <a:lnTo>
                    <a:pt x="171021" y="3999"/>
                  </a:lnTo>
                  <a:lnTo>
                    <a:pt x="216721" y="3778"/>
                  </a:lnTo>
                  <a:lnTo>
                    <a:pt x="258441" y="3576"/>
                  </a:lnTo>
                  <a:lnTo>
                    <a:pt x="296821" y="3390"/>
                  </a:lnTo>
                  <a:lnTo>
                    <a:pt x="332355" y="3218"/>
                  </a:lnTo>
                  <a:lnTo>
                    <a:pt x="365436" y="3058"/>
                  </a:lnTo>
                  <a:lnTo>
                    <a:pt x="396381" y="2908"/>
                  </a:lnTo>
                  <a:lnTo>
                    <a:pt x="425450" y="2767"/>
                  </a:lnTo>
                  <a:lnTo>
                    <a:pt x="452857" y="2635"/>
                  </a:lnTo>
                  <a:lnTo>
                    <a:pt x="478781" y="2509"/>
                  </a:lnTo>
                  <a:lnTo>
                    <a:pt x="503376" y="2390"/>
                  </a:lnTo>
                  <a:lnTo>
                    <a:pt x="526770" y="2277"/>
                  </a:lnTo>
                  <a:lnTo>
                    <a:pt x="549076" y="2169"/>
                  </a:lnTo>
                  <a:lnTo>
                    <a:pt x="570390" y="2065"/>
                  </a:lnTo>
                  <a:lnTo>
                    <a:pt x="590796" y="1967"/>
                  </a:lnTo>
                  <a:lnTo>
                    <a:pt x="610370" y="1872"/>
                  </a:lnTo>
                  <a:lnTo>
                    <a:pt x="629176" y="1781"/>
                  </a:lnTo>
                  <a:lnTo>
                    <a:pt x="647272" y="1693"/>
                  </a:lnTo>
                  <a:lnTo>
                    <a:pt x="664710" y="1609"/>
                  </a:lnTo>
                  <a:lnTo>
                    <a:pt x="681536" y="1527"/>
                  </a:lnTo>
                  <a:lnTo>
                    <a:pt x="697791" y="1449"/>
                  </a:lnTo>
                  <a:lnTo>
                    <a:pt x="713513" y="1372"/>
                  </a:lnTo>
                  <a:lnTo>
                    <a:pt x="728736" y="1299"/>
                  </a:lnTo>
                  <a:lnTo>
                    <a:pt x="743491" y="1227"/>
                  </a:lnTo>
                  <a:lnTo>
                    <a:pt x="757805" y="1158"/>
                  </a:lnTo>
                  <a:lnTo>
                    <a:pt x="771704" y="1091"/>
                  </a:lnTo>
                  <a:lnTo>
                    <a:pt x="785212" y="1025"/>
                  </a:lnTo>
                  <a:lnTo>
                    <a:pt x="798349" y="962"/>
                  </a:lnTo>
                  <a:lnTo>
                    <a:pt x="811136" y="900"/>
                  </a:lnTo>
                  <a:lnTo>
                    <a:pt x="823591" y="839"/>
                  </a:lnTo>
                  <a:lnTo>
                    <a:pt x="835731" y="781"/>
                  </a:lnTo>
                  <a:lnTo>
                    <a:pt x="847570" y="723"/>
                  </a:lnTo>
                  <a:lnTo>
                    <a:pt x="859125" y="667"/>
                  </a:lnTo>
                  <a:lnTo>
                    <a:pt x="870408" y="613"/>
                  </a:lnTo>
                  <a:lnTo>
                    <a:pt x="881431" y="559"/>
                  </a:lnTo>
                  <a:lnTo>
                    <a:pt x="892206" y="507"/>
                  </a:lnTo>
                  <a:lnTo>
                    <a:pt x="902745" y="456"/>
                  </a:lnTo>
                  <a:lnTo>
                    <a:pt x="913057" y="406"/>
                  </a:lnTo>
                  <a:lnTo>
                    <a:pt x="923152" y="357"/>
                  </a:lnTo>
                  <a:lnTo>
                    <a:pt x="933038" y="310"/>
                  </a:lnTo>
                  <a:lnTo>
                    <a:pt x="942725" y="263"/>
                  </a:lnTo>
                  <a:lnTo>
                    <a:pt x="952220" y="217"/>
                  </a:lnTo>
                  <a:lnTo>
                    <a:pt x="961531" y="172"/>
                  </a:lnTo>
                  <a:lnTo>
                    <a:pt x="970664" y="127"/>
                  </a:lnTo>
                  <a:lnTo>
                    <a:pt x="979627" y="84"/>
                  </a:lnTo>
                  <a:lnTo>
                    <a:pt x="988425" y="41"/>
                  </a:lnTo>
                  <a:lnTo>
                    <a:pt x="99706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36888" y="1686666"/>
              <a:ext cx="997065" cy="202316"/>
            </a:xfrm>
            <a:custGeom>
              <a:avLst/>
              <a:pathLst>
                <a:path w="997065" h="202316">
                  <a:moveTo>
                    <a:pt x="0" y="0"/>
                  </a:moveTo>
                  <a:lnTo>
                    <a:pt x="64026" y="12991"/>
                  </a:lnTo>
                  <a:lnTo>
                    <a:pt x="120502" y="24451"/>
                  </a:lnTo>
                  <a:lnTo>
                    <a:pt x="171021" y="34702"/>
                  </a:lnTo>
                  <a:lnTo>
                    <a:pt x="216721" y="43975"/>
                  </a:lnTo>
                  <a:lnTo>
                    <a:pt x="258441" y="52441"/>
                  </a:lnTo>
                  <a:lnTo>
                    <a:pt x="296821" y="60228"/>
                  </a:lnTo>
                  <a:lnTo>
                    <a:pt x="332355" y="67438"/>
                  </a:lnTo>
                  <a:lnTo>
                    <a:pt x="365436" y="74151"/>
                  </a:lnTo>
                  <a:lnTo>
                    <a:pt x="396381" y="80430"/>
                  </a:lnTo>
                  <a:lnTo>
                    <a:pt x="425450" y="86329"/>
                  </a:lnTo>
                  <a:lnTo>
                    <a:pt x="452857" y="91890"/>
                  </a:lnTo>
                  <a:lnTo>
                    <a:pt x="478781" y="97150"/>
                  </a:lnTo>
                  <a:lnTo>
                    <a:pt x="503376" y="102141"/>
                  </a:lnTo>
                  <a:lnTo>
                    <a:pt x="526770" y="106888"/>
                  </a:lnTo>
                  <a:lnTo>
                    <a:pt x="549076" y="111414"/>
                  </a:lnTo>
                  <a:lnTo>
                    <a:pt x="570390" y="115739"/>
                  </a:lnTo>
                  <a:lnTo>
                    <a:pt x="590796" y="119879"/>
                  </a:lnTo>
                  <a:lnTo>
                    <a:pt x="610370" y="123851"/>
                  </a:lnTo>
                  <a:lnTo>
                    <a:pt x="629176" y="127667"/>
                  </a:lnTo>
                  <a:lnTo>
                    <a:pt x="647272" y="131339"/>
                  </a:lnTo>
                  <a:lnTo>
                    <a:pt x="664710" y="134877"/>
                  </a:lnTo>
                  <a:lnTo>
                    <a:pt x="681536" y="138291"/>
                  </a:lnTo>
                  <a:lnTo>
                    <a:pt x="697791" y="141590"/>
                  </a:lnTo>
                  <a:lnTo>
                    <a:pt x="713513" y="144780"/>
                  </a:lnTo>
                  <a:lnTo>
                    <a:pt x="728736" y="147869"/>
                  </a:lnTo>
                  <a:lnTo>
                    <a:pt x="743491" y="150863"/>
                  </a:lnTo>
                  <a:lnTo>
                    <a:pt x="757805" y="153768"/>
                  </a:lnTo>
                  <a:lnTo>
                    <a:pt x="771704" y="156588"/>
                  </a:lnTo>
                  <a:lnTo>
                    <a:pt x="785212" y="159329"/>
                  </a:lnTo>
                  <a:lnTo>
                    <a:pt x="798349" y="161994"/>
                  </a:lnTo>
                  <a:lnTo>
                    <a:pt x="811136" y="164589"/>
                  </a:lnTo>
                  <a:lnTo>
                    <a:pt x="823591" y="167116"/>
                  </a:lnTo>
                  <a:lnTo>
                    <a:pt x="835731" y="169580"/>
                  </a:lnTo>
                  <a:lnTo>
                    <a:pt x="847570" y="171982"/>
                  </a:lnTo>
                  <a:lnTo>
                    <a:pt x="859125" y="174327"/>
                  </a:lnTo>
                  <a:lnTo>
                    <a:pt x="870408" y="176616"/>
                  </a:lnTo>
                  <a:lnTo>
                    <a:pt x="881431" y="178853"/>
                  </a:lnTo>
                  <a:lnTo>
                    <a:pt x="892206" y="181039"/>
                  </a:lnTo>
                  <a:lnTo>
                    <a:pt x="902745" y="183178"/>
                  </a:lnTo>
                  <a:lnTo>
                    <a:pt x="913057" y="185270"/>
                  </a:lnTo>
                  <a:lnTo>
                    <a:pt x="923152" y="187318"/>
                  </a:lnTo>
                  <a:lnTo>
                    <a:pt x="933038" y="189324"/>
                  </a:lnTo>
                  <a:lnTo>
                    <a:pt x="942725" y="191290"/>
                  </a:lnTo>
                  <a:lnTo>
                    <a:pt x="952220" y="193217"/>
                  </a:lnTo>
                  <a:lnTo>
                    <a:pt x="961531" y="195106"/>
                  </a:lnTo>
                  <a:lnTo>
                    <a:pt x="970664" y="196959"/>
                  </a:lnTo>
                  <a:lnTo>
                    <a:pt x="979627" y="198778"/>
                  </a:lnTo>
                  <a:lnTo>
                    <a:pt x="988425" y="200563"/>
                  </a:lnTo>
                  <a:lnTo>
                    <a:pt x="997065" y="20231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36888" y="1955497"/>
              <a:ext cx="997065" cy="41243"/>
            </a:xfrm>
            <a:custGeom>
              <a:avLst/>
              <a:pathLst>
                <a:path w="997065" h="41243">
                  <a:moveTo>
                    <a:pt x="0" y="41243"/>
                  </a:moveTo>
                  <a:lnTo>
                    <a:pt x="64026" y="38595"/>
                  </a:lnTo>
                  <a:lnTo>
                    <a:pt x="120502" y="36259"/>
                  </a:lnTo>
                  <a:lnTo>
                    <a:pt x="171021" y="34169"/>
                  </a:lnTo>
                  <a:lnTo>
                    <a:pt x="216721" y="32279"/>
                  </a:lnTo>
                  <a:lnTo>
                    <a:pt x="258441" y="30553"/>
                  </a:lnTo>
                  <a:lnTo>
                    <a:pt x="296821" y="28965"/>
                  </a:lnTo>
                  <a:lnTo>
                    <a:pt x="332355" y="27495"/>
                  </a:lnTo>
                  <a:lnTo>
                    <a:pt x="365436" y="26127"/>
                  </a:lnTo>
                  <a:lnTo>
                    <a:pt x="396381" y="24847"/>
                  </a:lnTo>
                  <a:lnTo>
                    <a:pt x="425450" y="23645"/>
                  </a:lnTo>
                  <a:lnTo>
                    <a:pt x="452857" y="22511"/>
                  </a:lnTo>
                  <a:lnTo>
                    <a:pt x="478781" y="21438"/>
                  </a:lnTo>
                  <a:lnTo>
                    <a:pt x="503376" y="20421"/>
                  </a:lnTo>
                  <a:lnTo>
                    <a:pt x="526770" y="19453"/>
                  </a:lnTo>
                  <a:lnTo>
                    <a:pt x="549076" y="18531"/>
                  </a:lnTo>
                  <a:lnTo>
                    <a:pt x="570390" y="17649"/>
                  </a:lnTo>
                  <a:lnTo>
                    <a:pt x="590796" y="16805"/>
                  </a:lnTo>
                  <a:lnTo>
                    <a:pt x="610370" y="15995"/>
                  </a:lnTo>
                  <a:lnTo>
                    <a:pt x="629176" y="15217"/>
                  </a:lnTo>
                  <a:lnTo>
                    <a:pt x="647272" y="14469"/>
                  </a:lnTo>
                  <a:lnTo>
                    <a:pt x="664710" y="13747"/>
                  </a:lnTo>
                  <a:lnTo>
                    <a:pt x="681536" y="13051"/>
                  </a:lnTo>
                  <a:lnTo>
                    <a:pt x="697791" y="12379"/>
                  </a:lnTo>
                  <a:lnTo>
                    <a:pt x="713513" y="11729"/>
                  </a:lnTo>
                  <a:lnTo>
                    <a:pt x="728736" y="11099"/>
                  </a:lnTo>
                  <a:lnTo>
                    <a:pt x="743491" y="10489"/>
                  </a:lnTo>
                  <a:lnTo>
                    <a:pt x="757805" y="9897"/>
                  </a:lnTo>
                  <a:lnTo>
                    <a:pt x="771704" y="9322"/>
                  </a:lnTo>
                  <a:lnTo>
                    <a:pt x="785212" y="8763"/>
                  </a:lnTo>
                  <a:lnTo>
                    <a:pt x="798349" y="8219"/>
                  </a:lnTo>
                  <a:lnTo>
                    <a:pt x="811136" y="7691"/>
                  </a:lnTo>
                  <a:lnTo>
                    <a:pt x="823591" y="7175"/>
                  </a:lnTo>
                  <a:lnTo>
                    <a:pt x="835731" y="6673"/>
                  </a:lnTo>
                  <a:lnTo>
                    <a:pt x="847570" y="6183"/>
                  </a:lnTo>
                  <a:lnTo>
                    <a:pt x="859125" y="5705"/>
                  </a:lnTo>
                  <a:lnTo>
                    <a:pt x="870408" y="5239"/>
                  </a:lnTo>
                  <a:lnTo>
                    <a:pt x="881431" y="4783"/>
                  </a:lnTo>
                  <a:lnTo>
                    <a:pt x="892206" y="4337"/>
                  </a:lnTo>
                  <a:lnTo>
                    <a:pt x="902745" y="3901"/>
                  </a:lnTo>
                  <a:lnTo>
                    <a:pt x="913057" y="3475"/>
                  </a:lnTo>
                  <a:lnTo>
                    <a:pt x="923152" y="3057"/>
                  </a:lnTo>
                  <a:lnTo>
                    <a:pt x="933038" y="2648"/>
                  </a:lnTo>
                  <a:lnTo>
                    <a:pt x="942725" y="2247"/>
                  </a:lnTo>
                  <a:lnTo>
                    <a:pt x="952220" y="1855"/>
                  </a:lnTo>
                  <a:lnTo>
                    <a:pt x="961531" y="1469"/>
                  </a:lnTo>
                  <a:lnTo>
                    <a:pt x="970664" y="1092"/>
                  </a:lnTo>
                  <a:lnTo>
                    <a:pt x="979627" y="721"/>
                  </a:lnTo>
                  <a:lnTo>
                    <a:pt x="988425" y="357"/>
                  </a:lnTo>
                  <a:lnTo>
                    <a:pt x="99706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36888" y="2000574"/>
              <a:ext cx="997065" cy="58286"/>
            </a:xfrm>
            <a:custGeom>
              <a:avLst/>
              <a:pathLst>
                <a:path w="997065" h="58286">
                  <a:moveTo>
                    <a:pt x="0" y="0"/>
                  </a:moveTo>
                  <a:lnTo>
                    <a:pt x="64026" y="3742"/>
                  </a:lnTo>
                  <a:lnTo>
                    <a:pt x="120502" y="7044"/>
                  </a:lnTo>
                  <a:lnTo>
                    <a:pt x="171021" y="9997"/>
                  </a:lnTo>
                  <a:lnTo>
                    <a:pt x="216721" y="12669"/>
                  </a:lnTo>
                  <a:lnTo>
                    <a:pt x="258441" y="15108"/>
                  </a:lnTo>
                  <a:lnTo>
                    <a:pt x="296821" y="17351"/>
                  </a:lnTo>
                  <a:lnTo>
                    <a:pt x="332355" y="19428"/>
                  </a:lnTo>
                  <a:lnTo>
                    <a:pt x="365436" y="21362"/>
                  </a:lnTo>
                  <a:lnTo>
                    <a:pt x="396381" y="23171"/>
                  </a:lnTo>
                  <a:lnTo>
                    <a:pt x="425450" y="24871"/>
                  </a:lnTo>
                  <a:lnTo>
                    <a:pt x="452857" y="26473"/>
                  </a:lnTo>
                  <a:lnTo>
                    <a:pt x="478781" y="27988"/>
                  </a:lnTo>
                  <a:lnTo>
                    <a:pt x="503376" y="29426"/>
                  </a:lnTo>
                  <a:lnTo>
                    <a:pt x="526770" y="30794"/>
                  </a:lnTo>
                  <a:lnTo>
                    <a:pt x="549076" y="32098"/>
                  </a:lnTo>
                  <a:lnTo>
                    <a:pt x="570390" y="33344"/>
                  </a:lnTo>
                  <a:lnTo>
                    <a:pt x="590796" y="34537"/>
                  </a:lnTo>
                  <a:lnTo>
                    <a:pt x="610370" y="35681"/>
                  </a:lnTo>
                  <a:lnTo>
                    <a:pt x="629176" y="36780"/>
                  </a:lnTo>
                  <a:lnTo>
                    <a:pt x="647272" y="37838"/>
                  </a:lnTo>
                  <a:lnTo>
                    <a:pt x="664710" y="38857"/>
                  </a:lnTo>
                  <a:lnTo>
                    <a:pt x="681536" y="39841"/>
                  </a:lnTo>
                  <a:lnTo>
                    <a:pt x="697791" y="40791"/>
                  </a:lnTo>
                  <a:lnTo>
                    <a:pt x="713513" y="41710"/>
                  </a:lnTo>
                  <a:lnTo>
                    <a:pt x="728736" y="42600"/>
                  </a:lnTo>
                  <a:lnTo>
                    <a:pt x="743491" y="43463"/>
                  </a:lnTo>
                  <a:lnTo>
                    <a:pt x="757805" y="44300"/>
                  </a:lnTo>
                  <a:lnTo>
                    <a:pt x="771704" y="45112"/>
                  </a:lnTo>
                  <a:lnTo>
                    <a:pt x="785212" y="45902"/>
                  </a:lnTo>
                  <a:lnTo>
                    <a:pt x="798349" y="46670"/>
                  </a:lnTo>
                  <a:lnTo>
                    <a:pt x="811136" y="47417"/>
                  </a:lnTo>
                  <a:lnTo>
                    <a:pt x="823591" y="48145"/>
                  </a:lnTo>
                  <a:lnTo>
                    <a:pt x="835731" y="48855"/>
                  </a:lnTo>
                  <a:lnTo>
                    <a:pt x="847570" y="49547"/>
                  </a:lnTo>
                  <a:lnTo>
                    <a:pt x="859125" y="50223"/>
                  </a:lnTo>
                  <a:lnTo>
                    <a:pt x="870408" y="50882"/>
                  </a:lnTo>
                  <a:lnTo>
                    <a:pt x="881431" y="51527"/>
                  </a:lnTo>
                  <a:lnTo>
                    <a:pt x="892206" y="52157"/>
                  </a:lnTo>
                  <a:lnTo>
                    <a:pt x="902745" y="52773"/>
                  </a:lnTo>
                  <a:lnTo>
                    <a:pt x="913057" y="53375"/>
                  </a:lnTo>
                  <a:lnTo>
                    <a:pt x="923152" y="53966"/>
                  </a:lnTo>
                  <a:lnTo>
                    <a:pt x="933038" y="54544"/>
                  </a:lnTo>
                  <a:lnTo>
                    <a:pt x="942725" y="55110"/>
                  </a:lnTo>
                  <a:lnTo>
                    <a:pt x="952220" y="55665"/>
                  </a:lnTo>
                  <a:lnTo>
                    <a:pt x="961531" y="56209"/>
                  </a:lnTo>
                  <a:lnTo>
                    <a:pt x="970664" y="56743"/>
                  </a:lnTo>
                  <a:lnTo>
                    <a:pt x="979627" y="57267"/>
                  </a:lnTo>
                  <a:lnTo>
                    <a:pt x="988425" y="57781"/>
                  </a:lnTo>
                  <a:lnTo>
                    <a:pt x="997065" y="5828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36888" y="1877189"/>
              <a:ext cx="997065" cy="34690"/>
            </a:xfrm>
            <a:custGeom>
              <a:avLst/>
              <a:pathLst>
                <a:path w="997065" h="34690">
                  <a:moveTo>
                    <a:pt x="0" y="34690"/>
                  </a:moveTo>
                  <a:lnTo>
                    <a:pt x="64026" y="32462"/>
                  </a:lnTo>
                  <a:lnTo>
                    <a:pt x="120502" y="30497"/>
                  </a:lnTo>
                  <a:lnTo>
                    <a:pt x="171021" y="28740"/>
                  </a:lnTo>
                  <a:lnTo>
                    <a:pt x="216721" y="27150"/>
                  </a:lnTo>
                  <a:lnTo>
                    <a:pt x="258441" y="25698"/>
                  </a:lnTo>
                  <a:lnTo>
                    <a:pt x="296821" y="24363"/>
                  </a:lnTo>
                  <a:lnTo>
                    <a:pt x="332355" y="23126"/>
                  </a:lnTo>
                  <a:lnTo>
                    <a:pt x="365436" y="21975"/>
                  </a:lnTo>
                  <a:lnTo>
                    <a:pt x="396381" y="20899"/>
                  </a:lnTo>
                  <a:lnTo>
                    <a:pt x="425450" y="19887"/>
                  </a:lnTo>
                  <a:lnTo>
                    <a:pt x="452857" y="18934"/>
                  </a:lnTo>
                  <a:lnTo>
                    <a:pt x="478781" y="18032"/>
                  </a:lnTo>
                  <a:lnTo>
                    <a:pt x="503376" y="17176"/>
                  </a:lnTo>
                  <a:lnTo>
                    <a:pt x="526770" y="16362"/>
                  </a:lnTo>
                  <a:lnTo>
                    <a:pt x="549076" y="15586"/>
                  </a:lnTo>
                  <a:lnTo>
                    <a:pt x="570390" y="14845"/>
                  </a:lnTo>
                  <a:lnTo>
                    <a:pt x="590796" y="14135"/>
                  </a:lnTo>
                  <a:lnTo>
                    <a:pt x="610370" y="13454"/>
                  </a:lnTo>
                  <a:lnTo>
                    <a:pt x="629176" y="12799"/>
                  </a:lnTo>
                  <a:lnTo>
                    <a:pt x="647272" y="12170"/>
                  </a:lnTo>
                  <a:lnTo>
                    <a:pt x="664710" y="11563"/>
                  </a:lnTo>
                  <a:lnTo>
                    <a:pt x="681536" y="10978"/>
                  </a:lnTo>
                  <a:lnTo>
                    <a:pt x="697791" y="10412"/>
                  </a:lnTo>
                  <a:lnTo>
                    <a:pt x="713513" y="9865"/>
                  </a:lnTo>
                  <a:lnTo>
                    <a:pt x="728736" y="9335"/>
                  </a:lnTo>
                  <a:lnTo>
                    <a:pt x="743491" y="8822"/>
                  </a:lnTo>
                  <a:lnTo>
                    <a:pt x="757805" y="8324"/>
                  </a:lnTo>
                  <a:lnTo>
                    <a:pt x="771704" y="7840"/>
                  </a:lnTo>
                  <a:lnTo>
                    <a:pt x="785212" y="7370"/>
                  </a:lnTo>
                  <a:lnTo>
                    <a:pt x="798349" y="6913"/>
                  </a:lnTo>
                  <a:lnTo>
                    <a:pt x="811136" y="6468"/>
                  </a:lnTo>
                  <a:lnTo>
                    <a:pt x="823591" y="6035"/>
                  </a:lnTo>
                  <a:lnTo>
                    <a:pt x="835731" y="5613"/>
                  </a:lnTo>
                  <a:lnTo>
                    <a:pt x="847570" y="5201"/>
                  </a:lnTo>
                  <a:lnTo>
                    <a:pt x="859125" y="4799"/>
                  </a:lnTo>
                  <a:lnTo>
                    <a:pt x="870408" y="4406"/>
                  </a:lnTo>
                  <a:lnTo>
                    <a:pt x="881431" y="4023"/>
                  </a:lnTo>
                  <a:lnTo>
                    <a:pt x="892206" y="3648"/>
                  </a:lnTo>
                  <a:lnTo>
                    <a:pt x="902745" y="3281"/>
                  </a:lnTo>
                  <a:lnTo>
                    <a:pt x="913057" y="2922"/>
                  </a:lnTo>
                  <a:lnTo>
                    <a:pt x="923152" y="2571"/>
                  </a:lnTo>
                  <a:lnTo>
                    <a:pt x="933038" y="2227"/>
                  </a:lnTo>
                  <a:lnTo>
                    <a:pt x="942725" y="1890"/>
                  </a:lnTo>
                  <a:lnTo>
                    <a:pt x="952220" y="1560"/>
                  </a:lnTo>
                  <a:lnTo>
                    <a:pt x="961531" y="1236"/>
                  </a:lnTo>
                  <a:lnTo>
                    <a:pt x="970664" y="918"/>
                  </a:lnTo>
                  <a:lnTo>
                    <a:pt x="979627" y="606"/>
                  </a:lnTo>
                  <a:lnTo>
                    <a:pt x="988425" y="300"/>
                  </a:lnTo>
                  <a:lnTo>
                    <a:pt x="99706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26250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234034" y="19764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34034" y="17178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34034" y="14593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250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336888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466924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001598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33395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4262502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53745" y="19257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17663" y="18476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758895" y="180581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743925" y="197679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52072" y="20044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56521" y="14948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15223" y="19259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58376" y="17369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53960" y="19245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42364" y="19737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71167" y="18389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86493" y="193039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61119" y="16749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55581" y="19598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59270" y="19138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77182" y="17366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63088" y="20070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8926" y="19259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92346" y="186302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72481" y="13155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92128" y="15415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88697" y="18668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88596" y="18363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84513" y="199684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52843" y="18794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76812" y="18346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83323" y="19527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92591" y="191048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09991" y="20899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00368" y="19275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15477" y="19116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90177" y="18277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97807" y="14814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23596" y="14210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15729" y="16567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396048" y="17441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394318" y="17524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05681" y="16937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383253" y="17307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14589" y="168655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382925" y="19346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15895" y="18527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382754" y="190997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388837" y="16224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03419" y="16920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20508" y="18410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20936" y="17285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396867" y="129855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34331" y="17396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28167" y="182318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30169" y="17444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46414" y="17339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56582" y="17862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16669" y="17464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33510" y="16622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22297" y="173704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28920" y="19041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40865" y="15411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47041" y="19050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54815" y="189178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58070" y="182207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21910" y="17560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27733" y="176803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20985" y="190236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43461" y="167770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55666" y="17796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31839" y="18279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57974" y="17784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29047" y="18304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57532" y="15904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33252" y="17920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46899" y="17459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63013" y="1757866"/>
              <a:ext cx="1003620" cy="110274"/>
            </a:xfrm>
            <a:custGeom>
              <a:avLst/>
              <a:pathLst>
                <a:path w="1003620" h="110274">
                  <a:moveTo>
                    <a:pt x="0" y="110274"/>
                  </a:moveTo>
                  <a:lnTo>
                    <a:pt x="64447" y="103192"/>
                  </a:lnTo>
                  <a:lnTo>
                    <a:pt x="121294" y="96946"/>
                  </a:lnTo>
                  <a:lnTo>
                    <a:pt x="172145" y="91359"/>
                  </a:lnTo>
                  <a:lnTo>
                    <a:pt x="218145" y="86304"/>
                  </a:lnTo>
                  <a:lnTo>
                    <a:pt x="260141" y="81690"/>
                  </a:lnTo>
                  <a:lnTo>
                    <a:pt x="298772" y="77445"/>
                  </a:lnTo>
                  <a:lnTo>
                    <a:pt x="334540" y="73516"/>
                  </a:lnTo>
                  <a:lnTo>
                    <a:pt x="367838" y="69857"/>
                  </a:lnTo>
                  <a:lnTo>
                    <a:pt x="398987" y="66434"/>
                  </a:lnTo>
                  <a:lnTo>
                    <a:pt x="428247" y="63219"/>
                  </a:lnTo>
                  <a:lnTo>
                    <a:pt x="455834" y="60188"/>
                  </a:lnTo>
                  <a:lnTo>
                    <a:pt x="481929" y="57321"/>
                  </a:lnTo>
                  <a:lnTo>
                    <a:pt x="506685" y="54601"/>
                  </a:lnTo>
                  <a:lnTo>
                    <a:pt x="530233" y="52013"/>
                  </a:lnTo>
                  <a:lnTo>
                    <a:pt x="552686" y="49546"/>
                  </a:lnTo>
                  <a:lnTo>
                    <a:pt x="574140" y="47189"/>
                  </a:lnTo>
                  <a:lnTo>
                    <a:pt x="594681" y="44932"/>
                  </a:lnTo>
                  <a:lnTo>
                    <a:pt x="614383" y="42767"/>
                  </a:lnTo>
                  <a:lnTo>
                    <a:pt x="633313" y="40687"/>
                  </a:lnTo>
                  <a:lnTo>
                    <a:pt x="651528" y="38686"/>
                  </a:lnTo>
                  <a:lnTo>
                    <a:pt x="669080" y="36758"/>
                  </a:lnTo>
                  <a:lnTo>
                    <a:pt x="686017" y="34897"/>
                  </a:lnTo>
                  <a:lnTo>
                    <a:pt x="702379" y="33099"/>
                  </a:lnTo>
                  <a:lnTo>
                    <a:pt x="718204" y="31360"/>
                  </a:lnTo>
                  <a:lnTo>
                    <a:pt x="733528" y="29676"/>
                  </a:lnTo>
                  <a:lnTo>
                    <a:pt x="748379" y="28044"/>
                  </a:lnTo>
                  <a:lnTo>
                    <a:pt x="762787" y="26461"/>
                  </a:lnTo>
                  <a:lnTo>
                    <a:pt x="776778" y="24924"/>
                  </a:lnTo>
                  <a:lnTo>
                    <a:pt x="790374" y="23430"/>
                  </a:lnTo>
                  <a:lnTo>
                    <a:pt x="803598" y="21977"/>
                  </a:lnTo>
                  <a:lnTo>
                    <a:pt x="816469" y="20563"/>
                  </a:lnTo>
                  <a:lnTo>
                    <a:pt x="829006" y="19185"/>
                  </a:lnTo>
                  <a:lnTo>
                    <a:pt x="841226" y="17843"/>
                  </a:lnTo>
                  <a:lnTo>
                    <a:pt x="853143" y="16533"/>
                  </a:lnTo>
                  <a:lnTo>
                    <a:pt x="864774" y="15255"/>
                  </a:lnTo>
                  <a:lnTo>
                    <a:pt x="876130" y="14008"/>
                  </a:lnTo>
                  <a:lnTo>
                    <a:pt x="887226" y="12788"/>
                  </a:lnTo>
                  <a:lnTo>
                    <a:pt x="898072" y="11597"/>
                  </a:lnTo>
                  <a:lnTo>
                    <a:pt x="908680" y="10431"/>
                  </a:lnTo>
                  <a:lnTo>
                    <a:pt x="919060" y="9291"/>
                  </a:lnTo>
                  <a:lnTo>
                    <a:pt x="929221" y="8174"/>
                  </a:lnTo>
                  <a:lnTo>
                    <a:pt x="939173" y="7081"/>
                  </a:lnTo>
                  <a:lnTo>
                    <a:pt x="948923" y="6009"/>
                  </a:lnTo>
                  <a:lnTo>
                    <a:pt x="958481" y="4959"/>
                  </a:lnTo>
                  <a:lnTo>
                    <a:pt x="967853" y="3929"/>
                  </a:lnTo>
                  <a:lnTo>
                    <a:pt x="977046" y="2919"/>
                  </a:lnTo>
                  <a:lnTo>
                    <a:pt x="986068" y="1928"/>
                  </a:lnTo>
                  <a:lnTo>
                    <a:pt x="994924" y="955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63013" y="1795109"/>
              <a:ext cx="1003620" cy="205175"/>
            </a:xfrm>
            <a:custGeom>
              <a:avLst/>
              <a:pathLst>
                <a:path w="1003620" h="205175">
                  <a:moveTo>
                    <a:pt x="0" y="205175"/>
                  </a:moveTo>
                  <a:lnTo>
                    <a:pt x="64447" y="191999"/>
                  </a:lnTo>
                  <a:lnTo>
                    <a:pt x="121294" y="180378"/>
                  </a:lnTo>
                  <a:lnTo>
                    <a:pt x="172145" y="169982"/>
                  </a:lnTo>
                  <a:lnTo>
                    <a:pt x="218145" y="160578"/>
                  </a:lnTo>
                  <a:lnTo>
                    <a:pt x="260141" y="151993"/>
                  </a:lnTo>
                  <a:lnTo>
                    <a:pt x="298772" y="144095"/>
                  </a:lnTo>
                  <a:lnTo>
                    <a:pt x="334540" y="136783"/>
                  </a:lnTo>
                  <a:lnTo>
                    <a:pt x="367838" y="129976"/>
                  </a:lnTo>
                  <a:lnTo>
                    <a:pt x="398987" y="123608"/>
                  </a:lnTo>
                  <a:lnTo>
                    <a:pt x="428247" y="117626"/>
                  </a:lnTo>
                  <a:lnTo>
                    <a:pt x="455834" y="111986"/>
                  </a:lnTo>
                  <a:lnTo>
                    <a:pt x="481929" y="106651"/>
                  </a:lnTo>
                  <a:lnTo>
                    <a:pt x="506685" y="101590"/>
                  </a:lnTo>
                  <a:lnTo>
                    <a:pt x="530233" y="96776"/>
                  </a:lnTo>
                  <a:lnTo>
                    <a:pt x="552686" y="92186"/>
                  </a:lnTo>
                  <a:lnTo>
                    <a:pt x="574140" y="87800"/>
                  </a:lnTo>
                  <a:lnTo>
                    <a:pt x="594681" y="83601"/>
                  </a:lnTo>
                  <a:lnTo>
                    <a:pt x="614383" y="79573"/>
                  </a:lnTo>
                  <a:lnTo>
                    <a:pt x="633313" y="75703"/>
                  </a:lnTo>
                  <a:lnTo>
                    <a:pt x="651528" y="71980"/>
                  </a:lnTo>
                  <a:lnTo>
                    <a:pt x="669080" y="68391"/>
                  </a:lnTo>
                  <a:lnTo>
                    <a:pt x="686017" y="64929"/>
                  </a:lnTo>
                  <a:lnTo>
                    <a:pt x="702379" y="61584"/>
                  </a:lnTo>
                  <a:lnTo>
                    <a:pt x="718204" y="58349"/>
                  </a:lnTo>
                  <a:lnTo>
                    <a:pt x="733528" y="55216"/>
                  </a:lnTo>
                  <a:lnTo>
                    <a:pt x="748379" y="52180"/>
                  </a:lnTo>
                  <a:lnTo>
                    <a:pt x="762787" y="49234"/>
                  </a:lnTo>
                  <a:lnTo>
                    <a:pt x="776778" y="46374"/>
                  </a:lnTo>
                  <a:lnTo>
                    <a:pt x="790374" y="43594"/>
                  </a:lnTo>
                  <a:lnTo>
                    <a:pt x="803598" y="40891"/>
                  </a:lnTo>
                  <a:lnTo>
                    <a:pt x="816469" y="38260"/>
                  </a:lnTo>
                  <a:lnTo>
                    <a:pt x="829006" y="35697"/>
                  </a:lnTo>
                  <a:lnTo>
                    <a:pt x="841226" y="33199"/>
                  </a:lnTo>
                  <a:lnTo>
                    <a:pt x="853143" y="30762"/>
                  </a:lnTo>
                  <a:lnTo>
                    <a:pt x="864774" y="28385"/>
                  </a:lnTo>
                  <a:lnTo>
                    <a:pt x="876130" y="26063"/>
                  </a:lnTo>
                  <a:lnTo>
                    <a:pt x="887226" y="23795"/>
                  </a:lnTo>
                  <a:lnTo>
                    <a:pt x="898072" y="21577"/>
                  </a:lnTo>
                  <a:lnTo>
                    <a:pt x="908680" y="19409"/>
                  </a:lnTo>
                  <a:lnTo>
                    <a:pt x="919060" y="17287"/>
                  </a:lnTo>
                  <a:lnTo>
                    <a:pt x="929221" y="15209"/>
                  </a:lnTo>
                  <a:lnTo>
                    <a:pt x="939173" y="13175"/>
                  </a:lnTo>
                  <a:lnTo>
                    <a:pt x="948923" y="11181"/>
                  </a:lnTo>
                  <a:lnTo>
                    <a:pt x="958481" y="9228"/>
                  </a:lnTo>
                  <a:lnTo>
                    <a:pt x="967853" y="7312"/>
                  </a:lnTo>
                  <a:lnTo>
                    <a:pt x="977046" y="5432"/>
                  </a:lnTo>
                  <a:lnTo>
                    <a:pt x="986068" y="3588"/>
                  </a:lnTo>
                  <a:lnTo>
                    <a:pt x="994924" y="1777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63013" y="1830135"/>
              <a:ext cx="1003620" cy="36243"/>
            </a:xfrm>
            <a:custGeom>
              <a:avLst/>
              <a:pathLst>
                <a:path w="1003620" h="36243">
                  <a:moveTo>
                    <a:pt x="0" y="36243"/>
                  </a:moveTo>
                  <a:lnTo>
                    <a:pt x="64447" y="33916"/>
                  </a:lnTo>
                  <a:lnTo>
                    <a:pt x="121294" y="31863"/>
                  </a:lnTo>
                  <a:lnTo>
                    <a:pt x="172145" y="30027"/>
                  </a:lnTo>
                  <a:lnTo>
                    <a:pt x="218145" y="28365"/>
                  </a:lnTo>
                  <a:lnTo>
                    <a:pt x="260141" y="26849"/>
                  </a:lnTo>
                  <a:lnTo>
                    <a:pt x="298772" y="25454"/>
                  </a:lnTo>
                  <a:lnTo>
                    <a:pt x="334540" y="24162"/>
                  </a:lnTo>
                  <a:lnTo>
                    <a:pt x="367838" y="22960"/>
                  </a:lnTo>
                  <a:lnTo>
                    <a:pt x="398987" y="21835"/>
                  </a:lnTo>
                  <a:lnTo>
                    <a:pt x="428247" y="20778"/>
                  </a:lnTo>
                  <a:lnTo>
                    <a:pt x="455834" y="19782"/>
                  </a:lnTo>
                  <a:lnTo>
                    <a:pt x="481929" y="18839"/>
                  </a:lnTo>
                  <a:lnTo>
                    <a:pt x="506685" y="17945"/>
                  </a:lnTo>
                  <a:lnTo>
                    <a:pt x="530233" y="17095"/>
                  </a:lnTo>
                  <a:lnTo>
                    <a:pt x="552686" y="16284"/>
                  </a:lnTo>
                  <a:lnTo>
                    <a:pt x="574140" y="15509"/>
                  </a:lnTo>
                  <a:lnTo>
                    <a:pt x="594681" y="14768"/>
                  </a:lnTo>
                  <a:lnTo>
                    <a:pt x="614383" y="14056"/>
                  </a:lnTo>
                  <a:lnTo>
                    <a:pt x="633313" y="13372"/>
                  </a:lnTo>
                  <a:lnTo>
                    <a:pt x="651528" y="12715"/>
                  </a:lnTo>
                  <a:lnTo>
                    <a:pt x="669080" y="12081"/>
                  </a:lnTo>
                  <a:lnTo>
                    <a:pt x="686017" y="11469"/>
                  </a:lnTo>
                  <a:lnTo>
                    <a:pt x="702379" y="10878"/>
                  </a:lnTo>
                  <a:lnTo>
                    <a:pt x="718204" y="10307"/>
                  </a:lnTo>
                  <a:lnTo>
                    <a:pt x="733528" y="9753"/>
                  </a:lnTo>
                  <a:lnTo>
                    <a:pt x="748379" y="9217"/>
                  </a:lnTo>
                  <a:lnTo>
                    <a:pt x="762787" y="8697"/>
                  </a:lnTo>
                  <a:lnTo>
                    <a:pt x="776778" y="8191"/>
                  </a:lnTo>
                  <a:lnTo>
                    <a:pt x="790374" y="7700"/>
                  </a:lnTo>
                  <a:lnTo>
                    <a:pt x="803598" y="7223"/>
                  </a:lnTo>
                  <a:lnTo>
                    <a:pt x="816469" y="6758"/>
                  </a:lnTo>
                  <a:lnTo>
                    <a:pt x="829006" y="6305"/>
                  </a:lnTo>
                  <a:lnTo>
                    <a:pt x="841226" y="5864"/>
                  </a:lnTo>
                  <a:lnTo>
                    <a:pt x="853143" y="5434"/>
                  </a:lnTo>
                  <a:lnTo>
                    <a:pt x="864774" y="5014"/>
                  </a:lnTo>
                  <a:lnTo>
                    <a:pt x="876130" y="4604"/>
                  </a:lnTo>
                  <a:lnTo>
                    <a:pt x="887226" y="4203"/>
                  </a:lnTo>
                  <a:lnTo>
                    <a:pt x="898072" y="3811"/>
                  </a:lnTo>
                  <a:lnTo>
                    <a:pt x="908680" y="3428"/>
                  </a:lnTo>
                  <a:lnTo>
                    <a:pt x="919060" y="3053"/>
                  </a:lnTo>
                  <a:lnTo>
                    <a:pt x="929221" y="2686"/>
                  </a:lnTo>
                  <a:lnTo>
                    <a:pt x="939173" y="2327"/>
                  </a:lnTo>
                  <a:lnTo>
                    <a:pt x="948923" y="1975"/>
                  </a:lnTo>
                  <a:lnTo>
                    <a:pt x="958481" y="1630"/>
                  </a:lnTo>
                  <a:lnTo>
                    <a:pt x="967853" y="1291"/>
                  </a:lnTo>
                  <a:lnTo>
                    <a:pt x="977046" y="959"/>
                  </a:lnTo>
                  <a:lnTo>
                    <a:pt x="986068" y="633"/>
                  </a:lnTo>
                  <a:lnTo>
                    <a:pt x="994924" y="314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63013" y="1512060"/>
              <a:ext cx="1003620" cy="477638"/>
            </a:xfrm>
            <a:custGeom>
              <a:avLst/>
              <a:pathLst>
                <a:path w="1003620" h="477638">
                  <a:moveTo>
                    <a:pt x="0" y="477638"/>
                  </a:moveTo>
                  <a:lnTo>
                    <a:pt x="64447" y="446966"/>
                  </a:lnTo>
                  <a:lnTo>
                    <a:pt x="121294" y="419912"/>
                  </a:lnTo>
                  <a:lnTo>
                    <a:pt x="172145" y="395711"/>
                  </a:lnTo>
                  <a:lnTo>
                    <a:pt x="218145" y="373819"/>
                  </a:lnTo>
                  <a:lnTo>
                    <a:pt x="260141" y="353833"/>
                  </a:lnTo>
                  <a:lnTo>
                    <a:pt x="298772" y="335447"/>
                  </a:lnTo>
                  <a:lnTo>
                    <a:pt x="334540" y="318425"/>
                  </a:lnTo>
                  <a:lnTo>
                    <a:pt x="367838" y="302578"/>
                  </a:lnTo>
                  <a:lnTo>
                    <a:pt x="398987" y="287753"/>
                  </a:lnTo>
                  <a:lnTo>
                    <a:pt x="428247" y="273828"/>
                  </a:lnTo>
                  <a:lnTo>
                    <a:pt x="455834" y="260699"/>
                  </a:lnTo>
                  <a:lnTo>
                    <a:pt x="481929" y="248280"/>
                  </a:lnTo>
                  <a:lnTo>
                    <a:pt x="506685" y="236498"/>
                  </a:lnTo>
                  <a:lnTo>
                    <a:pt x="530233" y="225291"/>
                  </a:lnTo>
                  <a:lnTo>
                    <a:pt x="552686" y="214606"/>
                  </a:lnTo>
                  <a:lnTo>
                    <a:pt x="574140" y="204396"/>
                  </a:lnTo>
                  <a:lnTo>
                    <a:pt x="594681" y="194620"/>
                  </a:lnTo>
                  <a:lnTo>
                    <a:pt x="614383" y="185243"/>
                  </a:lnTo>
                  <a:lnTo>
                    <a:pt x="633313" y="176234"/>
                  </a:lnTo>
                  <a:lnTo>
                    <a:pt x="651528" y="167566"/>
                  </a:lnTo>
                  <a:lnTo>
                    <a:pt x="669080" y="159212"/>
                  </a:lnTo>
                  <a:lnTo>
                    <a:pt x="686017" y="151152"/>
                  </a:lnTo>
                  <a:lnTo>
                    <a:pt x="702379" y="143365"/>
                  </a:lnTo>
                  <a:lnTo>
                    <a:pt x="718204" y="135833"/>
                  </a:lnTo>
                  <a:lnTo>
                    <a:pt x="733528" y="128541"/>
                  </a:lnTo>
                  <a:lnTo>
                    <a:pt x="748379" y="121473"/>
                  </a:lnTo>
                  <a:lnTo>
                    <a:pt x="762787" y="114615"/>
                  </a:lnTo>
                  <a:lnTo>
                    <a:pt x="776778" y="107957"/>
                  </a:lnTo>
                  <a:lnTo>
                    <a:pt x="790374" y="101486"/>
                  </a:lnTo>
                  <a:lnTo>
                    <a:pt x="803598" y="95193"/>
                  </a:lnTo>
                  <a:lnTo>
                    <a:pt x="816469" y="89067"/>
                  </a:lnTo>
                  <a:lnTo>
                    <a:pt x="829006" y="83101"/>
                  </a:lnTo>
                  <a:lnTo>
                    <a:pt x="841226" y="77286"/>
                  </a:lnTo>
                  <a:lnTo>
                    <a:pt x="853143" y="71614"/>
                  </a:lnTo>
                  <a:lnTo>
                    <a:pt x="864774" y="66079"/>
                  </a:lnTo>
                  <a:lnTo>
                    <a:pt x="876130" y="60674"/>
                  </a:lnTo>
                  <a:lnTo>
                    <a:pt x="887226" y="55393"/>
                  </a:lnTo>
                  <a:lnTo>
                    <a:pt x="898072" y="50231"/>
                  </a:lnTo>
                  <a:lnTo>
                    <a:pt x="908680" y="45183"/>
                  </a:lnTo>
                  <a:lnTo>
                    <a:pt x="919060" y="40243"/>
                  </a:lnTo>
                  <a:lnTo>
                    <a:pt x="929221" y="35407"/>
                  </a:lnTo>
                  <a:lnTo>
                    <a:pt x="939173" y="30671"/>
                  </a:lnTo>
                  <a:lnTo>
                    <a:pt x="948923" y="26031"/>
                  </a:lnTo>
                  <a:lnTo>
                    <a:pt x="958481" y="21482"/>
                  </a:lnTo>
                  <a:lnTo>
                    <a:pt x="967853" y="17022"/>
                  </a:lnTo>
                  <a:lnTo>
                    <a:pt x="977046" y="12646"/>
                  </a:lnTo>
                  <a:lnTo>
                    <a:pt x="986068" y="8353"/>
                  </a:lnTo>
                  <a:lnTo>
                    <a:pt x="994924" y="4138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63013" y="1760230"/>
              <a:ext cx="1003620" cy="126915"/>
            </a:xfrm>
            <a:custGeom>
              <a:avLst/>
              <a:pathLst>
                <a:path w="1003620" h="126915">
                  <a:moveTo>
                    <a:pt x="0" y="0"/>
                  </a:moveTo>
                  <a:lnTo>
                    <a:pt x="64447" y="8149"/>
                  </a:lnTo>
                  <a:lnTo>
                    <a:pt x="121294" y="15338"/>
                  </a:lnTo>
                  <a:lnTo>
                    <a:pt x="172145" y="21769"/>
                  </a:lnTo>
                  <a:lnTo>
                    <a:pt x="218145" y="27586"/>
                  </a:lnTo>
                  <a:lnTo>
                    <a:pt x="260141" y="32896"/>
                  </a:lnTo>
                  <a:lnTo>
                    <a:pt x="298772" y="37781"/>
                  </a:lnTo>
                  <a:lnTo>
                    <a:pt x="334540" y="42305"/>
                  </a:lnTo>
                  <a:lnTo>
                    <a:pt x="367838" y="46515"/>
                  </a:lnTo>
                  <a:lnTo>
                    <a:pt x="398987" y="50454"/>
                  </a:lnTo>
                  <a:lnTo>
                    <a:pt x="428247" y="54154"/>
                  </a:lnTo>
                  <a:lnTo>
                    <a:pt x="455834" y="57643"/>
                  </a:lnTo>
                  <a:lnTo>
                    <a:pt x="481929" y="60943"/>
                  </a:lnTo>
                  <a:lnTo>
                    <a:pt x="506685" y="64074"/>
                  </a:lnTo>
                  <a:lnTo>
                    <a:pt x="530233" y="67051"/>
                  </a:lnTo>
                  <a:lnTo>
                    <a:pt x="552686" y="69891"/>
                  </a:lnTo>
                  <a:lnTo>
                    <a:pt x="574140" y="72604"/>
                  </a:lnTo>
                  <a:lnTo>
                    <a:pt x="594681" y="75201"/>
                  </a:lnTo>
                  <a:lnTo>
                    <a:pt x="614383" y="77693"/>
                  </a:lnTo>
                  <a:lnTo>
                    <a:pt x="633313" y="80086"/>
                  </a:lnTo>
                  <a:lnTo>
                    <a:pt x="651528" y="82390"/>
                  </a:lnTo>
                  <a:lnTo>
                    <a:pt x="669080" y="84610"/>
                  </a:lnTo>
                  <a:lnTo>
                    <a:pt x="686017" y="86751"/>
                  </a:lnTo>
                  <a:lnTo>
                    <a:pt x="702379" y="88820"/>
                  </a:lnTo>
                  <a:lnTo>
                    <a:pt x="718204" y="90822"/>
                  </a:lnTo>
                  <a:lnTo>
                    <a:pt x="733528" y="92759"/>
                  </a:lnTo>
                  <a:lnTo>
                    <a:pt x="748379" y="94637"/>
                  </a:lnTo>
                  <a:lnTo>
                    <a:pt x="762787" y="96460"/>
                  </a:lnTo>
                  <a:lnTo>
                    <a:pt x="776778" y="98229"/>
                  </a:lnTo>
                  <a:lnTo>
                    <a:pt x="790374" y="99948"/>
                  </a:lnTo>
                  <a:lnTo>
                    <a:pt x="803598" y="101620"/>
                  </a:lnTo>
                  <a:lnTo>
                    <a:pt x="816469" y="103248"/>
                  </a:lnTo>
                  <a:lnTo>
                    <a:pt x="829006" y="104833"/>
                  </a:lnTo>
                  <a:lnTo>
                    <a:pt x="841226" y="106379"/>
                  </a:lnTo>
                  <a:lnTo>
                    <a:pt x="853143" y="107886"/>
                  </a:lnTo>
                  <a:lnTo>
                    <a:pt x="864774" y="109356"/>
                  </a:lnTo>
                  <a:lnTo>
                    <a:pt x="876130" y="110793"/>
                  </a:lnTo>
                  <a:lnTo>
                    <a:pt x="887226" y="112196"/>
                  </a:lnTo>
                  <a:lnTo>
                    <a:pt x="898072" y="113567"/>
                  </a:lnTo>
                  <a:lnTo>
                    <a:pt x="908680" y="114909"/>
                  </a:lnTo>
                  <a:lnTo>
                    <a:pt x="919060" y="116221"/>
                  </a:lnTo>
                  <a:lnTo>
                    <a:pt x="929221" y="117506"/>
                  </a:lnTo>
                  <a:lnTo>
                    <a:pt x="939173" y="118765"/>
                  </a:lnTo>
                  <a:lnTo>
                    <a:pt x="948923" y="119998"/>
                  </a:lnTo>
                  <a:lnTo>
                    <a:pt x="958481" y="121206"/>
                  </a:lnTo>
                  <a:lnTo>
                    <a:pt x="967853" y="122392"/>
                  </a:lnTo>
                  <a:lnTo>
                    <a:pt x="977046" y="123554"/>
                  </a:lnTo>
                  <a:lnTo>
                    <a:pt x="986068" y="124695"/>
                  </a:lnTo>
                  <a:lnTo>
                    <a:pt x="994924" y="125815"/>
                  </a:lnTo>
                  <a:lnTo>
                    <a:pt x="1003620" y="126915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63013" y="1482529"/>
              <a:ext cx="1003620" cy="183151"/>
            </a:xfrm>
            <a:custGeom>
              <a:avLst/>
              <a:pathLst>
                <a:path w="1003620" h="183151">
                  <a:moveTo>
                    <a:pt x="0" y="0"/>
                  </a:moveTo>
                  <a:lnTo>
                    <a:pt x="64447" y="11761"/>
                  </a:lnTo>
                  <a:lnTo>
                    <a:pt x="121294" y="22135"/>
                  </a:lnTo>
                  <a:lnTo>
                    <a:pt x="172145" y="31414"/>
                  </a:lnTo>
                  <a:lnTo>
                    <a:pt x="218145" y="39809"/>
                  </a:lnTo>
                  <a:lnTo>
                    <a:pt x="260141" y="47473"/>
                  </a:lnTo>
                  <a:lnTo>
                    <a:pt x="298772" y="54523"/>
                  </a:lnTo>
                  <a:lnTo>
                    <a:pt x="334540" y="61050"/>
                  </a:lnTo>
                  <a:lnTo>
                    <a:pt x="367838" y="67127"/>
                  </a:lnTo>
                  <a:lnTo>
                    <a:pt x="398987" y="72811"/>
                  </a:lnTo>
                  <a:lnTo>
                    <a:pt x="428247" y="78151"/>
                  </a:lnTo>
                  <a:lnTo>
                    <a:pt x="455834" y="83185"/>
                  </a:lnTo>
                  <a:lnTo>
                    <a:pt x="481929" y="87947"/>
                  </a:lnTo>
                  <a:lnTo>
                    <a:pt x="506685" y="92465"/>
                  </a:lnTo>
                  <a:lnTo>
                    <a:pt x="530233" y="96762"/>
                  </a:lnTo>
                  <a:lnTo>
                    <a:pt x="552686" y="100860"/>
                  </a:lnTo>
                  <a:lnTo>
                    <a:pt x="574140" y="104775"/>
                  </a:lnTo>
                  <a:lnTo>
                    <a:pt x="594681" y="108523"/>
                  </a:lnTo>
                  <a:lnTo>
                    <a:pt x="614383" y="112119"/>
                  </a:lnTo>
                  <a:lnTo>
                    <a:pt x="633313" y="115573"/>
                  </a:lnTo>
                  <a:lnTo>
                    <a:pt x="651528" y="118897"/>
                  </a:lnTo>
                  <a:lnTo>
                    <a:pt x="669080" y="122101"/>
                  </a:lnTo>
                  <a:lnTo>
                    <a:pt x="686017" y="125191"/>
                  </a:lnTo>
                  <a:lnTo>
                    <a:pt x="702379" y="128177"/>
                  </a:lnTo>
                  <a:lnTo>
                    <a:pt x="718204" y="131065"/>
                  </a:lnTo>
                  <a:lnTo>
                    <a:pt x="733528" y="133862"/>
                  </a:lnTo>
                  <a:lnTo>
                    <a:pt x="748379" y="136572"/>
                  </a:lnTo>
                  <a:lnTo>
                    <a:pt x="762787" y="139201"/>
                  </a:lnTo>
                  <a:lnTo>
                    <a:pt x="776778" y="141755"/>
                  </a:lnTo>
                  <a:lnTo>
                    <a:pt x="790374" y="144236"/>
                  </a:lnTo>
                  <a:lnTo>
                    <a:pt x="803598" y="146649"/>
                  </a:lnTo>
                  <a:lnTo>
                    <a:pt x="816469" y="148998"/>
                  </a:lnTo>
                  <a:lnTo>
                    <a:pt x="829006" y="151286"/>
                  </a:lnTo>
                  <a:lnTo>
                    <a:pt x="841226" y="153516"/>
                  </a:lnTo>
                  <a:lnTo>
                    <a:pt x="853143" y="155690"/>
                  </a:lnTo>
                  <a:lnTo>
                    <a:pt x="864774" y="157813"/>
                  </a:lnTo>
                  <a:lnTo>
                    <a:pt x="876130" y="159885"/>
                  </a:lnTo>
                  <a:lnTo>
                    <a:pt x="887226" y="161910"/>
                  </a:lnTo>
                  <a:lnTo>
                    <a:pt x="898072" y="163890"/>
                  </a:lnTo>
                  <a:lnTo>
                    <a:pt x="908680" y="165825"/>
                  </a:lnTo>
                  <a:lnTo>
                    <a:pt x="919060" y="167720"/>
                  </a:lnTo>
                  <a:lnTo>
                    <a:pt x="929221" y="169574"/>
                  </a:lnTo>
                  <a:lnTo>
                    <a:pt x="939173" y="171390"/>
                  </a:lnTo>
                  <a:lnTo>
                    <a:pt x="948923" y="173170"/>
                  </a:lnTo>
                  <a:lnTo>
                    <a:pt x="958481" y="174914"/>
                  </a:lnTo>
                  <a:lnTo>
                    <a:pt x="967853" y="176624"/>
                  </a:lnTo>
                  <a:lnTo>
                    <a:pt x="977046" y="178302"/>
                  </a:lnTo>
                  <a:lnTo>
                    <a:pt x="986068" y="179948"/>
                  </a:lnTo>
                  <a:lnTo>
                    <a:pt x="994924" y="181564"/>
                  </a:lnTo>
                  <a:lnTo>
                    <a:pt x="1003620" y="18315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63013" y="1793802"/>
              <a:ext cx="1003620" cy="127709"/>
            </a:xfrm>
            <a:custGeom>
              <a:avLst/>
              <a:pathLst>
                <a:path w="1003620" h="127709">
                  <a:moveTo>
                    <a:pt x="0" y="127709"/>
                  </a:moveTo>
                  <a:lnTo>
                    <a:pt x="64447" y="119508"/>
                  </a:lnTo>
                  <a:lnTo>
                    <a:pt x="121294" y="112274"/>
                  </a:lnTo>
                  <a:lnTo>
                    <a:pt x="172145" y="105803"/>
                  </a:lnTo>
                  <a:lnTo>
                    <a:pt x="218145" y="99950"/>
                  </a:lnTo>
                  <a:lnTo>
                    <a:pt x="260141" y="94606"/>
                  </a:lnTo>
                  <a:lnTo>
                    <a:pt x="298772" y="89690"/>
                  </a:lnTo>
                  <a:lnTo>
                    <a:pt x="334540" y="85139"/>
                  </a:lnTo>
                  <a:lnTo>
                    <a:pt x="367838" y="80902"/>
                  </a:lnTo>
                  <a:lnTo>
                    <a:pt x="398987" y="76938"/>
                  </a:lnTo>
                  <a:lnTo>
                    <a:pt x="428247" y="73215"/>
                  </a:lnTo>
                  <a:lnTo>
                    <a:pt x="455834" y="69704"/>
                  </a:lnTo>
                  <a:lnTo>
                    <a:pt x="481929" y="66384"/>
                  </a:lnTo>
                  <a:lnTo>
                    <a:pt x="506685" y="63234"/>
                  </a:lnTo>
                  <a:lnTo>
                    <a:pt x="530233" y="60237"/>
                  </a:lnTo>
                  <a:lnTo>
                    <a:pt x="552686" y="57380"/>
                  </a:lnTo>
                  <a:lnTo>
                    <a:pt x="574140" y="54650"/>
                  </a:lnTo>
                  <a:lnTo>
                    <a:pt x="594681" y="52036"/>
                  </a:lnTo>
                  <a:lnTo>
                    <a:pt x="614383" y="49529"/>
                  </a:lnTo>
                  <a:lnTo>
                    <a:pt x="633313" y="47121"/>
                  </a:lnTo>
                  <a:lnTo>
                    <a:pt x="651528" y="44803"/>
                  </a:lnTo>
                  <a:lnTo>
                    <a:pt x="669080" y="42569"/>
                  </a:lnTo>
                  <a:lnTo>
                    <a:pt x="686017" y="40414"/>
                  </a:lnTo>
                  <a:lnTo>
                    <a:pt x="702379" y="38332"/>
                  </a:lnTo>
                  <a:lnTo>
                    <a:pt x="718204" y="36318"/>
                  </a:lnTo>
                  <a:lnTo>
                    <a:pt x="733528" y="34368"/>
                  </a:lnTo>
                  <a:lnTo>
                    <a:pt x="748379" y="32479"/>
                  </a:lnTo>
                  <a:lnTo>
                    <a:pt x="762787" y="30645"/>
                  </a:lnTo>
                  <a:lnTo>
                    <a:pt x="776778" y="28865"/>
                  </a:lnTo>
                  <a:lnTo>
                    <a:pt x="790374" y="27135"/>
                  </a:lnTo>
                  <a:lnTo>
                    <a:pt x="803598" y="25452"/>
                  </a:lnTo>
                  <a:lnTo>
                    <a:pt x="816469" y="23814"/>
                  </a:lnTo>
                  <a:lnTo>
                    <a:pt x="829006" y="22219"/>
                  </a:lnTo>
                  <a:lnTo>
                    <a:pt x="841226" y="20664"/>
                  </a:lnTo>
                  <a:lnTo>
                    <a:pt x="853143" y="19147"/>
                  </a:lnTo>
                  <a:lnTo>
                    <a:pt x="864774" y="17668"/>
                  </a:lnTo>
                  <a:lnTo>
                    <a:pt x="876130" y="16222"/>
                  </a:lnTo>
                  <a:lnTo>
                    <a:pt x="887226" y="14811"/>
                  </a:lnTo>
                  <a:lnTo>
                    <a:pt x="898072" y="13430"/>
                  </a:lnTo>
                  <a:lnTo>
                    <a:pt x="908680" y="12080"/>
                  </a:lnTo>
                  <a:lnTo>
                    <a:pt x="919060" y="10760"/>
                  </a:lnTo>
                  <a:lnTo>
                    <a:pt x="929221" y="9467"/>
                  </a:lnTo>
                  <a:lnTo>
                    <a:pt x="939173" y="8200"/>
                  </a:lnTo>
                  <a:lnTo>
                    <a:pt x="948923" y="6960"/>
                  </a:lnTo>
                  <a:lnTo>
                    <a:pt x="958481" y="5743"/>
                  </a:lnTo>
                  <a:lnTo>
                    <a:pt x="967853" y="4551"/>
                  </a:lnTo>
                  <a:lnTo>
                    <a:pt x="977046" y="3381"/>
                  </a:lnTo>
                  <a:lnTo>
                    <a:pt x="986068" y="2233"/>
                  </a:lnTo>
                  <a:lnTo>
                    <a:pt x="994924" y="1106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63013" y="1739544"/>
              <a:ext cx="1003620" cy="229081"/>
            </a:xfrm>
            <a:custGeom>
              <a:avLst/>
              <a:pathLst>
                <a:path w="1003620" h="229081">
                  <a:moveTo>
                    <a:pt x="0" y="229081"/>
                  </a:moveTo>
                  <a:lnTo>
                    <a:pt x="64447" y="214371"/>
                  </a:lnTo>
                  <a:lnTo>
                    <a:pt x="121294" y="201395"/>
                  </a:lnTo>
                  <a:lnTo>
                    <a:pt x="172145" y="189788"/>
                  </a:lnTo>
                  <a:lnTo>
                    <a:pt x="218145" y="179288"/>
                  </a:lnTo>
                  <a:lnTo>
                    <a:pt x="260141" y="169703"/>
                  </a:lnTo>
                  <a:lnTo>
                    <a:pt x="298772" y="160885"/>
                  </a:lnTo>
                  <a:lnTo>
                    <a:pt x="334540" y="152721"/>
                  </a:lnTo>
                  <a:lnTo>
                    <a:pt x="367838" y="145120"/>
                  </a:lnTo>
                  <a:lnTo>
                    <a:pt x="398987" y="138010"/>
                  </a:lnTo>
                  <a:lnTo>
                    <a:pt x="428247" y="131332"/>
                  </a:lnTo>
                  <a:lnTo>
                    <a:pt x="455834" y="125035"/>
                  </a:lnTo>
                  <a:lnTo>
                    <a:pt x="481929" y="119078"/>
                  </a:lnTo>
                  <a:lnTo>
                    <a:pt x="506685" y="113428"/>
                  </a:lnTo>
                  <a:lnTo>
                    <a:pt x="530233" y="108053"/>
                  </a:lnTo>
                  <a:lnTo>
                    <a:pt x="552686" y="102928"/>
                  </a:lnTo>
                  <a:lnTo>
                    <a:pt x="574140" y="98031"/>
                  </a:lnTo>
                  <a:lnTo>
                    <a:pt x="594681" y="93342"/>
                  </a:lnTo>
                  <a:lnTo>
                    <a:pt x="614383" y="88845"/>
                  </a:lnTo>
                  <a:lnTo>
                    <a:pt x="633313" y="84524"/>
                  </a:lnTo>
                  <a:lnTo>
                    <a:pt x="651528" y="80367"/>
                  </a:lnTo>
                  <a:lnTo>
                    <a:pt x="669080" y="76360"/>
                  </a:lnTo>
                  <a:lnTo>
                    <a:pt x="686017" y="72494"/>
                  </a:lnTo>
                  <a:lnTo>
                    <a:pt x="702379" y="68760"/>
                  </a:lnTo>
                  <a:lnTo>
                    <a:pt x="718204" y="65147"/>
                  </a:lnTo>
                  <a:lnTo>
                    <a:pt x="733528" y="61650"/>
                  </a:lnTo>
                  <a:lnTo>
                    <a:pt x="748379" y="58260"/>
                  </a:lnTo>
                  <a:lnTo>
                    <a:pt x="762787" y="54971"/>
                  </a:lnTo>
                  <a:lnTo>
                    <a:pt x="776778" y="51777"/>
                  </a:lnTo>
                  <a:lnTo>
                    <a:pt x="790374" y="48674"/>
                  </a:lnTo>
                  <a:lnTo>
                    <a:pt x="803598" y="45656"/>
                  </a:lnTo>
                  <a:lnTo>
                    <a:pt x="816469" y="42718"/>
                  </a:lnTo>
                  <a:lnTo>
                    <a:pt x="829006" y="39856"/>
                  </a:lnTo>
                  <a:lnTo>
                    <a:pt x="841226" y="37067"/>
                  </a:lnTo>
                  <a:lnTo>
                    <a:pt x="853143" y="34347"/>
                  </a:lnTo>
                  <a:lnTo>
                    <a:pt x="864774" y="31692"/>
                  </a:lnTo>
                  <a:lnTo>
                    <a:pt x="876130" y="29100"/>
                  </a:lnTo>
                  <a:lnTo>
                    <a:pt x="887226" y="26567"/>
                  </a:lnTo>
                  <a:lnTo>
                    <a:pt x="898072" y="24091"/>
                  </a:lnTo>
                  <a:lnTo>
                    <a:pt x="908680" y="21670"/>
                  </a:lnTo>
                  <a:lnTo>
                    <a:pt x="919060" y="19301"/>
                  </a:lnTo>
                  <a:lnTo>
                    <a:pt x="929221" y="16982"/>
                  </a:lnTo>
                  <a:lnTo>
                    <a:pt x="939173" y="14710"/>
                  </a:lnTo>
                  <a:lnTo>
                    <a:pt x="948923" y="12484"/>
                  </a:lnTo>
                  <a:lnTo>
                    <a:pt x="958481" y="10303"/>
                  </a:lnTo>
                  <a:lnTo>
                    <a:pt x="967853" y="8164"/>
                  </a:lnTo>
                  <a:lnTo>
                    <a:pt x="977046" y="6065"/>
                  </a:lnTo>
                  <a:lnTo>
                    <a:pt x="986068" y="4006"/>
                  </a:lnTo>
                  <a:lnTo>
                    <a:pt x="994924" y="1985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63013" y="1940857"/>
              <a:ext cx="1003620" cy="53989"/>
            </a:xfrm>
            <a:custGeom>
              <a:avLst/>
              <a:pathLst>
                <a:path w="1003620" h="53989">
                  <a:moveTo>
                    <a:pt x="0" y="53989"/>
                  </a:moveTo>
                  <a:lnTo>
                    <a:pt x="64447" y="50522"/>
                  </a:lnTo>
                  <a:lnTo>
                    <a:pt x="121294" y="47464"/>
                  </a:lnTo>
                  <a:lnTo>
                    <a:pt x="172145" y="44728"/>
                  </a:lnTo>
                  <a:lnTo>
                    <a:pt x="218145" y="42254"/>
                  </a:lnTo>
                  <a:lnTo>
                    <a:pt x="260141" y="39995"/>
                  </a:lnTo>
                  <a:lnTo>
                    <a:pt x="298772" y="37916"/>
                  </a:lnTo>
                  <a:lnTo>
                    <a:pt x="334540" y="35992"/>
                  </a:lnTo>
                  <a:lnTo>
                    <a:pt x="367838" y="34201"/>
                  </a:lnTo>
                  <a:lnTo>
                    <a:pt x="398987" y="32525"/>
                  </a:lnTo>
                  <a:lnTo>
                    <a:pt x="428247" y="30951"/>
                  </a:lnTo>
                  <a:lnTo>
                    <a:pt x="455834" y="29467"/>
                  </a:lnTo>
                  <a:lnTo>
                    <a:pt x="481929" y="28064"/>
                  </a:lnTo>
                  <a:lnTo>
                    <a:pt x="506685" y="26732"/>
                  </a:lnTo>
                  <a:lnTo>
                    <a:pt x="530233" y="25465"/>
                  </a:lnTo>
                  <a:lnTo>
                    <a:pt x="552686" y="24257"/>
                  </a:lnTo>
                  <a:lnTo>
                    <a:pt x="574140" y="23103"/>
                  </a:lnTo>
                  <a:lnTo>
                    <a:pt x="594681" y="21998"/>
                  </a:lnTo>
                  <a:lnTo>
                    <a:pt x="614383" y="20938"/>
                  </a:lnTo>
                  <a:lnTo>
                    <a:pt x="633313" y="19920"/>
                  </a:lnTo>
                  <a:lnTo>
                    <a:pt x="651528" y="18940"/>
                  </a:lnTo>
                  <a:lnTo>
                    <a:pt x="669080" y="17996"/>
                  </a:lnTo>
                  <a:lnTo>
                    <a:pt x="686017" y="17085"/>
                  </a:lnTo>
                  <a:lnTo>
                    <a:pt x="702379" y="16205"/>
                  </a:lnTo>
                  <a:lnTo>
                    <a:pt x="718204" y="15353"/>
                  </a:lnTo>
                  <a:lnTo>
                    <a:pt x="733528" y="14529"/>
                  </a:lnTo>
                  <a:lnTo>
                    <a:pt x="748379" y="13730"/>
                  </a:lnTo>
                  <a:lnTo>
                    <a:pt x="762787" y="12955"/>
                  </a:lnTo>
                  <a:lnTo>
                    <a:pt x="776778" y="12202"/>
                  </a:lnTo>
                  <a:lnTo>
                    <a:pt x="790374" y="11471"/>
                  </a:lnTo>
                  <a:lnTo>
                    <a:pt x="803598" y="10760"/>
                  </a:lnTo>
                  <a:lnTo>
                    <a:pt x="816469" y="10067"/>
                  </a:lnTo>
                  <a:lnTo>
                    <a:pt x="829006" y="9393"/>
                  </a:lnTo>
                  <a:lnTo>
                    <a:pt x="841226" y="8735"/>
                  </a:lnTo>
                  <a:lnTo>
                    <a:pt x="853143" y="8094"/>
                  </a:lnTo>
                  <a:lnTo>
                    <a:pt x="864774" y="7469"/>
                  </a:lnTo>
                  <a:lnTo>
                    <a:pt x="876130" y="6858"/>
                  </a:lnTo>
                  <a:lnTo>
                    <a:pt x="887226" y="6261"/>
                  </a:lnTo>
                  <a:lnTo>
                    <a:pt x="898072" y="5677"/>
                  </a:lnTo>
                  <a:lnTo>
                    <a:pt x="908680" y="5107"/>
                  </a:lnTo>
                  <a:lnTo>
                    <a:pt x="919060" y="4548"/>
                  </a:lnTo>
                  <a:lnTo>
                    <a:pt x="929221" y="4002"/>
                  </a:lnTo>
                  <a:lnTo>
                    <a:pt x="939173" y="3466"/>
                  </a:lnTo>
                  <a:lnTo>
                    <a:pt x="948923" y="2942"/>
                  </a:lnTo>
                  <a:lnTo>
                    <a:pt x="958481" y="2428"/>
                  </a:lnTo>
                  <a:lnTo>
                    <a:pt x="967853" y="1924"/>
                  </a:lnTo>
                  <a:lnTo>
                    <a:pt x="977046" y="1429"/>
                  </a:lnTo>
                  <a:lnTo>
                    <a:pt x="986068" y="944"/>
                  </a:lnTo>
                  <a:lnTo>
                    <a:pt x="994924" y="467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63013" y="1834329"/>
              <a:ext cx="1003620" cy="66030"/>
            </a:xfrm>
            <a:custGeom>
              <a:avLst/>
              <a:pathLst>
                <a:path w="1003620" h="66030">
                  <a:moveTo>
                    <a:pt x="0" y="66030"/>
                  </a:moveTo>
                  <a:lnTo>
                    <a:pt x="64447" y="61790"/>
                  </a:lnTo>
                  <a:lnTo>
                    <a:pt x="121294" y="58050"/>
                  </a:lnTo>
                  <a:lnTo>
                    <a:pt x="172145" y="54704"/>
                  </a:lnTo>
                  <a:lnTo>
                    <a:pt x="218145" y="51678"/>
                  </a:lnTo>
                  <a:lnTo>
                    <a:pt x="260141" y="48915"/>
                  </a:lnTo>
                  <a:lnTo>
                    <a:pt x="298772" y="46373"/>
                  </a:lnTo>
                  <a:lnTo>
                    <a:pt x="334540" y="44020"/>
                  </a:lnTo>
                  <a:lnTo>
                    <a:pt x="367838" y="41829"/>
                  </a:lnTo>
                  <a:lnTo>
                    <a:pt x="398987" y="39780"/>
                  </a:lnTo>
                  <a:lnTo>
                    <a:pt x="428247" y="37855"/>
                  </a:lnTo>
                  <a:lnTo>
                    <a:pt x="455834" y="36040"/>
                  </a:lnTo>
                  <a:lnTo>
                    <a:pt x="481929" y="34323"/>
                  </a:lnTo>
                  <a:lnTo>
                    <a:pt x="506685" y="32694"/>
                  </a:lnTo>
                  <a:lnTo>
                    <a:pt x="530233" y="31145"/>
                  </a:lnTo>
                  <a:lnTo>
                    <a:pt x="552686" y="29668"/>
                  </a:lnTo>
                  <a:lnTo>
                    <a:pt x="574140" y="28256"/>
                  </a:lnTo>
                  <a:lnTo>
                    <a:pt x="594681" y="26905"/>
                  </a:lnTo>
                  <a:lnTo>
                    <a:pt x="614383" y="25608"/>
                  </a:lnTo>
                  <a:lnTo>
                    <a:pt x="633313" y="24363"/>
                  </a:lnTo>
                  <a:lnTo>
                    <a:pt x="651528" y="23165"/>
                  </a:lnTo>
                  <a:lnTo>
                    <a:pt x="669080" y="22010"/>
                  </a:lnTo>
                  <a:lnTo>
                    <a:pt x="686017" y="20895"/>
                  </a:lnTo>
                  <a:lnTo>
                    <a:pt x="702379" y="19819"/>
                  </a:lnTo>
                  <a:lnTo>
                    <a:pt x="718204" y="18778"/>
                  </a:lnTo>
                  <a:lnTo>
                    <a:pt x="733528" y="17770"/>
                  </a:lnTo>
                  <a:lnTo>
                    <a:pt x="748379" y="16792"/>
                  </a:lnTo>
                  <a:lnTo>
                    <a:pt x="762787" y="15845"/>
                  </a:lnTo>
                  <a:lnTo>
                    <a:pt x="776778" y="14924"/>
                  </a:lnTo>
                  <a:lnTo>
                    <a:pt x="790374" y="14030"/>
                  </a:lnTo>
                  <a:lnTo>
                    <a:pt x="803598" y="13159"/>
                  </a:lnTo>
                  <a:lnTo>
                    <a:pt x="816469" y="12313"/>
                  </a:lnTo>
                  <a:lnTo>
                    <a:pt x="829006" y="11488"/>
                  </a:lnTo>
                  <a:lnTo>
                    <a:pt x="841226" y="10684"/>
                  </a:lnTo>
                  <a:lnTo>
                    <a:pt x="853143" y="9900"/>
                  </a:lnTo>
                  <a:lnTo>
                    <a:pt x="864774" y="9135"/>
                  </a:lnTo>
                  <a:lnTo>
                    <a:pt x="876130" y="8387"/>
                  </a:lnTo>
                  <a:lnTo>
                    <a:pt x="887226" y="7657"/>
                  </a:lnTo>
                  <a:lnTo>
                    <a:pt x="898072" y="6944"/>
                  </a:lnTo>
                  <a:lnTo>
                    <a:pt x="908680" y="6246"/>
                  </a:lnTo>
                  <a:lnTo>
                    <a:pt x="919060" y="5563"/>
                  </a:lnTo>
                  <a:lnTo>
                    <a:pt x="929221" y="4894"/>
                  </a:lnTo>
                  <a:lnTo>
                    <a:pt x="939173" y="4240"/>
                  </a:lnTo>
                  <a:lnTo>
                    <a:pt x="948923" y="3598"/>
                  </a:lnTo>
                  <a:lnTo>
                    <a:pt x="958481" y="2969"/>
                  </a:lnTo>
                  <a:lnTo>
                    <a:pt x="967853" y="2353"/>
                  </a:lnTo>
                  <a:lnTo>
                    <a:pt x="977046" y="1748"/>
                  </a:lnTo>
                  <a:lnTo>
                    <a:pt x="986068" y="1154"/>
                  </a:lnTo>
                  <a:lnTo>
                    <a:pt x="994924" y="572"/>
                  </a:lnTo>
                  <a:lnTo>
                    <a:pt x="100362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91153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62685" y="21175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62685" y="19049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62685" y="16922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62685" y="14796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691153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76301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09755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43209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6663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5691153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35929" y="323553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74335" y="33148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63436" y="30974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67380" y="31059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58632" y="34159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56597" y="31142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29270" y="340544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74559" y="34177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66118" y="33325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34385" y="31506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95977" y="31783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97595" y="26271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79964" y="30639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75420" y="32608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85938" y="33456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80300" y="32695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80379" y="29950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66634" y="310650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77463" y="32285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65697" y="27539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71988" y="30001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88677" y="31845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74749" y="291979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91334" y="29195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66741" y="33555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807416" y="275919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77645" y="30413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70239" y="310782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31005" y="31424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07938" y="30896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38639" y="316580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36693" y="316988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2979" y="29648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32374" y="32199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97362" y="31086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35482" y="327484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00123" y="32698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37000" y="293911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26942" y="30285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097630" y="29365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05569" y="29010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05601" y="33557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11495" y="32067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12311" y="29630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18055" y="28225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22525" y="32767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14659" y="29788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105809" y="309378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49952" y="31699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64245" y="32389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40141" y="32037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45063" y="3418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61998" y="32600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39785" y="33155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67299" y="26847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33796" y="33231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71159" y="31934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42650" y="31165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65064" y="326361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61824" y="31280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61806" y="32820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46368" y="32856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29613" y="32954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54604" y="33603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40095" y="30623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61149" y="33077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35140" y="32330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49181" y="31674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62623" y="32287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49422" y="27280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72117" y="32201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31256" y="32561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81094" y="3240992"/>
              <a:ext cx="1000197" cy="66835"/>
            </a:xfrm>
            <a:custGeom>
              <a:avLst/>
              <a:pathLst>
                <a:path w="1000197" h="66835">
                  <a:moveTo>
                    <a:pt x="0" y="0"/>
                  </a:moveTo>
                  <a:lnTo>
                    <a:pt x="64227" y="4291"/>
                  </a:lnTo>
                  <a:lnTo>
                    <a:pt x="120880" y="8077"/>
                  </a:lnTo>
                  <a:lnTo>
                    <a:pt x="171558" y="11463"/>
                  </a:lnTo>
                  <a:lnTo>
                    <a:pt x="217401" y="14527"/>
                  </a:lnTo>
                  <a:lnTo>
                    <a:pt x="259253" y="17323"/>
                  </a:lnTo>
                  <a:lnTo>
                    <a:pt x="297753" y="19896"/>
                  </a:lnTo>
                  <a:lnTo>
                    <a:pt x="333399" y="22278"/>
                  </a:lnTo>
                  <a:lnTo>
                    <a:pt x="366584" y="24496"/>
                  </a:lnTo>
                  <a:lnTo>
                    <a:pt x="397626" y="26570"/>
                  </a:lnTo>
                  <a:lnTo>
                    <a:pt x="426786" y="28518"/>
                  </a:lnTo>
                  <a:lnTo>
                    <a:pt x="454279" y="30356"/>
                  </a:lnTo>
                  <a:lnTo>
                    <a:pt x="480285" y="32093"/>
                  </a:lnTo>
                  <a:lnTo>
                    <a:pt x="504957" y="33742"/>
                  </a:lnTo>
                  <a:lnTo>
                    <a:pt x="528425" y="35310"/>
                  </a:lnTo>
                  <a:lnTo>
                    <a:pt x="550801" y="36805"/>
                  </a:lnTo>
                  <a:lnTo>
                    <a:pt x="572182" y="38234"/>
                  </a:lnTo>
                  <a:lnTo>
                    <a:pt x="592652" y="39602"/>
                  </a:lnTo>
                  <a:lnTo>
                    <a:pt x="612288" y="40914"/>
                  </a:lnTo>
                  <a:lnTo>
                    <a:pt x="631152" y="42175"/>
                  </a:lnTo>
                  <a:lnTo>
                    <a:pt x="649305" y="43388"/>
                  </a:lnTo>
                  <a:lnTo>
                    <a:pt x="666798" y="44557"/>
                  </a:lnTo>
                  <a:lnTo>
                    <a:pt x="683677" y="45684"/>
                  </a:lnTo>
                  <a:lnTo>
                    <a:pt x="699983" y="46774"/>
                  </a:lnTo>
                  <a:lnTo>
                    <a:pt x="715755" y="47828"/>
                  </a:lnTo>
                  <a:lnTo>
                    <a:pt x="731026" y="48848"/>
                  </a:lnTo>
                  <a:lnTo>
                    <a:pt x="745827" y="49837"/>
                  </a:lnTo>
                  <a:lnTo>
                    <a:pt x="760186" y="50797"/>
                  </a:lnTo>
                  <a:lnTo>
                    <a:pt x="774128" y="51729"/>
                  </a:lnTo>
                  <a:lnTo>
                    <a:pt x="787678" y="52634"/>
                  </a:lnTo>
                  <a:lnTo>
                    <a:pt x="800857" y="53515"/>
                  </a:lnTo>
                  <a:lnTo>
                    <a:pt x="813684" y="54372"/>
                  </a:lnTo>
                  <a:lnTo>
                    <a:pt x="826178" y="55207"/>
                  </a:lnTo>
                  <a:lnTo>
                    <a:pt x="838356" y="56021"/>
                  </a:lnTo>
                  <a:lnTo>
                    <a:pt x="850233" y="56814"/>
                  </a:lnTo>
                  <a:lnTo>
                    <a:pt x="861824" y="57589"/>
                  </a:lnTo>
                  <a:lnTo>
                    <a:pt x="873142" y="58345"/>
                  </a:lnTo>
                  <a:lnTo>
                    <a:pt x="884200" y="59084"/>
                  </a:lnTo>
                  <a:lnTo>
                    <a:pt x="895009" y="59806"/>
                  </a:lnTo>
                  <a:lnTo>
                    <a:pt x="905581" y="60513"/>
                  </a:lnTo>
                  <a:lnTo>
                    <a:pt x="915925" y="61204"/>
                  </a:lnTo>
                  <a:lnTo>
                    <a:pt x="926052" y="61881"/>
                  </a:lnTo>
                  <a:lnTo>
                    <a:pt x="935969" y="62543"/>
                  </a:lnTo>
                  <a:lnTo>
                    <a:pt x="945687" y="63193"/>
                  </a:lnTo>
                  <a:lnTo>
                    <a:pt x="955212" y="63829"/>
                  </a:lnTo>
                  <a:lnTo>
                    <a:pt x="964552" y="64453"/>
                  </a:lnTo>
                  <a:lnTo>
                    <a:pt x="973714" y="65065"/>
                  </a:lnTo>
                  <a:lnTo>
                    <a:pt x="982704" y="65666"/>
                  </a:lnTo>
                  <a:lnTo>
                    <a:pt x="991530" y="66256"/>
                  </a:lnTo>
                  <a:lnTo>
                    <a:pt x="1000197" y="6683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81094" y="3151282"/>
              <a:ext cx="1000197" cy="38108"/>
            </a:xfrm>
            <a:custGeom>
              <a:avLst/>
              <a:pathLst>
                <a:path w="1000197" h="38108">
                  <a:moveTo>
                    <a:pt x="0" y="0"/>
                  </a:moveTo>
                  <a:lnTo>
                    <a:pt x="64227" y="2447"/>
                  </a:lnTo>
                  <a:lnTo>
                    <a:pt x="120880" y="4605"/>
                  </a:lnTo>
                  <a:lnTo>
                    <a:pt x="171558" y="6536"/>
                  </a:lnTo>
                  <a:lnTo>
                    <a:pt x="217401" y="8283"/>
                  </a:lnTo>
                  <a:lnTo>
                    <a:pt x="259253" y="9877"/>
                  </a:lnTo>
                  <a:lnTo>
                    <a:pt x="297753" y="11344"/>
                  </a:lnTo>
                  <a:lnTo>
                    <a:pt x="333399" y="12702"/>
                  </a:lnTo>
                  <a:lnTo>
                    <a:pt x="366584" y="13967"/>
                  </a:lnTo>
                  <a:lnTo>
                    <a:pt x="397626" y="15150"/>
                  </a:lnTo>
                  <a:lnTo>
                    <a:pt x="426786" y="16261"/>
                  </a:lnTo>
                  <a:lnTo>
                    <a:pt x="454279" y="17308"/>
                  </a:lnTo>
                  <a:lnTo>
                    <a:pt x="480285" y="18299"/>
                  </a:lnTo>
                  <a:lnTo>
                    <a:pt x="504957" y="19239"/>
                  </a:lnTo>
                  <a:lnTo>
                    <a:pt x="528425" y="20133"/>
                  </a:lnTo>
                  <a:lnTo>
                    <a:pt x="550801" y="20986"/>
                  </a:lnTo>
                  <a:lnTo>
                    <a:pt x="572182" y="21800"/>
                  </a:lnTo>
                  <a:lnTo>
                    <a:pt x="592652" y="22580"/>
                  </a:lnTo>
                  <a:lnTo>
                    <a:pt x="612288" y="23329"/>
                  </a:lnTo>
                  <a:lnTo>
                    <a:pt x="631152" y="24047"/>
                  </a:lnTo>
                  <a:lnTo>
                    <a:pt x="649305" y="24739"/>
                  </a:lnTo>
                  <a:lnTo>
                    <a:pt x="666798" y="25405"/>
                  </a:lnTo>
                  <a:lnTo>
                    <a:pt x="683677" y="26049"/>
                  </a:lnTo>
                  <a:lnTo>
                    <a:pt x="699983" y="26670"/>
                  </a:lnTo>
                  <a:lnTo>
                    <a:pt x="715755" y="27271"/>
                  </a:lnTo>
                  <a:lnTo>
                    <a:pt x="731026" y="27853"/>
                  </a:lnTo>
                  <a:lnTo>
                    <a:pt x="745827" y="28417"/>
                  </a:lnTo>
                  <a:lnTo>
                    <a:pt x="760186" y="28964"/>
                  </a:lnTo>
                  <a:lnTo>
                    <a:pt x="774128" y="29495"/>
                  </a:lnTo>
                  <a:lnTo>
                    <a:pt x="787678" y="30011"/>
                  </a:lnTo>
                  <a:lnTo>
                    <a:pt x="800857" y="30513"/>
                  </a:lnTo>
                  <a:lnTo>
                    <a:pt x="813684" y="31002"/>
                  </a:lnTo>
                  <a:lnTo>
                    <a:pt x="826178" y="31478"/>
                  </a:lnTo>
                  <a:lnTo>
                    <a:pt x="838356" y="31942"/>
                  </a:lnTo>
                  <a:lnTo>
                    <a:pt x="850233" y="32395"/>
                  </a:lnTo>
                  <a:lnTo>
                    <a:pt x="861824" y="32836"/>
                  </a:lnTo>
                  <a:lnTo>
                    <a:pt x="873142" y="33267"/>
                  </a:lnTo>
                  <a:lnTo>
                    <a:pt x="884200" y="33689"/>
                  </a:lnTo>
                  <a:lnTo>
                    <a:pt x="895009" y="34101"/>
                  </a:lnTo>
                  <a:lnTo>
                    <a:pt x="905581" y="34503"/>
                  </a:lnTo>
                  <a:lnTo>
                    <a:pt x="915925" y="34898"/>
                  </a:lnTo>
                  <a:lnTo>
                    <a:pt x="926052" y="35283"/>
                  </a:lnTo>
                  <a:lnTo>
                    <a:pt x="935969" y="35661"/>
                  </a:lnTo>
                  <a:lnTo>
                    <a:pt x="945687" y="36031"/>
                  </a:lnTo>
                  <a:lnTo>
                    <a:pt x="955212" y="36394"/>
                  </a:lnTo>
                  <a:lnTo>
                    <a:pt x="964552" y="36750"/>
                  </a:lnTo>
                  <a:lnTo>
                    <a:pt x="973714" y="37099"/>
                  </a:lnTo>
                  <a:lnTo>
                    <a:pt x="982704" y="37442"/>
                  </a:lnTo>
                  <a:lnTo>
                    <a:pt x="991530" y="37778"/>
                  </a:lnTo>
                  <a:lnTo>
                    <a:pt x="1000197" y="3810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81094" y="3107925"/>
              <a:ext cx="1000197" cy="208164"/>
            </a:xfrm>
            <a:custGeom>
              <a:avLst/>
              <a:pathLst>
                <a:path w="1000197" h="208164">
                  <a:moveTo>
                    <a:pt x="0" y="0"/>
                  </a:moveTo>
                  <a:lnTo>
                    <a:pt x="64227" y="13367"/>
                  </a:lnTo>
                  <a:lnTo>
                    <a:pt x="120880" y="25158"/>
                  </a:lnTo>
                  <a:lnTo>
                    <a:pt x="171558" y="35705"/>
                  </a:lnTo>
                  <a:lnTo>
                    <a:pt x="217401" y="45246"/>
                  </a:lnTo>
                  <a:lnTo>
                    <a:pt x="259253" y="53956"/>
                  </a:lnTo>
                  <a:lnTo>
                    <a:pt x="297753" y="61969"/>
                  </a:lnTo>
                  <a:lnTo>
                    <a:pt x="333399" y="69388"/>
                  </a:lnTo>
                  <a:lnTo>
                    <a:pt x="366584" y="76294"/>
                  </a:lnTo>
                  <a:lnTo>
                    <a:pt x="397626" y="82755"/>
                  </a:lnTo>
                  <a:lnTo>
                    <a:pt x="426786" y="88824"/>
                  </a:lnTo>
                  <a:lnTo>
                    <a:pt x="454279" y="94546"/>
                  </a:lnTo>
                  <a:lnTo>
                    <a:pt x="480285" y="99958"/>
                  </a:lnTo>
                  <a:lnTo>
                    <a:pt x="504957" y="105093"/>
                  </a:lnTo>
                  <a:lnTo>
                    <a:pt x="528425" y="109977"/>
                  </a:lnTo>
                  <a:lnTo>
                    <a:pt x="550801" y="114634"/>
                  </a:lnTo>
                  <a:lnTo>
                    <a:pt x="572182" y="119084"/>
                  </a:lnTo>
                  <a:lnTo>
                    <a:pt x="592652" y="123344"/>
                  </a:lnTo>
                  <a:lnTo>
                    <a:pt x="612288" y="127431"/>
                  </a:lnTo>
                  <a:lnTo>
                    <a:pt x="631152" y="131357"/>
                  </a:lnTo>
                  <a:lnTo>
                    <a:pt x="649305" y="135135"/>
                  </a:lnTo>
                  <a:lnTo>
                    <a:pt x="666798" y="138776"/>
                  </a:lnTo>
                  <a:lnTo>
                    <a:pt x="683677" y="142289"/>
                  </a:lnTo>
                  <a:lnTo>
                    <a:pt x="699983" y="145682"/>
                  </a:lnTo>
                  <a:lnTo>
                    <a:pt x="715755" y="148965"/>
                  </a:lnTo>
                  <a:lnTo>
                    <a:pt x="731026" y="152143"/>
                  </a:lnTo>
                  <a:lnTo>
                    <a:pt x="745827" y="155224"/>
                  </a:lnTo>
                  <a:lnTo>
                    <a:pt x="760186" y="158212"/>
                  </a:lnTo>
                  <a:lnTo>
                    <a:pt x="774128" y="161114"/>
                  </a:lnTo>
                  <a:lnTo>
                    <a:pt x="787678" y="163934"/>
                  </a:lnTo>
                  <a:lnTo>
                    <a:pt x="800857" y="166677"/>
                  </a:lnTo>
                  <a:lnTo>
                    <a:pt x="813684" y="169346"/>
                  </a:lnTo>
                  <a:lnTo>
                    <a:pt x="826178" y="171947"/>
                  </a:lnTo>
                  <a:lnTo>
                    <a:pt x="838356" y="174481"/>
                  </a:lnTo>
                  <a:lnTo>
                    <a:pt x="850233" y="176953"/>
                  </a:lnTo>
                  <a:lnTo>
                    <a:pt x="861824" y="179365"/>
                  </a:lnTo>
                  <a:lnTo>
                    <a:pt x="873142" y="181721"/>
                  </a:lnTo>
                  <a:lnTo>
                    <a:pt x="884200" y="184022"/>
                  </a:lnTo>
                  <a:lnTo>
                    <a:pt x="895009" y="186272"/>
                  </a:lnTo>
                  <a:lnTo>
                    <a:pt x="905581" y="188472"/>
                  </a:lnTo>
                  <a:lnTo>
                    <a:pt x="915925" y="190625"/>
                  </a:lnTo>
                  <a:lnTo>
                    <a:pt x="926052" y="192733"/>
                  </a:lnTo>
                  <a:lnTo>
                    <a:pt x="935969" y="194797"/>
                  </a:lnTo>
                  <a:lnTo>
                    <a:pt x="945687" y="196819"/>
                  </a:lnTo>
                  <a:lnTo>
                    <a:pt x="955212" y="198802"/>
                  </a:lnTo>
                  <a:lnTo>
                    <a:pt x="964552" y="200745"/>
                  </a:lnTo>
                  <a:lnTo>
                    <a:pt x="973714" y="202652"/>
                  </a:lnTo>
                  <a:lnTo>
                    <a:pt x="982704" y="204523"/>
                  </a:lnTo>
                  <a:lnTo>
                    <a:pt x="991530" y="206360"/>
                  </a:lnTo>
                  <a:lnTo>
                    <a:pt x="1000197" y="20816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81094" y="3036845"/>
              <a:ext cx="1000197" cy="322465"/>
            </a:xfrm>
            <a:custGeom>
              <a:avLst/>
              <a:pathLst>
                <a:path w="1000197" h="322465">
                  <a:moveTo>
                    <a:pt x="0" y="322465"/>
                  </a:moveTo>
                  <a:lnTo>
                    <a:pt x="64227" y="301758"/>
                  </a:lnTo>
                  <a:lnTo>
                    <a:pt x="120880" y="283493"/>
                  </a:lnTo>
                  <a:lnTo>
                    <a:pt x="171558" y="267154"/>
                  </a:lnTo>
                  <a:lnTo>
                    <a:pt x="217401" y="252374"/>
                  </a:lnTo>
                  <a:lnTo>
                    <a:pt x="259253" y="238881"/>
                  </a:lnTo>
                  <a:lnTo>
                    <a:pt x="297753" y="226469"/>
                  </a:lnTo>
                  <a:lnTo>
                    <a:pt x="333399" y="214976"/>
                  </a:lnTo>
                  <a:lnTo>
                    <a:pt x="366584" y="204278"/>
                  </a:lnTo>
                  <a:lnTo>
                    <a:pt x="397626" y="194269"/>
                  </a:lnTo>
                  <a:lnTo>
                    <a:pt x="426786" y="184868"/>
                  </a:lnTo>
                  <a:lnTo>
                    <a:pt x="454279" y="176004"/>
                  </a:lnTo>
                  <a:lnTo>
                    <a:pt x="480285" y="167620"/>
                  </a:lnTo>
                  <a:lnTo>
                    <a:pt x="504957" y="159666"/>
                  </a:lnTo>
                  <a:lnTo>
                    <a:pt x="528425" y="152100"/>
                  </a:lnTo>
                  <a:lnTo>
                    <a:pt x="550801" y="144886"/>
                  </a:lnTo>
                  <a:lnTo>
                    <a:pt x="572182" y="137992"/>
                  </a:lnTo>
                  <a:lnTo>
                    <a:pt x="592652" y="131393"/>
                  </a:lnTo>
                  <a:lnTo>
                    <a:pt x="612288" y="125062"/>
                  </a:lnTo>
                  <a:lnTo>
                    <a:pt x="631152" y="118980"/>
                  </a:lnTo>
                  <a:lnTo>
                    <a:pt x="649305" y="113128"/>
                  </a:lnTo>
                  <a:lnTo>
                    <a:pt x="666798" y="107488"/>
                  </a:lnTo>
                  <a:lnTo>
                    <a:pt x="683677" y="102046"/>
                  </a:lnTo>
                  <a:lnTo>
                    <a:pt x="699983" y="96789"/>
                  </a:lnTo>
                  <a:lnTo>
                    <a:pt x="715755" y="91704"/>
                  </a:lnTo>
                  <a:lnTo>
                    <a:pt x="731026" y="86781"/>
                  </a:lnTo>
                  <a:lnTo>
                    <a:pt x="745827" y="82009"/>
                  </a:lnTo>
                  <a:lnTo>
                    <a:pt x="760186" y="77380"/>
                  </a:lnTo>
                  <a:lnTo>
                    <a:pt x="774128" y="72884"/>
                  </a:lnTo>
                  <a:lnTo>
                    <a:pt x="787678" y="68516"/>
                  </a:lnTo>
                  <a:lnTo>
                    <a:pt x="800857" y="64267"/>
                  </a:lnTo>
                  <a:lnTo>
                    <a:pt x="813684" y="60132"/>
                  </a:lnTo>
                  <a:lnTo>
                    <a:pt x="826178" y="56103"/>
                  </a:lnTo>
                  <a:lnTo>
                    <a:pt x="838356" y="52177"/>
                  </a:lnTo>
                  <a:lnTo>
                    <a:pt x="850233" y="48348"/>
                  </a:lnTo>
                  <a:lnTo>
                    <a:pt x="861824" y="44611"/>
                  </a:lnTo>
                  <a:lnTo>
                    <a:pt x="873142" y="40962"/>
                  </a:lnTo>
                  <a:lnTo>
                    <a:pt x="884200" y="37397"/>
                  </a:lnTo>
                  <a:lnTo>
                    <a:pt x="895009" y="33912"/>
                  </a:lnTo>
                  <a:lnTo>
                    <a:pt x="905581" y="30504"/>
                  </a:lnTo>
                  <a:lnTo>
                    <a:pt x="915925" y="27169"/>
                  </a:lnTo>
                  <a:lnTo>
                    <a:pt x="926052" y="23904"/>
                  </a:lnTo>
                  <a:lnTo>
                    <a:pt x="935969" y="20707"/>
                  </a:lnTo>
                  <a:lnTo>
                    <a:pt x="945687" y="17574"/>
                  </a:lnTo>
                  <a:lnTo>
                    <a:pt x="955212" y="14503"/>
                  </a:lnTo>
                  <a:lnTo>
                    <a:pt x="964552" y="11492"/>
                  </a:lnTo>
                  <a:lnTo>
                    <a:pt x="973714" y="8538"/>
                  </a:lnTo>
                  <a:lnTo>
                    <a:pt x="982704" y="5639"/>
                  </a:lnTo>
                  <a:lnTo>
                    <a:pt x="991530" y="2794"/>
                  </a:lnTo>
                  <a:lnTo>
                    <a:pt x="100019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81094" y="3232619"/>
              <a:ext cx="1000197" cy="4948"/>
            </a:xfrm>
            <a:custGeom>
              <a:avLst/>
              <a:pathLst>
                <a:path w="1000197" h="4948">
                  <a:moveTo>
                    <a:pt x="0" y="4948"/>
                  </a:moveTo>
                  <a:lnTo>
                    <a:pt x="64227" y="4630"/>
                  </a:lnTo>
                  <a:lnTo>
                    <a:pt x="120880" y="4350"/>
                  </a:lnTo>
                  <a:lnTo>
                    <a:pt x="171558" y="4099"/>
                  </a:lnTo>
                  <a:lnTo>
                    <a:pt x="217401" y="3872"/>
                  </a:lnTo>
                  <a:lnTo>
                    <a:pt x="259253" y="3665"/>
                  </a:lnTo>
                  <a:lnTo>
                    <a:pt x="297753" y="3475"/>
                  </a:lnTo>
                  <a:lnTo>
                    <a:pt x="333399" y="3298"/>
                  </a:lnTo>
                  <a:lnTo>
                    <a:pt x="366584" y="3134"/>
                  </a:lnTo>
                  <a:lnTo>
                    <a:pt x="397626" y="2981"/>
                  </a:lnTo>
                  <a:lnTo>
                    <a:pt x="426786" y="2836"/>
                  </a:lnTo>
                  <a:lnTo>
                    <a:pt x="454279" y="2700"/>
                  </a:lnTo>
                  <a:lnTo>
                    <a:pt x="480285" y="2572"/>
                  </a:lnTo>
                  <a:lnTo>
                    <a:pt x="504957" y="2450"/>
                  </a:lnTo>
                  <a:lnTo>
                    <a:pt x="528425" y="2334"/>
                  </a:lnTo>
                  <a:lnTo>
                    <a:pt x="550801" y="2223"/>
                  </a:lnTo>
                  <a:lnTo>
                    <a:pt x="572182" y="2117"/>
                  </a:lnTo>
                  <a:lnTo>
                    <a:pt x="592652" y="2016"/>
                  </a:lnTo>
                  <a:lnTo>
                    <a:pt x="612288" y="1919"/>
                  </a:lnTo>
                  <a:lnTo>
                    <a:pt x="631152" y="1825"/>
                  </a:lnTo>
                  <a:lnTo>
                    <a:pt x="649305" y="1736"/>
                  </a:lnTo>
                  <a:lnTo>
                    <a:pt x="666798" y="1649"/>
                  </a:lnTo>
                  <a:lnTo>
                    <a:pt x="683677" y="1565"/>
                  </a:lnTo>
                  <a:lnTo>
                    <a:pt x="699983" y="1485"/>
                  </a:lnTo>
                  <a:lnTo>
                    <a:pt x="715755" y="1407"/>
                  </a:lnTo>
                  <a:lnTo>
                    <a:pt x="731026" y="1331"/>
                  </a:lnTo>
                  <a:lnTo>
                    <a:pt x="745827" y="1258"/>
                  </a:lnTo>
                  <a:lnTo>
                    <a:pt x="760186" y="1187"/>
                  </a:lnTo>
                  <a:lnTo>
                    <a:pt x="774128" y="1118"/>
                  </a:lnTo>
                  <a:lnTo>
                    <a:pt x="787678" y="1051"/>
                  </a:lnTo>
                  <a:lnTo>
                    <a:pt x="800857" y="986"/>
                  </a:lnTo>
                  <a:lnTo>
                    <a:pt x="813684" y="922"/>
                  </a:lnTo>
                  <a:lnTo>
                    <a:pt x="826178" y="860"/>
                  </a:lnTo>
                  <a:lnTo>
                    <a:pt x="838356" y="800"/>
                  </a:lnTo>
                  <a:lnTo>
                    <a:pt x="850233" y="741"/>
                  </a:lnTo>
                  <a:lnTo>
                    <a:pt x="861824" y="684"/>
                  </a:lnTo>
                  <a:lnTo>
                    <a:pt x="873142" y="628"/>
                  </a:lnTo>
                  <a:lnTo>
                    <a:pt x="884200" y="573"/>
                  </a:lnTo>
                  <a:lnTo>
                    <a:pt x="895009" y="520"/>
                  </a:lnTo>
                  <a:lnTo>
                    <a:pt x="905581" y="468"/>
                  </a:lnTo>
                  <a:lnTo>
                    <a:pt x="915925" y="416"/>
                  </a:lnTo>
                  <a:lnTo>
                    <a:pt x="926052" y="366"/>
                  </a:lnTo>
                  <a:lnTo>
                    <a:pt x="935969" y="317"/>
                  </a:lnTo>
                  <a:lnTo>
                    <a:pt x="945687" y="269"/>
                  </a:lnTo>
                  <a:lnTo>
                    <a:pt x="955212" y="222"/>
                  </a:lnTo>
                  <a:lnTo>
                    <a:pt x="964552" y="176"/>
                  </a:lnTo>
                  <a:lnTo>
                    <a:pt x="973714" y="131"/>
                  </a:lnTo>
                  <a:lnTo>
                    <a:pt x="982704" y="86"/>
                  </a:lnTo>
                  <a:lnTo>
                    <a:pt x="991530" y="42"/>
                  </a:lnTo>
                  <a:lnTo>
                    <a:pt x="100019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81094" y="2861705"/>
              <a:ext cx="1000197" cy="169919"/>
            </a:xfrm>
            <a:custGeom>
              <a:avLst/>
              <a:pathLst>
                <a:path w="1000197" h="169919">
                  <a:moveTo>
                    <a:pt x="0" y="169919"/>
                  </a:moveTo>
                  <a:lnTo>
                    <a:pt x="64227" y="159007"/>
                  </a:lnTo>
                  <a:lnTo>
                    <a:pt x="120880" y="149383"/>
                  </a:lnTo>
                  <a:lnTo>
                    <a:pt x="171558" y="140773"/>
                  </a:lnTo>
                  <a:lnTo>
                    <a:pt x="217401" y="132985"/>
                  </a:lnTo>
                  <a:lnTo>
                    <a:pt x="259253" y="125875"/>
                  </a:lnTo>
                  <a:lnTo>
                    <a:pt x="297753" y="119335"/>
                  </a:lnTo>
                  <a:lnTo>
                    <a:pt x="333399" y="113279"/>
                  </a:lnTo>
                  <a:lnTo>
                    <a:pt x="366584" y="107641"/>
                  </a:lnTo>
                  <a:lnTo>
                    <a:pt x="397626" y="102368"/>
                  </a:lnTo>
                  <a:lnTo>
                    <a:pt x="426786" y="97414"/>
                  </a:lnTo>
                  <a:lnTo>
                    <a:pt x="454279" y="92743"/>
                  </a:lnTo>
                  <a:lnTo>
                    <a:pt x="480285" y="88325"/>
                  </a:lnTo>
                  <a:lnTo>
                    <a:pt x="504957" y="84134"/>
                  </a:lnTo>
                  <a:lnTo>
                    <a:pt x="528425" y="80147"/>
                  </a:lnTo>
                  <a:lnTo>
                    <a:pt x="550801" y="76346"/>
                  </a:lnTo>
                  <a:lnTo>
                    <a:pt x="572182" y="72713"/>
                  </a:lnTo>
                  <a:lnTo>
                    <a:pt x="592652" y="69235"/>
                  </a:lnTo>
                  <a:lnTo>
                    <a:pt x="612288" y="65900"/>
                  </a:lnTo>
                  <a:lnTo>
                    <a:pt x="631152" y="62695"/>
                  </a:lnTo>
                  <a:lnTo>
                    <a:pt x="649305" y="59611"/>
                  </a:lnTo>
                  <a:lnTo>
                    <a:pt x="666798" y="56639"/>
                  </a:lnTo>
                  <a:lnTo>
                    <a:pt x="683677" y="53772"/>
                  </a:lnTo>
                  <a:lnTo>
                    <a:pt x="699983" y="51002"/>
                  </a:lnTo>
                  <a:lnTo>
                    <a:pt x="715755" y="48322"/>
                  </a:lnTo>
                  <a:lnTo>
                    <a:pt x="731026" y="45728"/>
                  </a:lnTo>
                  <a:lnTo>
                    <a:pt x="745827" y="43213"/>
                  </a:lnTo>
                  <a:lnTo>
                    <a:pt x="760186" y="40774"/>
                  </a:lnTo>
                  <a:lnTo>
                    <a:pt x="774128" y="38405"/>
                  </a:lnTo>
                  <a:lnTo>
                    <a:pt x="787678" y="36103"/>
                  </a:lnTo>
                  <a:lnTo>
                    <a:pt x="800857" y="33864"/>
                  </a:lnTo>
                  <a:lnTo>
                    <a:pt x="813684" y="31685"/>
                  </a:lnTo>
                  <a:lnTo>
                    <a:pt x="826178" y="29563"/>
                  </a:lnTo>
                  <a:lnTo>
                    <a:pt x="838356" y="27494"/>
                  </a:lnTo>
                  <a:lnTo>
                    <a:pt x="850233" y="25476"/>
                  </a:lnTo>
                  <a:lnTo>
                    <a:pt x="861824" y="23507"/>
                  </a:lnTo>
                  <a:lnTo>
                    <a:pt x="873142" y="21584"/>
                  </a:lnTo>
                  <a:lnTo>
                    <a:pt x="884200" y="19706"/>
                  </a:lnTo>
                  <a:lnTo>
                    <a:pt x="895009" y="17869"/>
                  </a:lnTo>
                  <a:lnTo>
                    <a:pt x="905581" y="16073"/>
                  </a:lnTo>
                  <a:lnTo>
                    <a:pt x="915925" y="14316"/>
                  </a:lnTo>
                  <a:lnTo>
                    <a:pt x="926052" y="12596"/>
                  </a:lnTo>
                  <a:lnTo>
                    <a:pt x="935969" y="10911"/>
                  </a:lnTo>
                  <a:lnTo>
                    <a:pt x="945687" y="9260"/>
                  </a:lnTo>
                  <a:lnTo>
                    <a:pt x="955212" y="7642"/>
                  </a:lnTo>
                  <a:lnTo>
                    <a:pt x="964552" y="6055"/>
                  </a:lnTo>
                  <a:lnTo>
                    <a:pt x="973714" y="4499"/>
                  </a:lnTo>
                  <a:lnTo>
                    <a:pt x="982704" y="2971"/>
                  </a:lnTo>
                  <a:lnTo>
                    <a:pt x="991530" y="1472"/>
                  </a:lnTo>
                  <a:lnTo>
                    <a:pt x="100019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81094" y="3024103"/>
              <a:ext cx="1000197" cy="148321"/>
            </a:xfrm>
            <a:custGeom>
              <a:avLst/>
              <a:pathLst>
                <a:path w="1000197" h="148321">
                  <a:moveTo>
                    <a:pt x="0" y="0"/>
                  </a:moveTo>
                  <a:lnTo>
                    <a:pt x="64227" y="9524"/>
                  </a:lnTo>
                  <a:lnTo>
                    <a:pt x="120880" y="17925"/>
                  </a:lnTo>
                  <a:lnTo>
                    <a:pt x="171558" y="25440"/>
                  </a:lnTo>
                  <a:lnTo>
                    <a:pt x="217401" y="32239"/>
                  </a:lnTo>
                  <a:lnTo>
                    <a:pt x="259253" y="38445"/>
                  </a:lnTo>
                  <a:lnTo>
                    <a:pt x="297753" y="44154"/>
                  </a:lnTo>
                  <a:lnTo>
                    <a:pt x="333399" y="49440"/>
                  </a:lnTo>
                  <a:lnTo>
                    <a:pt x="366584" y="54361"/>
                  </a:lnTo>
                  <a:lnTo>
                    <a:pt x="397626" y="58965"/>
                  </a:lnTo>
                  <a:lnTo>
                    <a:pt x="426786" y="63289"/>
                  </a:lnTo>
                  <a:lnTo>
                    <a:pt x="454279" y="67366"/>
                  </a:lnTo>
                  <a:lnTo>
                    <a:pt x="480285" y="71222"/>
                  </a:lnTo>
                  <a:lnTo>
                    <a:pt x="504957" y="74881"/>
                  </a:lnTo>
                  <a:lnTo>
                    <a:pt x="528425" y="78361"/>
                  </a:lnTo>
                  <a:lnTo>
                    <a:pt x="550801" y="81679"/>
                  </a:lnTo>
                  <a:lnTo>
                    <a:pt x="572182" y="84850"/>
                  </a:lnTo>
                  <a:lnTo>
                    <a:pt x="592652" y="87885"/>
                  </a:lnTo>
                  <a:lnTo>
                    <a:pt x="612288" y="90797"/>
                  </a:lnTo>
                  <a:lnTo>
                    <a:pt x="631152" y="93595"/>
                  </a:lnTo>
                  <a:lnTo>
                    <a:pt x="649305" y="96287"/>
                  </a:lnTo>
                  <a:lnTo>
                    <a:pt x="666798" y="98881"/>
                  </a:lnTo>
                  <a:lnTo>
                    <a:pt x="683677" y="101384"/>
                  </a:lnTo>
                  <a:lnTo>
                    <a:pt x="699983" y="103802"/>
                  </a:lnTo>
                  <a:lnTo>
                    <a:pt x="715755" y="106141"/>
                  </a:lnTo>
                  <a:lnTo>
                    <a:pt x="731026" y="108405"/>
                  </a:lnTo>
                  <a:lnTo>
                    <a:pt x="745827" y="110600"/>
                  </a:lnTo>
                  <a:lnTo>
                    <a:pt x="760186" y="112729"/>
                  </a:lnTo>
                  <a:lnTo>
                    <a:pt x="774128" y="114797"/>
                  </a:lnTo>
                  <a:lnTo>
                    <a:pt x="787678" y="116806"/>
                  </a:lnTo>
                  <a:lnTo>
                    <a:pt x="800857" y="118761"/>
                  </a:lnTo>
                  <a:lnTo>
                    <a:pt x="813684" y="120663"/>
                  </a:lnTo>
                  <a:lnTo>
                    <a:pt x="826178" y="122516"/>
                  </a:lnTo>
                  <a:lnTo>
                    <a:pt x="838356" y="124321"/>
                  </a:lnTo>
                  <a:lnTo>
                    <a:pt x="850233" y="126083"/>
                  </a:lnTo>
                  <a:lnTo>
                    <a:pt x="861824" y="127801"/>
                  </a:lnTo>
                  <a:lnTo>
                    <a:pt x="873142" y="129480"/>
                  </a:lnTo>
                  <a:lnTo>
                    <a:pt x="884200" y="131120"/>
                  </a:lnTo>
                  <a:lnTo>
                    <a:pt x="895009" y="132723"/>
                  </a:lnTo>
                  <a:lnTo>
                    <a:pt x="905581" y="134290"/>
                  </a:lnTo>
                  <a:lnTo>
                    <a:pt x="915925" y="135824"/>
                  </a:lnTo>
                  <a:lnTo>
                    <a:pt x="926052" y="137326"/>
                  </a:lnTo>
                  <a:lnTo>
                    <a:pt x="935969" y="138797"/>
                  </a:lnTo>
                  <a:lnTo>
                    <a:pt x="945687" y="140238"/>
                  </a:lnTo>
                  <a:lnTo>
                    <a:pt x="955212" y="141650"/>
                  </a:lnTo>
                  <a:lnTo>
                    <a:pt x="964552" y="143035"/>
                  </a:lnTo>
                  <a:lnTo>
                    <a:pt x="973714" y="144394"/>
                  </a:lnTo>
                  <a:lnTo>
                    <a:pt x="982704" y="145727"/>
                  </a:lnTo>
                  <a:lnTo>
                    <a:pt x="991530" y="147036"/>
                  </a:lnTo>
                  <a:lnTo>
                    <a:pt x="1000197" y="14832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81094" y="3216514"/>
              <a:ext cx="1000197" cy="67663"/>
            </a:xfrm>
            <a:custGeom>
              <a:avLst/>
              <a:pathLst>
                <a:path w="1000197" h="67663">
                  <a:moveTo>
                    <a:pt x="0" y="0"/>
                  </a:moveTo>
                  <a:lnTo>
                    <a:pt x="64227" y="4344"/>
                  </a:lnTo>
                  <a:lnTo>
                    <a:pt x="120880" y="8177"/>
                  </a:lnTo>
                  <a:lnTo>
                    <a:pt x="171558" y="11605"/>
                  </a:lnTo>
                  <a:lnTo>
                    <a:pt x="217401" y="14707"/>
                  </a:lnTo>
                  <a:lnTo>
                    <a:pt x="259253" y="17538"/>
                  </a:lnTo>
                  <a:lnTo>
                    <a:pt x="297753" y="20143"/>
                  </a:lnTo>
                  <a:lnTo>
                    <a:pt x="333399" y="22554"/>
                  </a:lnTo>
                  <a:lnTo>
                    <a:pt x="366584" y="24799"/>
                  </a:lnTo>
                  <a:lnTo>
                    <a:pt x="397626" y="26899"/>
                  </a:lnTo>
                  <a:lnTo>
                    <a:pt x="426786" y="28872"/>
                  </a:lnTo>
                  <a:lnTo>
                    <a:pt x="454279" y="30731"/>
                  </a:lnTo>
                  <a:lnTo>
                    <a:pt x="480285" y="32491"/>
                  </a:lnTo>
                  <a:lnTo>
                    <a:pt x="504957" y="34160"/>
                  </a:lnTo>
                  <a:lnTo>
                    <a:pt x="528425" y="35747"/>
                  </a:lnTo>
                  <a:lnTo>
                    <a:pt x="550801" y="37261"/>
                  </a:lnTo>
                  <a:lnTo>
                    <a:pt x="572182" y="38708"/>
                  </a:lnTo>
                  <a:lnTo>
                    <a:pt x="592652" y="40092"/>
                  </a:lnTo>
                  <a:lnTo>
                    <a:pt x="612288" y="41421"/>
                  </a:lnTo>
                  <a:lnTo>
                    <a:pt x="631152" y="42697"/>
                  </a:lnTo>
                  <a:lnTo>
                    <a:pt x="649305" y="43925"/>
                  </a:lnTo>
                  <a:lnTo>
                    <a:pt x="666798" y="45108"/>
                  </a:lnTo>
                  <a:lnTo>
                    <a:pt x="683677" y="46250"/>
                  </a:lnTo>
                  <a:lnTo>
                    <a:pt x="699983" y="47353"/>
                  </a:lnTo>
                  <a:lnTo>
                    <a:pt x="715755" y="48420"/>
                  </a:lnTo>
                  <a:lnTo>
                    <a:pt x="731026" y="49453"/>
                  </a:lnTo>
                  <a:lnTo>
                    <a:pt x="745827" y="50455"/>
                  </a:lnTo>
                  <a:lnTo>
                    <a:pt x="760186" y="51426"/>
                  </a:lnTo>
                  <a:lnTo>
                    <a:pt x="774128" y="52369"/>
                  </a:lnTo>
                  <a:lnTo>
                    <a:pt x="787678" y="53286"/>
                  </a:lnTo>
                  <a:lnTo>
                    <a:pt x="800857" y="54177"/>
                  </a:lnTo>
                  <a:lnTo>
                    <a:pt x="813684" y="55045"/>
                  </a:lnTo>
                  <a:lnTo>
                    <a:pt x="826178" y="55890"/>
                  </a:lnTo>
                  <a:lnTo>
                    <a:pt x="838356" y="56714"/>
                  </a:lnTo>
                  <a:lnTo>
                    <a:pt x="850233" y="57518"/>
                  </a:lnTo>
                  <a:lnTo>
                    <a:pt x="861824" y="58302"/>
                  </a:lnTo>
                  <a:lnTo>
                    <a:pt x="873142" y="59068"/>
                  </a:lnTo>
                  <a:lnTo>
                    <a:pt x="884200" y="59816"/>
                  </a:lnTo>
                  <a:lnTo>
                    <a:pt x="895009" y="60547"/>
                  </a:lnTo>
                  <a:lnTo>
                    <a:pt x="905581" y="61262"/>
                  </a:lnTo>
                  <a:lnTo>
                    <a:pt x="915925" y="61962"/>
                  </a:lnTo>
                  <a:lnTo>
                    <a:pt x="926052" y="62647"/>
                  </a:lnTo>
                  <a:lnTo>
                    <a:pt x="935969" y="63318"/>
                  </a:lnTo>
                  <a:lnTo>
                    <a:pt x="945687" y="63975"/>
                  </a:lnTo>
                  <a:lnTo>
                    <a:pt x="955212" y="64620"/>
                  </a:lnTo>
                  <a:lnTo>
                    <a:pt x="964552" y="65251"/>
                  </a:lnTo>
                  <a:lnTo>
                    <a:pt x="973714" y="65871"/>
                  </a:lnTo>
                  <a:lnTo>
                    <a:pt x="982704" y="66479"/>
                  </a:lnTo>
                  <a:lnTo>
                    <a:pt x="991530" y="67076"/>
                  </a:lnTo>
                  <a:lnTo>
                    <a:pt x="1000197" y="6766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81094" y="3099291"/>
              <a:ext cx="1000197" cy="139446"/>
            </a:xfrm>
            <a:custGeom>
              <a:avLst/>
              <a:pathLst>
                <a:path w="1000197" h="139446">
                  <a:moveTo>
                    <a:pt x="0" y="0"/>
                  </a:moveTo>
                  <a:lnTo>
                    <a:pt x="64227" y="8954"/>
                  </a:lnTo>
                  <a:lnTo>
                    <a:pt x="120880" y="16853"/>
                  </a:lnTo>
                  <a:lnTo>
                    <a:pt x="171558" y="23918"/>
                  </a:lnTo>
                  <a:lnTo>
                    <a:pt x="217401" y="30309"/>
                  </a:lnTo>
                  <a:lnTo>
                    <a:pt x="259253" y="36144"/>
                  </a:lnTo>
                  <a:lnTo>
                    <a:pt x="297753" y="41512"/>
                  </a:lnTo>
                  <a:lnTo>
                    <a:pt x="333399" y="46482"/>
                  </a:lnTo>
                  <a:lnTo>
                    <a:pt x="366584" y="51108"/>
                  </a:lnTo>
                  <a:lnTo>
                    <a:pt x="397626" y="55436"/>
                  </a:lnTo>
                  <a:lnTo>
                    <a:pt x="426786" y="59502"/>
                  </a:lnTo>
                  <a:lnTo>
                    <a:pt x="454279" y="63335"/>
                  </a:lnTo>
                  <a:lnTo>
                    <a:pt x="480285" y="66961"/>
                  </a:lnTo>
                  <a:lnTo>
                    <a:pt x="504957" y="70400"/>
                  </a:lnTo>
                  <a:lnTo>
                    <a:pt x="528425" y="73672"/>
                  </a:lnTo>
                  <a:lnTo>
                    <a:pt x="550801" y="76792"/>
                  </a:lnTo>
                  <a:lnTo>
                    <a:pt x="572182" y="79773"/>
                  </a:lnTo>
                  <a:lnTo>
                    <a:pt x="592652" y="82627"/>
                  </a:lnTo>
                  <a:lnTo>
                    <a:pt x="612288" y="85364"/>
                  </a:lnTo>
                  <a:lnTo>
                    <a:pt x="631152" y="87994"/>
                  </a:lnTo>
                  <a:lnTo>
                    <a:pt x="649305" y="90525"/>
                  </a:lnTo>
                  <a:lnTo>
                    <a:pt x="666798" y="92964"/>
                  </a:lnTo>
                  <a:lnTo>
                    <a:pt x="683677" y="95317"/>
                  </a:lnTo>
                  <a:lnTo>
                    <a:pt x="699983" y="97591"/>
                  </a:lnTo>
                  <a:lnTo>
                    <a:pt x="715755" y="99790"/>
                  </a:lnTo>
                  <a:lnTo>
                    <a:pt x="731026" y="101919"/>
                  </a:lnTo>
                  <a:lnTo>
                    <a:pt x="745827" y="103982"/>
                  </a:lnTo>
                  <a:lnTo>
                    <a:pt x="760186" y="105984"/>
                  </a:lnTo>
                  <a:lnTo>
                    <a:pt x="774128" y="107928"/>
                  </a:lnTo>
                  <a:lnTo>
                    <a:pt x="787678" y="109817"/>
                  </a:lnTo>
                  <a:lnTo>
                    <a:pt x="800857" y="111654"/>
                  </a:lnTo>
                  <a:lnTo>
                    <a:pt x="813684" y="113443"/>
                  </a:lnTo>
                  <a:lnTo>
                    <a:pt x="826178" y="115185"/>
                  </a:lnTo>
                  <a:lnTo>
                    <a:pt x="838356" y="116883"/>
                  </a:lnTo>
                  <a:lnTo>
                    <a:pt x="850233" y="118538"/>
                  </a:lnTo>
                  <a:lnTo>
                    <a:pt x="861824" y="120154"/>
                  </a:lnTo>
                  <a:lnTo>
                    <a:pt x="873142" y="121732"/>
                  </a:lnTo>
                  <a:lnTo>
                    <a:pt x="884200" y="123274"/>
                  </a:lnTo>
                  <a:lnTo>
                    <a:pt x="895009" y="124781"/>
                  </a:lnTo>
                  <a:lnTo>
                    <a:pt x="905581" y="126255"/>
                  </a:lnTo>
                  <a:lnTo>
                    <a:pt x="915925" y="127697"/>
                  </a:lnTo>
                  <a:lnTo>
                    <a:pt x="926052" y="129109"/>
                  </a:lnTo>
                  <a:lnTo>
                    <a:pt x="935969" y="130492"/>
                  </a:lnTo>
                  <a:lnTo>
                    <a:pt x="945687" y="131846"/>
                  </a:lnTo>
                  <a:lnTo>
                    <a:pt x="955212" y="133174"/>
                  </a:lnTo>
                  <a:lnTo>
                    <a:pt x="964552" y="134477"/>
                  </a:lnTo>
                  <a:lnTo>
                    <a:pt x="973714" y="135754"/>
                  </a:lnTo>
                  <a:lnTo>
                    <a:pt x="982704" y="137007"/>
                  </a:lnTo>
                  <a:lnTo>
                    <a:pt x="991530" y="138238"/>
                  </a:lnTo>
                  <a:lnTo>
                    <a:pt x="1000197" y="13944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81094" y="3064169"/>
              <a:ext cx="1000197" cy="117824"/>
            </a:xfrm>
            <a:custGeom>
              <a:avLst/>
              <a:pathLst>
                <a:path w="1000197" h="117824">
                  <a:moveTo>
                    <a:pt x="0" y="0"/>
                  </a:moveTo>
                  <a:lnTo>
                    <a:pt x="64227" y="7566"/>
                  </a:lnTo>
                  <a:lnTo>
                    <a:pt x="120880" y="14239"/>
                  </a:lnTo>
                  <a:lnTo>
                    <a:pt x="171558" y="20209"/>
                  </a:lnTo>
                  <a:lnTo>
                    <a:pt x="217401" y="25610"/>
                  </a:lnTo>
                  <a:lnTo>
                    <a:pt x="259253" y="30540"/>
                  </a:lnTo>
                  <a:lnTo>
                    <a:pt x="297753" y="35075"/>
                  </a:lnTo>
                  <a:lnTo>
                    <a:pt x="333399" y="39274"/>
                  </a:lnTo>
                  <a:lnTo>
                    <a:pt x="366584" y="43183"/>
                  </a:lnTo>
                  <a:lnTo>
                    <a:pt x="397626" y="46840"/>
                  </a:lnTo>
                  <a:lnTo>
                    <a:pt x="426786" y="50275"/>
                  </a:lnTo>
                  <a:lnTo>
                    <a:pt x="454279" y="53514"/>
                  </a:lnTo>
                  <a:lnTo>
                    <a:pt x="480285" y="56578"/>
                  </a:lnTo>
                  <a:lnTo>
                    <a:pt x="504957" y="59484"/>
                  </a:lnTo>
                  <a:lnTo>
                    <a:pt x="528425" y="62248"/>
                  </a:lnTo>
                  <a:lnTo>
                    <a:pt x="550801" y="64884"/>
                  </a:lnTo>
                  <a:lnTo>
                    <a:pt x="572182" y="67403"/>
                  </a:lnTo>
                  <a:lnTo>
                    <a:pt x="592652" y="69815"/>
                  </a:lnTo>
                  <a:lnTo>
                    <a:pt x="612288" y="72128"/>
                  </a:lnTo>
                  <a:lnTo>
                    <a:pt x="631152" y="74350"/>
                  </a:lnTo>
                  <a:lnTo>
                    <a:pt x="649305" y="76488"/>
                  </a:lnTo>
                  <a:lnTo>
                    <a:pt x="666798" y="78549"/>
                  </a:lnTo>
                  <a:lnTo>
                    <a:pt x="683677" y="80537"/>
                  </a:lnTo>
                  <a:lnTo>
                    <a:pt x="699983" y="82458"/>
                  </a:lnTo>
                  <a:lnTo>
                    <a:pt x="715755" y="84316"/>
                  </a:lnTo>
                  <a:lnTo>
                    <a:pt x="731026" y="86115"/>
                  </a:lnTo>
                  <a:lnTo>
                    <a:pt x="745827" y="87859"/>
                  </a:lnTo>
                  <a:lnTo>
                    <a:pt x="760186" y="89550"/>
                  </a:lnTo>
                  <a:lnTo>
                    <a:pt x="774128" y="91193"/>
                  </a:lnTo>
                  <a:lnTo>
                    <a:pt x="787678" y="92789"/>
                  </a:lnTo>
                  <a:lnTo>
                    <a:pt x="800857" y="94341"/>
                  </a:lnTo>
                  <a:lnTo>
                    <a:pt x="813684" y="95852"/>
                  </a:lnTo>
                  <a:lnTo>
                    <a:pt x="826178" y="97324"/>
                  </a:lnTo>
                  <a:lnTo>
                    <a:pt x="838356" y="98759"/>
                  </a:lnTo>
                  <a:lnTo>
                    <a:pt x="850233" y="100158"/>
                  </a:lnTo>
                  <a:lnTo>
                    <a:pt x="861824" y="101523"/>
                  </a:lnTo>
                  <a:lnTo>
                    <a:pt x="873142" y="102856"/>
                  </a:lnTo>
                  <a:lnTo>
                    <a:pt x="884200" y="104159"/>
                  </a:lnTo>
                  <a:lnTo>
                    <a:pt x="895009" y="105432"/>
                  </a:lnTo>
                  <a:lnTo>
                    <a:pt x="905581" y="106678"/>
                  </a:lnTo>
                  <a:lnTo>
                    <a:pt x="915925" y="107896"/>
                  </a:lnTo>
                  <a:lnTo>
                    <a:pt x="926052" y="109089"/>
                  </a:lnTo>
                  <a:lnTo>
                    <a:pt x="935969" y="110258"/>
                  </a:lnTo>
                  <a:lnTo>
                    <a:pt x="945687" y="111402"/>
                  </a:lnTo>
                  <a:lnTo>
                    <a:pt x="955212" y="112524"/>
                  </a:lnTo>
                  <a:lnTo>
                    <a:pt x="964552" y="113625"/>
                  </a:lnTo>
                  <a:lnTo>
                    <a:pt x="973714" y="114704"/>
                  </a:lnTo>
                  <a:lnTo>
                    <a:pt x="982704" y="115763"/>
                  </a:lnTo>
                  <a:lnTo>
                    <a:pt x="991530" y="116803"/>
                  </a:lnTo>
                  <a:lnTo>
                    <a:pt x="1000197" y="11782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05201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35634" y="33737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35634" y="316980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35634" y="296588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634" y="276196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76732" y="34101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76732" y="32062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76732" y="30023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732" y="27984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05201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481094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814493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14789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481291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29315" y="3005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405201" y="2439157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903555" y="31741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58154" y="30129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93628" y="31349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59190" y="31415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98799" y="32619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57921" y="31169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85431" y="32151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904724" y="31696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69612" y="32810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66671" y="33007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203619" y="33562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07951" y="333461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196734" y="32307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35826" y="33200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91760" y="32353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35167" y="30856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96631" y="33386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214431" y="33329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27714" y="32255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06130" y="31104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15259" y="31788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31066" y="3334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10357" y="30557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21376" y="32403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201245" y="31442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91880" y="31374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98140" y="297570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226649" y="307121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62350" y="30886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65201" y="33922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61604" y="312472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40652" y="32879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30510" y="33111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69327" y="3418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61034" y="29389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55890" y="30770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67018" y="32145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25221" y="31576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50652" y="33701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27073" y="32823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61604" y="32760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61508" y="32917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52544" y="31710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29110" y="33233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56912" y="32576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52315" y="30459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57492" y="321875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53035" y="26271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00306" y="31997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87388" y="32425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64953" y="29466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55951" y="33263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877234" y="30269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76320" y="32752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863148" y="32515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97876" y="308915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79963" y="29802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65178" y="32901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860551" y="31452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77940" y="32258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00768" y="31036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83688" y="33203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860740" y="30530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65946" y="30343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92611" y="32306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92896" y="308157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862136" y="30320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74251" y="32105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893800" y="30447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85741" y="33436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95873" y="32788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77078" y="33908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909763" y="3142644"/>
              <a:ext cx="997014" cy="9044"/>
            </a:xfrm>
            <a:custGeom>
              <a:avLst/>
              <a:pathLst>
                <a:path w="997014" h="9044">
                  <a:moveTo>
                    <a:pt x="0" y="9044"/>
                  </a:moveTo>
                  <a:lnTo>
                    <a:pt x="64023" y="8463"/>
                  </a:lnTo>
                  <a:lnTo>
                    <a:pt x="120495" y="7951"/>
                  </a:lnTo>
                  <a:lnTo>
                    <a:pt x="171012" y="7493"/>
                  </a:lnTo>
                  <a:lnTo>
                    <a:pt x="216709" y="7078"/>
                  </a:lnTo>
                  <a:lnTo>
                    <a:pt x="258428" y="6700"/>
                  </a:lnTo>
                  <a:lnTo>
                    <a:pt x="296806" y="6352"/>
                  </a:lnTo>
                  <a:lnTo>
                    <a:pt x="332338" y="6029"/>
                  </a:lnTo>
                  <a:lnTo>
                    <a:pt x="365417" y="5729"/>
                  </a:lnTo>
                  <a:lnTo>
                    <a:pt x="396361" y="5448"/>
                  </a:lnTo>
                  <a:lnTo>
                    <a:pt x="425428" y="5185"/>
                  </a:lnTo>
                  <a:lnTo>
                    <a:pt x="452833" y="4936"/>
                  </a:lnTo>
                  <a:lnTo>
                    <a:pt x="478757" y="4701"/>
                  </a:lnTo>
                  <a:lnTo>
                    <a:pt x="503350" y="4478"/>
                  </a:lnTo>
                  <a:lnTo>
                    <a:pt x="526743" y="4266"/>
                  </a:lnTo>
                  <a:lnTo>
                    <a:pt x="549047" y="4063"/>
                  </a:lnTo>
                  <a:lnTo>
                    <a:pt x="570360" y="3870"/>
                  </a:lnTo>
                  <a:lnTo>
                    <a:pt x="590766" y="3685"/>
                  </a:lnTo>
                  <a:lnTo>
                    <a:pt x="610339" y="3507"/>
                  </a:lnTo>
                  <a:lnTo>
                    <a:pt x="629144" y="3337"/>
                  </a:lnTo>
                  <a:lnTo>
                    <a:pt x="647239" y="3173"/>
                  </a:lnTo>
                  <a:lnTo>
                    <a:pt x="664676" y="3014"/>
                  </a:lnTo>
                  <a:lnTo>
                    <a:pt x="681501" y="2862"/>
                  </a:lnTo>
                  <a:lnTo>
                    <a:pt x="697755" y="2714"/>
                  </a:lnTo>
                  <a:lnTo>
                    <a:pt x="713477" y="2572"/>
                  </a:lnTo>
                  <a:lnTo>
                    <a:pt x="728699" y="2434"/>
                  </a:lnTo>
                  <a:lnTo>
                    <a:pt x="743453" y="2300"/>
                  </a:lnTo>
                  <a:lnTo>
                    <a:pt x="757766" y="2170"/>
                  </a:lnTo>
                  <a:lnTo>
                    <a:pt x="771665" y="2044"/>
                  </a:lnTo>
                  <a:lnTo>
                    <a:pt x="785171" y="1921"/>
                  </a:lnTo>
                  <a:lnTo>
                    <a:pt x="798308" y="1802"/>
                  </a:lnTo>
                  <a:lnTo>
                    <a:pt x="811095" y="1686"/>
                  </a:lnTo>
                  <a:lnTo>
                    <a:pt x="823549" y="1573"/>
                  </a:lnTo>
                  <a:lnTo>
                    <a:pt x="835688" y="1463"/>
                  </a:lnTo>
                  <a:lnTo>
                    <a:pt x="847527" y="1356"/>
                  </a:lnTo>
                  <a:lnTo>
                    <a:pt x="859081" y="1251"/>
                  </a:lnTo>
                  <a:lnTo>
                    <a:pt x="870363" y="1148"/>
                  </a:lnTo>
                  <a:lnTo>
                    <a:pt x="881385" y="1048"/>
                  </a:lnTo>
                  <a:lnTo>
                    <a:pt x="892160" y="951"/>
                  </a:lnTo>
                  <a:lnTo>
                    <a:pt x="902698" y="855"/>
                  </a:lnTo>
                  <a:lnTo>
                    <a:pt x="913010" y="762"/>
                  </a:lnTo>
                  <a:lnTo>
                    <a:pt x="923104" y="670"/>
                  </a:lnTo>
                  <a:lnTo>
                    <a:pt x="932990" y="580"/>
                  </a:lnTo>
                  <a:lnTo>
                    <a:pt x="942677" y="492"/>
                  </a:lnTo>
                  <a:lnTo>
                    <a:pt x="952171" y="406"/>
                  </a:lnTo>
                  <a:lnTo>
                    <a:pt x="961482" y="322"/>
                  </a:lnTo>
                  <a:lnTo>
                    <a:pt x="970615" y="239"/>
                  </a:lnTo>
                  <a:lnTo>
                    <a:pt x="979577" y="158"/>
                  </a:lnTo>
                  <a:lnTo>
                    <a:pt x="988374" y="78"/>
                  </a:lnTo>
                  <a:lnTo>
                    <a:pt x="99701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909763" y="3235702"/>
              <a:ext cx="997014" cy="23663"/>
            </a:xfrm>
            <a:custGeom>
              <a:avLst/>
              <a:pathLst>
                <a:path w="997014" h="23663">
                  <a:moveTo>
                    <a:pt x="0" y="0"/>
                  </a:moveTo>
                  <a:lnTo>
                    <a:pt x="64023" y="1519"/>
                  </a:lnTo>
                  <a:lnTo>
                    <a:pt x="120495" y="2859"/>
                  </a:lnTo>
                  <a:lnTo>
                    <a:pt x="171012" y="4058"/>
                  </a:lnTo>
                  <a:lnTo>
                    <a:pt x="216709" y="5143"/>
                  </a:lnTo>
                  <a:lnTo>
                    <a:pt x="258428" y="6133"/>
                  </a:lnTo>
                  <a:lnTo>
                    <a:pt x="296806" y="7044"/>
                  </a:lnTo>
                  <a:lnTo>
                    <a:pt x="332338" y="7887"/>
                  </a:lnTo>
                  <a:lnTo>
                    <a:pt x="365417" y="8672"/>
                  </a:lnTo>
                  <a:lnTo>
                    <a:pt x="396361" y="9407"/>
                  </a:lnTo>
                  <a:lnTo>
                    <a:pt x="425428" y="10097"/>
                  </a:lnTo>
                  <a:lnTo>
                    <a:pt x="452833" y="10747"/>
                  </a:lnTo>
                  <a:lnTo>
                    <a:pt x="478757" y="11362"/>
                  </a:lnTo>
                  <a:lnTo>
                    <a:pt x="503350" y="11946"/>
                  </a:lnTo>
                  <a:lnTo>
                    <a:pt x="526743" y="12501"/>
                  </a:lnTo>
                  <a:lnTo>
                    <a:pt x="549047" y="13031"/>
                  </a:lnTo>
                  <a:lnTo>
                    <a:pt x="570360" y="13537"/>
                  </a:lnTo>
                  <a:lnTo>
                    <a:pt x="590766" y="14021"/>
                  </a:lnTo>
                  <a:lnTo>
                    <a:pt x="610339" y="14485"/>
                  </a:lnTo>
                  <a:lnTo>
                    <a:pt x="629144" y="14932"/>
                  </a:lnTo>
                  <a:lnTo>
                    <a:pt x="647239" y="15361"/>
                  </a:lnTo>
                  <a:lnTo>
                    <a:pt x="664676" y="15775"/>
                  </a:lnTo>
                  <a:lnTo>
                    <a:pt x="681501" y="16174"/>
                  </a:lnTo>
                  <a:lnTo>
                    <a:pt x="697755" y="16560"/>
                  </a:lnTo>
                  <a:lnTo>
                    <a:pt x="713477" y="16933"/>
                  </a:lnTo>
                  <a:lnTo>
                    <a:pt x="728699" y="17295"/>
                  </a:lnTo>
                  <a:lnTo>
                    <a:pt x="743453" y="17645"/>
                  </a:lnTo>
                  <a:lnTo>
                    <a:pt x="757766" y="17985"/>
                  </a:lnTo>
                  <a:lnTo>
                    <a:pt x="771665" y="18314"/>
                  </a:lnTo>
                  <a:lnTo>
                    <a:pt x="785171" y="18635"/>
                  </a:lnTo>
                  <a:lnTo>
                    <a:pt x="798308" y="18947"/>
                  </a:lnTo>
                  <a:lnTo>
                    <a:pt x="811095" y="19250"/>
                  </a:lnTo>
                  <a:lnTo>
                    <a:pt x="823549" y="19546"/>
                  </a:lnTo>
                  <a:lnTo>
                    <a:pt x="835688" y="19834"/>
                  </a:lnTo>
                  <a:lnTo>
                    <a:pt x="847527" y="20115"/>
                  </a:lnTo>
                  <a:lnTo>
                    <a:pt x="859081" y="20389"/>
                  </a:lnTo>
                  <a:lnTo>
                    <a:pt x="870363" y="20657"/>
                  </a:lnTo>
                  <a:lnTo>
                    <a:pt x="881385" y="20919"/>
                  </a:lnTo>
                  <a:lnTo>
                    <a:pt x="892160" y="21174"/>
                  </a:lnTo>
                  <a:lnTo>
                    <a:pt x="902698" y="21424"/>
                  </a:lnTo>
                  <a:lnTo>
                    <a:pt x="913010" y="21669"/>
                  </a:lnTo>
                  <a:lnTo>
                    <a:pt x="923104" y="21909"/>
                  </a:lnTo>
                  <a:lnTo>
                    <a:pt x="932990" y="22143"/>
                  </a:lnTo>
                  <a:lnTo>
                    <a:pt x="942677" y="22373"/>
                  </a:lnTo>
                  <a:lnTo>
                    <a:pt x="952171" y="22599"/>
                  </a:lnTo>
                  <a:lnTo>
                    <a:pt x="961482" y="22820"/>
                  </a:lnTo>
                  <a:lnTo>
                    <a:pt x="970615" y="23036"/>
                  </a:lnTo>
                  <a:lnTo>
                    <a:pt x="979577" y="23249"/>
                  </a:lnTo>
                  <a:lnTo>
                    <a:pt x="988374" y="23458"/>
                  </a:lnTo>
                  <a:lnTo>
                    <a:pt x="997014" y="2366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909763" y="3125939"/>
              <a:ext cx="997014" cy="41439"/>
            </a:xfrm>
            <a:custGeom>
              <a:avLst/>
              <a:pathLst>
                <a:path w="997014" h="41439">
                  <a:moveTo>
                    <a:pt x="0" y="41439"/>
                  </a:moveTo>
                  <a:lnTo>
                    <a:pt x="64023" y="38778"/>
                  </a:lnTo>
                  <a:lnTo>
                    <a:pt x="120495" y="36430"/>
                  </a:lnTo>
                  <a:lnTo>
                    <a:pt x="171012" y="34331"/>
                  </a:lnTo>
                  <a:lnTo>
                    <a:pt x="216709" y="32431"/>
                  </a:lnTo>
                  <a:lnTo>
                    <a:pt x="258428" y="30697"/>
                  </a:lnTo>
                  <a:lnTo>
                    <a:pt x="296806" y="29102"/>
                  </a:lnTo>
                  <a:lnTo>
                    <a:pt x="332338" y="27626"/>
                  </a:lnTo>
                  <a:lnTo>
                    <a:pt x="365417" y="26251"/>
                  </a:lnTo>
                  <a:lnTo>
                    <a:pt x="396361" y="24965"/>
                  </a:lnTo>
                  <a:lnTo>
                    <a:pt x="425428" y="23756"/>
                  </a:lnTo>
                  <a:lnTo>
                    <a:pt x="452833" y="22617"/>
                  </a:lnTo>
                  <a:lnTo>
                    <a:pt x="478757" y="21540"/>
                  </a:lnTo>
                  <a:lnTo>
                    <a:pt x="503350" y="20518"/>
                  </a:lnTo>
                  <a:lnTo>
                    <a:pt x="526743" y="19545"/>
                  </a:lnTo>
                  <a:lnTo>
                    <a:pt x="549047" y="18618"/>
                  </a:lnTo>
                  <a:lnTo>
                    <a:pt x="570360" y="17733"/>
                  </a:lnTo>
                  <a:lnTo>
                    <a:pt x="590766" y="16884"/>
                  </a:lnTo>
                  <a:lnTo>
                    <a:pt x="610339" y="16071"/>
                  </a:lnTo>
                  <a:lnTo>
                    <a:pt x="629144" y="15289"/>
                  </a:lnTo>
                  <a:lnTo>
                    <a:pt x="647239" y="14537"/>
                  </a:lnTo>
                  <a:lnTo>
                    <a:pt x="664676" y="13813"/>
                  </a:lnTo>
                  <a:lnTo>
                    <a:pt x="681501" y="13113"/>
                  </a:lnTo>
                  <a:lnTo>
                    <a:pt x="697755" y="12438"/>
                  </a:lnTo>
                  <a:lnTo>
                    <a:pt x="713477" y="11784"/>
                  </a:lnTo>
                  <a:lnTo>
                    <a:pt x="728699" y="11152"/>
                  </a:lnTo>
                  <a:lnTo>
                    <a:pt x="743453" y="10538"/>
                  </a:lnTo>
                  <a:lnTo>
                    <a:pt x="757766" y="9943"/>
                  </a:lnTo>
                  <a:lnTo>
                    <a:pt x="771665" y="9366"/>
                  </a:lnTo>
                  <a:lnTo>
                    <a:pt x="785171" y="8804"/>
                  </a:lnTo>
                  <a:lnTo>
                    <a:pt x="798308" y="8258"/>
                  </a:lnTo>
                  <a:lnTo>
                    <a:pt x="811095" y="7727"/>
                  </a:lnTo>
                  <a:lnTo>
                    <a:pt x="823549" y="7209"/>
                  </a:lnTo>
                  <a:lnTo>
                    <a:pt x="835688" y="6705"/>
                  </a:lnTo>
                  <a:lnTo>
                    <a:pt x="847527" y="6213"/>
                  </a:lnTo>
                  <a:lnTo>
                    <a:pt x="859081" y="5732"/>
                  </a:lnTo>
                  <a:lnTo>
                    <a:pt x="870363" y="5264"/>
                  </a:lnTo>
                  <a:lnTo>
                    <a:pt x="881385" y="4805"/>
                  </a:lnTo>
                  <a:lnTo>
                    <a:pt x="892160" y="4358"/>
                  </a:lnTo>
                  <a:lnTo>
                    <a:pt x="902698" y="3920"/>
                  </a:lnTo>
                  <a:lnTo>
                    <a:pt x="913010" y="3491"/>
                  </a:lnTo>
                  <a:lnTo>
                    <a:pt x="923104" y="3071"/>
                  </a:lnTo>
                  <a:lnTo>
                    <a:pt x="932990" y="2661"/>
                  </a:lnTo>
                  <a:lnTo>
                    <a:pt x="942677" y="2258"/>
                  </a:lnTo>
                  <a:lnTo>
                    <a:pt x="952171" y="1863"/>
                  </a:lnTo>
                  <a:lnTo>
                    <a:pt x="961482" y="1476"/>
                  </a:lnTo>
                  <a:lnTo>
                    <a:pt x="970615" y="1097"/>
                  </a:lnTo>
                  <a:lnTo>
                    <a:pt x="979577" y="724"/>
                  </a:lnTo>
                  <a:lnTo>
                    <a:pt x="988374" y="359"/>
                  </a:lnTo>
                  <a:lnTo>
                    <a:pt x="99701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909763" y="2995113"/>
              <a:ext cx="997014" cy="161380"/>
            </a:xfrm>
            <a:custGeom>
              <a:avLst/>
              <a:pathLst>
                <a:path w="997014" h="161380">
                  <a:moveTo>
                    <a:pt x="0" y="161380"/>
                  </a:moveTo>
                  <a:lnTo>
                    <a:pt x="64023" y="151017"/>
                  </a:lnTo>
                  <a:lnTo>
                    <a:pt x="120495" y="141876"/>
                  </a:lnTo>
                  <a:lnTo>
                    <a:pt x="171012" y="133699"/>
                  </a:lnTo>
                  <a:lnTo>
                    <a:pt x="216709" y="126303"/>
                  </a:lnTo>
                  <a:lnTo>
                    <a:pt x="258428" y="119550"/>
                  </a:lnTo>
                  <a:lnTo>
                    <a:pt x="296806" y="113338"/>
                  </a:lnTo>
                  <a:lnTo>
                    <a:pt x="332338" y="107587"/>
                  </a:lnTo>
                  <a:lnTo>
                    <a:pt x="365417" y="102232"/>
                  </a:lnTo>
                  <a:lnTo>
                    <a:pt x="396361" y="97224"/>
                  </a:lnTo>
                  <a:lnTo>
                    <a:pt x="425428" y="92519"/>
                  </a:lnTo>
                  <a:lnTo>
                    <a:pt x="452833" y="88083"/>
                  </a:lnTo>
                  <a:lnTo>
                    <a:pt x="478757" y="83887"/>
                  </a:lnTo>
                  <a:lnTo>
                    <a:pt x="503350" y="79906"/>
                  </a:lnTo>
                  <a:lnTo>
                    <a:pt x="526743" y="76119"/>
                  </a:lnTo>
                  <a:lnTo>
                    <a:pt x="549047" y="72509"/>
                  </a:lnTo>
                  <a:lnTo>
                    <a:pt x="570360" y="69059"/>
                  </a:lnTo>
                  <a:lnTo>
                    <a:pt x="590766" y="65756"/>
                  </a:lnTo>
                  <a:lnTo>
                    <a:pt x="610339" y="62588"/>
                  </a:lnTo>
                  <a:lnTo>
                    <a:pt x="629144" y="59544"/>
                  </a:lnTo>
                  <a:lnTo>
                    <a:pt x="647239" y="56615"/>
                  </a:lnTo>
                  <a:lnTo>
                    <a:pt x="664676" y="53793"/>
                  </a:lnTo>
                  <a:lnTo>
                    <a:pt x="681501" y="51070"/>
                  </a:lnTo>
                  <a:lnTo>
                    <a:pt x="697755" y="48439"/>
                  </a:lnTo>
                  <a:lnTo>
                    <a:pt x="713477" y="45894"/>
                  </a:lnTo>
                  <a:lnTo>
                    <a:pt x="728699" y="43430"/>
                  </a:lnTo>
                  <a:lnTo>
                    <a:pt x="743453" y="41042"/>
                  </a:lnTo>
                  <a:lnTo>
                    <a:pt x="757766" y="38725"/>
                  </a:lnTo>
                  <a:lnTo>
                    <a:pt x="771665" y="36475"/>
                  </a:lnTo>
                  <a:lnTo>
                    <a:pt x="785171" y="34289"/>
                  </a:lnTo>
                  <a:lnTo>
                    <a:pt x="798308" y="32163"/>
                  </a:lnTo>
                  <a:lnTo>
                    <a:pt x="811095" y="30093"/>
                  </a:lnTo>
                  <a:lnTo>
                    <a:pt x="823549" y="28077"/>
                  </a:lnTo>
                  <a:lnTo>
                    <a:pt x="835688" y="26112"/>
                  </a:lnTo>
                  <a:lnTo>
                    <a:pt x="847527" y="24196"/>
                  </a:lnTo>
                  <a:lnTo>
                    <a:pt x="859081" y="22326"/>
                  </a:lnTo>
                  <a:lnTo>
                    <a:pt x="870363" y="20500"/>
                  </a:lnTo>
                  <a:lnTo>
                    <a:pt x="881385" y="18716"/>
                  </a:lnTo>
                  <a:lnTo>
                    <a:pt x="892160" y="16971"/>
                  </a:lnTo>
                  <a:lnTo>
                    <a:pt x="902698" y="15266"/>
                  </a:lnTo>
                  <a:lnTo>
                    <a:pt x="913010" y="13597"/>
                  </a:lnTo>
                  <a:lnTo>
                    <a:pt x="923104" y="11963"/>
                  </a:lnTo>
                  <a:lnTo>
                    <a:pt x="932990" y="10363"/>
                  </a:lnTo>
                  <a:lnTo>
                    <a:pt x="942677" y="8795"/>
                  </a:lnTo>
                  <a:lnTo>
                    <a:pt x="952171" y="7258"/>
                  </a:lnTo>
                  <a:lnTo>
                    <a:pt x="961482" y="5751"/>
                  </a:lnTo>
                  <a:lnTo>
                    <a:pt x="970615" y="4273"/>
                  </a:lnTo>
                  <a:lnTo>
                    <a:pt x="979577" y="2822"/>
                  </a:lnTo>
                  <a:lnTo>
                    <a:pt x="988374" y="1398"/>
                  </a:lnTo>
                  <a:lnTo>
                    <a:pt x="99701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909763" y="3056930"/>
              <a:ext cx="997014" cy="152123"/>
            </a:xfrm>
            <a:custGeom>
              <a:avLst/>
              <a:pathLst>
                <a:path w="997014" h="152123">
                  <a:moveTo>
                    <a:pt x="0" y="152123"/>
                  </a:moveTo>
                  <a:lnTo>
                    <a:pt x="64023" y="142355"/>
                  </a:lnTo>
                  <a:lnTo>
                    <a:pt x="120495" y="133738"/>
                  </a:lnTo>
                  <a:lnTo>
                    <a:pt x="171012" y="126030"/>
                  </a:lnTo>
                  <a:lnTo>
                    <a:pt x="216709" y="119058"/>
                  </a:lnTo>
                  <a:lnTo>
                    <a:pt x="258428" y="112692"/>
                  </a:lnTo>
                  <a:lnTo>
                    <a:pt x="296806" y="106837"/>
                  </a:lnTo>
                  <a:lnTo>
                    <a:pt x="332338" y="101415"/>
                  </a:lnTo>
                  <a:lnTo>
                    <a:pt x="365417" y="96368"/>
                  </a:lnTo>
                  <a:lnTo>
                    <a:pt x="396361" y="91647"/>
                  </a:lnTo>
                  <a:lnTo>
                    <a:pt x="425428" y="87212"/>
                  </a:lnTo>
                  <a:lnTo>
                    <a:pt x="452833" y="83030"/>
                  </a:lnTo>
                  <a:lnTo>
                    <a:pt x="478757" y="79075"/>
                  </a:lnTo>
                  <a:lnTo>
                    <a:pt x="503350" y="75322"/>
                  </a:lnTo>
                  <a:lnTo>
                    <a:pt x="526743" y="71753"/>
                  </a:lnTo>
                  <a:lnTo>
                    <a:pt x="549047" y="68350"/>
                  </a:lnTo>
                  <a:lnTo>
                    <a:pt x="570360" y="65098"/>
                  </a:lnTo>
                  <a:lnTo>
                    <a:pt x="590766" y="61984"/>
                  </a:lnTo>
                  <a:lnTo>
                    <a:pt x="610339" y="58998"/>
                  </a:lnTo>
                  <a:lnTo>
                    <a:pt x="629144" y="56129"/>
                  </a:lnTo>
                  <a:lnTo>
                    <a:pt x="647239" y="53368"/>
                  </a:lnTo>
                  <a:lnTo>
                    <a:pt x="664676" y="50707"/>
                  </a:lnTo>
                  <a:lnTo>
                    <a:pt x="681501" y="48140"/>
                  </a:lnTo>
                  <a:lnTo>
                    <a:pt x="697755" y="45660"/>
                  </a:lnTo>
                  <a:lnTo>
                    <a:pt x="713477" y="43261"/>
                  </a:lnTo>
                  <a:lnTo>
                    <a:pt x="728699" y="40939"/>
                  </a:lnTo>
                  <a:lnTo>
                    <a:pt x="743453" y="38688"/>
                  </a:lnTo>
                  <a:lnTo>
                    <a:pt x="757766" y="36504"/>
                  </a:lnTo>
                  <a:lnTo>
                    <a:pt x="771665" y="34383"/>
                  </a:lnTo>
                  <a:lnTo>
                    <a:pt x="785171" y="32322"/>
                  </a:lnTo>
                  <a:lnTo>
                    <a:pt x="798308" y="30318"/>
                  </a:lnTo>
                  <a:lnTo>
                    <a:pt x="811095" y="28367"/>
                  </a:lnTo>
                  <a:lnTo>
                    <a:pt x="823549" y="26467"/>
                  </a:lnTo>
                  <a:lnTo>
                    <a:pt x="835688" y="24614"/>
                  </a:lnTo>
                  <a:lnTo>
                    <a:pt x="847527" y="22808"/>
                  </a:lnTo>
                  <a:lnTo>
                    <a:pt x="859081" y="21045"/>
                  </a:lnTo>
                  <a:lnTo>
                    <a:pt x="870363" y="19324"/>
                  </a:lnTo>
                  <a:lnTo>
                    <a:pt x="881385" y="17642"/>
                  </a:lnTo>
                  <a:lnTo>
                    <a:pt x="892160" y="15998"/>
                  </a:lnTo>
                  <a:lnTo>
                    <a:pt x="902698" y="14390"/>
                  </a:lnTo>
                  <a:lnTo>
                    <a:pt x="913010" y="12817"/>
                  </a:lnTo>
                  <a:lnTo>
                    <a:pt x="923104" y="11277"/>
                  </a:lnTo>
                  <a:lnTo>
                    <a:pt x="932990" y="9768"/>
                  </a:lnTo>
                  <a:lnTo>
                    <a:pt x="942677" y="8290"/>
                  </a:lnTo>
                  <a:lnTo>
                    <a:pt x="952171" y="6841"/>
                  </a:lnTo>
                  <a:lnTo>
                    <a:pt x="961482" y="5421"/>
                  </a:lnTo>
                  <a:lnTo>
                    <a:pt x="970615" y="4027"/>
                  </a:lnTo>
                  <a:lnTo>
                    <a:pt x="979577" y="2660"/>
                  </a:lnTo>
                  <a:lnTo>
                    <a:pt x="988374" y="1318"/>
                  </a:lnTo>
                  <a:lnTo>
                    <a:pt x="99701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909763" y="3124227"/>
              <a:ext cx="997014" cy="202889"/>
            </a:xfrm>
            <a:custGeom>
              <a:avLst/>
              <a:pathLst>
                <a:path w="997014" h="202889">
                  <a:moveTo>
                    <a:pt x="0" y="0"/>
                  </a:moveTo>
                  <a:lnTo>
                    <a:pt x="64023" y="13028"/>
                  </a:lnTo>
                  <a:lnTo>
                    <a:pt x="120495" y="24520"/>
                  </a:lnTo>
                  <a:lnTo>
                    <a:pt x="171012" y="34800"/>
                  </a:lnTo>
                  <a:lnTo>
                    <a:pt x="216709" y="44099"/>
                  </a:lnTo>
                  <a:lnTo>
                    <a:pt x="258428" y="52589"/>
                  </a:lnTo>
                  <a:lnTo>
                    <a:pt x="296806" y="60399"/>
                  </a:lnTo>
                  <a:lnTo>
                    <a:pt x="332338" y="67629"/>
                  </a:lnTo>
                  <a:lnTo>
                    <a:pt x="365417" y="74361"/>
                  </a:lnTo>
                  <a:lnTo>
                    <a:pt x="396361" y="80658"/>
                  </a:lnTo>
                  <a:lnTo>
                    <a:pt x="425428" y="86573"/>
                  </a:lnTo>
                  <a:lnTo>
                    <a:pt x="452833" y="92150"/>
                  </a:lnTo>
                  <a:lnTo>
                    <a:pt x="478757" y="97425"/>
                  </a:lnTo>
                  <a:lnTo>
                    <a:pt x="503350" y="102430"/>
                  </a:lnTo>
                  <a:lnTo>
                    <a:pt x="526743" y="107190"/>
                  </a:lnTo>
                  <a:lnTo>
                    <a:pt x="549047" y="111729"/>
                  </a:lnTo>
                  <a:lnTo>
                    <a:pt x="570360" y="116066"/>
                  </a:lnTo>
                  <a:lnTo>
                    <a:pt x="590766" y="120219"/>
                  </a:lnTo>
                  <a:lnTo>
                    <a:pt x="610339" y="124202"/>
                  </a:lnTo>
                  <a:lnTo>
                    <a:pt x="629144" y="128029"/>
                  </a:lnTo>
                  <a:lnTo>
                    <a:pt x="647239" y="131711"/>
                  </a:lnTo>
                  <a:lnTo>
                    <a:pt x="664676" y="135259"/>
                  </a:lnTo>
                  <a:lnTo>
                    <a:pt x="681501" y="138683"/>
                  </a:lnTo>
                  <a:lnTo>
                    <a:pt x="697755" y="141991"/>
                  </a:lnTo>
                  <a:lnTo>
                    <a:pt x="713477" y="145190"/>
                  </a:lnTo>
                  <a:lnTo>
                    <a:pt x="728699" y="148288"/>
                  </a:lnTo>
                  <a:lnTo>
                    <a:pt x="743453" y="151290"/>
                  </a:lnTo>
                  <a:lnTo>
                    <a:pt x="757766" y="154203"/>
                  </a:lnTo>
                  <a:lnTo>
                    <a:pt x="771665" y="157031"/>
                  </a:lnTo>
                  <a:lnTo>
                    <a:pt x="785171" y="159780"/>
                  </a:lnTo>
                  <a:lnTo>
                    <a:pt x="798308" y="162453"/>
                  </a:lnTo>
                  <a:lnTo>
                    <a:pt x="811095" y="165055"/>
                  </a:lnTo>
                  <a:lnTo>
                    <a:pt x="823549" y="167590"/>
                  </a:lnTo>
                  <a:lnTo>
                    <a:pt x="835688" y="170060"/>
                  </a:lnTo>
                  <a:lnTo>
                    <a:pt x="847527" y="172469"/>
                  </a:lnTo>
                  <a:lnTo>
                    <a:pt x="859081" y="174820"/>
                  </a:lnTo>
                  <a:lnTo>
                    <a:pt x="870363" y="177116"/>
                  </a:lnTo>
                  <a:lnTo>
                    <a:pt x="881385" y="179359"/>
                  </a:lnTo>
                  <a:lnTo>
                    <a:pt x="892160" y="181552"/>
                  </a:lnTo>
                  <a:lnTo>
                    <a:pt x="902698" y="183696"/>
                  </a:lnTo>
                  <a:lnTo>
                    <a:pt x="913010" y="185795"/>
                  </a:lnTo>
                  <a:lnTo>
                    <a:pt x="923104" y="187849"/>
                  </a:lnTo>
                  <a:lnTo>
                    <a:pt x="932990" y="189861"/>
                  </a:lnTo>
                  <a:lnTo>
                    <a:pt x="942677" y="191832"/>
                  </a:lnTo>
                  <a:lnTo>
                    <a:pt x="952171" y="193764"/>
                  </a:lnTo>
                  <a:lnTo>
                    <a:pt x="961482" y="195659"/>
                  </a:lnTo>
                  <a:lnTo>
                    <a:pt x="970615" y="197517"/>
                  </a:lnTo>
                  <a:lnTo>
                    <a:pt x="979577" y="199341"/>
                  </a:lnTo>
                  <a:lnTo>
                    <a:pt x="988374" y="201131"/>
                  </a:lnTo>
                  <a:lnTo>
                    <a:pt x="997014" y="20288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909763" y="3175496"/>
              <a:ext cx="997014" cy="186828"/>
            </a:xfrm>
            <a:custGeom>
              <a:avLst/>
              <a:pathLst>
                <a:path w="997014" h="186828">
                  <a:moveTo>
                    <a:pt x="0" y="186828"/>
                  </a:moveTo>
                  <a:lnTo>
                    <a:pt x="64023" y="174831"/>
                  </a:lnTo>
                  <a:lnTo>
                    <a:pt x="120495" y="164249"/>
                  </a:lnTo>
                  <a:lnTo>
                    <a:pt x="171012" y="154782"/>
                  </a:lnTo>
                  <a:lnTo>
                    <a:pt x="216709" y="146219"/>
                  </a:lnTo>
                  <a:lnTo>
                    <a:pt x="258428" y="138402"/>
                  </a:lnTo>
                  <a:lnTo>
                    <a:pt x="296806" y="131210"/>
                  </a:lnTo>
                  <a:lnTo>
                    <a:pt x="332338" y="124552"/>
                  </a:lnTo>
                  <a:lnTo>
                    <a:pt x="365417" y="118353"/>
                  </a:lnTo>
                  <a:lnTo>
                    <a:pt x="396361" y="112555"/>
                  </a:lnTo>
                  <a:lnTo>
                    <a:pt x="425428" y="107108"/>
                  </a:lnTo>
                  <a:lnTo>
                    <a:pt x="452833" y="101972"/>
                  </a:lnTo>
                  <a:lnTo>
                    <a:pt x="478757" y="97115"/>
                  </a:lnTo>
                  <a:lnTo>
                    <a:pt x="503350" y="92506"/>
                  </a:lnTo>
                  <a:lnTo>
                    <a:pt x="526743" y="88123"/>
                  </a:lnTo>
                  <a:lnTo>
                    <a:pt x="549047" y="83943"/>
                  </a:lnTo>
                  <a:lnTo>
                    <a:pt x="570360" y="79949"/>
                  </a:lnTo>
                  <a:lnTo>
                    <a:pt x="590766" y="76125"/>
                  </a:lnTo>
                  <a:lnTo>
                    <a:pt x="610339" y="72458"/>
                  </a:lnTo>
                  <a:lnTo>
                    <a:pt x="629144" y="68934"/>
                  </a:lnTo>
                  <a:lnTo>
                    <a:pt x="647239" y="65543"/>
                  </a:lnTo>
                  <a:lnTo>
                    <a:pt x="664676" y="62276"/>
                  </a:lnTo>
                  <a:lnTo>
                    <a:pt x="681501" y="59123"/>
                  </a:lnTo>
                  <a:lnTo>
                    <a:pt x="697755" y="56077"/>
                  </a:lnTo>
                  <a:lnTo>
                    <a:pt x="713477" y="53131"/>
                  </a:lnTo>
                  <a:lnTo>
                    <a:pt x="728699" y="50278"/>
                  </a:lnTo>
                  <a:lnTo>
                    <a:pt x="743453" y="47514"/>
                  </a:lnTo>
                  <a:lnTo>
                    <a:pt x="757766" y="44832"/>
                  </a:lnTo>
                  <a:lnTo>
                    <a:pt x="771665" y="42227"/>
                  </a:lnTo>
                  <a:lnTo>
                    <a:pt x="785171" y="39696"/>
                  </a:lnTo>
                  <a:lnTo>
                    <a:pt x="798308" y="37235"/>
                  </a:lnTo>
                  <a:lnTo>
                    <a:pt x="811095" y="34839"/>
                  </a:lnTo>
                  <a:lnTo>
                    <a:pt x="823549" y="32505"/>
                  </a:lnTo>
                  <a:lnTo>
                    <a:pt x="835688" y="30230"/>
                  </a:lnTo>
                  <a:lnTo>
                    <a:pt x="847527" y="28012"/>
                  </a:lnTo>
                  <a:lnTo>
                    <a:pt x="859081" y="25846"/>
                  </a:lnTo>
                  <a:lnTo>
                    <a:pt x="870363" y="23732"/>
                  </a:lnTo>
                  <a:lnTo>
                    <a:pt x="881385" y="21667"/>
                  </a:lnTo>
                  <a:lnTo>
                    <a:pt x="892160" y="19648"/>
                  </a:lnTo>
                  <a:lnTo>
                    <a:pt x="902698" y="17673"/>
                  </a:lnTo>
                  <a:lnTo>
                    <a:pt x="913010" y="15741"/>
                  </a:lnTo>
                  <a:lnTo>
                    <a:pt x="923104" y="13849"/>
                  </a:lnTo>
                  <a:lnTo>
                    <a:pt x="932990" y="11997"/>
                  </a:lnTo>
                  <a:lnTo>
                    <a:pt x="942677" y="10182"/>
                  </a:lnTo>
                  <a:lnTo>
                    <a:pt x="952171" y="8402"/>
                  </a:lnTo>
                  <a:lnTo>
                    <a:pt x="961482" y="6658"/>
                  </a:lnTo>
                  <a:lnTo>
                    <a:pt x="970615" y="4946"/>
                  </a:lnTo>
                  <a:lnTo>
                    <a:pt x="979577" y="3267"/>
                  </a:lnTo>
                  <a:lnTo>
                    <a:pt x="988374" y="1618"/>
                  </a:lnTo>
                  <a:lnTo>
                    <a:pt x="99701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909763" y="3324547"/>
              <a:ext cx="997014" cy="69090"/>
            </a:xfrm>
            <a:custGeom>
              <a:avLst/>
              <a:pathLst>
                <a:path w="997014" h="69090">
                  <a:moveTo>
                    <a:pt x="0" y="0"/>
                  </a:moveTo>
                  <a:lnTo>
                    <a:pt x="64023" y="4436"/>
                  </a:lnTo>
                  <a:lnTo>
                    <a:pt x="120495" y="8350"/>
                  </a:lnTo>
                  <a:lnTo>
                    <a:pt x="171012" y="11850"/>
                  </a:lnTo>
                  <a:lnTo>
                    <a:pt x="216709" y="15017"/>
                  </a:lnTo>
                  <a:lnTo>
                    <a:pt x="258428" y="17908"/>
                  </a:lnTo>
                  <a:lnTo>
                    <a:pt x="296806" y="20567"/>
                  </a:lnTo>
                  <a:lnTo>
                    <a:pt x="332338" y="23030"/>
                  </a:lnTo>
                  <a:lnTo>
                    <a:pt x="365417" y="25322"/>
                  </a:lnTo>
                  <a:lnTo>
                    <a:pt x="396361" y="27466"/>
                  </a:lnTo>
                  <a:lnTo>
                    <a:pt x="425428" y="29480"/>
                  </a:lnTo>
                  <a:lnTo>
                    <a:pt x="452833" y="31380"/>
                  </a:lnTo>
                  <a:lnTo>
                    <a:pt x="478757" y="33176"/>
                  </a:lnTo>
                  <a:lnTo>
                    <a:pt x="503350" y="34880"/>
                  </a:lnTo>
                  <a:lnTo>
                    <a:pt x="526743" y="36501"/>
                  </a:lnTo>
                  <a:lnTo>
                    <a:pt x="549047" y="38047"/>
                  </a:lnTo>
                  <a:lnTo>
                    <a:pt x="570360" y="39524"/>
                  </a:lnTo>
                  <a:lnTo>
                    <a:pt x="590766" y="40938"/>
                  </a:lnTo>
                  <a:lnTo>
                    <a:pt x="610339" y="42294"/>
                  </a:lnTo>
                  <a:lnTo>
                    <a:pt x="629144" y="43597"/>
                  </a:lnTo>
                  <a:lnTo>
                    <a:pt x="647239" y="44851"/>
                  </a:lnTo>
                  <a:lnTo>
                    <a:pt x="664676" y="46060"/>
                  </a:lnTo>
                  <a:lnTo>
                    <a:pt x="681501" y="47225"/>
                  </a:lnTo>
                  <a:lnTo>
                    <a:pt x="697755" y="48352"/>
                  </a:lnTo>
                  <a:lnTo>
                    <a:pt x="713477" y="49441"/>
                  </a:lnTo>
                  <a:lnTo>
                    <a:pt x="728699" y="50496"/>
                  </a:lnTo>
                  <a:lnTo>
                    <a:pt x="743453" y="51519"/>
                  </a:lnTo>
                  <a:lnTo>
                    <a:pt x="757766" y="52510"/>
                  </a:lnTo>
                  <a:lnTo>
                    <a:pt x="771665" y="53474"/>
                  </a:lnTo>
                  <a:lnTo>
                    <a:pt x="785171" y="54410"/>
                  </a:lnTo>
                  <a:lnTo>
                    <a:pt x="798308" y="55320"/>
                  </a:lnTo>
                  <a:lnTo>
                    <a:pt x="811095" y="56206"/>
                  </a:lnTo>
                  <a:lnTo>
                    <a:pt x="823549" y="57069"/>
                  </a:lnTo>
                  <a:lnTo>
                    <a:pt x="835688" y="57910"/>
                  </a:lnTo>
                  <a:lnTo>
                    <a:pt x="847527" y="58731"/>
                  </a:lnTo>
                  <a:lnTo>
                    <a:pt x="859081" y="59531"/>
                  </a:lnTo>
                  <a:lnTo>
                    <a:pt x="870363" y="60313"/>
                  </a:lnTo>
                  <a:lnTo>
                    <a:pt x="881385" y="61077"/>
                  </a:lnTo>
                  <a:lnTo>
                    <a:pt x="892160" y="61824"/>
                  </a:lnTo>
                  <a:lnTo>
                    <a:pt x="902698" y="62554"/>
                  </a:lnTo>
                  <a:lnTo>
                    <a:pt x="913010" y="63268"/>
                  </a:lnTo>
                  <a:lnTo>
                    <a:pt x="923104" y="63968"/>
                  </a:lnTo>
                  <a:lnTo>
                    <a:pt x="932990" y="64653"/>
                  </a:lnTo>
                  <a:lnTo>
                    <a:pt x="942677" y="65324"/>
                  </a:lnTo>
                  <a:lnTo>
                    <a:pt x="952171" y="65982"/>
                  </a:lnTo>
                  <a:lnTo>
                    <a:pt x="961482" y="66627"/>
                  </a:lnTo>
                  <a:lnTo>
                    <a:pt x="970615" y="67260"/>
                  </a:lnTo>
                  <a:lnTo>
                    <a:pt x="979577" y="67881"/>
                  </a:lnTo>
                  <a:lnTo>
                    <a:pt x="988374" y="68491"/>
                  </a:lnTo>
                  <a:lnTo>
                    <a:pt x="997014" y="6909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909763" y="3157315"/>
              <a:ext cx="997014" cy="134492"/>
            </a:xfrm>
            <a:custGeom>
              <a:avLst/>
              <a:pathLst>
                <a:path w="997014" h="134492">
                  <a:moveTo>
                    <a:pt x="0" y="134492"/>
                  </a:moveTo>
                  <a:lnTo>
                    <a:pt x="64023" y="125856"/>
                  </a:lnTo>
                  <a:lnTo>
                    <a:pt x="120495" y="118238"/>
                  </a:lnTo>
                  <a:lnTo>
                    <a:pt x="171012" y="111423"/>
                  </a:lnTo>
                  <a:lnTo>
                    <a:pt x="216709" y="105259"/>
                  </a:lnTo>
                  <a:lnTo>
                    <a:pt x="258428" y="99631"/>
                  </a:lnTo>
                  <a:lnTo>
                    <a:pt x="296806" y="94454"/>
                  </a:lnTo>
                  <a:lnTo>
                    <a:pt x="332338" y="89661"/>
                  </a:lnTo>
                  <a:lnTo>
                    <a:pt x="365417" y="85199"/>
                  </a:lnTo>
                  <a:lnTo>
                    <a:pt x="396361" y="81025"/>
                  </a:lnTo>
                  <a:lnTo>
                    <a:pt x="425428" y="77104"/>
                  </a:lnTo>
                  <a:lnTo>
                    <a:pt x="452833" y="73407"/>
                  </a:lnTo>
                  <a:lnTo>
                    <a:pt x="478757" y="69910"/>
                  </a:lnTo>
                  <a:lnTo>
                    <a:pt x="503350" y="66593"/>
                  </a:lnTo>
                  <a:lnTo>
                    <a:pt x="526743" y="63437"/>
                  </a:lnTo>
                  <a:lnTo>
                    <a:pt x="549047" y="60428"/>
                  </a:lnTo>
                  <a:lnTo>
                    <a:pt x="570360" y="57553"/>
                  </a:lnTo>
                  <a:lnTo>
                    <a:pt x="590766" y="54800"/>
                  </a:lnTo>
                  <a:lnTo>
                    <a:pt x="610339" y="52160"/>
                  </a:lnTo>
                  <a:lnTo>
                    <a:pt x="629144" y="49624"/>
                  </a:lnTo>
                  <a:lnTo>
                    <a:pt x="647239" y="47183"/>
                  </a:lnTo>
                  <a:lnTo>
                    <a:pt x="664676" y="44830"/>
                  </a:lnTo>
                  <a:lnTo>
                    <a:pt x="681501" y="42561"/>
                  </a:lnTo>
                  <a:lnTo>
                    <a:pt x="697755" y="40368"/>
                  </a:lnTo>
                  <a:lnTo>
                    <a:pt x="713477" y="38247"/>
                  </a:lnTo>
                  <a:lnTo>
                    <a:pt x="728699" y="36194"/>
                  </a:lnTo>
                  <a:lnTo>
                    <a:pt x="743453" y="34204"/>
                  </a:lnTo>
                  <a:lnTo>
                    <a:pt x="757766" y="32273"/>
                  </a:lnTo>
                  <a:lnTo>
                    <a:pt x="771665" y="30398"/>
                  </a:lnTo>
                  <a:lnTo>
                    <a:pt x="785171" y="28576"/>
                  </a:lnTo>
                  <a:lnTo>
                    <a:pt x="798308" y="26804"/>
                  </a:lnTo>
                  <a:lnTo>
                    <a:pt x="811095" y="25079"/>
                  </a:lnTo>
                  <a:lnTo>
                    <a:pt x="823549" y="23399"/>
                  </a:lnTo>
                  <a:lnTo>
                    <a:pt x="835688" y="21762"/>
                  </a:lnTo>
                  <a:lnTo>
                    <a:pt x="847527" y="20165"/>
                  </a:lnTo>
                  <a:lnTo>
                    <a:pt x="859081" y="18606"/>
                  </a:lnTo>
                  <a:lnTo>
                    <a:pt x="870363" y="17084"/>
                  </a:lnTo>
                  <a:lnTo>
                    <a:pt x="881385" y="15597"/>
                  </a:lnTo>
                  <a:lnTo>
                    <a:pt x="892160" y="14144"/>
                  </a:lnTo>
                  <a:lnTo>
                    <a:pt x="902698" y="12722"/>
                  </a:lnTo>
                  <a:lnTo>
                    <a:pt x="913010" y="11331"/>
                  </a:lnTo>
                  <a:lnTo>
                    <a:pt x="923104" y="9970"/>
                  </a:lnTo>
                  <a:lnTo>
                    <a:pt x="932990" y="8636"/>
                  </a:lnTo>
                  <a:lnTo>
                    <a:pt x="942677" y="7329"/>
                  </a:lnTo>
                  <a:lnTo>
                    <a:pt x="952171" y="6049"/>
                  </a:lnTo>
                  <a:lnTo>
                    <a:pt x="961482" y="4793"/>
                  </a:lnTo>
                  <a:lnTo>
                    <a:pt x="970615" y="3561"/>
                  </a:lnTo>
                  <a:lnTo>
                    <a:pt x="979577" y="2352"/>
                  </a:lnTo>
                  <a:lnTo>
                    <a:pt x="988374" y="1165"/>
                  </a:lnTo>
                  <a:lnTo>
                    <a:pt x="99701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909763" y="3072516"/>
              <a:ext cx="997014" cy="64156"/>
            </a:xfrm>
            <a:custGeom>
              <a:avLst/>
              <a:pathLst>
                <a:path w="997014" h="64156">
                  <a:moveTo>
                    <a:pt x="0" y="0"/>
                  </a:moveTo>
                  <a:lnTo>
                    <a:pt x="64023" y="4119"/>
                  </a:lnTo>
                  <a:lnTo>
                    <a:pt x="120495" y="7753"/>
                  </a:lnTo>
                  <a:lnTo>
                    <a:pt x="171012" y="11004"/>
                  </a:lnTo>
                  <a:lnTo>
                    <a:pt x="216709" y="13945"/>
                  </a:lnTo>
                  <a:lnTo>
                    <a:pt x="258428" y="16629"/>
                  </a:lnTo>
                  <a:lnTo>
                    <a:pt x="296806" y="19099"/>
                  </a:lnTo>
                  <a:lnTo>
                    <a:pt x="332338" y="21385"/>
                  </a:lnTo>
                  <a:lnTo>
                    <a:pt x="365417" y="23514"/>
                  </a:lnTo>
                  <a:lnTo>
                    <a:pt x="396361" y="25505"/>
                  </a:lnTo>
                  <a:lnTo>
                    <a:pt x="425428" y="27375"/>
                  </a:lnTo>
                  <a:lnTo>
                    <a:pt x="452833" y="29139"/>
                  </a:lnTo>
                  <a:lnTo>
                    <a:pt x="478757" y="30807"/>
                  </a:lnTo>
                  <a:lnTo>
                    <a:pt x="503350" y="32389"/>
                  </a:lnTo>
                  <a:lnTo>
                    <a:pt x="526743" y="33895"/>
                  </a:lnTo>
                  <a:lnTo>
                    <a:pt x="549047" y="35330"/>
                  </a:lnTo>
                  <a:lnTo>
                    <a:pt x="570360" y="36702"/>
                  </a:lnTo>
                  <a:lnTo>
                    <a:pt x="590766" y="38015"/>
                  </a:lnTo>
                  <a:lnTo>
                    <a:pt x="610339" y="39274"/>
                  </a:lnTo>
                  <a:lnTo>
                    <a:pt x="629144" y="40484"/>
                  </a:lnTo>
                  <a:lnTo>
                    <a:pt x="647239" y="41649"/>
                  </a:lnTo>
                  <a:lnTo>
                    <a:pt x="664676" y="42771"/>
                  </a:lnTo>
                  <a:lnTo>
                    <a:pt x="681501" y="43853"/>
                  </a:lnTo>
                  <a:lnTo>
                    <a:pt x="697755" y="44899"/>
                  </a:lnTo>
                  <a:lnTo>
                    <a:pt x="713477" y="45911"/>
                  </a:lnTo>
                  <a:lnTo>
                    <a:pt x="728699" y="46890"/>
                  </a:lnTo>
                  <a:lnTo>
                    <a:pt x="743453" y="47840"/>
                  </a:lnTo>
                  <a:lnTo>
                    <a:pt x="757766" y="48761"/>
                  </a:lnTo>
                  <a:lnTo>
                    <a:pt x="771665" y="49655"/>
                  </a:lnTo>
                  <a:lnTo>
                    <a:pt x="785171" y="50524"/>
                  </a:lnTo>
                  <a:lnTo>
                    <a:pt x="798308" y="51370"/>
                  </a:lnTo>
                  <a:lnTo>
                    <a:pt x="811095" y="52192"/>
                  </a:lnTo>
                  <a:lnTo>
                    <a:pt x="823549" y="52994"/>
                  </a:lnTo>
                  <a:lnTo>
                    <a:pt x="835688" y="53775"/>
                  </a:lnTo>
                  <a:lnTo>
                    <a:pt x="847527" y="54537"/>
                  </a:lnTo>
                  <a:lnTo>
                    <a:pt x="859081" y="55280"/>
                  </a:lnTo>
                  <a:lnTo>
                    <a:pt x="870363" y="56006"/>
                  </a:lnTo>
                  <a:lnTo>
                    <a:pt x="881385" y="56716"/>
                  </a:lnTo>
                  <a:lnTo>
                    <a:pt x="892160" y="57409"/>
                  </a:lnTo>
                  <a:lnTo>
                    <a:pt x="902698" y="58087"/>
                  </a:lnTo>
                  <a:lnTo>
                    <a:pt x="913010" y="58751"/>
                  </a:lnTo>
                  <a:lnTo>
                    <a:pt x="923104" y="59400"/>
                  </a:lnTo>
                  <a:lnTo>
                    <a:pt x="932990" y="60036"/>
                  </a:lnTo>
                  <a:lnTo>
                    <a:pt x="942677" y="60660"/>
                  </a:lnTo>
                  <a:lnTo>
                    <a:pt x="952171" y="61271"/>
                  </a:lnTo>
                  <a:lnTo>
                    <a:pt x="961482" y="61870"/>
                  </a:lnTo>
                  <a:lnTo>
                    <a:pt x="970615" y="62457"/>
                  </a:lnTo>
                  <a:lnTo>
                    <a:pt x="979577" y="63034"/>
                  </a:lnTo>
                  <a:lnTo>
                    <a:pt x="988374" y="63600"/>
                  </a:lnTo>
                  <a:lnTo>
                    <a:pt x="997014" y="6415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3385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05383" y="34542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05383" y="32084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05383" y="29626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05383" y="27168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385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909763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242101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574440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390677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2833852" y="2439157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329505" y="32457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329322" y="280948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304430" y="306106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99950" y="32636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88728" y="315760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309910" y="31776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308091" y="292348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311728" y="32522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86572" y="34186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320184" y="32326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28346" y="33507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60821" y="262719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44607" y="312954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26215" y="33190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18584" y="32471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40883" y="320109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47470" y="32653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25073" y="33740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50450" y="30735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49488" y="31742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39963" y="296496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40061" y="32281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40550" y="300835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36863" y="312681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21452" y="326437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24075" y="306469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28663" y="29173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50585" y="27201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58468" y="329094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66974" y="32204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87915" y="304532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69909" y="32010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95755" y="31436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60278" y="335009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73421" y="33138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75202" y="316071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57220" y="31398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83844" y="289702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52285" y="32299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55596" y="29052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52177" y="32660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91412" y="33705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68847" y="31068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54281" y="30207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78574" y="33086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51080" y="31081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88526" y="28877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969072" y="309742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288342" y="3060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299565" y="31140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09202" y="32168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13671" y="32593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29360" y="325083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290463" y="322813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12923" y="30174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292891" y="308149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26109" y="30272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02279" y="28249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04364" y="32649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17343" y="29301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281829" y="27706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27291" y="33378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299697" y="30438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21012" y="32687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329419" y="27146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03779" y="30684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14211" y="298178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283606" y="31541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307330" y="30734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297333" y="32444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299596" y="30227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292721" y="32609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335193" y="3161352"/>
              <a:ext cx="998495" cy="132017"/>
            </a:xfrm>
            <a:custGeom>
              <a:avLst/>
              <a:pathLst>
                <a:path w="998495" h="132017">
                  <a:moveTo>
                    <a:pt x="0" y="132017"/>
                  </a:moveTo>
                  <a:lnTo>
                    <a:pt x="64118" y="123540"/>
                  </a:lnTo>
                  <a:lnTo>
                    <a:pt x="120674" y="116062"/>
                  </a:lnTo>
                  <a:lnTo>
                    <a:pt x="171266" y="109373"/>
                  </a:lnTo>
                  <a:lnTo>
                    <a:pt x="217031" y="103322"/>
                  </a:lnTo>
                  <a:lnTo>
                    <a:pt x="258812" y="97798"/>
                  </a:lnTo>
                  <a:lnTo>
                    <a:pt x="297246" y="92716"/>
                  </a:lnTo>
                  <a:lnTo>
                    <a:pt x="332831" y="88011"/>
                  </a:lnTo>
                  <a:lnTo>
                    <a:pt x="365960" y="83631"/>
                  </a:lnTo>
                  <a:lnTo>
                    <a:pt x="396950" y="79534"/>
                  </a:lnTo>
                  <a:lnTo>
                    <a:pt x="426060" y="75685"/>
                  </a:lnTo>
                  <a:lnTo>
                    <a:pt x="453506" y="72056"/>
                  </a:lnTo>
                  <a:lnTo>
                    <a:pt x="479468" y="68624"/>
                  </a:lnTo>
                  <a:lnTo>
                    <a:pt x="504097" y="65367"/>
                  </a:lnTo>
                  <a:lnTo>
                    <a:pt x="527525" y="62270"/>
                  </a:lnTo>
                  <a:lnTo>
                    <a:pt x="549863" y="59316"/>
                  </a:lnTo>
                  <a:lnTo>
                    <a:pt x="571208" y="56494"/>
                  </a:lnTo>
                  <a:lnTo>
                    <a:pt x="591644" y="53792"/>
                  </a:lnTo>
                  <a:lnTo>
                    <a:pt x="611245" y="51200"/>
                  </a:lnTo>
                  <a:lnTo>
                    <a:pt x="630078" y="48710"/>
                  </a:lnTo>
                  <a:lnTo>
                    <a:pt x="648200" y="46314"/>
                  </a:lnTo>
                  <a:lnTo>
                    <a:pt x="665663" y="44005"/>
                  </a:lnTo>
                  <a:lnTo>
                    <a:pt x="682513" y="41778"/>
                  </a:lnTo>
                  <a:lnTo>
                    <a:pt x="698792" y="39625"/>
                  </a:lnTo>
                  <a:lnTo>
                    <a:pt x="714536" y="37544"/>
                  </a:lnTo>
                  <a:lnTo>
                    <a:pt x="729781" y="35528"/>
                  </a:lnTo>
                  <a:lnTo>
                    <a:pt x="744557" y="33574"/>
                  </a:lnTo>
                  <a:lnTo>
                    <a:pt x="758892" y="31679"/>
                  </a:lnTo>
                  <a:lnTo>
                    <a:pt x="772811" y="29839"/>
                  </a:lnTo>
                  <a:lnTo>
                    <a:pt x="786338" y="28050"/>
                  </a:lnTo>
                  <a:lnTo>
                    <a:pt x="799494" y="26311"/>
                  </a:lnTo>
                  <a:lnTo>
                    <a:pt x="812299" y="24618"/>
                  </a:lnTo>
                  <a:lnTo>
                    <a:pt x="824772" y="22969"/>
                  </a:lnTo>
                  <a:lnTo>
                    <a:pt x="836929" y="21361"/>
                  </a:lnTo>
                  <a:lnTo>
                    <a:pt x="848786" y="19793"/>
                  </a:lnTo>
                  <a:lnTo>
                    <a:pt x="860357" y="18264"/>
                  </a:lnTo>
                  <a:lnTo>
                    <a:pt x="871656" y="16770"/>
                  </a:lnTo>
                  <a:lnTo>
                    <a:pt x="882695" y="15310"/>
                  </a:lnTo>
                  <a:lnTo>
                    <a:pt x="893486" y="13883"/>
                  </a:lnTo>
                  <a:lnTo>
                    <a:pt x="904039" y="12488"/>
                  </a:lnTo>
                  <a:lnTo>
                    <a:pt x="914366" y="11123"/>
                  </a:lnTo>
                  <a:lnTo>
                    <a:pt x="924475" y="9786"/>
                  </a:lnTo>
                  <a:lnTo>
                    <a:pt x="934376" y="8477"/>
                  </a:lnTo>
                  <a:lnTo>
                    <a:pt x="944077" y="7194"/>
                  </a:lnTo>
                  <a:lnTo>
                    <a:pt x="953586" y="5937"/>
                  </a:lnTo>
                  <a:lnTo>
                    <a:pt x="962910" y="4704"/>
                  </a:lnTo>
                  <a:lnTo>
                    <a:pt x="972056" y="3495"/>
                  </a:lnTo>
                  <a:lnTo>
                    <a:pt x="981032" y="2308"/>
                  </a:lnTo>
                  <a:lnTo>
                    <a:pt x="989843" y="1143"/>
                  </a:lnTo>
                  <a:lnTo>
                    <a:pt x="99849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335193" y="3018331"/>
              <a:ext cx="998495" cy="310943"/>
            </a:xfrm>
            <a:custGeom>
              <a:avLst/>
              <a:pathLst>
                <a:path w="998495" h="310943">
                  <a:moveTo>
                    <a:pt x="0" y="310943"/>
                  </a:moveTo>
                  <a:lnTo>
                    <a:pt x="64118" y="290976"/>
                  </a:lnTo>
                  <a:lnTo>
                    <a:pt x="120674" y="273364"/>
                  </a:lnTo>
                  <a:lnTo>
                    <a:pt x="171266" y="257609"/>
                  </a:lnTo>
                  <a:lnTo>
                    <a:pt x="217031" y="243357"/>
                  </a:lnTo>
                  <a:lnTo>
                    <a:pt x="258812" y="230346"/>
                  </a:lnTo>
                  <a:lnTo>
                    <a:pt x="297246" y="218377"/>
                  </a:lnTo>
                  <a:lnTo>
                    <a:pt x="332831" y="207295"/>
                  </a:lnTo>
                  <a:lnTo>
                    <a:pt x="365960" y="196979"/>
                  </a:lnTo>
                  <a:lnTo>
                    <a:pt x="396950" y="187328"/>
                  </a:lnTo>
                  <a:lnTo>
                    <a:pt x="426060" y="178263"/>
                  </a:lnTo>
                  <a:lnTo>
                    <a:pt x="453506" y="169716"/>
                  </a:lnTo>
                  <a:lnTo>
                    <a:pt x="479468" y="161631"/>
                  </a:lnTo>
                  <a:lnTo>
                    <a:pt x="504097" y="153961"/>
                  </a:lnTo>
                  <a:lnTo>
                    <a:pt x="527525" y="146665"/>
                  </a:lnTo>
                  <a:lnTo>
                    <a:pt x="549863" y="139709"/>
                  </a:lnTo>
                  <a:lnTo>
                    <a:pt x="571208" y="133062"/>
                  </a:lnTo>
                  <a:lnTo>
                    <a:pt x="591644" y="126698"/>
                  </a:lnTo>
                  <a:lnTo>
                    <a:pt x="611245" y="120594"/>
                  </a:lnTo>
                  <a:lnTo>
                    <a:pt x="630078" y="114729"/>
                  </a:lnTo>
                  <a:lnTo>
                    <a:pt x="648200" y="109086"/>
                  </a:lnTo>
                  <a:lnTo>
                    <a:pt x="665663" y="103647"/>
                  </a:lnTo>
                  <a:lnTo>
                    <a:pt x="682513" y="98400"/>
                  </a:lnTo>
                  <a:lnTo>
                    <a:pt x="698792" y="93331"/>
                  </a:lnTo>
                  <a:lnTo>
                    <a:pt x="714536" y="88428"/>
                  </a:lnTo>
                  <a:lnTo>
                    <a:pt x="729781" y="83680"/>
                  </a:lnTo>
                  <a:lnTo>
                    <a:pt x="744557" y="79079"/>
                  </a:lnTo>
                  <a:lnTo>
                    <a:pt x="758892" y="74615"/>
                  </a:lnTo>
                  <a:lnTo>
                    <a:pt x="772811" y="70280"/>
                  </a:lnTo>
                  <a:lnTo>
                    <a:pt x="786338" y="66068"/>
                  </a:lnTo>
                  <a:lnTo>
                    <a:pt x="799494" y="61971"/>
                  </a:lnTo>
                  <a:lnTo>
                    <a:pt x="812299" y="57983"/>
                  </a:lnTo>
                  <a:lnTo>
                    <a:pt x="824772" y="54099"/>
                  </a:lnTo>
                  <a:lnTo>
                    <a:pt x="836929" y="50313"/>
                  </a:lnTo>
                  <a:lnTo>
                    <a:pt x="848786" y="46621"/>
                  </a:lnTo>
                  <a:lnTo>
                    <a:pt x="860357" y="43017"/>
                  </a:lnTo>
                  <a:lnTo>
                    <a:pt x="871656" y="39499"/>
                  </a:lnTo>
                  <a:lnTo>
                    <a:pt x="882695" y="36061"/>
                  </a:lnTo>
                  <a:lnTo>
                    <a:pt x="893486" y="32701"/>
                  </a:lnTo>
                  <a:lnTo>
                    <a:pt x="904039" y="29414"/>
                  </a:lnTo>
                  <a:lnTo>
                    <a:pt x="914366" y="26198"/>
                  </a:lnTo>
                  <a:lnTo>
                    <a:pt x="924475" y="23050"/>
                  </a:lnTo>
                  <a:lnTo>
                    <a:pt x="934376" y="19967"/>
                  </a:lnTo>
                  <a:lnTo>
                    <a:pt x="944077" y="16946"/>
                  </a:lnTo>
                  <a:lnTo>
                    <a:pt x="953586" y="13985"/>
                  </a:lnTo>
                  <a:lnTo>
                    <a:pt x="962910" y="11081"/>
                  </a:lnTo>
                  <a:lnTo>
                    <a:pt x="972056" y="8233"/>
                  </a:lnTo>
                  <a:lnTo>
                    <a:pt x="981032" y="5438"/>
                  </a:lnTo>
                  <a:lnTo>
                    <a:pt x="989843" y="2694"/>
                  </a:lnTo>
                  <a:lnTo>
                    <a:pt x="99849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335193" y="3082838"/>
              <a:ext cx="998495" cy="14146"/>
            </a:xfrm>
            <a:custGeom>
              <a:avLst/>
              <a:pathLst>
                <a:path w="998495" h="14146">
                  <a:moveTo>
                    <a:pt x="0" y="0"/>
                  </a:moveTo>
                  <a:lnTo>
                    <a:pt x="64118" y="908"/>
                  </a:lnTo>
                  <a:lnTo>
                    <a:pt x="120674" y="1709"/>
                  </a:lnTo>
                  <a:lnTo>
                    <a:pt x="171266" y="2426"/>
                  </a:lnTo>
                  <a:lnTo>
                    <a:pt x="217031" y="3074"/>
                  </a:lnTo>
                  <a:lnTo>
                    <a:pt x="258812" y="3666"/>
                  </a:lnTo>
                  <a:lnTo>
                    <a:pt x="297246" y="4211"/>
                  </a:lnTo>
                  <a:lnTo>
                    <a:pt x="332831" y="4715"/>
                  </a:lnTo>
                  <a:lnTo>
                    <a:pt x="365960" y="5184"/>
                  </a:lnTo>
                  <a:lnTo>
                    <a:pt x="396950" y="5623"/>
                  </a:lnTo>
                  <a:lnTo>
                    <a:pt x="426060" y="6036"/>
                  </a:lnTo>
                  <a:lnTo>
                    <a:pt x="453506" y="6425"/>
                  </a:lnTo>
                  <a:lnTo>
                    <a:pt x="479468" y="6793"/>
                  </a:lnTo>
                  <a:lnTo>
                    <a:pt x="504097" y="7142"/>
                  </a:lnTo>
                  <a:lnTo>
                    <a:pt x="527525" y="7473"/>
                  </a:lnTo>
                  <a:lnTo>
                    <a:pt x="549863" y="7790"/>
                  </a:lnTo>
                  <a:lnTo>
                    <a:pt x="571208" y="8092"/>
                  </a:lnTo>
                  <a:lnTo>
                    <a:pt x="591644" y="8382"/>
                  </a:lnTo>
                  <a:lnTo>
                    <a:pt x="611245" y="8660"/>
                  </a:lnTo>
                  <a:lnTo>
                    <a:pt x="630078" y="8926"/>
                  </a:lnTo>
                  <a:lnTo>
                    <a:pt x="648200" y="9183"/>
                  </a:lnTo>
                  <a:lnTo>
                    <a:pt x="665663" y="9431"/>
                  </a:lnTo>
                  <a:lnTo>
                    <a:pt x="682513" y="9669"/>
                  </a:lnTo>
                  <a:lnTo>
                    <a:pt x="698792" y="9900"/>
                  </a:lnTo>
                  <a:lnTo>
                    <a:pt x="714536" y="10123"/>
                  </a:lnTo>
                  <a:lnTo>
                    <a:pt x="729781" y="10339"/>
                  </a:lnTo>
                  <a:lnTo>
                    <a:pt x="744557" y="10548"/>
                  </a:lnTo>
                  <a:lnTo>
                    <a:pt x="758892" y="10751"/>
                  </a:lnTo>
                  <a:lnTo>
                    <a:pt x="772811" y="10949"/>
                  </a:lnTo>
                  <a:lnTo>
                    <a:pt x="786338" y="11140"/>
                  </a:lnTo>
                  <a:lnTo>
                    <a:pt x="799494" y="11327"/>
                  </a:lnTo>
                  <a:lnTo>
                    <a:pt x="812299" y="11508"/>
                  </a:lnTo>
                  <a:lnTo>
                    <a:pt x="824772" y="11685"/>
                  </a:lnTo>
                  <a:lnTo>
                    <a:pt x="836929" y="11857"/>
                  </a:lnTo>
                  <a:lnTo>
                    <a:pt x="848786" y="12025"/>
                  </a:lnTo>
                  <a:lnTo>
                    <a:pt x="860357" y="12189"/>
                  </a:lnTo>
                  <a:lnTo>
                    <a:pt x="871656" y="12349"/>
                  </a:lnTo>
                  <a:lnTo>
                    <a:pt x="882695" y="12505"/>
                  </a:lnTo>
                  <a:lnTo>
                    <a:pt x="893486" y="12658"/>
                  </a:lnTo>
                  <a:lnTo>
                    <a:pt x="904039" y="12808"/>
                  </a:lnTo>
                  <a:lnTo>
                    <a:pt x="914366" y="12954"/>
                  </a:lnTo>
                  <a:lnTo>
                    <a:pt x="924475" y="13097"/>
                  </a:lnTo>
                  <a:lnTo>
                    <a:pt x="934376" y="13238"/>
                  </a:lnTo>
                  <a:lnTo>
                    <a:pt x="944077" y="13375"/>
                  </a:lnTo>
                  <a:lnTo>
                    <a:pt x="953586" y="13510"/>
                  </a:lnTo>
                  <a:lnTo>
                    <a:pt x="962910" y="13642"/>
                  </a:lnTo>
                  <a:lnTo>
                    <a:pt x="972056" y="13772"/>
                  </a:lnTo>
                  <a:lnTo>
                    <a:pt x="981032" y="13899"/>
                  </a:lnTo>
                  <a:lnTo>
                    <a:pt x="989843" y="14024"/>
                  </a:lnTo>
                  <a:lnTo>
                    <a:pt x="998495" y="1414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335193" y="2807757"/>
              <a:ext cx="998495" cy="285531"/>
            </a:xfrm>
            <a:custGeom>
              <a:avLst/>
              <a:pathLst>
                <a:path w="998495" h="285531">
                  <a:moveTo>
                    <a:pt x="0" y="285531"/>
                  </a:moveTo>
                  <a:lnTo>
                    <a:pt x="64118" y="267196"/>
                  </a:lnTo>
                  <a:lnTo>
                    <a:pt x="120674" y="251023"/>
                  </a:lnTo>
                  <a:lnTo>
                    <a:pt x="171266" y="236556"/>
                  </a:lnTo>
                  <a:lnTo>
                    <a:pt x="217031" y="223469"/>
                  </a:lnTo>
                  <a:lnTo>
                    <a:pt x="258812" y="211521"/>
                  </a:lnTo>
                  <a:lnTo>
                    <a:pt x="297246" y="200530"/>
                  </a:lnTo>
                  <a:lnTo>
                    <a:pt x="332831" y="190354"/>
                  </a:lnTo>
                  <a:lnTo>
                    <a:pt x="365960" y="180881"/>
                  </a:lnTo>
                  <a:lnTo>
                    <a:pt x="396950" y="172019"/>
                  </a:lnTo>
                  <a:lnTo>
                    <a:pt x="426060" y="163694"/>
                  </a:lnTo>
                  <a:lnTo>
                    <a:pt x="453506" y="155846"/>
                  </a:lnTo>
                  <a:lnTo>
                    <a:pt x="479468" y="148422"/>
                  </a:lnTo>
                  <a:lnTo>
                    <a:pt x="504097" y="141378"/>
                  </a:lnTo>
                  <a:lnTo>
                    <a:pt x="527525" y="134679"/>
                  </a:lnTo>
                  <a:lnTo>
                    <a:pt x="549863" y="128291"/>
                  </a:lnTo>
                  <a:lnTo>
                    <a:pt x="571208" y="122187"/>
                  </a:lnTo>
                  <a:lnTo>
                    <a:pt x="591644" y="116344"/>
                  </a:lnTo>
                  <a:lnTo>
                    <a:pt x="611245" y="110738"/>
                  </a:lnTo>
                  <a:lnTo>
                    <a:pt x="630078" y="105353"/>
                  </a:lnTo>
                  <a:lnTo>
                    <a:pt x="648200" y="100171"/>
                  </a:lnTo>
                  <a:lnTo>
                    <a:pt x="665663" y="95177"/>
                  </a:lnTo>
                  <a:lnTo>
                    <a:pt x="682513" y="90358"/>
                  </a:lnTo>
                  <a:lnTo>
                    <a:pt x="698792" y="85703"/>
                  </a:lnTo>
                  <a:lnTo>
                    <a:pt x="714536" y="81201"/>
                  </a:lnTo>
                  <a:lnTo>
                    <a:pt x="729781" y="76841"/>
                  </a:lnTo>
                  <a:lnTo>
                    <a:pt x="744557" y="72616"/>
                  </a:lnTo>
                  <a:lnTo>
                    <a:pt x="758892" y="68517"/>
                  </a:lnTo>
                  <a:lnTo>
                    <a:pt x="772811" y="64537"/>
                  </a:lnTo>
                  <a:lnTo>
                    <a:pt x="786338" y="60668"/>
                  </a:lnTo>
                  <a:lnTo>
                    <a:pt x="799494" y="56906"/>
                  </a:lnTo>
                  <a:lnTo>
                    <a:pt x="812299" y="53244"/>
                  </a:lnTo>
                  <a:lnTo>
                    <a:pt x="824772" y="49678"/>
                  </a:lnTo>
                  <a:lnTo>
                    <a:pt x="836929" y="46201"/>
                  </a:lnTo>
                  <a:lnTo>
                    <a:pt x="848786" y="42811"/>
                  </a:lnTo>
                  <a:lnTo>
                    <a:pt x="860357" y="39502"/>
                  </a:lnTo>
                  <a:lnTo>
                    <a:pt x="871656" y="36271"/>
                  </a:lnTo>
                  <a:lnTo>
                    <a:pt x="882695" y="33114"/>
                  </a:lnTo>
                  <a:lnTo>
                    <a:pt x="893486" y="30028"/>
                  </a:lnTo>
                  <a:lnTo>
                    <a:pt x="904039" y="27010"/>
                  </a:lnTo>
                  <a:lnTo>
                    <a:pt x="914366" y="24057"/>
                  </a:lnTo>
                  <a:lnTo>
                    <a:pt x="924475" y="21166"/>
                  </a:lnTo>
                  <a:lnTo>
                    <a:pt x="934376" y="18335"/>
                  </a:lnTo>
                  <a:lnTo>
                    <a:pt x="944077" y="15561"/>
                  </a:lnTo>
                  <a:lnTo>
                    <a:pt x="953586" y="12842"/>
                  </a:lnTo>
                  <a:lnTo>
                    <a:pt x="962910" y="10175"/>
                  </a:lnTo>
                  <a:lnTo>
                    <a:pt x="972056" y="7560"/>
                  </a:lnTo>
                  <a:lnTo>
                    <a:pt x="981032" y="4993"/>
                  </a:lnTo>
                  <a:lnTo>
                    <a:pt x="989843" y="2474"/>
                  </a:lnTo>
                  <a:lnTo>
                    <a:pt x="99849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35193" y="3125528"/>
              <a:ext cx="998495" cy="48953"/>
            </a:xfrm>
            <a:custGeom>
              <a:avLst/>
              <a:pathLst>
                <a:path w="998495" h="48953">
                  <a:moveTo>
                    <a:pt x="0" y="48953"/>
                  </a:moveTo>
                  <a:lnTo>
                    <a:pt x="64118" y="45809"/>
                  </a:lnTo>
                  <a:lnTo>
                    <a:pt x="120674" y="43036"/>
                  </a:lnTo>
                  <a:lnTo>
                    <a:pt x="171266" y="40556"/>
                  </a:lnTo>
                  <a:lnTo>
                    <a:pt x="217031" y="38312"/>
                  </a:lnTo>
                  <a:lnTo>
                    <a:pt x="258812" y="36264"/>
                  </a:lnTo>
                  <a:lnTo>
                    <a:pt x="297246" y="34380"/>
                  </a:lnTo>
                  <a:lnTo>
                    <a:pt x="332831" y="32635"/>
                  </a:lnTo>
                  <a:lnTo>
                    <a:pt x="365960" y="31011"/>
                  </a:lnTo>
                  <a:lnTo>
                    <a:pt x="396950" y="29492"/>
                  </a:lnTo>
                  <a:lnTo>
                    <a:pt x="426060" y="28064"/>
                  </a:lnTo>
                  <a:lnTo>
                    <a:pt x="453506" y="26719"/>
                  </a:lnTo>
                  <a:lnTo>
                    <a:pt x="479468" y="25446"/>
                  </a:lnTo>
                  <a:lnTo>
                    <a:pt x="504097" y="24238"/>
                  </a:lnTo>
                  <a:lnTo>
                    <a:pt x="527525" y="23090"/>
                  </a:lnTo>
                  <a:lnTo>
                    <a:pt x="549863" y="21995"/>
                  </a:lnTo>
                  <a:lnTo>
                    <a:pt x="571208" y="20948"/>
                  </a:lnTo>
                  <a:lnTo>
                    <a:pt x="591644" y="19946"/>
                  </a:lnTo>
                  <a:lnTo>
                    <a:pt x="611245" y="18985"/>
                  </a:lnTo>
                  <a:lnTo>
                    <a:pt x="630078" y="18062"/>
                  </a:lnTo>
                  <a:lnTo>
                    <a:pt x="648200" y="17173"/>
                  </a:lnTo>
                  <a:lnTo>
                    <a:pt x="665663" y="16317"/>
                  </a:lnTo>
                  <a:lnTo>
                    <a:pt x="682513" y="15491"/>
                  </a:lnTo>
                  <a:lnTo>
                    <a:pt x="698792" y="14693"/>
                  </a:lnTo>
                  <a:lnTo>
                    <a:pt x="714536" y="13921"/>
                  </a:lnTo>
                  <a:lnTo>
                    <a:pt x="729781" y="13174"/>
                  </a:lnTo>
                  <a:lnTo>
                    <a:pt x="744557" y="12449"/>
                  </a:lnTo>
                  <a:lnTo>
                    <a:pt x="758892" y="11747"/>
                  </a:lnTo>
                  <a:lnTo>
                    <a:pt x="772811" y="11064"/>
                  </a:lnTo>
                  <a:lnTo>
                    <a:pt x="786338" y="10401"/>
                  </a:lnTo>
                  <a:lnTo>
                    <a:pt x="799494" y="9756"/>
                  </a:lnTo>
                  <a:lnTo>
                    <a:pt x="812299" y="9128"/>
                  </a:lnTo>
                  <a:lnTo>
                    <a:pt x="824772" y="8517"/>
                  </a:lnTo>
                  <a:lnTo>
                    <a:pt x="836929" y="7921"/>
                  </a:lnTo>
                  <a:lnTo>
                    <a:pt x="848786" y="7339"/>
                  </a:lnTo>
                  <a:lnTo>
                    <a:pt x="860357" y="6772"/>
                  </a:lnTo>
                  <a:lnTo>
                    <a:pt x="871656" y="6218"/>
                  </a:lnTo>
                  <a:lnTo>
                    <a:pt x="882695" y="5677"/>
                  </a:lnTo>
                  <a:lnTo>
                    <a:pt x="893486" y="5148"/>
                  </a:lnTo>
                  <a:lnTo>
                    <a:pt x="904039" y="4630"/>
                  </a:lnTo>
                  <a:lnTo>
                    <a:pt x="914366" y="4124"/>
                  </a:lnTo>
                  <a:lnTo>
                    <a:pt x="924475" y="3628"/>
                  </a:lnTo>
                  <a:lnTo>
                    <a:pt x="934376" y="3143"/>
                  </a:lnTo>
                  <a:lnTo>
                    <a:pt x="944077" y="2667"/>
                  </a:lnTo>
                  <a:lnTo>
                    <a:pt x="953586" y="2201"/>
                  </a:lnTo>
                  <a:lnTo>
                    <a:pt x="962910" y="1744"/>
                  </a:lnTo>
                  <a:lnTo>
                    <a:pt x="972056" y="1296"/>
                  </a:lnTo>
                  <a:lnTo>
                    <a:pt x="981032" y="856"/>
                  </a:lnTo>
                  <a:lnTo>
                    <a:pt x="989843" y="424"/>
                  </a:lnTo>
                  <a:lnTo>
                    <a:pt x="99849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335193" y="3055894"/>
              <a:ext cx="998495" cy="165987"/>
            </a:xfrm>
            <a:custGeom>
              <a:avLst/>
              <a:pathLst>
                <a:path w="998495" h="165987">
                  <a:moveTo>
                    <a:pt x="0" y="165987"/>
                  </a:moveTo>
                  <a:lnTo>
                    <a:pt x="64118" y="155328"/>
                  </a:lnTo>
                  <a:lnTo>
                    <a:pt x="120674" y="145926"/>
                  </a:lnTo>
                  <a:lnTo>
                    <a:pt x="171266" y="137516"/>
                  </a:lnTo>
                  <a:lnTo>
                    <a:pt x="217031" y="129908"/>
                  </a:lnTo>
                  <a:lnTo>
                    <a:pt x="258812" y="122963"/>
                  </a:lnTo>
                  <a:lnTo>
                    <a:pt x="297246" y="116573"/>
                  </a:lnTo>
                  <a:lnTo>
                    <a:pt x="332831" y="110658"/>
                  </a:lnTo>
                  <a:lnTo>
                    <a:pt x="365960" y="105151"/>
                  </a:lnTo>
                  <a:lnTo>
                    <a:pt x="396950" y="99999"/>
                  </a:lnTo>
                  <a:lnTo>
                    <a:pt x="426060" y="95160"/>
                  </a:lnTo>
                  <a:lnTo>
                    <a:pt x="453506" y="90597"/>
                  </a:lnTo>
                  <a:lnTo>
                    <a:pt x="479468" y="86281"/>
                  </a:lnTo>
                  <a:lnTo>
                    <a:pt x="504097" y="82187"/>
                  </a:lnTo>
                  <a:lnTo>
                    <a:pt x="527525" y="78292"/>
                  </a:lnTo>
                  <a:lnTo>
                    <a:pt x="549863" y="74579"/>
                  </a:lnTo>
                  <a:lnTo>
                    <a:pt x="571208" y="71031"/>
                  </a:lnTo>
                  <a:lnTo>
                    <a:pt x="591644" y="67633"/>
                  </a:lnTo>
                  <a:lnTo>
                    <a:pt x="611245" y="64375"/>
                  </a:lnTo>
                  <a:lnTo>
                    <a:pt x="630078" y="61244"/>
                  </a:lnTo>
                  <a:lnTo>
                    <a:pt x="648200" y="58232"/>
                  </a:lnTo>
                  <a:lnTo>
                    <a:pt x="665663" y="55329"/>
                  </a:lnTo>
                  <a:lnTo>
                    <a:pt x="682513" y="52528"/>
                  </a:lnTo>
                  <a:lnTo>
                    <a:pt x="698792" y="49821"/>
                  </a:lnTo>
                  <a:lnTo>
                    <a:pt x="714536" y="47204"/>
                  </a:lnTo>
                  <a:lnTo>
                    <a:pt x="729781" y="44670"/>
                  </a:lnTo>
                  <a:lnTo>
                    <a:pt x="744557" y="42214"/>
                  </a:lnTo>
                  <a:lnTo>
                    <a:pt x="758892" y="39831"/>
                  </a:lnTo>
                  <a:lnTo>
                    <a:pt x="772811" y="37517"/>
                  </a:lnTo>
                  <a:lnTo>
                    <a:pt x="786338" y="35268"/>
                  </a:lnTo>
                  <a:lnTo>
                    <a:pt x="799494" y="33081"/>
                  </a:lnTo>
                  <a:lnTo>
                    <a:pt x="812299" y="30952"/>
                  </a:lnTo>
                  <a:lnTo>
                    <a:pt x="824772" y="28879"/>
                  </a:lnTo>
                  <a:lnTo>
                    <a:pt x="836929" y="26858"/>
                  </a:lnTo>
                  <a:lnTo>
                    <a:pt x="848786" y="24887"/>
                  </a:lnTo>
                  <a:lnTo>
                    <a:pt x="860357" y="22963"/>
                  </a:lnTo>
                  <a:lnTo>
                    <a:pt x="871656" y="21085"/>
                  </a:lnTo>
                  <a:lnTo>
                    <a:pt x="882695" y="19250"/>
                  </a:lnTo>
                  <a:lnTo>
                    <a:pt x="893486" y="17456"/>
                  </a:lnTo>
                  <a:lnTo>
                    <a:pt x="904039" y="15702"/>
                  </a:lnTo>
                  <a:lnTo>
                    <a:pt x="914366" y="13985"/>
                  </a:lnTo>
                  <a:lnTo>
                    <a:pt x="924475" y="12304"/>
                  </a:lnTo>
                  <a:lnTo>
                    <a:pt x="934376" y="10658"/>
                  </a:lnTo>
                  <a:lnTo>
                    <a:pt x="944077" y="9046"/>
                  </a:lnTo>
                  <a:lnTo>
                    <a:pt x="953586" y="7465"/>
                  </a:lnTo>
                  <a:lnTo>
                    <a:pt x="962910" y="5915"/>
                  </a:lnTo>
                  <a:lnTo>
                    <a:pt x="972056" y="4395"/>
                  </a:lnTo>
                  <a:lnTo>
                    <a:pt x="981032" y="2902"/>
                  </a:lnTo>
                  <a:lnTo>
                    <a:pt x="989843" y="1438"/>
                  </a:lnTo>
                  <a:lnTo>
                    <a:pt x="99849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335193" y="3198140"/>
              <a:ext cx="998495" cy="36189"/>
            </a:xfrm>
            <a:custGeom>
              <a:avLst/>
              <a:pathLst>
                <a:path w="998495" h="36189">
                  <a:moveTo>
                    <a:pt x="0" y="0"/>
                  </a:moveTo>
                  <a:lnTo>
                    <a:pt x="64118" y="2323"/>
                  </a:lnTo>
                  <a:lnTo>
                    <a:pt x="120674" y="4373"/>
                  </a:lnTo>
                  <a:lnTo>
                    <a:pt x="171266" y="6207"/>
                  </a:lnTo>
                  <a:lnTo>
                    <a:pt x="217031" y="7866"/>
                  </a:lnTo>
                  <a:lnTo>
                    <a:pt x="258812" y="9380"/>
                  </a:lnTo>
                  <a:lnTo>
                    <a:pt x="297246" y="10773"/>
                  </a:lnTo>
                  <a:lnTo>
                    <a:pt x="332831" y="12063"/>
                  </a:lnTo>
                  <a:lnTo>
                    <a:pt x="365960" y="13263"/>
                  </a:lnTo>
                  <a:lnTo>
                    <a:pt x="396950" y="14387"/>
                  </a:lnTo>
                  <a:lnTo>
                    <a:pt x="426060" y="15442"/>
                  </a:lnTo>
                  <a:lnTo>
                    <a:pt x="453506" y="16436"/>
                  </a:lnTo>
                  <a:lnTo>
                    <a:pt x="479468" y="17377"/>
                  </a:lnTo>
                  <a:lnTo>
                    <a:pt x="504097" y="18270"/>
                  </a:lnTo>
                  <a:lnTo>
                    <a:pt x="527525" y="19119"/>
                  </a:lnTo>
                  <a:lnTo>
                    <a:pt x="549863" y="19929"/>
                  </a:lnTo>
                  <a:lnTo>
                    <a:pt x="571208" y="20702"/>
                  </a:lnTo>
                  <a:lnTo>
                    <a:pt x="591644" y="21443"/>
                  </a:lnTo>
                  <a:lnTo>
                    <a:pt x="611245" y="22154"/>
                  </a:lnTo>
                  <a:lnTo>
                    <a:pt x="630078" y="22836"/>
                  </a:lnTo>
                  <a:lnTo>
                    <a:pt x="648200" y="23493"/>
                  </a:lnTo>
                  <a:lnTo>
                    <a:pt x="665663" y="24126"/>
                  </a:lnTo>
                  <a:lnTo>
                    <a:pt x="682513" y="24737"/>
                  </a:lnTo>
                  <a:lnTo>
                    <a:pt x="698792" y="25327"/>
                  </a:lnTo>
                  <a:lnTo>
                    <a:pt x="714536" y="25897"/>
                  </a:lnTo>
                  <a:lnTo>
                    <a:pt x="729781" y="26450"/>
                  </a:lnTo>
                  <a:lnTo>
                    <a:pt x="744557" y="26985"/>
                  </a:lnTo>
                  <a:lnTo>
                    <a:pt x="758892" y="27505"/>
                  </a:lnTo>
                  <a:lnTo>
                    <a:pt x="772811" y="28009"/>
                  </a:lnTo>
                  <a:lnTo>
                    <a:pt x="786338" y="28500"/>
                  </a:lnTo>
                  <a:lnTo>
                    <a:pt x="799494" y="28976"/>
                  </a:lnTo>
                  <a:lnTo>
                    <a:pt x="812299" y="29441"/>
                  </a:lnTo>
                  <a:lnTo>
                    <a:pt x="824772" y="29893"/>
                  </a:lnTo>
                  <a:lnTo>
                    <a:pt x="836929" y="30333"/>
                  </a:lnTo>
                  <a:lnTo>
                    <a:pt x="848786" y="30763"/>
                  </a:lnTo>
                  <a:lnTo>
                    <a:pt x="860357" y="31182"/>
                  </a:lnTo>
                  <a:lnTo>
                    <a:pt x="871656" y="31592"/>
                  </a:lnTo>
                  <a:lnTo>
                    <a:pt x="882695" y="31992"/>
                  </a:lnTo>
                  <a:lnTo>
                    <a:pt x="893486" y="32383"/>
                  </a:lnTo>
                  <a:lnTo>
                    <a:pt x="904039" y="32766"/>
                  </a:lnTo>
                  <a:lnTo>
                    <a:pt x="914366" y="33140"/>
                  </a:lnTo>
                  <a:lnTo>
                    <a:pt x="924475" y="33506"/>
                  </a:lnTo>
                  <a:lnTo>
                    <a:pt x="934376" y="33865"/>
                  </a:lnTo>
                  <a:lnTo>
                    <a:pt x="944077" y="34217"/>
                  </a:lnTo>
                  <a:lnTo>
                    <a:pt x="953586" y="34561"/>
                  </a:lnTo>
                  <a:lnTo>
                    <a:pt x="962910" y="34899"/>
                  </a:lnTo>
                  <a:lnTo>
                    <a:pt x="972056" y="35231"/>
                  </a:lnTo>
                  <a:lnTo>
                    <a:pt x="981032" y="35556"/>
                  </a:lnTo>
                  <a:lnTo>
                    <a:pt x="989843" y="35875"/>
                  </a:lnTo>
                  <a:lnTo>
                    <a:pt x="998495" y="3618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335193" y="3300746"/>
              <a:ext cx="998495" cy="43864"/>
            </a:xfrm>
            <a:custGeom>
              <a:avLst/>
              <a:pathLst>
                <a:path w="998495" h="43864">
                  <a:moveTo>
                    <a:pt x="0" y="43864"/>
                  </a:moveTo>
                  <a:lnTo>
                    <a:pt x="64118" y="41047"/>
                  </a:lnTo>
                  <a:lnTo>
                    <a:pt x="120674" y="38562"/>
                  </a:lnTo>
                  <a:lnTo>
                    <a:pt x="171266" y="36340"/>
                  </a:lnTo>
                  <a:lnTo>
                    <a:pt x="217031" y="34329"/>
                  </a:lnTo>
                  <a:lnTo>
                    <a:pt x="258812" y="32494"/>
                  </a:lnTo>
                  <a:lnTo>
                    <a:pt x="297246" y="30805"/>
                  </a:lnTo>
                  <a:lnTo>
                    <a:pt x="332831" y="29242"/>
                  </a:lnTo>
                  <a:lnTo>
                    <a:pt x="365960" y="27787"/>
                  </a:lnTo>
                  <a:lnTo>
                    <a:pt x="396950" y="26425"/>
                  </a:lnTo>
                  <a:lnTo>
                    <a:pt x="426060" y="25147"/>
                  </a:lnTo>
                  <a:lnTo>
                    <a:pt x="453506" y="23941"/>
                  </a:lnTo>
                  <a:lnTo>
                    <a:pt x="479468" y="22800"/>
                  </a:lnTo>
                  <a:lnTo>
                    <a:pt x="504097" y="21718"/>
                  </a:lnTo>
                  <a:lnTo>
                    <a:pt x="527525" y="20689"/>
                  </a:lnTo>
                  <a:lnTo>
                    <a:pt x="549863" y="19708"/>
                  </a:lnTo>
                  <a:lnTo>
                    <a:pt x="571208" y="18770"/>
                  </a:lnTo>
                  <a:lnTo>
                    <a:pt x="591644" y="17873"/>
                  </a:lnTo>
                  <a:lnTo>
                    <a:pt x="611245" y="17011"/>
                  </a:lnTo>
                  <a:lnTo>
                    <a:pt x="630078" y="16184"/>
                  </a:lnTo>
                  <a:lnTo>
                    <a:pt x="648200" y="15388"/>
                  </a:lnTo>
                  <a:lnTo>
                    <a:pt x="665663" y="14621"/>
                  </a:lnTo>
                  <a:lnTo>
                    <a:pt x="682513" y="13881"/>
                  </a:lnTo>
                  <a:lnTo>
                    <a:pt x="698792" y="13166"/>
                  </a:lnTo>
                  <a:lnTo>
                    <a:pt x="714536" y="12474"/>
                  </a:lnTo>
                  <a:lnTo>
                    <a:pt x="729781" y="11804"/>
                  </a:lnTo>
                  <a:lnTo>
                    <a:pt x="744557" y="11155"/>
                  </a:lnTo>
                  <a:lnTo>
                    <a:pt x="758892" y="10525"/>
                  </a:lnTo>
                  <a:lnTo>
                    <a:pt x="772811" y="9914"/>
                  </a:lnTo>
                  <a:lnTo>
                    <a:pt x="786338" y="9320"/>
                  </a:lnTo>
                  <a:lnTo>
                    <a:pt x="799494" y="8742"/>
                  </a:lnTo>
                  <a:lnTo>
                    <a:pt x="812299" y="8179"/>
                  </a:lnTo>
                  <a:lnTo>
                    <a:pt x="824772" y="7631"/>
                  </a:lnTo>
                  <a:lnTo>
                    <a:pt x="836929" y="7097"/>
                  </a:lnTo>
                  <a:lnTo>
                    <a:pt x="848786" y="6576"/>
                  </a:lnTo>
                  <a:lnTo>
                    <a:pt x="860357" y="6068"/>
                  </a:lnTo>
                  <a:lnTo>
                    <a:pt x="871656" y="5572"/>
                  </a:lnTo>
                  <a:lnTo>
                    <a:pt x="882695" y="5087"/>
                  </a:lnTo>
                  <a:lnTo>
                    <a:pt x="893486" y="4613"/>
                  </a:lnTo>
                  <a:lnTo>
                    <a:pt x="904039" y="4149"/>
                  </a:lnTo>
                  <a:lnTo>
                    <a:pt x="914366" y="3695"/>
                  </a:lnTo>
                  <a:lnTo>
                    <a:pt x="924475" y="3251"/>
                  </a:lnTo>
                  <a:lnTo>
                    <a:pt x="934376" y="2816"/>
                  </a:lnTo>
                  <a:lnTo>
                    <a:pt x="944077" y="2390"/>
                  </a:lnTo>
                  <a:lnTo>
                    <a:pt x="953586" y="1972"/>
                  </a:lnTo>
                  <a:lnTo>
                    <a:pt x="962910" y="1563"/>
                  </a:lnTo>
                  <a:lnTo>
                    <a:pt x="972056" y="1161"/>
                  </a:lnTo>
                  <a:lnTo>
                    <a:pt x="981032" y="767"/>
                  </a:lnTo>
                  <a:lnTo>
                    <a:pt x="989843" y="380"/>
                  </a:lnTo>
                  <a:lnTo>
                    <a:pt x="99849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335193" y="2820543"/>
              <a:ext cx="998495" cy="420701"/>
            </a:xfrm>
            <a:custGeom>
              <a:avLst/>
              <a:pathLst>
                <a:path w="998495" h="420701">
                  <a:moveTo>
                    <a:pt x="0" y="0"/>
                  </a:moveTo>
                  <a:lnTo>
                    <a:pt x="64118" y="27015"/>
                  </a:lnTo>
                  <a:lnTo>
                    <a:pt x="120674" y="50844"/>
                  </a:lnTo>
                  <a:lnTo>
                    <a:pt x="171266" y="72160"/>
                  </a:lnTo>
                  <a:lnTo>
                    <a:pt x="217031" y="91443"/>
                  </a:lnTo>
                  <a:lnTo>
                    <a:pt x="258812" y="109047"/>
                  </a:lnTo>
                  <a:lnTo>
                    <a:pt x="297246" y="125240"/>
                  </a:lnTo>
                  <a:lnTo>
                    <a:pt x="332831" y="140233"/>
                  </a:lnTo>
                  <a:lnTo>
                    <a:pt x="365960" y="154192"/>
                  </a:lnTo>
                  <a:lnTo>
                    <a:pt x="396950" y="167249"/>
                  </a:lnTo>
                  <a:lnTo>
                    <a:pt x="426060" y="179514"/>
                  </a:lnTo>
                  <a:lnTo>
                    <a:pt x="453506" y="191078"/>
                  </a:lnTo>
                  <a:lnTo>
                    <a:pt x="479468" y="202017"/>
                  </a:lnTo>
                  <a:lnTo>
                    <a:pt x="504097" y="212394"/>
                  </a:lnTo>
                  <a:lnTo>
                    <a:pt x="527525" y="222265"/>
                  </a:lnTo>
                  <a:lnTo>
                    <a:pt x="549863" y="231677"/>
                  </a:lnTo>
                  <a:lnTo>
                    <a:pt x="571208" y="240670"/>
                  </a:lnTo>
                  <a:lnTo>
                    <a:pt x="591644" y="249280"/>
                  </a:lnTo>
                  <a:lnTo>
                    <a:pt x="611245" y="257539"/>
                  </a:lnTo>
                  <a:lnTo>
                    <a:pt x="630078" y="265474"/>
                  </a:lnTo>
                  <a:lnTo>
                    <a:pt x="648200" y="273110"/>
                  </a:lnTo>
                  <a:lnTo>
                    <a:pt x="665663" y="280467"/>
                  </a:lnTo>
                  <a:lnTo>
                    <a:pt x="682513" y="287567"/>
                  </a:lnTo>
                  <a:lnTo>
                    <a:pt x="698792" y="294426"/>
                  </a:lnTo>
                  <a:lnTo>
                    <a:pt x="714536" y="301060"/>
                  </a:lnTo>
                  <a:lnTo>
                    <a:pt x="729781" y="307483"/>
                  </a:lnTo>
                  <a:lnTo>
                    <a:pt x="744557" y="313708"/>
                  </a:lnTo>
                  <a:lnTo>
                    <a:pt x="758892" y="319748"/>
                  </a:lnTo>
                  <a:lnTo>
                    <a:pt x="772811" y="325613"/>
                  </a:lnTo>
                  <a:lnTo>
                    <a:pt x="786338" y="331312"/>
                  </a:lnTo>
                  <a:lnTo>
                    <a:pt x="799494" y="336855"/>
                  </a:lnTo>
                  <a:lnTo>
                    <a:pt x="812299" y="342251"/>
                  </a:lnTo>
                  <a:lnTo>
                    <a:pt x="824772" y="347506"/>
                  </a:lnTo>
                  <a:lnTo>
                    <a:pt x="836929" y="352628"/>
                  </a:lnTo>
                  <a:lnTo>
                    <a:pt x="848786" y="357624"/>
                  </a:lnTo>
                  <a:lnTo>
                    <a:pt x="860357" y="362499"/>
                  </a:lnTo>
                  <a:lnTo>
                    <a:pt x="871656" y="367260"/>
                  </a:lnTo>
                  <a:lnTo>
                    <a:pt x="882695" y="371911"/>
                  </a:lnTo>
                  <a:lnTo>
                    <a:pt x="893486" y="376457"/>
                  </a:lnTo>
                  <a:lnTo>
                    <a:pt x="904039" y="380904"/>
                  </a:lnTo>
                  <a:lnTo>
                    <a:pt x="914366" y="385255"/>
                  </a:lnTo>
                  <a:lnTo>
                    <a:pt x="924475" y="389514"/>
                  </a:lnTo>
                  <a:lnTo>
                    <a:pt x="934376" y="393686"/>
                  </a:lnTo>
                  <a:lnTo>
                    <a:pt x="944077" y="397773"/>
                  </a:lnTo>
                  <a:lnTo>
                    <a:pt x="953586" y="401780"/>
                  </a:lnTo>
                  <a:lnTo>
                    <a:pt x="962910" y="405708"/>
                  </a:lnTo>
                  <a:lnTo>
                    <a:pt x="972056" y="409562"/>
                  </a:lnTo>
                  <a:lnTo>
                    <a:pt x="981032" y="413344"/>
                  </a:lnTo>
                  <a:lnTo>
                    <a:pt x="989843" y="417056"/>
                  </a:lnTo>
                  <a:lnTo>
                    <a:pt x="998495" y="42070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335193" y="2926437"/>
              <a:ext cx="998495" cy="15554"/>
            </a:xfrm>
            <a:custGeom>
              <a:avLst/>
              <a:pathLst>
                <a:path w="998495" h="15554">
                  <a:moveTo>
                    <a:pt x="0" y="15554"/>
                  </a:moveTo>
                  <a:lnTo>
                    <a:pt x="64118" y="14555"/>
                  </a:lnTo>
                  <a:lnTo>
                    <a:pt x="120674" y="13674"/>
                  </a:lnTo>
                  <a:lnTo>
                    <a:pt x="171266" y="12886"/>
                  </a:lnTo>
                  <a:lnTo>
                    <a:pt x="217031" y="12173"/>
                  </a:lnTo>
                  <a:lnTo>
                    <a:pt x="258812" y="11522"/>
                  </a:lnTo>
                  <a:lnTo>
                    <a:pt x="297246" y="10924"/>
                  </a:lnTo>
                  <a:lnTo>
                    <a:pt x="332831" y="10369"/>
                  </a:lnTo>
                  <a:lnTo>
                    <a:pt x="365960" y="9853"/>
                  </a:lnTo>
                  <a:lnTo>
                    <a:pt x="396950" y="9371"/>
                  </a:lnTo>
                  <a:lnTo>
                    <a:pt x="426060" y="8917"/>
                  </a:lnTo>
                  <a:lnTo>
                    <a:pt x="453506" y="8489"/>
                  </a:lnTo>
                  <a:lnTo>
                    <a:pt x="479468" y="8085"/>
                  </a:lnTo>
                  <a:lnTo>
                    <a:pt x="504097" y="7701"/>
                  </a:lnTo>
                  <a:lnTo>
                    <a:pt x="527525" y="7336"/>
                  </a:lnTo>
                  <a:lnTo>
                    <a:pt x="549863" y="6988"/>
                  </a:lnTo>
                  <a:lnTo>
                    <a:pt x="571208" y="6656"/>
                  </a:lnTo>
                  <a:lnTo>
                    <a:pt x="591644" y="6338"/>
                  </a:lnTo>
                  <a:lnTo>
                    <a:pt x="611245" y="6032"/>
                  </a:lnTo>
                  <a:lnTo>
                    <a:pt x="630078" y="5739"/>
                  </a:lnTo>
                  <a:lnTo>
                    <a:pt x="648200" y="5456"/>
                  </a:lnTo>
                  <a:lnTo>
                    <a:pt x="665663" y="5184"/>
                  </a:lnTo>
                  <a:lnTo>
                    <a:pt x="682513" y="4922"/>
                  </a:lnTo>
                  <a:lnTo>
                    <a:pt x="698792" y="4668"/>
                  </a:lnTo>
                  <a:lnTo>
                    <a:pt x="714536" y="4423"/>
                  </a:lnTo>
                  <a:lnTo>
                    <a:pt x="729781" y="4186"/>
                  </a:lnTo>
                  <a:lnTo>
                    <a:pt x="744557" y="3955"/>
                  </a:lnTo>
                  <a:lnTo>
                    <a:pt x="758892" y="3732"/>
                  </a:lnTo>
                  <a:lnTo>
                    <a:pt x="772811" y="3515"/>
                  </a:lnTo>
                  <a:lnTo>
                    <a:pt x="786338" y="3305"/>
                  </a:lnTo>
                  <a:lnTo>
                    <a:pt x="799494" y="3100"/>
                  </a:lnTo>
                  <a:lnTo>
                    <a:pt x="812299" y="2900"/>
                  </a:lnTo>
                  <a:lnTo>
                    <a:pt x="824772" y="2706"/>
                  </a:lnTo>
                  <a:lnTo>
                    <a:pt x="836929" y="2516"/>
                  </a:lnTo>
                  <a:lnTo>
                    <a:pt x="848786" y="2332"/>
                  </a:lnTo>
                  <a:lnTo>
                    <a:pt x="860357" y="2151"/>
                  </a:lnTo>
                  <a:lnTo>
                    <a:pt x="871656" y="1975"/>
                  </a:lnTo>
                  <a:lnTo>
                    <a:pt x="882695" y="1803"/>
                  </a:lnTo>
                  <a:lnTo>
                    <a:pt x="893486" y="1635"/>
                  </a:lnTo>
                  <a:lnTo>
                    <a:pt x="904039" y="1471"/>
                  </a:lnTo>
                  <a:lnTo>
                    <a:pt x="914366" y="1310"/>
                  </a:lnTo>
                  <a:lnTo>
                    <a:pt x="924475" y="1153"/>
                  </a:lnTo>
                  <a:lnTo>
                    <a:pt x="934376" y="998"/>
                  </a:lnTo>
                  <a:lnTo>
                    <a:pt x="944077" y="847"/>
                  </a:lnTo>
                  <a:lnTo>
                    <a:pt x="953586" y="699"/>
                  </a:lnTo>
                  <a:lnTo>
                    <a:pt x="962910" y="554"/>
                  </a:lnTo>
                  <a:lnTo>
                    <a:pt x="972056" y="411"/>
                  </a:lnTo>
                  <a:lnTo>
                    <a:pt x="981032" y="272"/>
                  </a:lnTo>
                  <a:lnTo>
                    <a:pt x="989843" y="134"/>
                  </a:lnTo>
                  <a:lnTo>
                    <a:pt x="99849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26250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234034" y="32763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234034" y="30294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34034" y="27825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6250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35193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668025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000856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533368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4262502" y="2439157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435749" y="44064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67385" y="45511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33066" y="45363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438822" y="42260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429270" y="45874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45208" y="448767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441080" y="46681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434615" y="46352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432811" y="43579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466798" y="44665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61010" y="45702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94553" y="437511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803173" y="44218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73157" y="47112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71710" y="39558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78302" y="40831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67496" y="45672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59440" y="47156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807101" y="46835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78399" y="45620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99434" y="45244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87905" y="46480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61118" y="46073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06728" y="45734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802401" y="46574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61349" y="45006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83631" y="463644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71437" y="454050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14292" y="441547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097038" y="4747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06796" y="451833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5748" y="46324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14591" y="43069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29448" y="454008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37342" y="43702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37895" y="459446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33098" y="44724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18039" y="455937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18553" y="46102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19363" y="41734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34565" y="455924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097521" y="46563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03560" y="42288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36605" y="43291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5245" y="448100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01168" y="46900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8862" y="45556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113589" y="44712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37267" y="45289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444708" y="45252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63507" y="45436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57595" y="46140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62068" y="45080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28477" y="44809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434284" y="44535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60364" y="452145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72117" y="46169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30992" y="43873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40803" y="46286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35074" y="454219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35503" y="458944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454868" y="470313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34295" y="461126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47262" y="46486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55591" y="45988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47222" y="44949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33912" y="46259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59870" y="44577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29237" y="45692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49339" y="446979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41093" y="45369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31141" y="46542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78175" y="4272401"/>
              <a:ext cx="999673" cy="259135"/>
            </a:xfrm>
            <a:custGeom>
              <a:avLst/>
              <a:pathLst>
                <a:path w="999673" h="259135">
                  <a:moveTo>
                    <a:pt x="0" y="0"/>
                  </a:moveTo>
                  <a:lnTo>
                    <a:pt x="64194" y="16640"/>
                  </a:lnTo>
                  <a:lnTo>
                    <a:pt x="120817" y="31318"/>
                  </a:lnTo>
                  <a:lnTo>
                    <a:pt x="171468" y="44448"/>
                  </a:lnTo>
                  <a:lnTo>
                    <a:pt x="217287" y="56325"/>
                  </a:lnTo>
                  <a:lnTo>
                    <a:pt x="259117" y="67168"/>
                  </a:lnTo>
                  <a:lnTo>
                    <a:pt x="297597" y="77143"/>
                  </a:lnTo>
                  <a:lnTo>
                    <a:pt x="333224" y="86378"/>
                  </a:lnTo>
                  <a:lnTo>
                    <a:pt x="366392" y="94976"/>
                  </a:lnTo>
                  <a:lnTo>
                    <a:pt x="397418" y="103018"/>
                  </a:lnTo>
                  <a:lnTo>
                    <a:pt x="426563" y="110573"/>
                  </a:lnTo>
                  <a:lnTo>
                    <a:pt x="454041" y="117696"/>
                  </a:lnTo>
                  <a:lnTo>
                    <a:pt x="480033" y="124434"/>
                  </a:lnTo>
                  <a:lnTo>
                    <a:pt x="504692" y="130826"/>
                  </a:lnTo>
                  <a:lnTo>
                    <a:pt x="528148" y="136906"/>
                  </a:lnTo>
                  <a:lnTo>
                    <a:pt x="550512" y="142703"/>
                  </a:lnTo>
                  <a:lnTo>
                    <a:pt x="571881" y="148243"/>
                  </a:lnTo>
                  <a:lnTo>
                    <a:pt x="592342" y="153547"/>
                  </a:lnTo>
                  <a:lnTo>
                    <a:pt x="611966" y="158634"/>
                  </a:lnTo>
                  <a:lnTo>
                    <a:pt x="630821" y="163521"/>
                  </a:lnTo>
                  <a:lnTo>
                    <a:pt x="648965" y="168224"/>
                  </a:lnTo>
                  <a:lnTo>
                    <a:pt x="666448" y="172757"/>
                  </a:lnTo>
                  <a:lnTo>
                    <a:pt x="683318" y="177130"/>
                  </a:lnTo>
                  <a:lnTo>
                    <a:pt x="699616" y="181354"/>
                  </a:lnTo>
                  <a:lnTo>
                    <a:pt x="715379" y="185440"/>
                  </a:lnTo>
                  <a:lnTo>
                    <a:pt x="730642" y="189397"/>
                  </a:lnTo>
                  <a:lnTo>
                    <a:pt x="745435" y="193232"/>
                  </a:lnTo>
                  <a:lnTo>
                    <a:pt x="759787" y="196952"/>
                  </a:lnTo>
                  <a:lnTo>
                    <a:pt x="773722" y="200564"/>
                  </a:lnTo>
                  <a:lnTo>
                    <a:pt x="787265" y="204075"/>
                  </a:lnTo>
                  <a:lnTo>
                    <a:pt x="800437" y="207489"/>
                  </a:lnTo>
                  <a:lnTo>
                    <a:pt x="813258" y="210813"/>
                  </a:lnTo>
                  <a:lnTo>
                    <a:pt x="825745" y="214050"/>
                  </a:lnTo>
                  <a:lnTo>
                    <a:pt x="837916" y="217205"/>
                  </a:lnTo>
                  <a:lnTo>
                    <a:pt x="849787" y="220282"/>
                  </a:lnTo>
                  <a:lnTo>
                    <a:pt x="861372" y="223285"/>
                  </a:lnTo>
                  <a:lnTo>
                    <a:pt x="872684" y="226217"/>
                  </a:lnTo>
                  <a:lnTo>
                    <a:pt x="883736" y="229082"/>
                  </a:lnTo>
                  <a:lnTo>
                    <a:pt x="894540" y="231882"/>
                  </a:lnTo>
                  <a:lnTo>
                    <a:pt x="905106" y="234621"/>
                  </a:lnTo>
                  <a:lnTo>
                    <a:pt x="915445" y="237301"/>
                  </a:lnTo>
                  <a:lnTo>
                    <a:pt x="925566" y="239925"/>
                  </a:lnTo>
                  <a:lnTo>
                    <a:pt x="935478" y="242495"/>
                  </a:lnTo>
                  <a:lnTo>
                    <a:pt x="945191" y="245012"/>
                  </a:lnTo>
                  <a:lnTo>
                    <a:pt x="954711" y="247480"/>
                  </a:lnTo>
                  <a:lnTo>
                    <a:pt x="964046" y="249900"/>
                  </a:lnTo>
                  <a:lnTo>
                    <a:pt x="973203" y="252274"/>
                  </a:lnTo>
                  <a:lnTo>
                    <a:pt x="982189" y="254603"/>
                  </a:lnTo>
                  <a:lnTo>
                    <a:pt x="991010" y="256890"/>
                  </a:lnTo>
                  <a:lnTo>
                    <a:pt x="999673" y="25913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78175" y="4202467"/>
              <a:ext cx="999673" cy="345980"/>
            </a:xfrm>
            <a:custGeom>
              <a:avLst/>
              <a:pathLst>
                <a:path w="999673" h="345980">
                  <a:moveTo>
                    <a:pt x="0" y="0"/>
                  </a:moveTo>
                  <a:lnTo>
                    <a:pt x="64194" y="22217"/>
                  </a:lnTo>
                  <a:lnTo>
                    <a:pt x="120817" y="41814"/>
                  </a:lnTo>
                  <a:lnTo>
                    <a:pt x="171468" y="59344"/>
                  </a:lnTo>
                  <a:lnTo>
                    <a:pt x="217287" y="75201"/>
                  </a:lnTo>
                  <a:lnTo>
                    <a:pt x="259117" y="89678"/>
                  </a:lnTo>
                  <a:lnTo>
                    <a:pt x="297597" y="102996"/>
                  </a:lnTo>
                  <a:lnTo>
                    <a:pt x="333224" y="115326"/>
                  </a:lnTo>
                  <a:lnTo>
                    <a:pt x="366392" y="126805"/>
                  </a:lnTo>
                  <a:lnTo>
                    <a:pt x="397418" y="137543"/>
                  </a:lnTo>
                  <a:lnTo>
                    <a:pt x="426563" y="147630"/>
                  </a:lnTo>
                  <a:lnTo>
                    <a:pt x="454041" y="157140"/>
                  </a:lnTo>
                  <a:lnTo>
                    <a:pt x="480033" y="166136"/>
                  </a:lnTo>
                  <a:lnTo>
                    <a:pt x="504692" y="174670"/>
                  </a:lnTo>
                  <a:lnTo>
                    <a:pt x="528148" y="182788"/>
                  </a:lnTo>
                  <a:lnTo>
                    <a:pt x="550512" y="190528"/>
                  </a:lnTo>
                  <a:lnTo>
                    <a:pt x="571881" y="197924"/>
                  </a:lnTo>
                  <a:lnTo>
                    <a:pt x="592342" y="205005"/>
                  </a:lnTo>
                  <a:lnTo>
                    <a:pt x="611966" y="211797"/>
                  </a:lnTo>
                  <a:lnTo>
                    <a:pt x="630821" y="218323"/>
                  </a:lnTo>
                  <a:lnTo>
                    <a:pt x="648965" y="224602"/>
                  </a:lnTo>
                  <a:lnTo>
                    <a:pt x="666448" y="230653"/>
                  </a:lnTo>
                  <a:lnTo>
                    <a:pt x="683318" y="236491"/>
                  </a:lnTo>
                  <a:lnTo>
                    <a:pt x="699616" y="242132"/>
                  </a:lnTo>
                  <a:lnTo>
                    <a:pt x="715379" y="247588"/>
                  </a:lnTo>
                  <a:lnTo>
                    <a:pt x="730642" y="252870"/>
                  </a:lnTo>
                  <a:lnTo>
                    <a:pt x="745435" y="257990"/>
                  </a:lnTo>
                  <a:lnTo>
                    <a:pt x="759787" y="262957"/>
                  </a:lnTo>
                  <a:lnTo>
                    <a:pt x="773722" y="267780"/>
                  </a:lnTo>
                  <a:lnTo>
                    <a:pt x="787265" y="272467"/>
                  </a:lnTo>
                  <a:lnTo>
                    <a:pt x="800437" y="277026"/>
                  </a:lnTo>
                  <a:lnTo>
                    <a:pt x="813258" y="281463"/>
                  </a:lnTo>
                  <a:lnTo>
                    <a:pt x="825745" y="285785"/>
                  </a:lnTo>
                  <a:lnTo>
                    <a:pt x="837916" y="289997"/>
                  </a:lnTo>
                  <a:lnTo>
                    <a:pt x="849787" y="294105"/>
                  </a:lnTo>
                  <a:lnTo>
                    <a:pt x="861372" y="298115"/>
                  </a:lnTo>
                  <a:lnTo>
                    <a:pt x="872684" y="302030"/>
                  </a:lnTo>
                  <a:lnTo>
                    <a:pt x="883736" y="305855"/>
                  </a:lnTo>
                  <a:lnTo>
                    <a:pt x="894540" y="309594"/>
                  </a:lnTo>
                  <a:lnTo>
                    <a:pt x="905106" y="313251"/>
                  </a:lnTo>
                  <a:lnTo>
                    <a:pt x="915445" y="316829"/>
                  </a:lnTo>
                  <a:lnTo>
                    <a:pt x="925566" y="320332"/>
                  </a:lnTo>
                  <a:lnTo>
                    <a:pt x="935478" y="323762"/>
                  </a:lnTo>
                  <a:lnTo>
                    <a:pt x="945191" y="327124"/>
                  </a:lnTo>
                  <a:lnTo>
                    <a:pt x="954711" y="330419"/>
                  </a:lnTo>
                  <a:lnTo>
                    <a:pt x="964046" y="333649"/>
                  </a:lnTo>
                  <a:lnTo>
                    <a:pt x="973203" y="336819"/>
                  </a:lnTo>
                  <a:lnTo>
                    <a:pt x="982189" y="339929"/>
                  </a:lnTo>
                  <a:lnTo>
                    <a:pt x="991010" y="342982"/>
                  </a:lnTo>
                  <a:lnTo>
                    <a:pt x="999673" y="34598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78175" y="4546038"/>
              <a:ext cx="999673" cy="16647"/>
            </a:xfrm>
            <a:custGeom>
              <a:avLst/>
              <a:pathLst>
                <a:path w="999673" h="16647">
                  <a:moveTo>
                    <a:pt x="0" y="16647"/>
                  </a:moveTo>
                  <a:lnTo>
                    <a:pt x="64194" y="15578"/>
                  </a:lnTo>
                  <a:lnTo>
                    <a:pt x="120817" y="14635"/>
                  </a:lnTo>
                  <a:lnTo>
                    <a:pt x="171468" y="13792"/>
                  </a:lnTo>
                  <a:lnTo>
                    <a:pt x="217287" y="13029"/>
                  </a:lnTo>
                  <a:lnTo>
                    <a:pt x="259117" y="12332"/>
                  </a:lnTo>
                  <a:lnTo>
                    <a:pt x="297597" y="11691"/>
                  </a:lnTo>
                  <a:lnTo>
                    <a:pt x="333224" y="11098"/>
                  </a:lnTo>
                  <a:lnTo>
                    <a:pt x="366392" y="10546"/>
                  </a:lnTo>
                  <a:lnTo>
                    <a:pt x="397418" y="10029"/>
                  </a:lnTo>
                  <a:lnTo>
                    <a:pt x="426563" y="9544"/>
                  </a:lnTo>
                  <a:lnTo>
                    <a:pt x="454041" y="9086"/>
                  </a:lnTo>
                  <a:lnTo>
                    <a:pt x="480033" y="8653"/>
                  </a:lnTo>
                  <a:lnTo>
                    <a:pt x="504692" y="8243"/>
                  </a:lnTo>
                  <a:lnTo>
                    <a:pt x="528148" y="7852"/>
                  </a:lnTo>
                  <a:lnTo>
                    <a:pt x="550512" y="7480"/>
                  </a:lnTo>
                  <a:lnTo>
                    <a:pt x="571881" y="7124"/>
                  </a:lnTo>
                  <a:lnTo>
                    <a:pt x="592342" y="6783"/>
                  </a:lnTo>
                  <a:lnTo>
                    <a:pt x="611966" y="6456"/>
                  </a:lnTo>
                  <a:lnTo>
                    <a:pt x="630821" y="6142"/>
                  </a:lnTo>
                  <a:lnTo>
                    <a:pt x="648965" y="5840"/>
                  </a:lnTo>
                  <a:lnTo>
                    <a:pt x="666448" y="5549"/>
                  </a:lnTo>
                  <a:lnTo>
                    <a:pt x="683318" y="5268"/>
                  </a:lnTo>
                  <a:lnTo>
                    <a:pt x="699616" y="4996"/>
                  </a:lnTo>
                  <a:lnTo>
                    <a:pt x="715379" y="4734"/>
                  </a:lnTo>
                  <a:lnTo>
                    <a:pt x="730642" y="4480"/>
                  </a:lnTo>
                  <a:lnTo>
                    <a:pt x="745435" y="4233"/>
                  </a:lnTo>
                  <a:lnTo>
                    <a:pt x="759787" y="3994"/>
                  </a:lnTo>
                  <a:lnTo>
                    <a:pt x="773722" y="3762"/>
                  </a:lnTo>
                  <a:lnTo>
                    <a:pt x="787265" y="3537"/>
                  </a:lnTo>
                  <a:lnTo>
                    <a:pt x="800437" y="3317"/>
                  </a:lnTo>
                  <a:lnTo>
                    <a:pt x="813258" y="3104"/>
                  </a:lnTo>
                  <a:lnTo>
                    <a:pt x="825745" y="2896"/>
                  </a:lnTo>
                  <a:lnTo>
                    <a:pt x="837916" y="2693"/>
                  </a:lnTo>
                  <a:lnTo>
                    <a:pt x="849787" y="2496"/>
                  </a:lnTo>
                  <a:lnTo>
                    <a:pt x="861372" y="2303"/>
                  </a:lnTo>
                  <a:lnTo>
                    <a:pt x="872684" y="2114"/>
                  </a:lnTo>
                  <a:lnTo>
                    <a:pt x="883736" y="1930"/>
                  </a:lnTo>
                  <a:lnTo>
                    <a:pt x="894540" y="1750"/>
                  </a:lnTo>
                  <a:lnTo>
                    <a:pt x="905106" y="1574"/>
                  </a:lnTo>
                  <a:lnTo>
                    <a:pt x="915445" y="1402"/>
                  </a:lnTo>
                  <a:lnTo>
                    <a:pt x="925566" y="1234"/>
                  </a:lnTo>
                  <a:lnTo>
                    <a:pt x="935478" y="1069"/>
                  </a:lnTo>
                  <a:lnTo>
                    <a:pt x="945191" y="907"/>
                  </a:lnTo>
                  <a:lnTo>
                    <a:pt x="954711" y="748"/>
                  </a:lnTo>
                  <a:lnTo>
                    <a:pt x="964046" y="593"/>
                  </a:lnTo>
                  <a:lnTo>
                    <a:pt x="973203" y="440"/>
                  </a:lnTo>
                  <a:lnTo>
                    <a:pt x="982189" y="291"/>
                  </a:lnTo>
                  <a:lnTo>
                    <a:pt x="991010" y="144"/>
                  </a:lnTo>
                  <a:lnTo>
                    <a:pt x="99967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78175" y="4572302"/>
              <a:ext cx="999673" cy="10553"/>
            </a:xfrm>
            <a:custGeom>
              <a:avLst/>
              <a:pathLst>
                <a:path w="999673" h="10553">
                  <a:moveTo>
                    <a:pt x="0" y="10553"/>
                  </a:moveTo>
                  <a:lnTo>
                    <a:pt x="64194" y="9875"/>
                  </a:lnTo>
                  <a:lnTo>
                    <a:pt x="120817" y="9277"/>
                  </a:lnTo>
                  <a:lnTo>
                    <a:pt x="171468" y="8743"/>
                  </a:lnTo>
                  <a:lnTo>
                    <a:pt x="217287" y="8259"/>
                  </a:lnTo>
                  <a:lnTo>
                    <a:pt x="259117" y="7817"/>
                  </a:lnTo>
                  <a:lnTo>
                    <a:pt x="297597" y="7411"/>
                  </a:lnTo>
                  <a:lnTo>
                    <a:pt x="333224" y="7035"/>
                  </a:lnTo>
                  <a:lnTo>
                    <a:pt x="366392" y="6685"/>
                  </a:lnTo>
                  <a:lnTo>
                    <a:pt x="397418" y="6357"/>
                  </a:lnTo>
                  <a:lnTo>
                    <a:pt x="426563" y="6050"/>
                  </a:lnTo>
                  <a:lnTo>
                    <a:pt x="454041" y="5760"/>
                  </a:lnTo>
                  <a:lnTo>
                    <a:pt x="480033" y="5485"/>
                  </a:lnTo>
                  <a:lnTo>
                    <a:pt x="504692" y="5225"/>
                  </a:lnTo>
                  <a:lnTo>
                    <a:pt x="528148" y="4977"/>
                  </a:lnTo>
                  <a:lnTo>
                    <a:pt x="550512" y="4741"/>
                  </a:lnTo>
                  <a:lnTo>
                    <a:pt x="571881" y="4516"/>
                  </a:lnTo>
                  <a:lnTo>
                    <a:pt x="592342" y="4300"/>
                  </a:lnTo>
                  <a:lnTo>
                    <a:pt x="611966" y="4092"/>
                  </a:lnTo>
                  <a:lnTo>
                    <a:pt x="630821" y="3893"/>
                  </a:lnTo>
                  <a:lnTo>
                    <a:pt x="648965" y="3702"/>
                  </a:lnTo>
                  <a:lnTo>
                    <a:pt x="666448" y="3517"/>
                  </a:lnTo>
                  <a:lnTo>
                    <a:pt x="683318" y="3339"/>
                  </a:lnTo>
                  <a:lnTo>
                    <a:pt x="699616" y="3167"/>
                  </a:lnTo>
                  <a:lnTo>
                    <a:pt x="715379" y="3001"/>
                  </a:lnTo>
                  <a:lnTo>
                    <a:pt x="730642" y="2840"/>
                  </a:lnTo>
                  <a:lnTo>
                    <a:pt x="745435" y="2683"/>
                  </a:lnTo>
                  <a:lnTo>
                    <a:pt x="759787" y="2532"/>
                  </a:lnTo>
                  <a:lnTo>
                    <a:pt x="773722" y="2385"/>
                  </a:lnTo>
                  <a:lnTo>
                    <a:pt x="787265" y="2242"/>
                  </a:lnTo>
                  <a:lnTo>
                    <a:pt x="800437" y="2103"/>
                  </a:lnTo>
                  <a:lnTo>
                    <a:pt x="813258" y="1967"/>
                  </a:lnTo>
                  <a:lnTo>
                    <a:pt x="825745" y="1836"/>
                  </a:lnTo>
                  <a:lnTo>
                    <a:pt x="837916" y="1707"/>
                  </a:lnTo>
                  <a:lnTo>
                    <a:pt x="849787" y="1582"/>
                  </a:lnTo>
                  <a:lnTo>
                    <a:pt x="861372" y="1460"/>
                  </a:lnTo>
                  <a:lnTo>
                    <a:pt x="872684" y="1340"/>
                  </a:lnTo>
                  <a:lnTo>
                    <a:pt x="883736" y="1223"/>
                  </a:lnTo>
                  <a:lnTo>
                    <a:pt x="894540" y="1109"/>
                  </a:lnTo>
                  <a:lnTo>
                    <a:pt x="905106" y="998"/>
                  </a:lnTo>
                  <a:lnTo>
                    <a:pt x="915445" y="889"/>
                  </a:lnTo>
                  <a:lnTo>
                    <a:pt x="925566" y="782"/>
                  </a:lnTo>
                  <a:lnTo>
                    <a:pt x="935478" y="677"/>
                  </a:lnTo>
                  <a:lnTo>
                    <a:pt x="945191" y="575"/>
                  </a:lnTo>
                  <a:lnTo>
                    <a:pt x="954711" y="474"/>
                  </a:lnTo>
                  <a:lnTo>
                    <a:pt x="964046" y="376"/>
                  </a:lnTo>
                  <a:lnTo>
                    <a:pt x="973203" y="279"/>
                  </a:lnTo>
                  <a:lnTo>
                    <a:pt x="982189" y="184"/>
                  </a:lnTo>
                  <a:lnTo>
                    <a:pt x="991010" y="91"/>
                  </a:lnTo>
                  <a:lnTo>
                    <a:pt x="99967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78175" y="4556359"/>
              <a:ext cx="999673" cy="77224"/>
            </a:xfrm>
            <a:custGeom>
              <a:avLst/>
              <a:pathLst>
                <a:path w="999673" h="77224">
                  <a:moveTo>
                    <a:pt x="0" y="77224"/>
                  </a:moveTo>
                  <a:lnTo>
                    <a:pt x="64194" y="72265"/>
                  </a:lnTo>
                  <a:lnTo>
                    <a:pt x="120817" y="67891"/>
                  </a:lnTo>
                  <a:lnTo>
                    <a:pt x="171468" y="63978"/>
                  </a:lnTo>
                  <a:lnTo>
                    <a:pt x="217287" y="60439"/>
                  </a:lnTo>
                  <a:lnTo>
                    <a:pt x="259117" y="57207"/>
                  </a:lnTo>
                  <a:lnTo>
                    <a:pt x="297597" y="54235"/>
                  </a:lnTo>
                  <a:lnTo>
                    <a:pt x="333224" y="51483"/>
                  </a:lnTo>
                  <a:lnTo>
                    <a:pt x="366392" y="48920"/>
                  </a:lnTo>
                  <a:lnTo>
                    <a:pt x="397418" y="46524"/>
                  </a:lnTo>
                  <a:lnTo>
                    <a:pt x="426563" y="44272"/>
                  </a:lnTo>
                  <a:lnTo>
                    <a:pt x="454041" y="42150"/>
                  </a:lnTo>
                  <a:lnTo>
                    <a:pt x="480033" y="40142"/>
                  </a:lnTo>
                  <a:lnTo>
                    <a:pt x="504692" y="38237"/>
                  </a:lnTo>
                  <a:lnTo>
                    <a:pt x="528148" y="36425"/>
                  </a:lnTo>
                  <a:lnTo>
                    <a:pt x="550512" y="34697"/>
                  </a:lnTo>
                  <a:lnTo>
                    <a:pt x="571881" y="33046"/>
                  </a:lnTo>
                  <a:lnTo>
                    <a:pt x="592342" y="31466"/>
                  </a:lnTo>
                  <a:lnTo>
                    <a:pt x="611966" y="29950"/>
                  </a:lnTo>
                  <a:lnTo>
                    <a:pt x="630821" y="28493"/>
                  </a:lnTo>
                  <a:lnTo>
                    <a:pt x="648965" y="27092"/>
                  </a:lnTo>
                  <a:lnTo>
                    <a:pt x="666448" y="25741"/>
                  </a:lnTo>
                  <a:lnTo>
                    <a:pt x="683318" y="24438"/>
                  </a:lnTo>
                  <a:lnTo>
                    <a:pt x="699616" y="23179"/>
                  </a:lnTo>
                  <a:lnTo>
                    <a:pt x="715379" y="21961"/>
                  </a:lnTo>
                  <a:lnTo>
                    <a:pt x="730642" y="20782"/>
                  </a:lnTo>
                  <a:lnTo>
                    <a:pt x="745435" y="19639"/>
                  </a:lnTo>
                  <a:lnTo>
                    <a:pt x="759787" y="18531"/>
                  </a:lnTo>
                  <a:lnTo>
                    <a:pt x="773722" y="17454"/>
                  </a:lnTo>
                  <a:lnTo>
                    <a:pt x="787265" y="16408"/>
                  </a:lnTo>
                  <a:lnTo>
                    <a:pt x="800437" y="15390"/>
                  </a:lnTo>
                  <a:lnTo>
                    <a:pt x="813258" y="14400"/>
                  </a:lnTo>
                  <a:lnTo>
                    <a:pt x="825745" y="13435"/>
                  </a:lnTo>
                  <a:lnTo>
                    <a:pt x="837916" y="12495"/>
                  </a:lnTo>
                  <a:lnTo>
                    <a:pt x="849787" y="11578"/>
                  </a:lnTo>
                  <a:lnTo>
                    <a:pt x="861372" y="10683"/>
                  </a:lnTo>
                  <a:lnTo>
                    <a:pt x="872684" y="9809"/>
                  </a:lnTo>
                  <a:lnTo>
                    <a:pt x="883736" y="8956"/>
                  </a:lnTo>
                  <a:lnTo>
                    <a:pt x="894540" y="8121"/>
                  </a:lnTo>
                  <a:lnTo>
                    <a:pt x="905106" y="7305"/>
                  </a:lnTo>
                  <a:lnTo>
                    <a:pt x="915445" y="6506"/>
                  </a:lnTo>
                  <a:lnTo>
                    <a:pt x="925566" y="5724"/>
                  </a:lnTo>
                  <a:lnTo>
                    <a:pt x="935478" y="4958"/>
                  </a:lnTo>
                  <a:lnTo>
                    <a:pt x="945191" y="4208"/>
                  </a:lnTo>
                  <a:lnTo>
                    <a:pt x="954711" y="3473"/>
                  </a:lnTo>
                  <a:lnTo>
                    <a:pt x="964046" y="2752"/>
                  </a:lnTo>
                  <a:lnTo>
                    <a:pt x="973203" y="2044"/>
                  </a:lnTo>
                  <a:lnTo>
                    <a:pt x="982189" y="1350"/>
                  </a:lnTo>
                  <a:lnTo>
                    <a:pt x="991010" y="669"/>
                  </a:lnTo>
                  <a:lnTo>
                    <a:pt x="99967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78175" y="4465983"/>
              <a:ext cx="999673" cy="85004"/>
            </a:xfrm>
            <a:custGeom>
              <a:avLst/>
              <a:pathLst>
                <a:path w="999673" h="85004">
                  <a:moveTo>
                    <a:pt x="0" y="85004"/>
                  </a:moveTo>
                  <a:lnTo>
                    <a:pt x="64194" y="79545"/>
                  </a:lnTo>
                  <a:lnTo>
                    <a:pt x="120817" y="74731"/>
                  </a:lnTo>
                  <a:lnTo>
                    <a:pt x="171468" y="70424"/>
                  </a:lnTo>
                  <a:lnTo>
                    <a:pt x="217287" y="66527"/>
                  </a:lnTo>
                  <a:lnTo>
                    <a:pt x="259117" y="62971"/>
                  </a:lnTo>
                  <a:lnTo>
                    <a:pt x="297597" y="59699"/>
                  </a:lnTo>
                  <a:lnTo>
                    <a:pt x="333224" y="56669"/>
                  </a:lnTo>
                  <a:lnTo>
                    <a:pt x="366392" y="53849"/>
                  </a:lnTo>
                  <a:lnTo>
                    <a:pt x="397418" y="51211"/>
                  </a:lnTo>
                  <a:lnTo>
                    <a:pt x="426563" y="48732"/>
                  </a:lnTo>
                  <a:lnTo>
                    <a:pt x="454041" y="46396"/>
                  </a:lnTo>
                  <a:lnTo>
                    <a:pt x="480033" y="44186"/>
                  </a:lnTo>
                  <a:lnTo>
                    <a:pt x="504692" y="42089"/>
                  </a:lnTo>
                  <a:lnTo>
                    <a:pt x="528148" y="40094"/>
                  </a:lnTo>
                  <a:lnTo>
                    <a:pt x="550512" y="38193"/>
                  </a:lnTo>
                  <a:lnTo>
                    <a:pt x="571881" y="36376"/>
                  </a:lnTo>
                  <a:lnTo>
                    <a:pt x="592342" y="34636"/>
                  </a:lnTo>
                  <a:lnTo>
                    <a:pt x="611966" y="32967"/>
                  </a:lnTo>
                  <a:lnTo>
                    <a:pt x="630821" y="31364"/>
                  </a:lnTo>
                  <a:lnTo>
                    <a:pt x="648965" y="29821"/>
                  </a:lnTo>
                  <a:lnTo>
                    <a:pt x="666448" y="28334"/>
                  </a:lnTo>
                  <a:lnTo>
                    <a:pt x="683318" y="26900"/>
                  </a:lnTo>
                  <a:lnTo>
                    <a:pt x="699616" y="25514"/>
                  </a:lnTo>
                  <a:lnTo>
                    <a:pt x="715379" y="24174"/>
                  </a:lnTo>
                  <a:lnTo>
                    <a:pt x="730642" y="22876"/>
                  </a:lnTo>
                  <a:lnTo>
                    <a:pt x="745435" y="21618"/>
                  </a:lnTo>
                  <a:lnTo>
                    <a:pt x="759787" y="20398"/>
                  </a:lnTo>
                  <a:lnTo>
                    <a:pt x="773722" y="19213"/>
                  </a:lnTo>
                  <a:lnTo>
                    <a:pt x="787265" y="18061"/>
                  </a:lnTo>
                  <a:lnTo>
                    <a:pt x="800437" y="16941"/>
                  </a:lnTo>
                  <a:lnTo>
                    <a:pt x="813258" y="15851"/>
                  </a:lnTo>
                  <a:lnTo>
                    <a:pt x="825745" y="14789"/>
                  </a:lnTo>
                  <a:lnTo>
                    <a:pt x="837916" y="13754"/>
                  </a:lnTo>
                  <a:lnTo>
                    <a:pt x="849787" y="12745"/>
                  </a:lnTo>
                  <a:lnTo>
                    <a:pt x="861372" y="11760"/>
                  </a:lnTo>
                  <a:lnTo>
                    <a:pt x="872684" y="10798"/>
                  </a:lnTo>
                  <a:lnTo>
                    <a:pt x="883736" y="9858"/>
                  </a:lnTo>
                  <a:lnTo>
                    <a:pt x="894540" y="8939"/>
                  </a:lnTo>
                  <a:lnTo>
                    <a:pt x="905106" y="8041"/>
                  </a:lnTo>
                  <a:lnTo>
                    <a:pt x="915445" y="7162"/>
                  </a:lnTo>
                  <a:lnTo>
                    <a:pt x="925566" y="6301"/>
                  </a:lnTo>
                  <a:lnTo>
                    <a:pt x="935478" y="5458"/>
                  </a:lnTo>
                  <a:lnTo>
                    <a:pt x="945191" y="4632"/>
                  </a:lnTo>
                  <a:lnTo>
                    <a:pt x="954711" y="3823"/>
                  </a:lnTo>
                  <a:lnTo>
                    <a:pt x="964046" y="3029"/>
                  </a:lnTo>
                  <a:lnTo>
                    <a:pt x="973203" y="2250"/>
                  </a:lnTo>
                  <a:lnTo>
                    <a:pt x="982189" y="1486"/>
                  </a:lnTo>
                  <a:lnTo>
                    <a:pt x="991010" y="736"/>
                  </a:lnTo>
                  <a:lnTo>
                    <a:pt x="99967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78175" y="4493202"/>
              <a:ext cx="999673" cy="71369"/>
            </a:xfrm>
            <a:custGeom>
              <a:avLst/>
              <a:pathLst>
                <a:path w="999673" h="71369">
                  <a:moveTo>
                    <a:pt x="0" y="0"/>
                  </a:moveTo>
                  <a:lnTo>
                    <a:pt x="64194" y="4583"/>
                  </a:lnTo>
                  <a:lnTo>
                    <a:pt x="120817" y="8625"/>
                  </a:lnTo>
                  <a:lnTo>
                    <a:pt x="171468" y="12241"/>
                  </a:lnTo>
                  <a:lnTo>
                    <a:pt x="217287" y="15512"/>
                  </a:lnTo>
                  <a:lnTo>
                    <a:pt x="259117" y="18499"/>
                  </a:lnTo>
                  <a:lnTo>
                    <a:pt x="297597" y="21246"/>
                  </a:lnTo>
                  <a:lnTo>
                    <a:pt x="333224" y="23789"/>
                  </a:lnTo>
                  <a:lnTo>
                    <a:pt x="366392" y="26157"/>
                  </a:lnTo>
                  <a:lnTo>
                    <a:pt x="397418" y="28372"/>
                  </a:lnTo>
                  <a:lnTo>
                    <a:pt x="426563" y="30453"/>
                  </a:lnTo>
                  <a:lnTo>
                    <a:pt x="454041" y="32415"/>
                  </a:lnTo>
                  <a:lnTo>
                    <a:pt x="480033" y="34271"/>
                  </a:lnTo>
                  <a:lnTo>
                    <a:pt x="504692" y="36031"/>
                  </a:lnTo>
                  <a:lnTo>
                    <a:pt x="528148" y="37706"/>
                  </a:lnTo>
                  <a:lnTo>
                    <a:pt x="550512" y="39302"/>
                  </a:lnTo>
                  <a:lnTo>
                    <a:pt x="571881" y="40828"/>
                  </a:lnTo>
                  <a:lnTo>
                    <a:pt x="592342" y="42289"/>
                  </a:lnTo>
                  <a:lnTo>
                    <a:pt x="611966" y="43690"/>
                  </a:lnTo>
                  <a:lnTo>
                    <a:pt x="630821" y="45036"/>
                  </a:lnTo>
                  <a:lnTo>
                    <a:pt x="648965" y="46331"/>
                  </a:lnTo>
                  <a:lnTo>
                    <a:pt x="666448" y="47579"/>
                  </a:lnTo>
                  <a:lnTo>
                    <a:pt x="683318" y="48784"/>
                  </a:lnTo>
                  <a:lnTo>
                    <a:pt x="699616" y="49947"/>
                  </a:lnTo>
                  <a:lnTo>
                    <a:pt x="715379" y="51073"/>
                  </a:lnTo>
                  <a:lnTo>
                    <a:pt x="730642" y="52162"/>
                  </a:lnTo>
                  <a:lnTo>
                    <a:pt x="745435" y="53218"/>
                  </a:lnTo>
                  <a:lnTo>
                    <a:pt x="759787" y="54243"/>
                  </a:lnTo>
                  <a:lnTo>
                    <a:pt x="773722" y="55238"/>
                  </a:lnTo>
                  <a:lnTo>
                    <a:pt x="787265" y="56205"/>
                  </a:lnTo>
                  <a:lnTo>
                    <a:pt x="800437" y="57145"/>
                  </a:lnTo>
                  <a:lnTo>
                    <a:pt x="813258" y="58060"/>
                  </a:lnTo>
                  <a:lnTo>
                    <a:pt x="825745" y="58952"/>
                  </a:lnTo>
                  <a:lnTo>
                    <a:pt x="837916" y="59821"/>
                  </a:lnTo>
                  <a:lnTo>
                    <a:pt x="849787" y="60668"/>
                  </a:lnTo>
                  <a:lnTo>
                    <a:pt x="861372" y="61495"/>
                  </a:lnTo>
                  <a:lnTo>
                    <a:pt x="872684" y="62303"/>
                  </a:lnTo>
                  <a:lnTo>
                    <a:pt x="883736" y="63092"/>
                  </a:lnTo>
                  <a:lnTo>
                    <a:pt x="894540" y="63863"/>
                  </a:lnTo>
                  <a:lnTo>
                    <a:pt x="905106" y="64618"/>
                  </a:lnTo>
                  <a:lnTo>
                    <a:pt x="915445" y="65356"/>
                  </a:lnTo>
                  <a:lnTo>
                    <a:pt x="925566" y="66078"/>
                  </a:lnTo>
                  <a:lnTo>
                    <a:pt x="935478" y="66786"/>
                  </a:lnTo>
                  <a:lnTo>
                    <a:pt x="945191" y="67480"/>
                  </a:lnTo>
                  <a:lnTo>
                    <a:pt x="954711" y="68159"/>
                  </a:lnTo>
                  <a:lnTo>
                    <a:pt x="964046" y="68826"/>
                  </a:lnTo>
                  <a:lnTo>
                    <a:pt x="973203" y="69479"/>
                  </a:lnTo>
                  <a:lnTo>
                    <a:pt x="982189" y="70121"/>
                  </a:lnTo>
                  <a:lnTo>
                    <a:pt x="991010" y="70751"/>
                  </a:lnTo>
                  <a:lnTo>
                    <a:pt x="999673" y="7136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78175" y="4588474"/>
              <a:ext cx="999673" cy="126361"/>
            </a:xfrm>
            <a:custGeom>
              <a:avLst/>
              <a:pathLst>
                <a:path w="999673" h="126361">
                  <a:moveTo>
                    <a:pt x="0" y="0"/>
                  </a:moveTo>
                  <a:lnTo>
                    <a:pt x="64194" y="8114"/>
                  </a:lnTo>
                  <a:lnTo>
                    <a:pt x="120817" y="15271"/>
                  </a:lnTo>
                  <a:lnTo>
                    <a:pt x="171468" y="21674"/>
                  </a:lnTo>
                  <a:lnTo>
                    <a:pt x="217287" y="27465"/>
                  </a:lnTo>
                  <a:lnTo>
                    <a:pt x="259117" y="32753"/>
                  </a:lnTo>
                  <a:lnTo>
                    <a:pt x="297597" y="37617"/>
                  </a:lnTo>
                  <a:lnTo>
                    <a:pt x="333224" y="42120"/>
                  </a:lnTo>
                  <a:lnTo>
                    <a:pt x="366392" y="46312"/>
                  </a:lnTo>
                  <a:lnTo>
                    <a:pt x="397418" y="50234"/>
                  </a:lnTo>
                  <a:lnTo>
                    <a:pt x="426563" y="53918"/>
                  </a:lnTo>
                  <a:lnTo>
                    <a:pt x="454041" y="57392"/>
                  </a:lnTo>
                  <a:lnTo>
                    <a:pt x="480033" y="60677"/>
                  </a:lnTo>
                  <a:lnTo>
                    <a:pt x="504692" y="63794"/>
                  </a:lnTo>
                  <a:lnTo>
                    <a:pt x="528148" y="66759"/>
                  </a:lnTo>
                  <a:lnTo>
                    <a:pt x="550512" y="69586"/>
                  </a:lnTo>
                  <a:lnTo>
                    <a:pt x="571881" y="72287"/>
                  </a:lnTo>
                  <a:lnTo>
                    <a:pt x="592342" y="74873"/>
                  </a:lnTo>
                  <a:lnTo>
                    <a:pt x="611966" y="77354"/>
                  </a:lnTo>
                  <a:lnTo>
                    <a:pt x="630821" y="79737"/>
                  </a:lnTo>
                  <a:lnTo>
                    <a:pt x="648965" y="82030"/>
                  </a:lnTo>
                  <a:lnTo>
                    <a:pt x="666448" y="84240"/>
                  </a:lnTo>
                  <a:lnTo>
                    <a:pt x="683318" y="86373"/>
                  </a:lnTo>
                  <a:lnTo>
                    <a:pt x="699616" y="88433"/>
                  </a:lnTo>
                  <a:lnTo>
                    <a:pt x="715379" y="90425"/>
                  </a:lnTo>
                  <a:lnTo>
                    <a:pt x="730642" y="92355"/>
                  </a:lnTo>
                  <a:lnTo>
                    <a:pt x="745435" y="94225"/>
                  </a:lnTo>
                  <a:lnTo>
                    <a:pt x="759787" y="96039"/>
                  </a:lnTo>
                  <a:lnTo>
                    <a:pt x="773722" y="97800"/>
                  </a:lnTo>
                  <a:lnTo>
                    <a:pt x="787265" y="99512"/>
                  </a:lnTo>
                  <a:lnTo>
                    <a:pt x="800437" y="101177"/>
                  </a:lnTo>
                  <a:lnTo>
                    <a:pt x="813258" y="102798"/>
                  </a:lnTo>
                  <a:lnTo>
                    <a:pt x="825745" y="104376"/>
                  </a:lnTo>
                  <a:lnTo>
                    <a:pt x="837916" y="105914"/>
                  </a:lnTo>
                  <a:lnTo>
                    <a:pt x="849787" y="107415"/>
                  </a:lnTo>
                  <a:lnTo>
                    <a:pt x="861372" y="108879"/>
                  </a:lnTo>
                  <a:lnTo>
                    <a:pt x="872684" y="110309"/>
                  </a:lnTo>
                  <a:lnTo>
                    <a:pt x="883736" y="111706"/>
                  </a:lnTo>
                  <a:lnTo>
                    <a:pt x="894540" y="113072"/>
                  </a:lnTo>
                  <a:lnTo>
                    <a:pt x="905106" y="114407"/>
                  </a:lnTo>
                  <a:lnTo>
                    <a:pt x="915445" y="115714"/>
                  </a:lnTo>
                  <a:lnTo>
                    <a:pt x="925566" y="116994"/>
                  </a:lnTo>
                  <a:lnTo>
                    <a:pt x="935478" y="118247"/>
                  </a:lnTo>
                  <a:lnTo>
                    <a:pt x="945191" y="119474"/>
                  </a:lnTo>
                  <a:lnTo>
                    <a:pt x="954711" y="120678"/>
                  </a:lnTo>
                  <a:lnTo>
                    <a:pt x="964046" y="121858"/>
                  </a:lnTo>
                  <a:lnTo>
                    <a:pt x="973203" y="123015"/>
                  </a:lnTo>
                  <a:lnTo>
                    <a:pt x="982189" y="124151"/>
                  </a:lnTo>
                  <a:lnTo>
                    <a:pt x="991010" y="125266"/>
                  </a:lnTo>
                  <a:lnTo>
                    <a:pt x="999673" y="12636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78175" y="4552665"/>
              <a:ext cx="999673" cy="4823"/>
            </a:xfrm>
            <a:custGeom>
              <a:avLst/>
              <a:pathLst>
                <a:path w="999673" h="4823">
                  <a:moveTo>
                    <a:pt x="0" y="4823"/>
                  </a:moveTo>
                  <a:lnTo>
                    <a:pt x="64194" y="4513"/>
                  </a:lnTo>
                  <a:lnTo>
                    <a:pt x="120817" y="4240"/>
                  </a:lnTo>
                  <a:lnTo>
                    <a:pt x="171468" y="3996"/>
                  </a:lnTo>
                  <a:lnTo>
                    <a:pt x="217287" y="3775"/>
                  </a:lnTo>
                  <a:lnTo>
                    <a:pt x="259117" y="3573"/>
                  </a:lnTo>
                  <a:lnTo>
                    <a:pt x="297597" y="3387"/>
                  </a:lnTo>
                  <a:lnTo>
                    <a:pt x="333224" y="3215"/>
                  </a:lnTo>
                  <a:lnTo>
                    <a:pt x="366392" y="3055"/>
                  </a:lnTo>
                  <a:lnTo>
                    <a:pt x="397418" y="2906"/>
                  </a:lnTo>
                  <a:lnTo>
                    <a:pt x="426563" y="2765"/>
                  </a:lnTo>
                  <a:lnTo>
                    <a:pt x="454041" y="2632"/>
                  </a:lnTo>
                  <a:lnTo>
                    <a:pt x="480033" y="2507"/>
                  </a:lnTo>
                  <a:lnTo>
                    <a:pt x="504692" y="2388"/>
                  </a:lnTo>
                  <a:lnTo>
                    <a:pt x="528148" y="2275"/>
                  </a:lnTo>
                  <a:lnTo>
                    <a:pt x="550512" y="2167"/>
                  </a:lnTo>
                  <a:lnTo>
                    <a:pt x="571881" y="2064"/>
                  </a:lnTo>
                  <a:lnTo>
                    <a:pt x="592342" y="1965"/>
                  </a:lnTo>
                  <a:lnTo>
                    <a:pt x="611966" y="1870"/>
                  </a:lnTo>
                  <a:lnTo>
                    <a:pt x="630821" y="1779"/>
                  </a:lnTo>
                  <a:lnTo>
                    <a:pt x="648965" y="1692"/>
                  </a:lnTo>
                  <a:lnTo>
                    <a:pt x="666448" y="1607"/>
                  </a:lnTo>
                  <a:lnTo>
                    <a:pt x="683318" y="1526"/>
                  </a:lnTo>
                  <a:lnTo>
                    <a:pt x="699616" y="1447"/>
                  </a:lnTo>
                  <a:lnTo>
                    <a:pt x="715379" y="1371"/>
                  </a:lnTo>
                  <a:lnTo>
                    <a:pt x="730642" y="1298"/>
                  </a:lnTo>
                  <a:lnTo>
                    <a:pt x="745435" y="1226"/>
                  </a:lnTo>
                  <a:lnTo>
                    <a:pt x="759787" y="1157"/>
                  </a:lnTo>
                  <a:lnTo>
                    <a:pt x="773722" y="1090"/>
                  </a:lnTo>
                  <a:lnTo>
                    <a:pt x="787265" y="1024"/>
                  </a:lnTo>
                  <a:lnTo>
                    <a:pt x="800437" y="961"/>
                  </a:lnTo>
                  <a:lnTo>
                    <a:pt x="813258" y="899"/>
                  </a:lnTo>
                  <a:lnTo>
                    <a:pt x="825745" y="839"/>
                  </a:lnTo>
                  <a:lnTo>
                    <a:pt x="837916" y="780"/>
                  </a:lnTo>
                  <a:lnTo>
                    <a:pt x="849787" y="723"/>
                  </a:lnTo>
                  <a:lnTo>
                    <a:pt x="861372" y="667"/>
                  </a:lnTo>
                  <a:lnTo>
                    <a:pt x="872684" y="612"/>
                  </a:lnTo>
                  <a:lnTo>
                    <a:pt x="883736" y="559"/>
                  </a:lnTo>
                  <a:lnTo>
                    <a:pt x="894540" y="507"/>
                  </a:lnTo>
                  <a:lnTo>
                    <a:pt x="905106" y="456"/>
                  </a:lnTo>
                  <a:lnTo>
                    <a:pt x="915445" y="406"/>
                  </a:lnTo>
                  <a:lnTo>
                    <a:pt x="925566" y="357"/>
                  </a:lnTo>
                  <a:lnTo>
                    <a:pt x="935478" y="309"/>
                  </a:lnTo>
                  <a:lnTo>
                    <a:pt x="945191" y="262"/>
                  </a:lnTo>
                  <a:lnTo>
                    <a:pt x="954711" y="216"/>
                  </a:lnTo>
                  <a:lnTo>
                    <a:pt x="964046" y="171"/>
                  </a:lnTo>
                  <a:lnTo>
                    <a:pt x="973203" y="127"/>
                  </a:lnTo>
                  <a:lnTo>
                    <a:pt x="982189" y="84"/>
                  </a:lnTo>
                  <a:lnTo>
                    <a:pt x="991010" y="41"/>
                  </a:lnTo>
                  <a:lnTo>
                    <a:pt x="99967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478175" y="4575297"/>
              <a:ext cx="999673" cy="52786"/>
            </a:xfrm>
            <a:custGeom>
              <a:avLst/>
              <a:pathLst>
                <a:path w="999673" h="52786">
                  <a:moveTo>
                    <a:pt x="0" y="0"/>
                  </a:moveTo>
                  <a:lnTo>
                    <a:pt x="64194" y="3389"/>
                  </a:lnTo>
                  <a:lnTo>
                    <a:pt x="120817" y="6379"/>
                  </a:lnTo>
                  <a:lnTo>
                    <a:pt x="171468" y="9054"/>
                  </a:lnTo>
                  <a:lnTo>
                    <a:pt x="217287" y="11473"/>
                  </a:lnTo>
                  <a:lnTo>
                    <a:pt x="259117" y="13682"/>
                  </a:lnTo>
                  <a:lnTo>
                    <a:pt x="297597" y="15714"/>
                  </a:lnTo>
                  <a:lnTo>
                    <a:pt x="333224" y="17595"/>
                  </a:lnTo>
                  <a:lnTo>
                    <a:pt x="366392" y="19346"/>
                  </a:lnTo>
                  <a:lnTo>
                    <a:pt x="397418" y="20985"/>
                  </a:lnTo>
                  <a:lnTo>
                    <a:pt x="426563" y="22524"/>
                  </a:lnTo>
                  <a:lnTo>
                    <a:pt x="454041" y="23975"/>
                  </a:lnTo>
                  <a:lnTo>
                    <a:pt x="480033" y="25347"/>
                  </a:lnTo>
                  <a:lnTo>
                    <a:pt x="504692" y="26649"/>
                  </a:lnTo>
                  <a:lnTo>
                    <a:pt x="528148" y="27888"/>
                  </a:lnTo>
                  <a:lnTo>
                    <a:pt x="550512" y="29069"/>
                  </a:lnTo>
                  <a:lnTo>
                    <a:pt x="571881" y="30197"/>
                  </a:lnTo>
                  <a:lnTo>
                    <a:pt x="592342" y="31278"/>
                  </a:lnTo>
                  <a:lnTo>
                    <a:pt x="611966" y="32314"/>
                  </a:lnTo>
                  <a:lnTo>
                    <a:pt x="630821" y="33309"/>
                  </a:lnTo>
                  <a:lnTo>
                    <a:pt x="648965" y="34267"/>
                  </a:lnTo>
                  <a:lnTo>
                    <a:pt x="666448" y="35191"/>
                  </a:lnTo>
                  <a:lnTo>
                    <a:pt x="683318" y="36081"/>
                  </a:lnTo>
                  <a:lnTo>
                    <a:pt x="699616" y="36942"/>
                  </a:lnTo>
                  <a:lnTo>
                    <a:pt x="715379" y="37774"/>
                  </a:lnTo>
                  <a:lnTo>
                    <a:pt x="730642" y="38580"/>
                  </a:lnTo>
                  <a:lnTo>
                    <a:pt x="745435" y="39362"/>
                  </a:lnTo>
                  <a:lnTo>
                    <a:pt x="759787" y="40119"/>
                  </a:lnTo>
                  <a:lnTo>
                    <a:pt x="773722" y="40855"/>
                  </a:lnTo>
                  <a:lnTo>
                    <a:pt x="787265" y="41570"/>
                  </a:lnTo>
                  <a:lnTo>
                    <a:pt x="800437" y="42266"/>
                  </a:lnTo>
                  <a:lnTo>
                    <a:pt x="813258" y="42943"/>
                  </a:lnTo>
                  <a:lnTo>
                    <a:pt x="825745" y="43602"/>
                  </a:lnTo>
                  <a:lnTo>
                    <a:pt x="837916" y="44245"/>
                  </a:lnTo>
                  <a:lnTo>
                    <a:pt x="849787" y="44872"/>
                  </a:lnTo>
                  <a:lnTo>
                    <a:pt x="861372" y="45483"/>
                  </a:lnTo>
                  <a:lnTo>
                    <a:pt x="872684" y="46081"/>
                  </a:lnTo>
                  <a:lnTo>
                    <a:pt x="883736" y="46664"/>
                  </a:lnTo>
                  <a:lnTo>
                    <a:pt x="894540" y="47235"/>
                  </a:lnTo>
                  <a:lnTo>
                    <a:pt x="905106" y="47793"/>
                  </a:lnTo>
                  <a:lnTo>
                    <a:pt x="915445" y="48339"/>
                  </a:lnTo>
                  <a:lnTo>
                    <a:pt x="925566" y="48873"/>
                  </a:lnTo>
                  <a:lnTo>
                    <a:pt x="935478" y="49397"/>
                  </a:lnTo>
                  <a:lnTo>
                    <a:pt x="945191" y="49909"/>
                  </a:lnTo>
                  <a:lnTo>
                    <a:pt x="954711" y="50412"/>
                  </a:lnTo>
                  <a:lnTo>
                    <a:pt x="964046" y="50905"/>
                  </a:lnTo>
                  <a:lnTo>
                    <a:pt x="973203" y="51389"/>
                  </a:lnTo>
                  <a:lnTo>
                    <a:pt x="982189" y="51863"/>
                  </a:lnTo>
                  <a:lnTo>
                    <a:pt x="991010" y="52329"/>
                  </a:lnTo>
                  <a:lnTo>
                    <a:pt x="999673" y="5278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405201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35634" y="469905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35634" y="44229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35634" y="41468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376732" y="47354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76732" y="44593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76732" y="41832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05201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7817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81139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144624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247784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44992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178314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116369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244959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696354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29315" y="4333911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405201" y="3767799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83261" y="433633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81118" y="41379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75434" y="437569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92215" y="433928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71291" y="40355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57921" y="43070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71381" y="45864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79881" y="45015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862194" y="43498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865163" y="39965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87202" y="4747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189755" y="42983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28414" y="43757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7705" y="46688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16661" y="43764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13524" y="448732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26856" y="454821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214221" y="46059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00262" y="44475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228077" y="42185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218497" y="41845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227926" y="45425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203422" y="443046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18974" y="44660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225711" y="437625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07872" y="41391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183395" y="45051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193136" y="40364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41976" y="41152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19767" y="44113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53933" y="43535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55941" y="44952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53574" y="44764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34046" y="455355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24600" y="430300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30833" y="42202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22503" y="42301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56359" y="42706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60444" y="438125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55873" y="406478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46564" y="45709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32946" y="46492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60172" y="43322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17628" y="41795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55471" y="43847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36740" y="46497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37002" y="395583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45209" y="428423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886468" y="45049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82898" y="43811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885447" y="449600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65653" y="44857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870854" y="45453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866529" y="43367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67959" y="445938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883360" y="471496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886400" y="43860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876508" y="453985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899498" y="45499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891317" y="443422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883885" y="43552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880443" y="46090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868804" y="45523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868302" y="45733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00768" y="418992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83959" y="42848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878057" y="45785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88580" y="443145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866599" y="43167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57042" y="43486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890031" y="430368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868427" y="44897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96878" y="4386116"/>
              <a:ext cx="1008399" cy="5270"/>
            </a:xfrm>
            <a:custGeom>
              <a:avLst/>
              <a:pathLst>
                <a:path w="1008399" h="5270">
                  <a:moveTo>
                    <a:pt x="0" y="0"/>
                  </a:moveTo>
                  <a:lnTo>
                    <a:pt x="64754" y="338"/>
                  </a:lnTo>
                  <a:lnTo>
                    <a:pt x="121871" y="636"/>
                  </a:lnTo>
                  <a:lnTo>
                    <a:pt x="172965" y="903"/>
                  </a:lnTo>
                  <a:lnTo>
                    <a:pt x="219184" y="1145"/>
                  </a:lnTo>
                  <a:lnTo>
                    <a:pt x="261379" y="1366"/>
                  </a:lnTo>
                  <a:lnTo>
                    <a:pt x="300195" y="1568"/>
                  </a:lnTo>
                  <a:lnTo>
                    <a:pt x="336133" y="1756"/>
                  </a:lnTo>
                  <a:lnTo>
                    <a:pt x="369590" y="1931"/>
                  </a:lnTo>
                  <a:lnTo>
                    <a:pt x="400887" y="2095"/>
                  </a:lnTo>
                  <a:lnTo>
                    <a:pt x="430286" y="2248"/>
                  </a:lnTo>
                  <a:lnTo>
                    <a:pt x="458004" y="2393"/>
                  </a:lnTo>
                  <a:lnTo>
                    <a:pt x="484224" y="2530"/>
                  </a:lnTo>
                  <a:lnTo>
                    <a:pt x="509098" y="2660"/>
                  </a:lnTo>
                  <a:lnTo>
                    <a:pt x="532758" y="2784"/>
                  </a:lnTo>
                  <a:lnTo>
                    <a:pt x="555317" y="2902"/>
                  </a:lnTo>
                  <a:lnTo>
                    <a:pt x="576874" y="3014"/>
                  </a:lnTo>
                  <a:lnTo>
                    <a:pt x="597512" y="3122"/>
                  </a:lnTo>
                  <a:lnTo>
                    <a:pt x="617308" y="3226"/>
                  </a:lnTo>
                  <a:lnTo>
                    <a:pt x="636328" y="3325"/>
                  </a:lnTo>
                  <a:lnTo>
                    <a:pt x="654630" y="3421"/>
                  </a:lnTo>
                  <a:lnTo>
                    <a:pt x="672266" y="3513"/>
                  </a:lnTo>
                  <a:lnTo>
                    <a:pt x="689283" y="3602"/>
                  </a:lnTo>
                  <a:lnTo>
                    <a:pt x="705723" y="3688"/>
                  </a:lnTo>
                  <a:lnTo>
                    <a:pt x="721624" y="3771"/>
                  </a:lnTo>
                  <a:lnTo>
                    <a:pt x="737020" y="3851"/>
                  </a:lnTo>
                  <a:lnTo>
                    <a:pt x="751943" y="3929"/>
                  </a:lnTo>
                  <a:lnTo>
                    <a:pt x="766419" y="4005"/>
                  </a:lnTo>
                  <a:lnTo>
                    <a:pt x="780476" y="4078"/>
                  </a:lnTo>
                  <a:lnTo>
                    <a:pt x="794138" y="4150"/>
                  </a:lnTo>
                  <a:lnTo>
                    <a:pt x="807424" y="4219"/>
                  </a:lnTo>
                  <a:lnTo>
                    <a:pt x="820357" y="4287"/>
                  </a:lnTo>
                  <a:lnTo>
                    <a:pt x="832953" y="4353"/>
                  </a:lnTo>
                  <a:lnTo>
                    <a:pt x="845231" y="4417"/>
                  </a:lnTo>
                  <a:lnTo>
                    <a:pt x="857205" y="4479"/>
                  </a:lnTo>
                  <a:lnTo>
                    <a:pt x="868891" y="4541"/>
                  </a:lnTo>
                  <a:lnTo>
                    <a:pt x="880302" y="4600"/>
                  </a:lnTo>
                  <a:lnTo>
                    <a:pt x="891450" y="4658"/>
                  </a:lnTo>
                  <a:lnTo>
                    <a:pt x="902348" y="4715"/>
                  </a:lnTo>
                  <a:lnTo>
                    <a:pt x="913007" y="4771"/>
                  </a:lnTo>
                  <a:lnTo>
                    <a:pt x="923436" y="4826"/>
                  </a:lnTo>
                  <a:lnTo>
                    <a:pt x="933645" y="4879"/>
                  </a:lnTo>
                  <a:lnTo>
                    <a:pt x="943645" y="4931"/>
                  </a:lnTo>
                  <a:lnTo>
                    <a:pt x="953442" y="4982"/>
                  </a:lnTo>
                  <a:lnTo>
                    <a:pt x="963045" y="5033"/>
                  </a:lnTo>
                  <a:lnTo>
                    <a:pt x="972461" y="5082"/>
                  </a:lnTo>
                  <a:lnTo>
                    <a:pt x="981698" y="5130"/>
                  </a:lnTo>
                  <a:lnTo>
                    <a:pt x="990763" y="5177"/>
                  </a:lnTo>
                  <a:lnTo>
                    <a:pt x="999661" y="5224"/>
                  </a:lnTo>
                  <a:lnTo>
                    <a:pt x="1008399" y="527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96878" y="4375599"/>
              <a:ext cx="1008399" cy="3869"/>
            </a:xfrm>
            <a:custGeom>
              <a:avLst/>
              <a:pathLst>
                <a:path w="1008399" h="3869">
                  <a:moveTo>
                    <a:pt x="0" y="3869"/>
                  </a:moveTo>
                  <a:lnTo>
                    <a:pt x="64754" y="3621"/>
                  </a:lnTo>
                  <a:lnTo>
                    <a:pt x="121871" y="3401"/>
                  </a:lnTo>
                  <a:lnTo>
                    <a:pt x="172965" y="3205"/>
                  </a:lnTo>
                  <a:lnTo>
                    <a:pt x="219184" y="3028"/>
                  </a:lnTo>
                  <a:lnTo>
                    <a:pt x="261379" y="2866"/>
                  </a:lnTo>
                  <a:lnTo>
                    <a:pt x="300195" y="2717"/>
                  </a:lnTo>
                  <a:lnTo>
                    <a:pt x="336133" y="2579"/>
                  </a:lnTo>
                  <a:lnTo>
                    <a:pt x="369590" y="2451"/>
                  </a:lnTo>
                  <a:lnTo>
                    <a:pt x="400887" y="2331"/>
                  </a:lnTo>
                  <a:lnTo>
                    <a:pt x="430286" y="2218"/>
                  </a:lnTo>
                  <a:lnTo>
                    <a:pt x="458004" y="2112"/>
                  </a:lnTo>
                  <a:lnTo>
                    <a:pt x="484224" y="2011"/>
                  </a:lnTo>
                  <a:lnTo>
                    <a:pt x="509098" y="1916"/>
                  </a:lnTo>
                  <a:lnTo>
                    <a:pt x="532758" y="1825"/>
                  </a:lnTo>
                  <a:lnTo>
                    <a:pt x="555317" y="1738"/>
                  </a:lnTo>
                  <a:lnTo>
                    <a:pt x="576874" y="1655"/>
                  </a:lnTo>
                  <a:lnTo>
                    <a:pt x="597512" y="1576"/>
                  </a:lnTo>
                  <a:lnTo>
                    <a:pt x="617308" y="1500"/>
                  </a:lnTo>
                  <a:lnTo>
                    <a:pt x="636328" y="1427"/>
                  </a:lnTo>
                  <a:lnTo>
                    <a:pt x="654630" y="1357"/>
                  </a:lnTo>
                  <a:lnTo>
                    <a:pt x="672266" y="1289"/>
                  </a:lnTo>
                  <a:lnTo>
                    <a:pt x="689283" y="1224"/>
                  </a:lnTo>
                  <a:lnTo>
                    <a:pt x="705723" y="1161"/>
                  </a:lnTo>
                  <a:lnTo>
                    <a:pt x="721624" y="1100"/>
                  </a:lnTo>
                  <a:lnTo>
                    <a:pt x="737020" y="1041"/>
                  </a:lnTo>
                  <a:lnTo>
                    <a:pt x="751943" y="984"/>
                  </a:lnTo>
                  <a:lnTo>
                    <a:pt x="766419" y="928"/>
                  </a:lnTo>
                  <a:lnTo>
                    <a:pt x="780476" y="874"/>
                  </a:lnTo>
                  <a:lnTo>
                    <a:pt x="794138" y="822"/>
                  </a:lnTo>
                  <a:lnTo>
                    <a:pt x="807424" y="771"/>
                  </a:lnTo>
                  <a:lnTo>
                    <a:pt x="820357" y="721"/>
                  </a:lnTo>
                  <a:lnTo>
                    <a:pt x="832953" y="673"/>
                  </a:lnTo>
                  <a:lnTo>
                    <a:pt x="845231" y="626"/>
                  </a:lnTo>
                  <a:lnTo>
                    <a:pt x="857205" y="580"/>
                  </a:lnTo>
                  <a:lnTo>
                    <a:pt x="868891" y="535"/>
                  </a:lnTo>
                  <a:lnTo>
                    <a:pt x="880302" y="491"/>
                  </a:lnTo>
                  <a:lnTo>
                    <a:pt x="891450" y="448"/>
                  </a:lnTo>
                  <a:lnTo>
                    <a:pt x="902348" y="406"/>
                  </a:lnTo>
                  <a:lnTo>
                    <a:pt x="913007" y="366"/>
                  </a:lnTo>
                  <a:lnTo>
                    <a:pt x="923436" y="326"/>
                  </a:lnTo>
                  <a:lnTo>
                    <a:pt x="933645" y="286"/>
                  </a:lnTo>
                  <a:lnTo>
                    <a:pt x="943645" y="248"/>
                  </a:lnTo>
                  <a:lnTo>
                    <a:pt x="953442" y="210"/>
                  </a:lnTo>
                  <a:lnTo>
                    <a:pt x="963045" y="174"/>
                  </a:lnTo>
                  <a:lnTo>
                    <a:pt x="972461" y="137"/>
                  </a:lnTo>
                  <a:lnTo>
                    <a:pt x="981698" y="102"/>
                  </a:lnTo>
                  <a:lnTo>
                    <a:pt x="990763" y="67"/>
                  </a:lnTo>
                  <a:lnTo>
                    <a:pt x="999661" y="33"/>
                  </a:lnTo>
                  <a:lnTo>
                    <a:pt x="10083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96878" y="4350555"/>
              <a:ext cx="1008399" cy="286033"/>
            </a:xfrm>
            <a:custGeom>
              <a:avLst/>
              <a:pathLst>
                <a:path w="1008399" h="286033">
                  <a:moveTo>
                    <a:pt x="0" y="0"/>
                  </a:moveTo>
                  <a:lnTo>
                    <a:pt x="64754" y="18367"/>
                  </a:lnTo>
                  <a:lnTo>
                    <a:pt x="121871" y="34569"/>
                  </a:lnTo>
                  <a:lnTo>
                    <a:pt x="172965" y="49061"/>
                  </a:lnTo>
                  <a:lnTo>
                    <a:pt x="219184" y="62171"/>
                  </a:lnTo>
                  <a:lnTo>
                    <a:pt x="261379" y="74140"/>
                  </a:lnTo>
                  <a:lnTo>
                    <a:pt x="300195" y="85150"/>
                  </a:lnTo>
                  <a:lnTo>
                    <a:pt x="336133" y="95344"/>
                  </a:lnTo>
                  <a:lnTo>
                    <a:pt x="369590" y="104834"/>
                  </a:lnTo>
                  <a:lnTo>
                    <a:pt x="400887" y="113712"/>
                  </a:lnTo>
                  <a:lnTo>
                    <a:pt x="430286" y="122051"/>
                  </a:lnTo>
                  <a:lnTo>
                    <a:pt x="458004" y="129913"/>
                  </a:lnTo>
                  <a:lnTo>
                    <a:pt x="484224" y="137350"/>
                  </a:lnTo>
                  <a:lnTo>
                    <a:pt x="509098" y="144406"/>
                  </a:lnTo>
                  <a:lnTo>
                    <a:pt x="532758" y="151117"/>
                  </a:lnTo>
                  <a:lnTo>
                    <a:pt x="555317" y="157516"/>
                  </a:lnTo>
                  <a:lnTo>
                    <a:pt x="576874" y="163630"/>
                  </a:lnTo>
                  <a:lnTo>
                    <a:pt x="597512" y="169484"/>
                  </a:lnTo>
                  <a:lnTo>
                    <a:pt x="617308" y="175100"/>
                  </a:lnTo>
                  <a:lnTo>
                    <a:pt x="636328" y="180495"/>
                  </a:lnTo>
                  <a:lnTo>
                    <a:pt x="654630" y="185686"/>
                  </a:lnTo>
                  <a:lnTo>
                    <a:pt x="672266" y="190688"/>
                  </a:lnTo>
                  <a:lnTo>
                    <a:pt x="689283" y="195515"/>
                  </a:lnTo>
                  <a:lnTo>
                    <a:pt x="705723" y="200178"/>
                  </a:lnTo>
                  <a:lnTo>
                    <a:pt x="721624" y="204689"/>
                  </a:lnTo>
                  <a:lnTo>
                    <a:pt x="737020" y="209056"/>
                  </a:lnTo>
                  <a:lnTo>
                    <a:pt x="751943" y="213289"/>
                  </a:lnTo>
                  <a:lnTo>
                    <a:pt x="766419" y="217395"/>
                  </a:lnTo>
                  <a:lnTo>
                    <a:pt x="780476" y="221382"/>
                  </a:lnTo>
                  <a:lnTo>
                    <a:pt x="794138" y="225257"/>
                  </a:lnTo>
                  <a:lnTo>
                    <a:pt x="807424" y="229026"/>
                  </a:lnTo>
                  <a:lnTo>
                    <a:pt x="820357" y="232694"/>
                  </a:lnTo>
                  <a:lnTo>
                    <a:pt x="832953" y="236267"/>
                  </a:lnTo>
                  <a:lnTo>
                    <a:pt x="845231" y="239750"/>
                  </a:lnTo>
                  <a:lnTo>
                    <a:pt x="857205" y="243147"/>
                  </a:lnTo>
                  <a:lnTo>
                    <a:pt x="868891" y="246461"/>
                  </a:lnTo>
                  <a:lnTo>
                    <a:pt x="880302" y="249698"/>
                  </a:lnTo>
                  <a:lnTo>
                    <a:pt x="891450" y="252860"/>
                  </a:lnTo>
                  <a:lnTo>
                    <a:pt x="902348" y="255951"/>
                  </a:lnTo>
                  <a:lnTo>
                    <a:pt x="913007" y="258975"/>
                  </a:lnTo>
                  <a:lnTo>
                    <a:pt x="923436" y="261933"/>
                  </a:lnTo>
                  <a:lnTo>
                    <a:pt x="933645" y="264829"/>
                  </a:lnTo>
                  <a:lnTo>
                    <a:pt x="943645" y="267665"/>
                  </a:lnTo>
                  <a:lnTo>
                    <a:pt x="953442" y="270444"/>
                  </a:lnTo>
                  <a:lnTo>
                    <a:pt x="963045" y="273168"/>
                  </a:lnTo>
                  <a:lnTo>
                    <a:pt x="972461" y="275839"/>
                  </a:lnTo>
                  <a:lnTo>
                    <a:pt x="981698" y="278459"/>
                  </a:lnTo>
                  <a:lnTo>
                    <a:pt x="990763" y="281030"/>
                  </a:lnTo>
                  <a:lnTo>
                    <a:pt x="999661" y="283554"/>
                  </a:lnTo>
                  <a:lnTo>
                    <a:pt x="1008399" y="28603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96878" y="4057985"/>
              <a:ext cx="1008399" cy="213242"/>
            </a:xfrm>
            <a:custGeom>
              <a:avLst/>
              <a:pathLst>
                <a:path w="1008399" h="213242">
                  <a:moveTo>
                    <a:pt x="0" y="0"/>
                  </a:moveTo>
                  <a:lnTo>
                    <a:pt x="64754" y="13693"/>
                  </a:lnTo>
                  <a:lnTo>
                    <a:pt x="121871" y="25771"/>
                  </a:lnTo>
                  <a:lnTo>
                    <a:pt x="172965" y="36576"/>
                  </a:lnTo>
                  <a:lnTo>
                    <a:pt x="219184" y="46350"/>
                  </a:lnTo>
                  <a:lnTo>
                    <a:pt x="261379" y="55273"/>
                  </a:lnTo>
                  <a:lnTo>
                    <a:pt x="300195" y="63481"/>
                  </a:lnTo>
                  <a:lnTo>
                    <a:pt x="336133" y="71080"/>
                  </a:lnTo>
                  <a:lnTo>
                    <a:pt x="369590" y="78155"/>
                  </a:lnTo>
                  <a:lnTo>
                    <a:pt x="400887" y="84774"/>
                  </a:lnTo>
                  <a:lnTo>
                    <a:pt x="430286" y="90991"/>
                  </a:lnTo>
                  <a:lnTo>
                    <a:pt x="458004" y="96852"/>
                  </a:lnTo>
                  <a:lnTo>
                    <a:pt x="484224" y="102397"/>
                  </a:lnTo>
                  <a:lnTo>
                    <a:pt x="509098" y="107657"/>
                  </a:lnTo>
                  <a:lnTo>
                    <a:pt x="532758" y="112660"/>
                  </a:lnTo>
                  <a:lnTo>
                    <a:pt x="555317" y="117431"/>
                  </a:lnTo>
                  <a:lnTo>
                    <a:pt x="576874" y="121989"/>
                  </a:lnTo>
                  <a:lnTo>
                    <a:pt x="597512" y="126353"/>
                  </a:lnTo>
                  <a:lnTo>
                    <a:pt x="617308" y="130540"/>
                  </a:lnTo>
                  <a:lnTo>
                    <a:pt x="636328" y="134562"/>
                  </a:lnTo>
                  <a:lnTo>
                    <a:pt x="654630" y="138432"/>
                  </a:lnTo>
                  <a:lnTo>
                    <a:pt x="672266" y="142161"/>
                  </a:lnTo>
                  <a:lnTo>
                    <a:pt x="689283" y="145760"/>
                  </a:lnTo>
                  <a:lnTo>
                    <a:pt x="705723" y="149236"/>
                  </a:lnTo>
                  <a:lnTo>
                    <a:pt x="721624" y="152599"/>
                  </a:lnTo>
                  <a:lnTo>
                    <a:pt x="737020" y="155855"/>
                  </a:lnTo>
                  <a:lnTo>
                    <a:pt x="751943" y="159010"/>
                  </a:lnTo>
                  <a:lnTo>
                    <a:pt x="766419" y="162072"/>
                  </a:lnTo>
                  <a:lnTo>
                    <a:pt x="780476" y="165044"/>
                  </a:lnTo>
                  <a:lnTo>
                    <a:pt x="794138" y="167933"/>
                  </a:lnTo>
                  <a:lnTo>
                    <a:pt x="807424" y="170743"/>
                  </a:lnTo>
                  <a:lnTo>
                    <a:pt x="820357" y="173478"/>
                  </a:lnTo>
                  <a:lnTo>
                    <a:pt x="832953" y="176141"/>
                  </a:lnTo>
                  <a:lnTo>
                    <a:pt x="845231" y="178738"/>
                  </a:lnTo>
                  <a:lnTo>
                    <a:pt x="857205" y="181270"/>
                  </a:lnTo>
                  <a:lnTo>
                    <a:pt x="868891" y="183741"/>
                  </a:lnTo>
                  <a:lnTo>
                    <a:pt x="880302" y="186154"/>
                  </a:lnTo>
                  <a:lnTo>
                    <a:pt x="891450" y="188511"/>
                  </a:lnTo>
                  <a:lnTo>
                    <a:pt x="902348" y="190816"/>
                  </a:lnTo>
                  <a:lnTo>
                    <a:pt x="913007" y="193070"/>
                  </a:lnTo>
                  <a:lnTo>
                    <a:pt x="923436" y="195275"/>
                  </a:lnTo>
                  <a:lnTo>
                    <a:pt x="933645" y="197434"/>
                  </a:lnTo>
                  <a:lnTo>
                    <a:pt x="943645" y="199549"/>
                  </a:lnTo>
                  <a:lnTo>
                    <a:pt x="953442" y="201620"/>
                  </a:lnTo>
                  <a:lnTo>
                    <a:pt x="963045" y="203651"/>
                  </a:lnTo>
                  <a:lnTo>
                    <a:pt x="972461" y="205642"/>
                  </a:lnTo>
                  <a:lnTo>
                    <a:pt x="981698" y="207596"/>
                  </a:lnTo>
                  <a:lnTo>
                    <a:pt x="990763" y="209513"/>
                  </a:lnTo>
                  <a:lnTo>
                    <a:pt x="999661" y="211394"/>
                  </a:lnTo>
                  <a:lnTo>
                    <a:pt x="1008399" y="213242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96878" y="4426668"/>
              <a:ext cx="1008399" cy="25422"/>
            </a:xfrm>
            <a:custGeom>
              <a:avLst/>
              <a:pathLst>
                <a:path w="1008399" h="25422">
                  <a:moveTo>
                    <a:pt x="0" y="0"/>
                  </a:moveTo>
                  <a:lnTo>
                    <a:pt x="64754" y="1632"/>
                  </a:lnTo>
                  <a:lnTo>
                    <a:pt x="121871" y="3072"/>
                  </a:lnTo>
                  <a:lnTo>
                    <a:pt x="172965" y="4360"/>
                  </a:lnTo>
                  <a:lnTo>
                    <a:pt x="219184" y="5525"/>
                  </a:lnTo>
                  <a:lnTo>
                    <a:pt x="261379" y="6589"/>
                  </a:lnTo>
                  <a:lnTo>
                    <a:pt x="300195" y="7568"/>
                  </a:lnTo>
                  <a:lnTo>
                    <a:pt x="336133" y="8474"/>
                  </a:lnTo>
                  <a:lnTo>
                    <a:pt x="369590" y="9317"/>
                  </a:lnTo>
                  <a:lnTo>
                    <a:pt x="400887" y="10106"/>
                  </a:lnTo>
                  <a:lnTo>
                    <a:pt x="430286" y="10847"/>
                  </a:lnTo>
                  <a:lnTo>
                    <a:pt x="458004" y="11546"/>
                  </a:lnTo>
                  <a:lnTo>
                    <a:pt x="484224" y="12207"/>
                  </a:lnTo>
                  <a:lnTo>
                    <a:pt x="509098" y="12834"/>
                  </a:lnTo>
                  <a:lnTo>
                    <a:pt x="532758" y="13431"/>
                  </a:lnTo>
                  <a:lnTo>
                    <a:pt x="555317" y="13999"/>
                  </a:lnTo>
                  <a:lnTo>
                    <a:pt x="576874" y="14543"/>
                  </a:lnTo>
                  <a:lnTo>
                    <a:pt x="597512" y="15063"/>
                  </a:lnTo>
                  <a:lnTo>
                    <a:pt x="617308" y="15562"/>
                  </a:lnTo>
                  <a:lnTo>
                    <a:pt x="636328" y="16042"/>
                  </a:lnTo>
                  <a:lnTo>
                    <a:pt x="654630" y="16503"/>
                  </a:lnTo>
                  <a:lnTo>
                    <a:pt x="672266" y="16948"/>
                  </a:lnTo>
                  <a:lnTo>
                    <a:pt x="689283" y="17377"/>
                  </a:lnTo>
                  <a:lnTo>
                    <a:pt x="705723" y="17791"/>
                  </a:lnTo>
                  <a:lnTo>
                    <a:pt x="721624" y="18192"/>
                  </a:lnTo>
                  <a:lnTo>
                    <a:pt x="737020" y="18580"/>
                  </a:lnTo>
                  <a:lnTo>
                    <a:pt x="751943" y="18956"/>
                  </a:lnTo>
                  <a:lnTo>
                    <a:pt x="766419" y="19321"/>
                  </a:lnTo>
                  <a:lnTo>
                    <a:pt x="780476" y="19676"/>
                  </a:lnTo>
                  <a:lnTo>
                    <a:pt x="794138" y="20020"/>
                  </a:lnTo>
                  <a:lnTo>
                    <a:pt x="807424" y="20355"/>
                  </a:lnTo>
                  <a:lnTo>
                    <a:pt x="820357" y="20681"/>
                  </a:lnTo>
                  <a:lnTo>
                    <a:pt x="832953" y="20999"/>
                  </a:lnTo>
                  <a:lnTo>
                    <a:pt x="845231" y="21308"/>
                  </a:lnTo>
                  <a:lnTo>
                    <a:pt x="857205" y="21610"/>
                  </a:lnTo>
                  <a:lnTo>
                    <a:pt x="868891" y="21905"/>
                  </a:lnTo>
                  <a:lnTo>
                    <a:pt x="880302" y="22192"/>
                  </a:lnTo>
                  <a:lnTo>
                    <a:pt x="891450" y="22473"/>
                  </a:lnTo>
                  <a:lnTo>
                    <a:pt x="902348" y="22748"/>
                  </a:lnTo>
                  <a:lnTo>
                    <a:pt x="913007" y="23017"/>
                  </a:lnTo>
                  <a:lnTo>
                    <a:pt x="923436" y="23280"/>
                  </a:lnTo>
                  <a:lnTo>
                    <a:pt x="933645" y="23537"/>
                  </a:lnTo>
                  <a:lnTo>
                    <a:pt x="943645" y="23789"/>
                  </a:lnTo>
                  <a:lnTo>
                    <a:pt x="953442" y="24036"/>
                  </a:lnTo>
                  <a:lnTo>
                    <a:pt x="963045" y="24278"/>
                  </a:lnTo>
                  <a:lnTo>
                    <a:pt x="972461" y="24516"/>
                  </a:lnTo>
                  <a:lnTo>
                    <a:pt x="981698" y="24749"/>
                  </a:lnTo>
                  <a:lnTo>
                    <a:pt x="990763" y="24977"/>
                  </a:lnTo>
                  <a:lnTo>
                    <a:pt x="999661" y="25201"/>
                  </a:lnTo>
                  <a:lnTo>
                    <a:pt x="1008399" y="25422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96878" y="4237801"/>
              <a:ext cx="1008399" cy="193208"/>
            </a:xfrm>
            <a:custGeom>
              <a:avLst/>
              <a:pathLst>
                <a:path w="1008399" h="193208">
                  <a:moveTo>
                    <a:pt x="0" y="0"/>
                  </a:moveTo>
                  <a:lnTo>
                    <a:pt x="64754" y="12406"/>
                  </a:lnTo>
                  <a:lnTo>
                    <a:pt x="121871" y="23350"/>
                  </a:lnTo>
                  <a:lnTo>
                    <a:pt x="172965" y="33140"/>
                  </a:lnTo>
                  <a:lnTo>
                    <a:pt x="219184" y="41995"/>
                  </a:lnTo>
                  <a:lnTo>
                    <a:pt x="261379" y="50080"/>
                  </a:lnTo>
                  <a:lnTo>
                    <a:pt x="300195" y="57517"/>
                  </a:lnTo>
                  <a:lnTo>
                    <a:pt x="336133" y="64402"/>
                  </a:lnTo>
                  <a:lnTo>
                    <a:pt x="369590" y="70813"/>
                  </a:lnTo>
                  <a:lnTo>
                    <a:pt x="400887" y="76809"/>
                  </a:lnTo>
                  <a:lnTo>
                    <a:pt x="430286" y="82442"/>
                  </a:lnTo>
                  <a:lnTo>
                    <a:pt x="458004" y="87753"/>
                  </a:lnTo>
                  <a:lnTo>
                    <a:pt x="484224" y="92777"/>
                  </a:lnTo>
                  <a:lnTo>
                    <a:pt x="509098" y="97542"/>
                  </a:lnTo>
                  <a:lnTo>
                    <a:pt x="532758" y="102076"/>
                  </a:lnTo>
                  <a:lnTo>
                    <a:pt x="555317" y="106398"/>
                  </a:lnTo>
                  <a:lnTo>
                    <a:pt x="576874" y="110528"/>
                  </a:lnTo>
                  <a:lnTo>
                    <a:pt x="597512" y="114483"/>
                  </a:lnTo>
                  <a:lnTo>
                    <a:pt x="617308" y="118276"/>
                  </a:lnTo>
                  <a:lnTo>
                    <a:pt x="636328" y="121920"/>
                  </a:lnTo>
                  <a:lnTo>
                    <a:pt x="654630" y="125426"/>
                  </a:lnTo>
                  <a:lnTo>
                    <a:pt x="672266" y="128805"/>
                  </a:lnTo>
                  <a:lnTo>
                    <a:pt x="689283" y="132066"/>
                  </a:lnTo>
                  <a:lnTo>
                    <a:pt x="705723" y="135216"/>
                  </a:lnTo>
                  <a:lnTo>
                    <a:pt x="721624" y="138262"/>
                  </a:lnTo>
                  <a:lnTo>
                    <a:pt x="737020" y="141212"/>
                  </a:lnTo>
                  <a:lnTo>
                    <a:pt x="751943" y="144071"/>
                  </a:lnTo>
                  <a:lnTo>
                    <a:pt x="766419" y="146845"/>
                  </a:lnTo>
                  <a:lnTo>
                    <a:pt x="780476" y="149538"/>
                  </a:lnTo>
                  <a:lnTo>
                    <a:pt x="794138" y="152156"/>
                  </a:lnTo>
                  <a:lnTo>
                    <a:pt x="807424" y="154702"/>
                  </a:lnTo>
                  <a:lnTo>
                    <a:pt x="820357" y="157180"/>
                  </a:lnTo>
                  <a:lnTo>
                    <a:pt x="832953" y="159593"/>
                  </a:lnTo>
                  <a:lnTo>
                    <a:pt x="845231" y="161945"/>
                  </a:lnTo>
                  <a:lnTo>
                    <a:pt x="857205" y="164240"/>
                  </a:lnTo>
                  <a:lnTo>
                    <a:pt x="868891" y="166479"/>
                  </a:lnTo>
                  <a:lnTo>
                    <a:pt x="880302" y="168665"/>
                  </a:lnTo>
                  <a:lnTo>
                    <a:pt x="891450" y="170801"/>
                  </a:lnTo>
                  <a:lnTo>
                    <a:pt x="902348" y="172889"/>
                  </a:lnTo>
                  <a:lnTo>
                    <a:pt x="913007" y="174931"/>
                  </a:lnTo>
                  <a:lnTo>
                    <a:pt x="923436" y="176929"/>
                  </a:lnTo>
                  <a:lnTo>
                    <a:pt x="933645" y="178886"/>
                  </a:lnTo>
                  <a:lnTo>
                    <a:pt x="943645" y="180801"/>
                  </a:lnTo>
                  <a:lnTo>
                    <a:pt x="953442" y="182678"/>
                  </a:lnTo>
                  <a:lnTo>
                    <a:pt x="963045" y="184518"/>
                  </a:lnTo>
                  <a:lnTo>
                    <a:pt x="972461" y="186323"/>
                  </a:lnTo>
                  <a:lnTo>
                    <a:pt x="981698" y="188092"/>
                  </a:lnTo>
                  <a:lnTo>
                    <a:pt x="990763" y="189829"/>
                  </a:lnTo>
                  <a:lnTo>
                    <a:pt x="999661" y="191534"/>
                  </a:lnTo>
                  <a:lnTo>
                    <a:pt x="1008399" y="19320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96878" y="4229167"/>
              <a:ext cx="1008399" cy="361524"/>
            </a:xfrm>
            <a:custGeom>
              <a:avLst/>
              <a:pathLst>
                <a:path w="1008399" h="361524">
                  <a:moveTo>
                    <a:pt x="0" y="0"/>
                  </a:moveTo>
                  <a:lnTo>
                    <a:pt x="64754" y="23215"/>
                  </a:lnTo>
                  <a:lnTo>
                    <a:pt x="121871" y="43692"/>
                  </a:lnTo>
                  <a:lnTo>
                    <a:pt x="172965" y="62010"/>
                  </a:lnTo>
                  <a:lnTo>
                    <a:pt x="219184" y="78580"/>
                  </a:lnTo>
                  <a:lnTo>
                    <a:pt x="261379" y="93708"/>
                  </a:lnTo>
                  <a:lnTo>
                    <a:pt x="300195" y="107624"/>
                  </a:lnTo>
                  <a:lnTo>
                    <a:pt x="336133" y="120508"/>
                  </a:lnTo>
                  <a:lnTo>
                    <a:pt x="369590" y="132503"/>
                  </a:lnTo>
                  <a:lnTo>
                    <a:pt x="400887" y="143723"/>
                  </a:lnTo>
                  <a:lnTo>
                    <a:pt x="430286" y="154263"/>
                  </a:lnTo>
                  <a:lnTo>
                    <a:pt x="458004" y="164200"/>
                  </a:lnTo>
                  <a:lnTo>
                    <a:pt x="484224" y="173600"/>
                  </a:lnTo>
                  <a:lnTo>
                    <a:pt x="509098" y="182518"/>
                  </a:lnTo>
                  <a:lnTo>
                    <a:pt x="532758" y="191000"/>
                  </a:lnTo>
                  <a:lnTo>
                    <a:pt x="555317" y="199088"/>
                  </a:lnTo>
                  <a:lnTo>
                    <a:pt x="576874" y="206817"/>
                  </a:lnTo>
                  <a:lnTo>
                    <a:pt x="597512" y="214216"/>
                  </a:lnTo>
                  <a:lnTo>
                    <a:pt x="617308" y="221313"/>
                  </a:lnTo>
                  <a:lnTo>
                    <a:pt x="636328" y="228132"/>
                  </a:lnTo>
                  <a:lnTo>
                    <a:pt x="654630" y="234693"/>
                  </a:lnTo>
                  <a:lnTo>
                    <a:pt x="672266" y="241016"/>
                  </a:lnTo>
                  <a:lnTo>
                    <a:pt x="689283" y="247117"/>
                  </a:lnTo>
                  <a:lnTo>
                    <a:pt x="705723" y="253011"/>
                  </a:lnTo>
                  <a:lnTo>
                    <a:pt x="721624" y="258711"/>
                  </a:lnTo>
                  <a:lnTo>
                    <a:pt x="737020" y="264231"/>
                  </a:lnTo>
                  <a:lnTo>
                    <a:pt x="751943" y="269581"/>
                  </a:lnTo>
                  <a:lnTo>
                    <a:pt x="766419" y="274771"/>
                  </a:lnTo>
                  <a:lnTo>
                    <a:pt x="780476" y="279811"/>
                  </a:lnTo>
                  <a:lnTo>
                    <a:pt x="794138" y="284709"/>
                  </a:lnTo>
                  <a:lnTo>
                    <a:pt x="807424" y="289472"/>
                  </a:lnTo>
                  <a:lnTo>
                    <a:pt x="820357" y="294108"/>
                  </a:lnTo>
                  <a:lnTo>
                    <a:pt x="832953" y="298625"/>
                  </a:lnTo>
                  <a:lnTo>
                    <a:pt x="845231" y="303026"/>
                  </a:lnTo>
                  <a:lnTo>
                    <a:pt x="857205" y="307319"/>
                  </a:lnTo>
                  <a:lnTo>
                    <a:pt x="868891" y="311509"/>
                  </a:lnTo>
                  <a:lnTo>
                    <a:pt x="880302" y="315600"/>
                  </a:lnTo>
                  <a:lnTo>
                    <a:pt x="891450" y="319596"/>
                  </a:lnTo>
                  <a:lnTo>
                    <a:pt x="902348" y="323504"/>
                  </a:lnTo>
                  <a:lnTo>
                    <a:pt x="913007" y="327325"/>
                  </a:lnTo>
                  <a:lnTo>
                    <a:pt x="923436" y="331064"/>
                  </a:lnTo>
                  <a:lnTo>
                    <a:pt x="933645" y="334724"/>
                  </a:lnTo>
                  <a:lnTo>
                    <a:pt x="943645" y="338309"/>
                  </a:lnTo>
                  <a:lnTo>
                    <a:pt x="953442" y="341821"/>
                  </a:lnTo>
                  <a:lnTo>
                    <a:pt x="963045" y="345264"/>
                  </a:lnTo>
                  <a:lnTo>
                    <a:pt x="972461" y="348640"/>
                  </a:lnTo>
                  <a:lnTo>
                    <a:pt x="981698" y="351952"/>
                  </a:lnTo>
                  <a:lnTo>
                    <a:pt x="990763" y="355201"/>
                  </a:lnTo>
                  <a:lnTo>
                    <a:pt x="999661" y="358391"/>
                  </a:lnTo>
                  <a:lnTo>
                    <a:pt x="1008399" y="36152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96878" y="4560733"/>
              <a:ext cx="1008399" cy="2385"/>
            </a:xfrm>
            <a:custGeom>
              <a:avLst/>
              <a:pathLst>
                <a:path w="1008399" h="2385">
                  <a:moveTo>
                    <a:pt x="0" y="0"/>
                  </a:moveTo>
                  <a:lnTo>
                    <a:pt x="64754" y="153"/>
                  </a:lnTo>
                  <a:lnTo>
                    <a:pt x="121871" y="288"/>
                  </a:lnTo>
                  <a:lnTo>
                    <a:pt x="172965" y="409"/>
                  </a:lnTo>
                  <a:lnTo>
                    <a:pt x="219184" y="518"/>
                  </a:lnTo>
                  <a:lnTo>
                    <a:pt x="261379" y="618"/>
                  </a:lnTo>
                  <a:lnTo>
                    <a:pt x="300195" y="710"/>
                  </a:lnTo>
                  <a:lnTo>
                    <a:pt x="336133" y="795"/>
                  </a:lnTo>
                  <a:lnTo>
                    <a:pt x="369590" y="874"/>
                  </a:lnTo>
                  <a:lnTo>
                    <a:pt x="400887" y="948"/>
                  </a:lnTo>
                  <a:lnTo>
                    <a:pt x="430286" y="1017"/>
                  </a:lnTo>
                  <a:lnTo>
                    <a:pt x="458004" y="1083"/>
                  </a:lnTo>
                  <a:lnTo>
                    <a:pt x="484224" y="1145"/>
                  </a:lnTo>
                  <a:lnTo>
                    <a:pt x="509098" y="1204"/>
                  </a:lnTo>
                  <a:lnTo>
                    <a:pt x="532758" y="1260"/>
                  </a:lnTo>
                  <a:lnTo>
                    <a:pt x="555317" y="1313"/>
                  </a:lnTo>
                  <a:lnTo>
                    <a:pt x="576874" y="1364"/>
                  </a:lnTo>
                  <a:lnTo>
                    <a:pt x="597512" y="1413"/>
                  </a:lnTo>
                  <a:lnTo>
                    <a:pt x="617308" y="1460"/>
                  </a:lnTo>
                  <a:lnTo>
                    <a:pt x="636328" y="1505"/>
                  </a:lnTo>
                  <a:lnTo>
                    <a:pt x="654630" y="1548"/>
                  </a:lnTo>
                  <a:lnTo>
                    <a:pt x="672266" y="1590"/>
                  </a:lnTo>
                  <a:lnTo>
                    <a:pt x="689283" y="1630"/>
                  </a:lnTo>
                  <a:lnTo>
                    <a:pt x="705723" y="1669"/>
                  </a:lnTo>
                  <a:lnTo>
                    <a:pt x="721624" y="1707"/>
                  </a:lnTo>
                  <a:lnTo>
                    <a:pt x="737020" y="1743"/>
                  </a:lnTo>
                  <a:lnTo>
                    <a:pt x="751943" y="1778"/>
                  </a:lnTo>
                  <a:lnTo>
                    <a:pt x="766419" y="1813"/>
                  </a:lnTo>
                  <a:lnTo>
                    <a:pt x="780476" y="1846"/>
                  </a:lnTo>
                  <a:lnTo>
                    <a:pt x="794138" y="1878"/>
                  </a:lnTo>
                  <a:lnTo>
                    <a:pt x="807424" y="1910"/>
                  </a:lnTo>
                  <a:lnTo>
                    <a:pt x="820357" y="1940"/>
                  </a:lnTo>
                  <a:lnTo>
                    <a:pt x="832953" y="1970"/>
                  </a:lnTo>
                  <a:lnTo>
                    <a:pt x="845231" y="1999"/>
                  </a:lnTo>
                  <a:lnTo>
                    <a:pt x="857205" y="2027"/>
                  </a:lnTo>
                  <a:lnTo>
                    <a:pt x="868891" y="2055"/>
                  </a:lnTo>
                  <a:lnTo>
                    <a:pt x="880302" y="2082"/>
                  </a:lnTo>
                  <a:lnTo>
                    <a:pt x="891450" y="2108"/>
                  </a:lnTo>
                  <a:lnTo>
                    <a:pt x="902348" y="2134"/>
                  </a:lnTo>
                  <a:lnTo>
                    <a:pt x="913007" y="2159"/>
                  </a:lnTo>
                  <a:lnTo>
                    <a:pt x="923436" y="2184"/>
                  </a:lnTo>
                  <a:lnTo>
                    <a:pt x="933645" y="2208"/>
                  </a:lnTo>
                  <a:lnTo>
                    <a:pt x="943645" y="2232"/>
                  </a:lnTo>
                  <a:lnTo>
                    <a:pt x="953442" y="2255"/>
                  </a:lnTo>
                  <a:lnTo>
                    <a:pt x="963045" y="2278"/>
                  </a:lnTo>
                  <a:lnTo>
                    <a:pt x="972461" y="2300"/>
                  </a:lnTo>
                  <a:lnTo>
                    <a:pt x="981698" y="2322"/>
                  </a:lnTo>
                  <a:lnTo>
                    <a:pt x="990763" y="2343"/>
                  </a:lnTo>
                  <a:lnTo>
                    <a:pt x="999661" y="2364"/>
                  </a:lnTo>
                  <a:lnTo>
                    <a:pt x="1008399" y="238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2896878" y="4396777"/>
              <a:ext cx="1008399" cy="55469"/>
            </a:xfrm>
            <a:custGeom>
              <a:avLst/>
              <a:pathLst>
                <a:path w="1008399" h="55469">
                  <a:moveTo>
                    <a:pt x="0" y="55469"/>
                  </a:moveTo>
                  <a:lnTo>
                    <a:pt x="64754" y="51907"/>
                  </a:lnTo>
                  <a:lnTo>
                    <a:pt x="121871" y="48765"/>
                  </a:lnTo>
                  <a:lnTo>
                    <a:pt x="172965" y="45954"/>
                  </a:lnTo>
                  <a:lnTo>
                    <a:pt x="219184" y="43412"/>
                  </a:lnTo>
                  <a:lnTo>
                    <a:pt x="261379" y="41091"/>
                  </a:lnTo>
                  <a:lnTo>
                    <a:pt x="300195" y="38956"/>
                  </a:lnTo>
                  <a:lnTo>
                    <a:pt x="336133" y="36979"/>
                  </a:lnTo>
                  <a:lnTo>
                    <a:pt x="369590" y="35139"/>
                  </a:lnTo>
                  <a:lnTo>
                    <a:pt x="400887" y="33417"/>
                  </a:lnTo>
                  <a:lnTo>
                    <a:pt x="430286" y="31800"/>
                  </a:lnTo>
                  <a:lnTo>
                    <a:pt x="458004" y="30275"/>
                  </a:lnTo>
                  <a:lnTo>
                    <a:pt x="484224" y="28833"/>
                  </a:lnTo>
                  <a:lnTo>
                    <a:pt x="509098" y="27465"/>
                  </a:lnTo>
                  <a:lnTo>
                    <a:pt x="532758" y="26163"/>
                  </a:lnTo>
                  <a:lnTo>
                    <a:pt x="555317" y="24922"/>
                  </a:lnTo>
                  <a:lnTo>
                    <a:pt x="576874" y="23736"/>
                  </a:lnTo>
                  <a:lnTo>
                    <a:pt x="597512" y="22601"/>
                  </a:lnTo>
                  <a:lnTo>
                    <a:pt x="617308" y="21512"/>
                  </a:lnTo>
                  <a:lnTo>
                    <a:pt x="636328" y="20466"/>
                  </a:lnTo>
                  <a:lnTo>
                    <a:pt x="654630" y="19459"/>
                  </a:lnTo>
                  <a:lnTo>
                    <a:pt x="672266" y="18489"/>
                  </a:lnTo>
                  <a:lnTo>
                    <a:pt x="689283" y="17553"/>
                  </a:lnTo>
                  <a:lnTo>
                    <a:pt x="705723" y="16649"/>
                  </a:lnTo>
                  <a:lnTo>
                    <a:pt x="721624" y="15774"/>
                  </a:lnTo>
                  <a:lnTo>
                    <a:pt x="737020" y="14927"/>
                  </a:lnTo>
                  <a:lnTo>
                    <a:pt x="751943" y="14106"/>
                  </a:lnTo>
                  <a:lnTo>
                    <a:pt x="766419" y="13310"/>
                  </a:lnTo>
                  <a:lnTo>
                    <a:pt x="780476" y="12537"/>
                  </a:lnTo>
                  <a:lnTo>
                    <a:pt x="794138" y="11785"/>
                  </a:lnTo>
                  <a:lnTo>
                    <a:pt x="807424" y="11055"/>
                  </a:lnTo>
                  <a:lnTo>
                    <a:pt x="820357" y="10343"/>
                  </a:lnTo>
                  <a:lnTo>
                    <a:pt x="832953" y="9650"/>
                  </a:lnTo>
                  <a:lnTo>
                    <a:pt x="845231" y="8975"/>
                  </a:lnTo>
                  <a:lnTo>
                    <a:pt x="857205" y="8316"/>
                  </a:lnTo>
                  <a:lnTo>
                    <a:pt x="868891" y="7673"/>
                  </a:lnTo>
                  <a:lnTo>
                    <a:pt x="880302" y="7046"/>
                  </a:lnTo>
                  <a:lnTo>
                    <a:pt x="891450" y="6432"/>
                  </a:lnTo>
                  <a:lnTo>
                    <a:pt x="902348" y="5833"/>
                  </a:lnTo>
                  <a:lnTo>
                    <a:pt x="913007" y="5247"/>
                  </a:lnTo>
                  <a:lnTo>
                    <a:pt x="923436" y="4673"/>
                  </a:lnTo>
                  <a:lnTo>
                    <a:pt x="933645" y="4111"/>
                  </a:lnTo>
                  <a:lnTo>
                    <a:pt x="943645" y="3561"/>
                  </a:lnTo>
                  <a:lnTo>
                    <a:pt x="953442" y="3023"/>
                  </a:lnTo>
                  <a:lnTo>
                    <a:pt x="963045" y="2494"/>
                  </a:lnTo>
                  <a:lnTo>
                    <a:pt x="972461" y="1976"/>
                  </a:lnTo>
                  <a:lnTo>
                    <a:pt x="981698" y="1468"/>
                  </a:lnTo>
                  <a:lnTo>
                    <a:pt x="990763" y="970"/>
                  </a:lnTo>
                  <a:lnTo>
                    <a:pt x="999661" y="480"/>
                  </a:lnTo>
                  <a:lnTo>
                    <a:pt x="10083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896878" y="4176976"/>
              <a:ext cx="1008399" cy="233505"/>
            </a:xfrm>
            <a:custGeom>
              <a:avLst/>
              <a:pathLst>
                <a:path w="1008399" h="233505">
                  <a:moveTo>
                    <a:pt x="0" y="0"/>
                  </a:moveTo>
                  <a:lnTo>
                    <a:pt x="64754" y="14994"/>
                  </a:lnTo>
                  <a:lnTo>
                    <a:pt x="121871" y="28220"/>
                  </a:lnTo>
                  <a:lnTo>
                    <a:pt x="172965" y="40051"/>
                  </a:lnTo>
                  <a:lnTo>
                    <a:pt x="219184" y="50754"/>
                  </a:lnTo>
                  <a:lnTo>
                    <a:pt x="261379" y="60525"/>
                  </a:lnTo>
                  <a:lnTo>
                    <a:pt x="300195" y="69513"/>
                  </a:lnTo>
                  <a:lnTo>
                    <a:pt x="336133" y="77835"/>
                  </a:lnTo>
                  <a:lnTo>
                    <a:pt x="369590" y="85582"/>
                  </a:lnTo>
                  <a:lnTo>
                    <a:pt x="400887" y="92829"/>
                  </a:lnTo>
                  <a:lnTo>
                    <a:pt x="430286" y="99637"/>
                  </a:lnTo>
                  <a:lnTo>
                    <a:pt x="458004" y="106055"/>
                  </a:lnTo>
                  <a:lnTo>
                    <a:pt x="484224" y="112127"/>
                  </a:lnTo>
                  <a:lnTo>
                    <a:pt x="509098" y="117886"/>
                  </a:lnTo>
                  <a:lnTo>
                    <a:pt x="532758" y="123365"/>
                  </a:lnTo>
                  <a:lnTo>
                    <a:pt x="555317" y="128589"/>
                  </a:lnTo>
                  <a:lnTo>
                    <a:pt x="576874" y="133581"/>
                  </a:lnTo>
                  <a:lnTo>
                    <a:pt x="597512" y="138360"/>
                  </a:lnTo>
                  <a:lnTo>
                    <a:pt x="617308" y="142944"/>
                  </a:lnTo>
                  <a:lnTo>
                    <a:pt x="636328" y="147348"/>
                  </a:lnTo>
                  <a:lnTo>
                    <a:pt x="654630" y="151586"/>
                  </a:lnTo>
                  <a:lnTo>
                    <a:pt x="672266" y="155670"/>
                  </a:lnTo>
                  <a:lnTo>
                    <a:pt x="689283" y="159610"/>
                  </a:lnTo>
                  <a:lnTo>
                    <a:pt x="705723" y="163417"/>
                  </a:lnTo>
                  <a:lnTo>
                    <a:pt x="721624" y="167099"/>
                  </a:lnTo>
                  <a:lnTo>
                    <a:pt x="737020" y="170664"/>
                  </a:lnTo>
                  <a:lnTo>
                    <a:pt x="751943" y="174120"/>
                  </a:lnTo>
                  <a:lnTo>
                    <a:pt x="766419" y="177472"/>
                  </a:lnTo>
                  <a:lnTo>
                    <a:pt x="780476" y="180727"/>
                  </a:lnTo>
                  <a:lnTo>
                    <a:pt x="794138" y="183890"/>
                  </a:lnTo>
                  <a:lnTo>
                    <a:pt x="807424" y="186967"/>
                  </a:lnTo>
                  <a:lnTo>
                    <a:pt x="820357" y="189962"/>
                  </a:lnTo>
                  <a:lnTo>
                    <a:pt x="832953" y="192878"/>
                  </a:lnTo>
                  <a:lnTo>
                    <a:pt x="845231" y="195721"/>
                  </a:lnTo>
                  <a:lnTo>
                    <a:pt x="857205" y="198494"/>
                  </a:lnTo>
                  <a:lnTo>
                    <a:pt x="868891" y="201200"/>
                  </a:lnTo>
                  <a:lnTo>
                    <a:pt x="880302" y="203842"/>
                  </a:lnTo>
                  <a:lnTo>
                    <a:pt x="891450" y="206424"/>
                  </a:lnTo>
                  <a:lnTo>
                    <a:pt x="902348" y="208947"/>
                  </a:lnTo>
                  <a:lnTo>
                    <a:pt x="913007" y="211416"/>
                  </a:lnTo>
                  <a:lnTo>
                    <a:pt x="923436" y="213831"/>
                  </a:lnTo>
                  <a:lnTo>
                    <a:pt x="933645" y="216195"/>
                  </a:lnTo>
                  <a:lnTo>
                    <a:pt x="943645" y="218510"/>
                  </a:lnTo>
                  <a:lnTo>
                    <a:pt x="953442" y="220779"/>
                  </a:lnTo>
                  <a:lnTo>
                    <a:pt x="963045" y="223002"/>
                  </a:lnTo>
                  <a:lnTo>
                    <a:pt x="972461" y="225183"/>
                  </a:lnTo>
                  <a:lnTo>
                    <a:pt x="981698" y="227322"/>
                  </a:lnTo>
                  <a:lnTo>
                    <a:pt x="990763" y="229421"/>
                  </a:lnTo>
                  <a:lnTo>
                    <a:pt x="999661" y="231481"/>
                  </a:lnTo>
                  <a:lnTo>
                    <a:pt x="1008399" y="23350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83385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805383" y="47413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805383" y="44694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05383" y="41974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3385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89687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23301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3569144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3905277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286862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20475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540889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3877022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3125005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2833852" y="3767799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90013" y="462648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304484" y="45322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86572" y="464192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315092" y="40675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325867" y="445728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90117" y="430803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311826" y="474727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322643" y="45351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288042" y="44435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317239" y="420426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25020" y="44241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54979" y="42529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31364" y="46296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47061" y="467460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55190" y="39558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60243" y="40862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65569" y="47161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39951" y="465477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19824" y="46836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37233" y="46182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35105" y="459132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36306" y="46983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38497" y="45163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58752" y="45390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52273" y="43777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44739" y="44490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660349" y="470001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664890" y="460765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61323" y="463020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70842" y="45945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96274" y="459532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79048" y="45680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59697" y="457983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65493" y="46337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51993" y="46149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72218" y="44032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92577" y="466658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82399" y="447936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61853" y="46504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78099" y="45132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950560" y="46418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88049" y="46701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958117" y="43339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94469" y="46095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52805" y="44370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77032" y="45495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4994803" y="44704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66358" y="44783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04942" y="46969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27638" y="456264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291119" y="44402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23037" y="45558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29419" y="44647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298041" y="46102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13773" y="45314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288752" y="461828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27067" y="44130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11900" y="44307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283129" y="456669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04274" y="46425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297930" y="452652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05941" y="46504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293823" y="45173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21860" y="46844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28275" y="43507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05045" y="46423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15393" y="460998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291231" y="45337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287058" y="44766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07289" y="45419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322926" y="45768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324213" y="46276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338329" y="4458158"/>
              <a:ext cx="995345" cy="161484"/>
            </a:xfrm>
            <a:custGeom>
              <a:avLst/>
              <a:pathLst>
                <a:path w="995345" h="161484">
                  <a:moveTo>
                    <a:pt x="0" y="0"/>
                  </a:moveTo>
                  <a:lnTo>
                    <a:pt x="63916" y="10369"/>
                  </a:lnTo>
                  <a:lnTo>
                    <a:pt x="120294" y="19516"/>
                  </a:lnTo>
                  <a:lnTo>
                    <a:pt x="170726" y="27698"/>
                  </a:lnTo>
                  <a:lnTo>
                    <a:pt x="216347" y="35100"/>
                  </a:lnTo>
                  <a:lnTo>
                    <a:pt x="257996" y="41857"/>
                  </a:lnTo>
                  <a:lnTo>
                    <a:pt x="296309" y="48073"/>
                  </a:lnTo>
                  <a:lnTo>
                    <a:pt x="331781" y="53828"/>
                  </a:lnTo>
                  <a:lnTo>
                    <a:pt x="364805" y="59185"/>
                  </a:lnTo>
                  <a:lnTo>
                    <a:pt x="395697" y="64197"/>
                  </a:lnTo>
                  <a:lnTo>
                    <a:pt x="424716" y="68905"/>
                  </a:lnTo>
                  <a:lnTo>
                    <a:pt x="452075" y="73344"/>
                  </a:lnTo>
                  <a:lnTo>
                    <a:pt x="477955" y="77543"/>
                  </a:lnTo>
                  <a:lnTo>
                    <a:pt x="502507" y="81526"/>
                  </a:lnTo>
                  <a:lnTo>
                    <a:pt x="525861" y="85315"/>
                  </a:lnTo>
                  <a:lnTo>
                    <a:pt x="548129" y="88928"/>
                  </a:lnTo>
                  <a:lnTo>
                    <a:pt x="569406" y="92380"/>
                  </a:lnTo>
                  <a:lnTo>
                    <a:pt x="589777" y="95685"/>
                  </a:lnTo>
                  <a:lnTo>
                    <a:pt x="609317" y="98855"/>
                  </a:lnTo>
                  <a:lnTo>
                    <a:pt x="628091" y="101901"/>
                  </a:lnTo>
                  <a:lnTo>
                    <a:pt x="646155" y="104831"/>
                  </a:lnTo>
                  <a:lnTo>
                    <a:pt x="663563" y="107656"/>
                  </a:lnTo>
                  <a:lnTo>
                    <a:pt x="680360" y="110381"/>
                  </a:lnTo>
                  <a:lnTo>
                    <a:pt x="696587" y="113013"/>
                  </a:lnTo>
                  <a:lnTo>
                    <a:pt x="712282" y="115560"/>
                  </a:lnTo>
                  <a:lnTo>
                    <a:pt x="727479" y="118025"/>
                  </a:lnTo>
                  <a:lnTo>
                    <a:pt x="742208" y="120415"/>
                  </a:lnTo>
                  <a:lnTo>
                    <a:pt x="756498" y="122733"/>
                  </a:lnTo>
                  <a:lnTo>
                    <a:pt x="770373" y="124984"/>
                  </a:lnTo>
                  <a:lnTo>
                    <a:pt x="783857" y="127172"/>
                  </a:lnTo>
                  <a:lnTo>
                    <a:pt x="796972" y="129300"/>
                  </a:lnTo>
                  <a:lnTo>
                    <a:pt x="809737" y="131371"/>
                  </a:lnTo>
                  <a:lnTo>
                    <a:pt x="822171" y="133388"/>
                  </a:lnTo>
                  <a:lnTo>
                    <a:pt x="834289" y="135354"/>
                  </a:lnTo>
                  <a:lnTo>
                    <a:pt x="846109" y="137272"/>
                  </a:lnTo>
                  <a:lnTo>
                    <a:pt x="857643" y="139143"/>
                  </a:lnTo>
                  <a:lnTo>
                    <a:pt x="868906" y="140970"/>
                  </a:lnTo>
                  <a:lnTo>
                    <a:pt x="879910" y="142756"/>
                  </a:lnTo>
                  <a:lnTo>
                    <a:pt x="890667" y="144501"/>
                  </a:lnTo>
                  <a:lnTo>
                    <a:pt x="901188" y="146208"/>
                  </a:lnTo>
                  <a:lnTo>
                    <a:pt x="911482" y="147878"/>
                  </a:lnTo>
                  <a:lnTo>
                    <a:pt x="921559" y="149513"/>
                  </a:lnTo>
                  <a:lnTo>
                    <a:pt x="931429" y="151114"/>
                  </a:lnTo>
                  <a:lnTo>
                    <a:pt x="941099" y="152683"/>
                  </a:lnTo>
                  <a:lnTo>
                    <a:pt x="950578" y="154221"/>
                  </a:lnTo>
                  <a:lnTo>
                    <a:pt x="959872" y="155729"/>
                  </a:lnTo>
                  <a:lnTo>
                    <a:pt x="968990" y="157208"/>
                  </a:lnTo>
                  <a:lnTo>
                    <a:pt x="977937" y="158659"/>
                  </a:lnTo>
                  <a:lnTo>
                    <a:pt x="986720" y="160084"/>
                  </a:lnTo>
                  <a:lnTo>
                    <a:pt x="995345" y="16148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38329" y="4145943"/>
              <a:ext cx="995345" cy="525900"/>
            </a:xfrm>
            <a:custGeom>
              <a:avLst/>
              <a:pathLst>
                <a:path w="995345" h="525900">
                  <a:moveTo>
                    <a:pt x="0" y="0"/>
                  </a:moveTo>
                  <a:lnTo>
                    <a:pt x="63916" y="33770"/>
                  </a:lnTo>
                  <a:lnTo>
                    <a:pt x="120294" y="63558"/>
                  </a:lnTo>
                  <a:lnTo>
                    <a:pt x="170726" y="90204"/>
                  </a:lnTo>
                  <a:lnTo>
                    <a:pt x="216347" y="114309"/>
                  </a:lnTo>
                  <a:lnTo>
                    <a:pt x="257996" y="136314"/>
                  </a:lnTo>
                  <a:lnTo>
                    <a:pt x="296309" y="156558"/>
                  </a:lnTo>
                  <a:lnTo>
                    <a:pt x="331781" y="175300"/>
                  </a:lnTo>
                  <a:lnTo>
                    <a:pt x="364805" y="192748"/>
                  </a:lnTo>
                  <a:lnTo>
                    <a:pt x="395697" y="209071"/>
                  </a:lnTo>
                  <a:lnTo>
                    <a:pt x="424716" y="224403"/>
                  </a:lnTo>
                  <a:lnTo>
                    <a:pt x="452075" y="238858"/>
                  </a:lnTo>
                  <a:lnTo>
                    <a:pt x="477955" y="252532"/>
                  </a:lnTo>
                  <a:lnTo>
                    <a:pt x="502507" y="265505"/>
                  </a:lnTo>
                  <a:lnTo>
                    <a:pt x="525861" y="277844"/>
                  </a:lnTo>
                  <a:lnTo>
                    <a:pt x="548129" y="289609"/>
                  </a:lnTo>
                  <a:lnTo>
                    <a:pt x="569406" y="300851"/>
                  </a:lnTo>
                  <a:lnTo>
                    <a:pt x="589777" y="311615"/>
                  </a:lnTo>
                  <a:lnTo>
                    <a:pt x="609317" y="321939"/>
                  </a:lnTo>
                  <a:lnTo>
                    <a:pt x="628091" y="331858"/>
                  </a:lnTo>
                  <a:lnTo>
                    <a:pt x="646155" y="341403"/>
                  </a:lnTo>
                  <a:lnTo>
                    <a:pt x="663563" y="350600"/>
                  </a:lnTo>
                  <a:lnTo>
                    <a:pt x="680360" y="359475"/>
                  </a:lnTo>
                  <a:lnTo>
                    <a:pt x="696587" y="368049"/>
                  </a:lnTo>
                  <a:lnTo>
                    <a:pt x="712282" y="376341"/>
                  </a:lnTo>
                  <a:lnTo>
                    <a:pt x="727479" y="384371"/>
                  </a:lnTo>
                  <a:lnTo>
                    <a:pt x="742208" y="392153"/>
                  </a:lnTo>
                  <a:lnTo>
                    <a:pt x="756498" y="399703"/>
                  </a:lnTo>
                  <a:lnTo>
                    <a:pt x="770373" y="407034"/>
                  </a:lnTo>
                  <a:lnTo>
                    <a:pt x="783857" y="414159"/>
                  </a:lnTo>
                  <a:lnTo>
                    <a:pt x="796972" y="421088"/>
                  </a:lnTo>
                  <a:lnTo>
                    <a:pt x="809737" y="427833"/>
                  </a:lnTo>
                  <a:lnTo>
                    <a:pt x="822171" y="434402"/>
                  </a:lnTo>
                  <a:lnTo>
                    <a:pt x="834289" y="440805"/>
                  </a:lnTo>
                  <a:lnTo>
                    <a:pt x="846109" y="447050"/>
                  </a:lnTo>
                  <a:lnTo>
                    <a:pt x="857643" y="453144"/>
                  </a:lnTo>
                  <a:lnTo>
                    <a:pt x="868906" y="459095"/>
                  </a:lnTo>
                  <a:lnTo>
                    <a:pt x="879910" y="464909"/>
                  </a:lnTo>
                  <a:lnTo>
                    <a:pt x="890667" y="470593"/>
                  </a:lnTo>
                  <a:lnTo>
                    <a:pt x="901188" y="476151"/>
                  </a:lnTo>
                  <a:lnTo>
                    <a:pt x="911482" y="481590"/>
                  </a:lnTo>
                  <a:lnTo>
                    <a:pt x="921559" y="486915"/>
                  </a:lnTo>
                  <a:lnTo>
                    <a:pt x="931429" y="492130"/>
                  </a:lnTo>
                  <a:lnTo>
                    <a:pt x="941099" y="497239"/>
                  </a:lnTo>
                  <a:lnTo>
                    <a:pt x="950578" y="502247"/>
                  </a:lnTo>
                  <a:lnTo>
                    <a:pt x="959872" y="507158"/>
                  </a:lnTo>
                  <a:lnTo>
                    <a:pt x="968990" y="511975"/>
                  </a:lnTo>
                  <a:lnTo>
                    <a:pt x="977937" y="516703"/>
                  </a:lnTo>
                  <a:lnTo>
                    <a:pt x="986720" y="521343"/>
                  </a:lnTo>
                  <a:lnTo>
                    <a:pt x="995345" y="52590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338329" y="4633142"/>
              <a:ext cx="995345" cy="30241"/>
            </a:xfrm>
            <a:custGeom>
              <a:avLst/>
              <a:pathLst>
                <a:path w="995345" h="30241">
                  <a:moveTo>
                    <a:pt x="0" y="30241"/>
                  </a:moveTo>
                  <a:lnTo>
                    <a:pt x="63916" y="28299"/>
                  </a:lnTo>
                  <a:lnTo>
                    <a:pt x="120294" y="26586"/>
                  </a:lnTo>
                  <a:lnTo>
                    <a:pt x="170726" y="25054"/>
                  </a:lnTo>
                  <a:lnTo>
                    <a:pt x="216347" y="23668"/>
                  </a:lnTo>
                  <a:lnTo>
                    <a:pt x="257996" y="22403"/>
                  </a:lnTo>
                  <a:lnTo>
                    <a:pt x="296309" y="21239"/>
                  </a:lnTo>
                  <a:lnTo>
                    <a:pt x="331781" y="20161"/>
                  </a:lnTo>
                  <a:lnTo>
                    <a:pt x="364805" y="19157"/>
                  </a:lnTo>
                  <a:lnTo>
                    <a:pt x="395697" y="18219"/>
                  </a:lnTo>
                  <a:lnTo>
                    <a:pt x="424716" y="17337"/>
                  </a:lnTo>
                  <a:lnTo>
                    <a:pt x="452075" y="16506"/>
                  </a:lnTo>
                  <a:lnTo>
                    <a:pt x="477955" y="15719"/>
                  </a:lnTo>
                  <a:lnTo>
                    <a:pt x="502507" y="14974"/>
                  </a:lnTo>
                  <a:lnTo>
                    <a:pt x="525861" y="14264"/>
                  </a:lnTo>
                  <a:lnTo>
                    <a:pt x="548129" y="13587"/>
                  </a:lnTo>
                  <a:lnTo>
                    <a:pt x="569406" y="12941"/>
                  </a:lnTo>
                  <a:lnTo>
                    <a:pt x="589777" y="12322"/>
                  </a:lnTo>
                  <a:lnTo>
                    <a:pt x="609317" y="11728"/>
                  </a:lnTo>
                  <a:lnTo>
                    <a:pt x="628091" y="11158"/>
                  </a:lnTo>
                  <a:lnTo>
                    <a:pt x="646155" y="10609"/>
                  </a:lnTo>
                  <a:lnTo>
                    <a:pt x="663563" y="10080"/>
                  </a:lnTo>
                  <a:lnTo>
                    <a:pt x="680360" y="9570"/>
                  </a:lnTo>
                  <a:lnTo>
                    <a:pt x="696587" y="9077"/>
                  </a:lnTo>
                  <a:lnTo>
                    <a:pt x="712282" y="8600"/>
                  </a:lnTo>
                  <a:lnTo>
                    <a:pt x="727479" y="8138"/>
                  </a:lnTo>
                  <a:lnTo>
                    <a:pt x="742208" y="7691"/>
                  </a:lnTo>
                  <a:lnTo>
                    <a:pt x="756498" y="7256"/>
                  </a:lnTo>
                  <a:lnTo>
                    <a:pt x="770373" y="6835"/>
                  </a:lnTo>
                  <a:lnTo>
                    <a:pt x="783857" y="6425"/>
                  </a:lnTo>
                  <a:lnTo>
                    <a:pt x="796972" y="6027"/>
                  </a:lnTo>
                  <a:lnTo>
                    <a:pt x="809737" y="5639"/>
                  </a:lnTo>
                  <a:lnTo>
                    <a:pt x="822171" y="5261"/>
                  </a:lnTo>
                  <a:lnTo>
                    <a:pt x="834289" y="4893"/>
                  </a:lnTo>
                  <a:lnTo>
                    <a:pt x="846109" y="4534"/>
                  </a:lnTo>
                  <a:lnTo>
                    <a:pt x="857643" y="4183"/>
                  </a:lnTo>
                  <a:lnTo>
                    <a:pt x="868906" y="3841"/>
                  </a:lnTo>
                  <a:lnTo>
                    <a:pt x="879910" y="3507"/>
                  </a:lnTo>
                  <a:lnTo>
                    <a:pt x="890667" y="3180"/>
                  </a:lnTo>
                  <a:lnTo>
                    <a:pt x="901188" y="2860"/>
                  </a:lnTo>
                  <a:lnTo>
                    <a:pt x="911482" y="2548"/>
                  </a:lnTo>
                  <a:lnTo>
                    <a:pt x="921559" y="2241"/>
                  </a:lnTo>
                  <a:lnTo>
                    <a:pt x="931429" y="1941"/>
                  </a:lnTo>
                  <a:lnTo>
                    <a:pt x="941099" y="1648"/>
                  </a:lnTo>
                  <a:lnTo>
                    <a:pt x="950578" y="1360"/>
                  </a:lnTo>
                  <a:lnTo>
                    <a:pt x="959872" y="1077"/>
                  </a:lnTo>
                  <a:lnTo>
                    <a:pt x="968990" y="800"/>
                  </a:lnTo>
                  <a:lnTo>
                    <a:pt x="977937" y="528"/>
                  </a:lnTo>
                  <a:lnTo>
                    <a:pt x="986720" y="262"/>
                  </a:lnTo>
                  <a:lnTo>
                    <a:pt x="99534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338329" y="4434274"/>
              <a:ext cx="995345" cy="134643"/>
            </a:xfrm>
            <a:custGeom>
              <a:avLst/>
              <a:pathLst>
                <a:path w="995345" h="134643">
                  <a:moveTo>
                    <a:pt x="0" y="134643"/>
                  </a:moveTo>
                  <a:lnTo>
                    <a:pt x="63916" y="125997"/>
                  </a:lnTo>
                  <a:lnTo>
                    <a:pt x="120294" y="118371"/>
                  </a:lnTo>
                  <a:lnTo>
                    <a:pt x="170726" y="111549"/>
                  </a:lnTo>
                  <a:lnTo>
                    <a:pt x="216347" y="105377"/>
                  </a:lnTo>
                  <a:lnTo>
                    <a:pt x="257996" y="99743"/>
                  </a:lnTo>
                  <a:lnTo>
                    <a:pt x="296309" y="94561"/>
                  </a:lnTo>
                  <a:lnTo>
                    <a:pt x="331781" y="89762"/>
                  </a:lnTo>
                  <a:lnTo>
                    <a:pt x="364805" y="85295"/>
                  </a:lnTo>
                  <a:lnTo>
                    <a:pt x="395697" y="81116"/>
                  </a:lnTo>
                  <a:lnTo>
                    <a:pt x="424716" y="77190"/>
                  </a:lnTo>
                  <a:lnTo>
                    <a:pt x="452075" y="73489"/>
                  </a:lnTo>
                  <a:lnTo>
                    <a:pt x="477955" y="69989"/>
                  </a:lnTo>
                  <a:lnTo>
                    <a:pt x="502507" y="66667"/>
                  </a:lnTo>
                  <a:lnTo>
                    <a:pt x="525861" y="63508"/>
                  </a:lnTo>
                  <a:lnTo>
                    <a:pt x="548129" y="60496"/>
                  </a:lnTo>
                  <a:lnTo>
                    <a:pt x="569406" y="57618"/>
                  </a:lnTo>
                  <a:lnTo>
                    <a:pt x="589777" y="54862"/>
                  </a:lnTo>
                  <a:lnTo>
                    <a:pt x="609317" y="52219"/>
                  </a:lnTo>
                  <a:lnTo>
                    <a:pt x="628091" y="49679"/>
                  </a:lnTo>
                  <a:lnTo>
                    <a:pt x="646155" y="47236"/>
                  </a:lnTo>
                  <a:lnTo>
                    <a:pt x="663563" y="44881"/>
                  </a:lnTo>
                  <a:lnTo>
                    <a:pt x="680360" y="42609"/>
                  </a:lnTo>
                  <a:lnTo>
                    <a:pt x="696587" y="40414"/>
                  </a:lnTo>
                  <a:lnTo>
                    <a:pt x="712282" y="38290"/>
                  </a:lnTo>
                  <a:lnTo>
                    <a:pt x="727479" y="36235"/>
                  </a:lnTo>
                  <a:lnTo>
                    <a:pt x="742208" y="34242"/>
                  </a:lnTo>
                  <a:lnTo>
                    <a:pt x="756498" y="32309"/>
                  </a:lnTo>
                  <a:lnTo>
                    <a:pt x="770373" y="30432"/>
                  </a:lnTo>
                  <a:lnTo>
                    <a:pt x="783857" y="28608"/>
                  </a:lnTo>
                  <a:lnTo>
                    <a:pt x="796972" y="26834"/>
                  </a:lnTo>
                  <a:lnTo>
                    <a:pt x="809737" y="25107"/>
                  </a:lnTo>
                  <a:lnTo>
                    <a:pt x="822171" y="23425"/>
                  </a:lnTo>
                  <a:lnTo>
                    <a:pt x="834289" y="21786"/>
                  </a:lnTo>
                  <a:lnTo>
                    <a:pt x="846109" y="20187"/>
                  </a:lnTo>
                  <a:lnTo>
                    <a:pt x="857643" y="18627"/>
                  </a:lnTo>
                  <a:lnTo>
                    <a:pt x="868906" y="17103"/>
                  </a:lnTo>
                  <a:lnTo>
                    <a:pt x="879910" y="15615"/>
                  </a:lnTo>
                  <a:lnTo>
                    <a:pt x="890667" y="14160"/>
                  </a:lnTo>
                  <a:lnTo>
                    <a:pt x="901188" y="12736"/>
                  </a:lnTo>
                  <a:lnTo>
                    <a:pt x="911482" y="11344"/>
                  </a:lnTo>
                  <a:lnTo>
                    <a:pt x="921559" y="9981"/>
                  </a:lnTo>
                  <a:lnTo>
                    <a:pt x="931429" y="8646"/>
                  </a:lnTo>
                  <a:lnTo>
                    <a:pt x="941099" y="7338"/>
                  </a:lnTo>
                  <a:lnTo>
                    <a:pt x="950578" y="6055"/>
                  </a:lnTo>
                  <a:lnTo>
                    <a:pt x="959872" y="4798"/>
                  </a:lnTo>
                  <a:lnTo>
                    <a:pt x="968990" y="3565"/>
                  </a:lnTo>
                  <a:lnTo>
                    <a:pt x="977937" y="2354"/>
                  </a:lnTo>
                  <a:lnTo>
                    <a:pt x="986720" y="1166"/>
                  </a:lnTo>
                  <a:lnTo>
                    <a:pt x="99534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338329" y="4468598"/>
              <a:ext cx="995345" cy="80104"/>
            </a:xfrm>
            <a:custGeom>
              <a:avLst/>
              <a:pathLst>
                <a:path w="995345" h="80104">
                  <a:moveTo>
                    <a:pt x="0" y="80104"/>
                  </a:moveTo>
                  <a:lnTo>
                    <a:pt x="63916" y="74960"/>
                  </a:lnTo>
                  <a:lnTo>
                    <a:pt x="120294" y="70423"/>
                  </a:lnTo>
                  <a:lnTo>
                    <a:pt x="170726" y="66364"/>
                  </a:lnTo>
                  <a:lnTo>
                    <a:pt x="216347" y="62693"/>
                  </a:lnTo>
                  <a:lnTo>
                    <a:pt x="257996" y="59341"/>
                  </a:lnTo>
                  <a:lnTo>
                    <a:pt x="296309" y="56257"/>
                  </a:lnTo>
                  <a:lnTo>
                    <a:pt x="331781" y="53403"/>
                  </a:lnTo>
                  <a:lnTo>
                    <a:pt x="364805" y="50745"/>
                  </a:lnTo>
                  <a:lnTo>
                    <a:pt x="395697" y="48259"/>
                  </a:lnTo>
                  <a:lnTo>
                    <a:pt x="424716" y="45923"/>
                  </a:lnTo>
                  <a:lnTo>
                    <a:pt x="452075" y="43721"/>
                  </a:lnTo>
                  <a:lnTo>
                    <a:pt x="477955" y="41639"/>
                  </a:lnTo>
                  <a:lnTo>
                    <a:pt x="502507" y="39663"/>
                  </a:lnTo>
                  <a:lnTo>
                    <a:pt x="525861" y="37783"/>
                  </a:lnTo>
                  <a:lnTo>
                    <a:pt x="548129" y="35991"/>
                  </a:lnTo>
                  <a:lnTo>
                    <a:pt x="569406" y="34279"/>
                  </a:lnTo>
                  <a:lnTo>
                    <a:pt x="589777" y="32639"/>
                  </a:lnTo>
                  <a:lnTo>
                    <a:pt x="609317" y="31067"/>
                  </a:lnTo>
                  <a:lnTo>
                    <a:pt x="628091" y="29556"/>
                  </a:lnTo>
                  <a:lnTo>
                    <a:pt x="646155" y="28102"/>
                  </a:lnTo>
                  <a:lnTo>
                    <a:pt x="663563" y="26701"/>
                  </a:lnTo>
                  <a:lnTo>
                    <a:pt x="680360" y="25349"/>
                  </a:lnTo>
                  <a:lnTo>
                    <a:pt x="696587" y="24043"/>
                  </a:lnTo>
                  <a:lnTo>
                    <a:pt x="712282" y="22780"/>
                  </a:lnTo>
                  <a:lnTo>
                    <a:pt x="727479" y="21557"/>
                  </a:lnTo>
                  <a:lnTo>
                    <a:pt x="742208" y="20372"/>
                  </a:lnTo>
                  <a:lnTo>
                    <a:pt x="756498" y="19222"/>
                  </a:lnTo>
                  <a:lnTo>
                    <a:pt x="770373" y="18105"/>
                  </a:lnTo>
                  <a:lnTo>
                    <a:pt x="783857" y="17020"/>
                  </a:lnTo>
                  <a:lnTo>
                    <a:pt x="796972" y="15964"/>
                  </a:lnTo>
                  <a:lnTo>
                    <a:pt x="809737" y="14937"/>
                  </a:lnTo>
                  <a:lnTo>
                    <a:pt x="822171" y="13936"/>
                  </a:lnTo>
                  <a:lnTo>
                    <a:pt x="834289" y="12961"/>
                  </a:lnTo>
                  <a:lnTo>
                    <a:pt x="846109" y="12010"/>
                  </a:lnTo>
                  <a:lnTo>
                    <a:pt x="857643" y="11082"/>
                  </a:lnTo>
                  <a:lnTo>
                    <a:pt x="868906" y="10175"/>
                  </a:lnTo>
                  <a:lnTo>
                    <a:pt x="879910" y="9290"/>
                  </a:lnTo>
                  <a:lnTo>
                    <a:pt x="890667" y="8424"/>
                  </a:lnTo>
                  <a:lnTo>
                    <a:pt x="901188" y="7577"/>
                  </a:lnTo>
                  <a:lnTo>
                    <a:pt x="911482" y="6749"/>
                  </a:lnTo>
                  <a:lnTo>
                    <a:pt x="921559" y="5938"/>
                  </a:lnTo>
                  <a:lnTo>
                    <a:pt x="931429" y="5143"/>
                  </a:lnTo>
                  <a:lnTo>
                    <a:pt x="941099" y="4365"/>
                  </a:lnTo>
                  <a:lnTo>
                    <a:pt x="950578" y="3602"/>
                  </a:lnTo>
                  <a:lnTo>
                    <a:pt x="959872" y="2854"/>
                  </a:lnTo>
                  <a:lnTo>
                    <a:pt x="968990" y="2121"/>
                  </a:lnTo>
                  <a:lnTo>
                    <a:pt x="977937" y="1400"/>
                  </a:lnTo>
                  <a:lnTo>
                    <a:pt x="986720" y="694"/>
                  </a:lnTo>
                  <a:lnTo>
                    <a:pt x="99534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338329" y="4455164"/>
              <a:ext cx="995345" cy="101168"/>
            </a:xfrm>
            <a:custGeom>
              <a:avLst/>
              <a:pathLst>
                <a:path w="995345" h="101168">
                  <a:moveTo>
                    <a:pt x="0" y="0"/>
                  </a:moveTo>
                  <a:lnTo>
                    <a:pt x="63916" y="6496"/>
                  </a:lnTo>
                  <a:lnTo>
                    <a:pt x="120294" y="12226"/>
                  </a:lnTo>
                  <a:lnTo>
                    <a:pt x="170726" y="17352"/>
                  </a:lnTo>
                  <a:lnTo>
                    <a:pt x="216347" y="21989"/>
                  </a:lnTo>
                  <a:lnTo>
                    <a:pt x="257996" y="26223"/>
                  </a:lnTo>
                  <a:lnTo>
                    <a:pt x="296309" y="30117"/>
                  </a:lnTo>
                  <a:lnTo>
                    <a:pt x="331781" y="33722"/>
                  </a:lnTo>
                  <a:lnTo>
                    <a:pt x="364805" y="37079"/>
                  </a:lnTo>
                  <a:lnTo>
                    <a:pt x="395697" y="40219"/>
                  </a:lnTo>
                  <a:lnTo>
                    <a:pt x="424716" y="43168"/>
                  </a:lnTo>
                  <a:lnTo>
                    <a:pt x="452075" y="45949"/>
                  </a:lnTo>
                  <a:lnTo>
                    <a:pt x="477955" y="48580"/>
                  </a:lnTo>
                  <a:lnTo>
                    <a:pt x="502507" y="51075"/>
                  </a:lnTo>
                  <a:lnTo>
                    <a:pt x="525861" y="53449"/>
                  </a:lnTo>
                  <a:lnTo>
                    <a:pt x="548129" y="55712"/>
                  </a:lnTo>
                  <a:lnTo>
                    <a:pt x="569406" y="57875"/>
                  </a:lnTo>
                  <a:lnTo>
                    <a:pt x="589777" y="59945"/>
                  </a:lnTo>
                  <a:lnTo>
                    <a:pt x="609317" y="61931"/>
                  </a:lnTo>
                  <a:lnTo>
                    <a:pt x="628091" y="63840"/>
                  </a:lnTo>
                  <a:lnTo>
                    <a:pt x="646155" y="65676"/>
                  </a:lnTo>
                  <a:lnTo>
                    <a:pt x="663563" y="67445"/>
                  </a:lnTo>
                  <a:lnTo>
                    <a:pt x="680360" y="69152"/>
                  </a:lnTo>
                  <a:lnTo>
                    <a:pt x="696587" y="70802"/>
                  </a:lnTo>
                  <a:lnTo>
                    <a:pt x="712282" y="72397"/>
                  </a:lnTo>
                  <a:lnTo>
                    <a:pt x="727479" y="73942"/>
                  </a:lnTo>
                  <a:lnTo>
                    <a:pt x="742208" y="75439"/>
                  </a:lnTo>
                  <a:lnTo>
                    <a:pt x="756498" y="76891"/>
                  </a:lnTo>
                  <a:lnTo>
                    <a:pt x="770373" y="78301"/>
                  </a:lnTo>
                  <a:lnTo>
                    <a:pt x="783857" y="79672"/>
                  </a:lnTo>
                  <a:lnTo>
                    <a:pt x="796972" y="81005"/>
                  </a:lnTo>
                  <a:lnTo>
                    <a:pt x="809737" y="82302"/>
                  </a:lnTo>
                  <a:lnTo>
                    <a:pt x="822171" y="83566"/>
                  </a:lnTo>
                  <a:lnTo>
                    <a:pt x="834289" y="84798"/>
                  </a:lnTo>
                  <a:lnTo>
                    <a:pt x="846109" y="85999"/>
                  </a:lnTo>
                  <a:lnTo>
                    <a:pt x="857643" y="87172"/>
                  </a:lnTo>
                  <a:lnTo>
                    <a:pt x="868906" y="88316"/>
                  </a:lnTo>
                  <a:lnTo>
                    <a:pt x="879910" y="89435"/>
                  </a:lnTo>
                  <a:lnTo>
                    <a:pt x="890667" y="90528"/>
                  </a:lnTo>
                  <a:lnTo>
                    <a:pt x="901188" y="91598"/>
                  </a:lnTo>
                  <a:lnTo>
                    <a:pt x="911482" y="92644"/>
                  </a:lnTo>
                  <a:lnTo>
                    <a:pt x="921559" y="93668"/>
                  </a:lnTo>
                  <a:lnTo>
                    <a:pt x="931429" y="94671"/>
                  </a:lnTo>
                  <a:lnTo>
                    <a:pt x="941099" y="95654"/>
                  </a:lnTo>
                  <a:lnTo>
                    <a:pt x="950578" y="96618"/>
                  </a:lnTo>
                  <a:lnTo>
                    <a:pt x="959872" y="97562"/>
                  </a:lnTo>
                  <a:lnTo>
                    <a:pt x="968990" y="98489"/>
                  </a:lnTo>
                  <a:lnTo>
                    <a:pt x="977937" y="99399"/>
                  </a:lnTo>
                  <a:lnTo>
                    <a:pt x="986720" y="100291"/>
                  </a:lnTo>
                  <a:lnTo>
                    <a:pt x="995345" y="10116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338329" y="4447377"/>
              <a:ext cx="995345" cy="164072"/>
            </a:xfrm>
            <a:custGeom>
              <a:avLst/>
              <a:pathLst>
                <a:path w="995345" h="164072">
                  <a:moveTo>
                    <a:pt x="0" y="0"/>
                  </a:moveTo>
                  <a:lnTo>
                    <a:pt x="63916" y="10535"/>
                  </a:lnTo>
                  <a:lnTo>
                    <a:pt x="120294" y="19829"/>
                  </a:lnTo>
                  <a:lnTo>
                    <a:pt x="170726" y="28142"/>
                  </a:lnTo>
                  <a:lnTo>
                    <a:pt x="216347" y="35662"/>
                  </a:lnTo>
                  <a:lnTo>
                    <a:pt x="257996" y="42528"/>
                  </a:lnTo>
                  <a:lnTo>
                    <a:pt x="296309" y="48843"/>
                  </a:lnTo>
                  <a:lnTo>
                    <a:pt x="331781" y="54690"/>
                  </a:lnTo>
                  <a:lnTo>
                    <a:pt x="364805" y="60134"/>
                  </a:lnTo>
                  <a:lnTo>
                    <a:pt x="395697" y="65226"/>
                  </a:lnTo>
                  <a:lnTo>
                    <a:pt x="424716" y="70010"/>
                  </a:lnTo>
                  <a:lnTo>
                    <a:pt x="452075" y="74520"/>
                  </a:lnTo>
                  <a:lnTo>
                    <a:pt x="477955" y="78786"/>
                  </a:lnTo>
                  <a:lnTo>
                    <a:pt x="502507" y="82833"/>
                  </a:lnTo>
                  <a:lnTo>
                    <a:pt x="525861" y="86683"/>
                  </a:lnTo>
                  <a:lnTo>
                    <a:pt x="548129" y="90353"/>
                  </a:lnTo>
                  <a:lnTo>
                    <a:pt x="569406" y="93860"/>
                  </a:lnTo>
                  <a:lnTo>
                    <a:pt x="589777" y="97219"/>
                  </a:lnTo>
                  <a:lnTo>
                    <a:pt x="609317" y="100439"/>
                  </a:lnTo>
                  <a:lnTo>
                    <a:pt x="628091" y="103534"/>
                  </a:lnTo>
                  <a:lnTo>
                    <a:pt x="646155" y="106512"/>
                  </a:lnTo>
                  <a:lnTo>
                    <a:pt x="663563" y="109381"/>
                  </a:lnTo>
                  <a:lnTo>
                    <a:pt x="680360" y="112150"/>
                  </a:lnTo>
                  <a:lnTo>
                    <a:pt x="696587" y="114825"/>
                  </a:lnTo>
                  <a:lnTo>
                    <a:pt x="712282" y="117412"/>
                  </a:lnTo>
                  <a:lnTo>
                    <a:pt x="727479" y="119917"/>
                  </a:lnTo>
                  <a:lnTo>
                    <a:pt x="742208" y="122345"/>
                  </a:lnTo>
                  <a:lnTo>
                    <a:pt x="756498" y="124701"/>
                  </a:lnTo>
                  <a:lnTo>
                    <a:pt x="770373" y="126988"/>
                  </a:lnTo>
                  <a:lnTo>
                    <a:pt x="783857" y="129211"/>
                  </a:lnTo>
                  <a:lnTo>
                    <a:pt x="796972" y="131373"/>
                  </a:lnTo>
                  <a:lnTo>
                    <a:pt x="809737" y="133477"/>
                  </a:lnTo>
                  <a:lnTo>
                    <a:pt x="822171" y="135526"/>
                  </a:lnTo>
                  <a:lnTo>
                    <a:pt x="834289" y="137524"/>
                  </a:lnTo>
                  <a:lnTo>
                    <a:pt x="846109" y="139472"/>
                  </a:lnTo>
                  <a:lnTo>
                    <a:pt x="857643" y="141374"/>
                  </a:lnTo>
                  <a:lnTo>
                    <a:pt x="868906" y="143230"/>
                  </a:lnTo>
                  <a:lnTo>
                    <a:pt x="879910" y="145044"/>
                  </a:lnTo>
                  <a:lnTo>
                    <a:pt x="890667" y="146817"/>
                  </a:lnTo>
                  <a:lnTo>
                    <a:pt x="901188" y="148551"/>
                  </a:lnTo>
                  <a:lnTo>
                    <a:pt x="911482" y="150248"/>
                  </a:lnTo>
                  <a:lnTo>
                    <a:pt x="921559" y="151909"/>
                  </a:lnTo>
                  <a:lnTo>
                    <a:pt x="931429" y="153536"/>
                  </a:lnTo>
                  <a:lnTo>
                    <a:pt x="941099" y="155130"/>
                  </a:lnTo>
                  <a:lnTo>
                    <a:pt x="950578" y="156693"/>
                  </a:lnTo>
                  <a:lnTo>
                    <a:pt x="959872" y="158225"/>
                  </a:lnTo>
                  <a:lnTo>
                    <a:pt x="968990" y="159728"/>
                  </a:lnTo>
                  <a:lnTo>
                    <a:pt x="977937" y="161203"/>
                  </a:lnTo>
                  <a:lnTo>
                    <a:pt x="986720" y="162651"/>
                  </a:lnTo>
                  <a:lnTo>
                    <a:pt x="995345" y="16407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338329" y="4599501"/>
              <a:ext cx="995345" cy="72735"/>
            </a:xfrm>
            <a:custGeom>
              <a:avLst/>
              <a:pathLst>
                <a:path w="995345" h="72735">
                  <a:moveTo>
                    <a:pt x="0" y="0"/>
                  </a:moveTo>
                  <a:lnTo>
                    <a:pt x="63916" y="4670"/>
                  </a:lnTo>
                  <a:lnTo>
                    <a:pt x="120294" y="8790"/>
                  </a:lnTo>
                  <a:lnTo>
                    <a:pt x="170726" y="12475"/>
                  </a:lnTo>
                  <a:lnTo>
                    <a:pt x="216347" y="15809"/>
                  </a:lnTo>
                  <a:lnTo>
                    <a:pt x="257996" y="18853"/>
                  </a:lnTo>
                  <a:lnTo>
                    <a:pt x="296309" y="21652"/>
                  </a:lnTo>
                  <a:lnTo>
                    <a:pt x="331781" y="24245"/>
                  </a:lnTo>
                  <a:lnTo>
                    <a:pt x="364805" y="26658"/>
                  </a:lnTo>
                  <a:lnTo>
                    <a:pt x="395697" y="28915"/>
                  </a:lnTo>
                  <a:lnTo>
                    <a:pt x="424716" y="31036"/>
                  </a:lnTo>
                  <a:lnTo>
                    <a:pt x="452075" y="33035"/>
                  </a:lnTo>
                  <a:lnTo>
                    <a:pt x="477955" y="34926"/>
                  </a:lnTo>
                  <a:lnTo>
                    <a:pt x="502507" y="36720"/>
                  </a:lnTo>
                  <a:lnTo>
                    <a:pt x="525861" y="38427"/>
                  </a:lnTo>
                  <a:lnTo>
                    <a:pt x="548129" y="40054"/>
                  </a:lnTo>
                  <a:lnTo>
                    <a:pt x="569406" y="41609"/>
                  </a:lnTo>
                  <a:lnTo>
                    <a:pt x="589777" y="43098"/>
                  </a:lnTo>
                  <a:lnTo>
                    <a:pt x="609317" y="44526"/>
                  </a:lnTo>
                  <a:lnTo>
                    <a:pt x="628091" y="45898"/>
                  </a:lnTo>
                  <a:lnTo>
                    <a:pt x="646155" y="47218"/>
                  </a:lnTo>
                  <a:lnTo>
                    <a:pt x="663563" y="48490"/>
                  </a:lnTo>
                  <a:lnTo>
                    <a:pt x="680360" y="49717"/>
                  </a:lnTo>
                  <a:lnTo>
                    <a:pt x="696587" y="50903"/>
                  </a:lnTo>
                  <a:lnTo>
                    <a:pt x="712282" y="52050"/>
                  </a:lnTo>
                  <a:lnTo>
                    <a:pt x="727479" y="53160"/>
                  </a:lnTo>
                  <a:lnTo>
                    <a:pt x="742208" y="54237"/>
                  </a:lnTo>
                  <a:lnTo>
                    <a:pt x="756498" y="55281"/>
                  </a:lnTo>
                  <a:lnTo>
                    <a:pt x="770373" y="56295"/>
                  </a:lnTo>
                  <a:lnTo>
                    <a:pt x="783857" y="57280"/>
                  </a:lnTo>
                  <a:lnTo>
                    <a:pt x="796972" y="58239"/>
                  </a:lnTo>
                  <a:lnTo>
                    <a:pt x="809737" y="59171"/>
                  </a:lnTo>
                  <a:lnTo>
                    <a:pt x="822171" y="60080"/>
                  </a:lnTo>
                  <a:lnTo>
                    <a:pt x="834289" y="60966"/>
                  </a:lnTo>
                  <a:lnTo>
                    <a:pt x="846109" y="61829"/>
                  </a:lnTo>
                  <a:lnTo>
                    <a:pt x="857643" y="62672"/>
                  </a:lnTo>
                  <a:lnTo>
                    <a:pt x="868906" y="63495"/>
                  </a:lnTo>
                  <a:lnTo>
                    <a:pt x="879910" y="64299"/>
                  </a:lnTo>
                  <a:lnTo>
                    <a:pt x="890667" y="65085"/>
                  </a:lnTo>
                  <a:lnTo>
                    <a:pt x="901188" y="65854"/>
                  </a:lnTo>
                  <a:lnTo>
                    <a:pt x="911482" y="66606"/>
                  </a:lnTo>
                  <a:lnTo>
                    <a:pt x="921559" y="67343"/>
                  </a:lnTo>
                  <a:lnTo>
                    <a:pt x="931429" y="68064"/>
                  </a:lnTo>
                  <a:lnTo>
                    <a:pt x="941099" y="68771"/>
                  </a:lnTo>
                  <a:lnTo>
                    <a:pt x="950578" y="69463"/>
                  </a:lnTo>
                  <a:lnTo>
                    <a:pt x="959872" y="70143"/>
                  </a:lnTo>
                  <a:lnTo>
                    <a:pt x="968990" y="70809"/>
                  </a:lnTo>
                  <a:lnTo>
                    <a:pt x="977937" y="71463"/>
                  </a:lnTo>
                  <a:lnTo>
                    <a:pt x="986720" y="72105"/>
                  </a:lnTo>
                  <a:lnTo>
                    <a:pt x="995345" y="7273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4338329" y="4583685"/>
              <a:ext cx="995345" cy="33142"/>
            </a:xfrm>
            <a:custGeom>
              <a:avLst/>
              <a:pathLst>
                <a:path w="995345" h="33142">
                  <a:moveTo>
                    <a:pt x="0" y="0"/>
                  </a:moveTo>
                  <a:lnTo>
                    <a:pt x="63916" y="2128"/>
                  </a:lnTo>
                  <a:lnTo>
                    <a:pt x="120294" y="4005"/>
                  </a:lnTo>
                  <a:lnTo>
                    <a:pt x="170726" y="5684"/>
                  </a:lnTo>
                  <a:lnTo>
                    <a:pt x="216347" y="7203"/>
                  </a:lnTo>
                  <a:lnTo>
                    <a:pt x="257996" y="8590"/>
                  </a:lnTo>
                  <a:lnTo>
                    <a:pt x="296309" y="9866"/>
                  </a:lnTo>
                  <a:lnTo>
                    <a:pt x="331781" y="11047"/>
                  </a:lnTo>
                  <a:lnTo>
                    <a:pt x="364805" y="12147"/>
                  </a:lnTo>
                  <a:lnTo>
                    <a:pt x="395697" y="13175"/>
                  </a:lnTo>
                  <a:lnTo>
                    <a:pt x="424716" y="14142"/>
                  </a:lnTo>
                  <a:lnTo>
                    <a:pt x="452075" y="15053"/>
                  </a:lnTo>
                  <a:lnTo>
                    <a:pt x="477955" y="15914"/>
                  </a:lnTo>
                  <a:lnTo>
                    <a:pt x="502507" y="16732"/>
                  </a:lnTo>
                  <a:lnTo>
                    <a:pt x="525861" y="17510"/>
                  </a:lnTo>
                  <a:lnTo>
                    <a:pt x="548129" y="18251"/>
                  </a:lnTo>
                  <a:lnTo>
                    <a:pt x="569406" y="18960"/>
                  </a:lnTo>
                  <a:lnTo>
                    <a:pt x="589777" y="19638"/>
                  </a:lnTo>
                  <a:lnTo>
                    <a:pt x="609317" y="20289"/>
                  </a:lnTo>
                  <a:lnTo>
                    <a:pt x="628091" y="20914"/>
                  </a:lnTo>
                  <a:lnTo>
                    <a:pt x="646155" y="21515"/>
                  </a:lnTo>
                  <a:lnTo>
                    <a:pt x="663563" y="22095"/>
                  </a:lnTo>
                  <a:lnTo>
                    <a:pt x="680360" y="22654"/>
                  </a:lnTo>
                  <a:lnTo>
                    <a:pt x="696587" y="23194"/>
                  </a:lnTo>
                  <a:lnTo>
                    <a:pt x="712282" y="23717"/>
                  </a:lnTo>
                  <a:lnTo>
                    <a:pt x="727479" y="24223"/>
                  </a:lnTo>
                  <a:lnTo>
                    <a:pt x="742208" y="24714"/>
                  </a:lnTo>
                  <a:lnTo>
                    <a:pt x="756498" y="25189"/>
                  </a:lnTo>
                  <a:lnTo>
                    <a:pt x="770373" y="25651"/>
                  </a:lnTo>
                  <a:lnTo>
                    <a:pt x="783857" y="26100"/>
                  </a:lnTo>
                  <a:lnTo>
                    <a:pt x="796972" y="26537"/>
                  </a:lnTo>
                  <a:lnTo>
                    <a:pt x="809737" y="26962"/>
                  </a:lnTo>
                  <a:lnTo>
                    <a:pt x="822171" y="27376"/>
                  </a:lnTo>
                  <a:lnTo>
                    <a:pt x="834289" y="27780"/>
                  </a:lnTo>
                  <a:lnTo>
                    <a:pt x="846109" y="28173"/>
                  </a:lnTo>
                  <a:lnTo>
                    <a:pt x="857643" y="28557"/>
                  </a:lnTo>
                  <a:lnTo>
                    <a:pt x="868906" y="28932"/>
                  </a:lnTo>
                  <a:lnTo>
                    <a:pt x="879910" y="29299"/>
                  </a:lnTo>
                  <a:lnTo>
                    <a:pt x="890667" y="29657"/>
                  </a:lnTo>
                  <a:lnTo>
                    <a:pt x="901188" y="30007"/>
                  </a:lnTo>
                  <a:lnTo>
                    <a:pt x="911482" y="30350"/>
                  </a:lnTo>
                  <a:lnTo>
                    <a:pt x="921559" y="30686"/>
                  </a:lnTo>
                  <a:lnTo>
                    <a:pt x="931429" y="31014"/>
                  </a:lnTo>
                  <a:lnTo>
                    <a:pt x="941099" y="31336"/>
                  </a:lnTo>
                  <a:lnTo>
                    <a:pt x="950578" y="31652"/>
                  </a:lnTo>
                  <a:lnTo>
                    <a:pt x="959872" y="31961"/>
                  </a:lnTo>
                  <a:lnTo>
                    <a:pt x="968990" y="32265"/>
                  </a:lnTo>
                  <a:lnTo>
                    <a:pt x="977937" y="32563"/>
                  </a:lnTo>
                  <a:lnTo>
                    <a:pt x="986720" y="32855"/>
                  </a:lnTo>
                  <a:lnTo>
                    <a:pt x="995345" y="3314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338329" y="4571767"/>
              <a:ext cx="995345" cy="7813"/>
            </a:xfrm>
            <a:custGeom>
              <a:avLst/>
              <a:pathLst>
                <a:path w="995345" h="7813">
                  <a:moveTo>
                    <a:pt x="0" y="0"/>
                  </a:moveTo>
                  <a:lnTo>
                    <a:pt x="63916" y="501"/>
                  </a:lnTo>
                  <a:lnTo>
                    <a:pt x="120294" y="944"/>
                  </a:lnTo>
                  <a:lnTo>
                    <a:pt x="170726" y="1340"/>
                  </a:lnTo>
                  <a:lnTo>
                    <a:pt x="216347" y="1698"/>
                  </a:lnTo>
                  <a:lnTo>
                    <a:pt x="257996" y="2025"/>
                  </a:lnTo>
                  <a:lnTo>
                    <a:pt x="296309" y="2326"/>
                  </a:lnTo>
                  <a:lnTo>
                    <a:pt x="331781" y="2604"/>
                  </a:lnTo>
                  <a:lnTo>
                    <a:pt x="364805" y="2863"/>
                  </a:lnTo>
                  <a:lnTo>
                    <a:pt x="395697" y="3106"/>
                  </a:lnTo>
                  <a:lnTo>
                    <a:pt x="424716" y="3334"/>
                  </a:lnTo>
                  <a:lnTo>
                    <a:pt x="452075" y="3548"/>
                  </a:lnTo>
                  <a:lnTo>
                    <a:pt x="477955" y="3751"/>
                  </a:lnTo>
                  <a:lnTo>
                    <a:pt x="502507" y="3944"/>
                  </a:lnTo>
                  <a:lnTo>
                    <a:pt x="525861" y="4128"/>
                  </a:lnTo>
                  <a:lnTo>
                    <a:pt x="548129" y="4302"/>
                  </a:lnTo>
                  <a:lnTo>
                    <a:pt x="569406" y="4469"/>
                  </a:lnTo>
                  <a:lnTo>
                    <a:pt x="589777" y="4629"/>
                  </a:lnTo>
                  <a:lnTo>
                    <a:pt x="609317" y="4783"/>
                  </a:lnTo>
                  <a:lnTo>
                    <a:pt x="628091" y="4930"/>
                  </a:lnTo>
                  <a:lnTo>
                    <a:pt x="646155" y="5072"/>
                  </a:lnTo>
                  <a:lnTo>
                    <a:pt x="663563" y="5208"/>
                  </a:lnTo>
                  <a:lnTo>
                    <a:pt x="680360" y="5340"/>
                  </a:lnTo>
                  <a:lnTo>
                    <a:pt x="696587" y="5468"/>
                  </a:lnTo>
                  <a:lnTo>
                    <a:pt x="712282" y="5591"/>
                  </a:lnTo>
                  <a:lnTo>
                    <a:pt x="727479" y="5710"/>
                  </a:lnTo>
                  <a:lnTo>
                    <a:pt x="742208" y="5826"/>
                  </a:lnTo>
                  <a:lnTo>
                    <a:pt x="756498" y="5938"/>
                  </a:lnTo>
                  <a:lnTo>
                    <a:pt x="770373" y="6047"/>
                  </a:lnTo>
                  <a:lnTo>
                    <a:pt x="783857" y="6153"/>
                  </a:lnTo>
                  <a:lnTo>
                    <a:pt x="796972" y="6256"/>
                  </a:lnTo>
                  <a:lnTo>
                    <a:pt x="809737" y="6356"/>
                  </a:lnTo>
                  <a:lnTo>
                    <a:pt x="822171" y="6454"/>
                  </a:lnTo>
                  <a:lnTo>
                    <a:pt x="834289" y="6549"/>
                  </a:lnTo>
                  <a:lnTo>
                    <a:pt x="846109" y="6641"/>
                  </a:lnTo>
                  <a:lnTo>
                    <a:pt x="857643" y="6732"/>
                  </a:lnTo>
                  <a:lnTo>
                    <a:pt x="868906" y="6820"/>
                  </a:lnTo>
                  <a:lnTo>
                    <a:pt x="879910" y="6907"/>
                  </a:lnTo>
                  <a:lnTo>
                    <a:pt x="890667" y="6991"/>
                  </a:lnTo>
                  <a:lnTo>
                    <a:pt x="901188" y="7074"/>
                  </a:lnTo>
                  <a:lnTo>
                    <a:pt x="911482" y="7155"/>
                  </a:lnTo>
                  <a:lnTo>
                    <a:pt x="921559" y="7234"/>
                  </a:lnTo>
                  <a:lnTo>
                    <a:pt x="931429" y="7311"/>
                  </a:lnTo>
                  <a:lnTo>
                    <a:pt x="941099" y="7387"/>
                  </a:lnTo>
                  <a:lnTo>
                    <a:pt x="950578" y="7462"/>
                  </a:lnTo>
                  <a:lnTo>
                    <a:pt x="959872" y="7535"/>
                  </a:lnTo>
                  <a:lnTo>
                    <a:pt x="968990" y="7606"/>
                  </a:lnTo>
                  <a:lnTo>
                    <a:pt x="977937" y="7676"/>
                  </a:lnTo>
                  <a:lnTo>
                    <a:pt x="986720" y="7745"/>
                  </a:lnTo>
                  <a:lnTo>
                    <a:pt x="995345" y="781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26250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234034" y="47313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234034" y="45420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234034" y="43526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34034" y="41633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34034" y="39740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26250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3832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67011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5001893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533367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431007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464185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973638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530542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4553656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4262502" y="3767799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760703" y="453141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715223" y="45839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46294" y="462409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24800" y="433042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29364" y="455809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756125" y="43519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751091" y="47322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738513" y="462723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5722584" y="43724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5736087" y="42931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78689" y="449811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91858" y="43316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88944" y="46007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88696" y="47252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65425" y="39558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69092" y="402161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54591" y="467914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88365" y="47460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68483" y="47369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78331" y="465064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74753" y="46871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49118" y="47165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50087" y="46918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81002" y="46867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56231" y="46521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78918" y="45830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055328" y="47356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071169" y="461049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389961" y="46010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399010" y="4747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08650" y="46822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09347" y="47058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25507" y="45310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08882" y="46380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15248" y="44991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17325" y="46010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392488" y="46442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06763" y="45632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06540" y="47138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27269" y="436870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12854" y="46775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396315" y="47212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385845" y="43153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01002" y="45512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394583" y="448689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386231" y="46702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380127" y="460404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411856" y="449742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55326" y="465303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714060" y="462465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33522" y="45580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21260" y="46452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44086" y="45278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23917" y="46067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725645" y="45606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731350" y="458699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732759" y="46215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747341" y="44173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720331" y="47006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50951" y="46331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757324" y="463096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730307" y="47253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40061" y="45937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739413" y="472357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758070" y="45214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740283" y="462495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738750" y="463343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737356" y="45680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733337" y="46073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736714" y="459309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732622" y="46171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716573" y="47065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65125" y="4345947"/>
              <a:ext cx="999499" cy="277872"/>
            </a:xfrm>
            <a:custGeom>
              <a:avLst/>
              <a:pathLst>
                <a:path w="999499" h="277872">
                  <a:moveTo>
                    <a:pt x="0" y="0"/>
                  </a:moveTo>
                  <a:lnTo>
                    <a:pt x="64182" y="17843"/>
                  </a:lnTo>
                  <a:lnTo>
                    <a:pt x="120796" y="33582"/>
                  </a:lnTo>
                  <a:lnTo>
                    <a:pt x="171438" y="47661"/>
                  </a:lnTo>
                  <a:lnTo>
                    <a:pt x="217250" y="60398"/>
                  </a:lnTo>
                  <a:lnTo>
                    <a:pt x="259072" y="72025"/>
                  </a:lnTo>
                  <a:lnTo>
                    <a:pt x="297545" y="82721"/>
                  </a:lnTo>
                  <a:lnTo>
                    <a:pt x="333166" y="92624"/>
                  </a:lnTo>
                  <a:lnTo>
                    <a:pt x="366328" y="101843"/>
                  </a:lnTo>
                  <a:lnTo>
                    <a:pt x="397349" y="110467"/>
                  </a:lnTo>
                  <a:lnTo>
                    <a:pt x="426489" y="118568"/>
                  </a:lnTo>
                  <a:lnTo>
                    <a:pt x="453962" y="126206"/>
                  </a:lnTo>
                  <a:lnTo>
                    <a:pt x="479950" y="133431"/>
                  </a:lnTo>
                  <a:lnTo>
                    <a:pt x="504605" y="140285"/>
                  </a:lnTo>
                  <a:lnTo>
                    <a:pt x="528056" y="146805"/>
                  </a:lnTo>
                  <a:lnTo>
                    <a:pt x="550416" y="153022"/>
                  </a:lnTo>
                  <a:lnTo>
                    <a:pt x="571782" y="158962"/>
                  </a:lnTo>
                  <a:lnTo>
                    <a:pt x="592239" y="164649"/>
                  </a:lnTo>
                  <a:lnTo>
                    <a:pt x="611860" y="170104"/>
                  </a:lnTo>
                  <a:lnTo>
                    <a:pt x="630712" y="175345"/>
                  </a:lnTo>
                  <a:lnTo>
                    <a:pt x="648852" y="180388"/>
                  </a:lnTo>
                  <a:lnTo>
                    <a:pt x="666332" y="185248"/>
                  </a:lnTo>
                  <a:lnTo>
                    <a:pt x="683199" y="189937"/>
                  </a:lnTo>
                  <a:lnTo>
                    <a:pt x="699494" y="194467"/>
                  </a:lnTo>
                  <a:lnTo>
                    <a:pt x="715255" y="198849"/>
                  </a:lnTo>
                  <a:lnTo>
                    <a:pt x="730515" y="203091"/>
                  </a:lnTo>
                  <a:lnTo>
                    <a:pt x="745306" y="207203"/>
                  </a:lnTo>
                  <a:lnTo>
                    <a:pt x="759655" y="211192"/>
                  </a:lnTo>
                  <a:lnTo>
                    <a:pt x="773588" y="215066"/>
                  </a:lnTo>
                  <a:lnTo>
                    <a:pt x="787129" y="218830"/>
                  </a:lnTo>
                  <a:lnTo>
                    <a:pt x="800298" y="222492"/>
                  </a:lnTo>
                  <a:lnTo>
                    <a:pt x="813117" y="226055"/>
                  </a:lnTo>
                  <a:lnTo>
                    <a:pt x="825602" y="229526"/>
                  </a:lnTo>
                  <a:lnTo>
                    <a:pt x="837771" y="232910"/>
                  </a:lnTo>
                  <a:lnTo>
                    <a:pt x="849640" y="236209"/>
                  </a:lnTo>
                  <a:lnTo>
                    <a:pt x="861222" y="239429"/>
                  </a:lnTo>
                  <a:lnTo>
                    <a:pt x="872533" y="242574"/>
                  </a:lnTo>
                  <a:lnTo>
                    <a:pt x="883583" y="245646"/>
                  </a:lnTo>
                  <a:lnTo>
                    <a:pt x="894384" y="248649"/>
                  </a:lnTo>
                  <a:lnTo>
                    <a:pt x="904949" y="251586"/>
                  </a:lnTo>
                  <a:lnTo>
                    <a:pt x="915286" y="254460"/>
                  </a:lnTo>
                  <a:lnTo>
                    <a:pt x="925405" y="257273"/>
                  </a:lnTo>
                  <a:lnTo>
                    <a:pt x="935316" y="260028"/>
                  </a:lnTo>
                  <a:lnTo>
                    <a:pt x="945027" y="262728"/>
                  </a:lnTo>
                  <a:lnTo>
                    <a:pt x="954545" y="265374"/>
                  </a:lnTo>
                  <a:lnTo>
                    <a:pt x="963878" y="267969"/>
                  </a:lnTo>
                  <a:lnTo>
                    <a:pt x="973034" y="270514"/>
                  </a:lnTo>
                  <a:lnTo>
                    <a:pt x="982019" y="273012"/>
                  </a:lnTo>
                  <a:lnTo>
                    <a:pt x="990838" y="275464"/>
                  </a:lnTo>
                  <a:lnTo>
                    <a:pt x="999499" y="27787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65125" y="4278170"/>
              <a:ext cx="999499" cy="367538"/>
            </a:xfrm>
            <a:custGeom>
              <a:avLst/>
              <a:pathLst>
                <a:path w="999499" h="367538">
                  <a:moveTo>
                    <a:pt x="0" y="0"/>
                  </a:moveTo>
                  <a:lnTo>
                    <a:pt x="64182" y="23601"/>
                  </a:lnTo>
                  <a:lnTo>
                    <a:pt x="120796" y="44419"/>
                  </a:lnTo>
                  <a:lnTo>
                    <a:pt x="171438" y="63041"/>
                  </a:lnTo>
                  <a:lnTo>
                    <a:pt x="217250" y="79887"/>
                  </a:lnTo>
                  <a:lnTo>
                    <a:pt x="259072" y="95266"/>
                  </a:lnTo>
                  <a:lnTo>
                    <a:pt x="297545" y="109414"/>
                  </a:lnTo>
                  <a:lnTo>
                    <a:pt x="333166" y="122512"/>
                  </a:lnTo>
                  <a:lnTo>
                    <a:pt x="366328" y="134707"/>
                  </a:lnTo>
                  <a:lnTo>
                    <a:pt x="397349" y="146114"/>
                  </a:lnTo>
                  <a:lnTo>
                    <a:pt x="426489" y="156829"/>
                  </a:lnTo>
                  <a:lnTo>
                    <a:pt x="453962" y="166932"/>
                  </a:lnTo>
                  <a:lnTo>
                    <a:pt x="479950" y="176488"/>
                  </a:lnTo>
                  <a:lnTo>
                    <a:pt x="504605" y="185554"/>
                  </a:lnTo>
                  <a:lnTo>
                    <a:pt x="528056" y="194178"/>
                  </a:lnTo>
                  <a:lnTo>
                    <a:pt x="550416" y="202400"/>
                  </a:lnTo>
                  <a:lnTo>
                    <a:pt x="571782" y="210257"/>
                  </a:lnTo>
                  <a:lnTo>
                    <a:pt x="592239" y="217779"/>
                  </a:lnTo>
                  <a:lnTo>
                    <a:pt x="611860" y="224994"/>
                  </a:lnTo>
                  <a:lnTo>
                    <a:pt x="630712" y="231927"/>
                  </a:lnTo>
                  <a:lnTo>
                    <a:pt x="648852" y="238597"/>
                  </a:lnTo>
                  <a:lnTo>
                    <a:pt x="666332" y="245025"/>
                  </a:lnTo>
                  <a:lnTo>
                    <a:pt x="683199" y="251227"/>
                  </a:lnTo>
                  <a:lnTo>
                    <a:pt x="699494" y="257219"/>
                  </a:lnTo>
                  <a:lnTo>
                    <a:pt x="715255" y="263015"/>
                  </a:lnTo>
                  <a:lnTo>
                    <a:pt x="730515" y="268626"/>
                  </a:lnTo>
                  <a:lnTo>
                    <a:pt x="745306" y="274065"/>
                  </a:lnTo>
                  <a:lnTo>
                    <a:pt x="759655" y="279342"/>
                  </a:lnTo>
                  <a:lnTo>
                    <a:pt x="773588" y="284465"/>
                  </a:lnTo>
                  <a:lnTo>
                    <a:pt x="787129" y="289444"/>
                  </a:lnTo>
                  <a:lnTo>
                    <a:pt x="800298" y="294287"/>
                  </a:lnTo>
                  <a:lnTo>
                    <a:pt x="813117" y="299001"/>
                  </a:lnTo>
                  <a:lnTo>
                    <a:pt x="825602" y="303592"/>
                  </a:lnTo>
                  <a:lnTo>
                    <a:pt x="837771" y="308067"/>
                  </a:lnTo>
                  <a:lnTo>
                    <a:pt x="849640" y="312431"/>
                  </a:lnTo>
                  <a:lnTo>
                    <a:pt x="861222" y="316690"/>
                  </a:lnTo>
                  <a:lnTo>
                    <a:pt x="872533" y="320849"/>
                  </a:lnTo>
                  <a:lnTo>
                    <a:pt x="883583" y="324913"/>
                  </a:lnTo>
                  <a:lnTo>
                    <a:pt x="894384" y="328885"/>
                  </a:lnTo>
                  <a:lnTo>
                    <a:pt x="904949" y="332770"/>
                  </a:lnTo>
                  <a:lnTo>
                    <a:pt x="915286" y="336571"/>
                  </a:lnTo>
                  <a:lnTo>
                    <a:pt x="925405" y="340292"/>
                  </a:lnTo>
                  <a:lnTo>
                    <a:pt x="935316" y="343936"/>
                  </a:lnTo>
                  <a:lnTo>
                    <a:pt x="945027" y="347507"/>
                  </a:lnTo>
                  <a:lnTo>
                    <a:pt x="954545" y="351007"/>
                  </a:lnTo>
                  <a:lnTo>
                    <a:pt x="963878" y="354439"/>
                  </a:lnTo>
                  <a:lnTo>
                    <a:pt x="973034" y="357806"/>
                  </a:lnTo>
                  <a:lnTo>
                    <a:pt x="982019" y="361110"/>
                  </a:lnTo>
                  <a:lnTo>
                    <a:pt x="990838" y="364353"/>
                  </a:lnTo>
                  <a:lnTo>
                    <a:pt x="999499" y="36753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65125" y="4650586"/>
              <a:ext cx="999499" cy="19336"/>
            </a:xfrm>
            <a:custGeom>
              <a:avLst/>
              <a:pathLst>
                <a:path w="999499" h="19336">
                  <a:moveTo>
                    <a:pt x="0" y="19336"/>
                  </a:moveTo>
                  <a:lnTo>
                    <a:pt x="64182" y="18094"/>
                  </a:lnTo>
                  <a:lnTo>
                    <a:pt x="120796" y="16999"/>
                  </a:lnTo>
                  <a:lnTo>
                    <a:pt x="171438" y="16019"/>
                  </a:lnTo>
                  <a:lnTo>
                    <a:pt x="217250" y="15133"/>
                  </a:lnTo>
                  <a:lnTo>
                    <a:pt x="259072" y="14324"/>
                  </a:lnTo>
                  <a:lnTo>
                    <a:pt x="297545" y="13579"/>
                  </a:lnTo>
                  <a:lnTo>
                    <a:pt x="333166" y="12890"/>
                  </a:lnTo>
                  <a:lnTo>
                    <a:pt x="366328" y="12249"/>
                  </a:lnTo>
                  <a:lnTo>
                    <a:pt x="397349" y="11649"/>
                  </a:lnTo>
                  <a:lnTo>
                    <a:pt x="426489" y="11085"/>
                  </a:lnTo>
                  <a:lnTo>
                    <a:pt x="453962" y="10553"/>
                  </a:lnTo>
                  <a:lnTo>
                    <a:pt x="479950" y="10051"/>
                  </a:lnTo>
                  <a:lnTo>
                    <a:pt x="504605" y="9574"/>
                  </a:lnTo>
                  <a:lnTo>
                    <a:pt x="528056" y="9120"/>
                  </a:lnTo>
                  <a:lnTo>
                    <a:pt x="550416" y="8687"/>
                  </a:lnTo>
                  <a:lnTo>
                    <a:pt x="571782" y="8274"/>
                  </a:lnTo>
                  <a:lnTo>
                    <a:pt x="592239" y="7878"/>
                  </a:lnTo>
                  <a:lnTo>
                    <a:pt x="611860" y="7499"/>
                  </a:lnTo>
                  <a:lnTo>
                    <a:pt x="630712" y="7134"/>
                  </a:lnTo>
                  <a:lnTo>
                    <a:pt x="648852" y="6783"/>
                  </a:lnTo>
                  <a:lnTo>
                    <a:pt x="666332" y="6445"/>
                  </a:lnTo>
                  <a:lnTo>
                    <a:pt x="683199" y="6119"/>
                  </a:lnTo>
                  <a:lnTo>
                    <a:pt x="699494" y="5803"/>
                  </a:lnTo>
                  <a:lnTo>
                    <a:pt x="715255" y="5498"/>
                  </a:lnTo>
                  <a:lnTo>
                    <a:pt x="730515" y="5203"/>
                  </a:lnTo>
                  <a:lnTo>
                    <a:pt x="745306" y="4917"/>
                  </a:lnTo>
                  <a:lnTo>
                    <a:pt x="759655" y="4639"/>
                  </a:lnTo>
                  <a:lnTo>
                    <a:pt x="773588" y="4370"/>
                  </a:lnTo>
                  <a:lnTo>
                    <a:pt x="787129" y="4108"/>
                  </a:lnTo>
                  <a:lnTo>
                    <a:pt x="800298" y="3853"/>
                  </a:lnTo>
                  <a:lnTo>
                    <a:pt x="813117" y="3605"/>
                  </a:lnTo>
                  <a:lnTo>
                    <a:pt x="825602" y="3364"/>
                  </a:lnTo>
                  <a:lnTo>
                    <a:pt x="837771" y="3128"/>
                  </a:lnTo>
                  <a:lnTo>
                    <a:pt x="849640" y="2899"/>
                  </a:lnTo>
                  <a:lnTo>
                    <a:pt x="861222" y="2675"/>
                  </a:lnTo>
                  <a:lnTo>
                    <a:pt x="872533" y="2456"/>
                  </a:lnTo>
                  <a:lnTo>
                    <a:pt x="883583" y="2242"/>
                  </a:lnTo>
                  <a:lnTo>
                    <a:pt x="894384" y="2033"/>
                  </a:lnTo>
                  <a:lnTo>
                    <a:pt x="904949" y="1829"/>
                  </a:lnTo>
                  <a:lnTo>
                    <a:pt x="915286" y="1629"/>
                  </a:lnTo>
                  <a:lnTo>
                    <a:pt x="925405" y="1433"/>
                  </a:lnTo>
                  <a:lnTo>
                    <a:pt x="935316" y="1241"/>
                  </a:lnTo>
                  <a:lnTo>
                    <a:pt x="945027" y="1053"/>
                  </a:lnTo>
                  <a:lnTo>
                    <a:pt x="954545" y="869"/>
                  </a:lnTo>
                  <a:lnTo>
                    <a:pt x="963878" y="689"/>
                  </a:lnTo>
                  <a:lnTo>
                    <a:pt x="973034" y="511"/>
                  </a:lnTo>
                  <a:lnTo>
                    <a:pt x="982019" y="338"/>
                  </a:lnTo>
                  <a:lnTo>
                    <a:pt x="990838" y="167"/>
                  </a:lnTo>
                  <a:lnTo>
                    <a:pt x="9994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65125" y="4541465"/>
              <a:ext cx="999499" cy="66934"/>
            </a:xfrm>
            <a:custGeom>
              <a:avLst/>
              <a:pathLst>
                <a:path w="999499" h="66934">
                  <a:moveTo>
                    <a:pt x="0" y="66934"/>
                  </a:moveTo>
                  <a:lnTo>
                    <a:pt x="64182" y="62635"/>
                  </a:lnTo>
                  <a:lnTo>
                    <a:pt x="120796" y="58844"/>
                  </a:lnTo>
                  <a:lnTo>
                    <a:pt x="171438" y="55453"/>
                  </a:lnTo>
                  <a:lnTo>
                    <a:pt x="217250" y="52385"/>
                  </a:lnTo>
                  <a:lnTo>
                    <a:pt x="259072" y="49584"/>
                  </a:lnTo>
                  <a:lnTo>
                    <a:pt x="297545" y="47008"/>
                  </a:lnTo>
                  <a:lnTo>
                    <a:pt x="333166" y="44622"/>
                  </a:lnTo>
                  <a:lnTo>
                    <a:pt x="366328" y="42401"/>
                  </a:lnTo>
                  <a:lnTo>
                    <a:pt x="397349" y="40324"/>
                  </a:lnTo>
                  <a:lnTo>
                    <a:pt x="426489" y="38373"/>
                  </a:lnTo>
                  <a:lnTo>
                    <a:pt x="453962" y="36533"/>
                  </a:lnTo>
                  <a:lnTo>
                    <a:pt x="479950" y="34792"/>
                  </a:lnTo>
                  <a:lnTo>
                    <a:pt x="504605" y="33141"/>
                  </a:lnTo>
                  <a:lnTo>
                    <a:pt x="528056" y="31571"/>
                  </a:lnTo>
                  <a:lnTo>
                    <a:pt x="550416" y="30073"/>
                  </a:lnTo>
                  <a:lnTo>
                    <a:pt x="571782" y="28643"/>
                  </a:lnTo>
                  <a:lnTo>
                    <a:pt x="592239" y="27273"/>
                  </a:lnTo>
                  <a:lnTo>
                    <a:pt x="611860" y="25959"/>
                  </a:lnTo>
                  <a:lnTo>
                    <a:pt x="630712" y="24696"/>
                  </a:lnTo>
                  <a:lnTo>
                    <a:pt x="648852" y="23481"/>
                  </a:lnTo>
                  <a:lnTo>
                    <a:pt x="666332" y="22311"/>
                  </a:lnTo>
                  <a:lnTo>
                    <a:pt x="683199" y="21181"/>
                  </a:lnTo>
                  <a:lnTo>
                    <a:pt x="699494" y="20090"/>
                  </a:lnTo>
                  <a:lnTo>
                    <a:pt x="715255" y="19035"/>
                  </a:lnTo>
                  <a:lnTo>
                    <a:pt x="730515" y="18013"/>
                  </a:lnTo>
                  <a:lnTo>
                    <a:pt x="745306" y="17022"/>
                  </a:lnTo>
                  <a:lnTo>
                    <a:pt x="759655" y="16061"/>
                  </a:lnTo>
                  <a:lnTo>
                    <a:pt x="773588" y="15128"/>
                  </a:lnTo>
                  <a:lnTo>
                    <a:pt x="787129" y="14221"/>
                  </a:lnTo>
                  <a:lnTo>
                    <a:pt x="800298" y="13339"/>
                  </a:lnTo>
                  <a:lnTo>
                    <a:pt x="813117" y="12481"/>
                  </a:lnTo>
                  <a:lnTo>
                    <a:pt x="825602" y="11645"/>
                  </a:lnTo>
                  <a:lnTo>
                    <a:pt x="837771" y="10830"/>
                  </a:lnTo>
                  <a:lnTo>
                    <a:pt x="849640" y="10035"/>
                  </a:lnTo>
                  <a:lnTo>
                    <a:pt x="861222" y="9260"/>
                  </a:lnTo>
                  <a:lnTo>
                    <a:pt x="872533" y="8502"/>
                  </a:lnTo>
                  <a:lnTo>
                    <a:pt x="883583" y="7762"/>
                  </a:lnTo>
                  <a:lnTo>
                    <a:pt x="894384" y="7039"/>
                  </a:lnTo>
                  <a:lnTo>
                    <a:pt x="904949" y="6331"/>
                  </a:lnTo>
                  <a:lnTo>
                    <a:pt x="915286" y="5639"/>
                  </a:lnTo>
                  <a:lnTo>
                    <a:pt x="925405" y="4961"/>
                  </a:lnTo>
                  <a:lnTo>
                    <a:pt x="935316" y="4298"/>
                  </a:lnTo>
                  <a:lnTo>
                    <a:pt x="945027" y="3647"/>
                  </a:lnTo>
                  <a:lnTo>
                    <a:pt x="954545" y="3010"/>
                  </a:lnTo>
                  <a:lnTo>
                    <a:pt x="963878" y="2385"/>
                  </a:lnTo>
                  <a:lnTo>
                    <a:pt x="973034" y="1772"/>
                  </a:lnTo>
                  <a:lnTo>
                    <a:pt x="982019" y="1170"/>
                  </a:lnTo>
                  <a:lnTo>
                    <a:pt x="990838" y="579"/>
                  </a:lnTo>
                  <a:lnTo>
                    <a:pt x="9994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65125" y="4586118"/>
              <a:ext cx="999499" cy="103168"/>
            </a:xfrm>
            <a:custGeom>
              <a:avLst/>
              <a:pathLst>
                <a:path w="999499" h="103168">
                  <a:moveTo>
                    <a:pt x="0" y="103168"/>
                  </a:moveTo>
                  <a:lnTo>
                    <a:pt x="64182" y="96543"/>
                  </a:lnTo>
                  <a:lnTo>
                    <a:pt x="120796" y="90700"/>
                  </a:lnTo>
                  <a:lnTo>
                    <a:pt x="171438" y="85472"/>
                  </a:lnTo>
                  <a:lnTo>
                    <a:pt x="217250" y="80744"/>
                  </a:lnTo>
                  <a:lnTo>
                    <a:pt x="259072" y="76427"/>
                  </a:lnTo>
                  <a:lnTo>
                    <a:pt x="297545" y="72455"/>
                  </a:lnTo>
                  <a:lnTo>
                    <a:pt x="333166" y="68779"/>
                  </a:lnTo>
                  <a:lnTo>
                    <a:pt x="366328" y="65356"/>
                  </a:lnTo>
                  <a:lnTo>
                    <a:pt x="397349" y="62154"/>
                  </a:lnTo>
                  <a:lnTo>
                    <a:pt x="426489" y="59146"/>
                  </a:lnTo>
                  <a:lnTo>
                    <a:pt x="453962" y="56310"/>
                  </a:lnTo>
                  <a:lnTo>
                    <a:pt x="479950" y="53628"/>
                  </a:lnTo>
                  <a:lnTo>
                    <a:pt x="504605" y="51083"/>
                  </a:lnTo>
                  <a:lnTo>
                    <a:pt x="528056" y="48662"/>
                  </a:lnTo>
                  <a:lnTo>
                    <a:pt x="550416" y="46354"/>
                  </a:lnTo>
                  <a:lnTo>
                    <a:pt x="571782" y="44149"/>
                  </a:lnTo>
                  <a:lnTo>
                    <a:pt x="592239" y="42037"/>
                  </a:lnTo>
                  <a:lnTo>
                    <a:pt x="611860" y="40012"/>
                  </a:lnTo>
                  <a:lnTo>
                    <a:pt x="630712" y="38066"/>
                  </a:lnTo>
                  <a:lnTo>
                    <a:pt x="648852" y="36193"/>
                  </a:lnTo>
                  <a:lnTo>
                    <a:pt x="666332" y="34389"/>
                  </a:lnTo>
                  <a:lnTo>
                    <a:pt x="683199" y="32648"/>
                  </a:lnTo>
                  <a:lnTo>
                    <a:pt x="699494" y="30966"/>
                  </a:lnTo>
                  <a:lnTo>
                    <a:pt x="715255" y="29339"/>
                  </a:lnTo>
                  <a:lnTo>
                    <a:pt x="730515" y="27764"/>
                  </a:lnTo>
                  <a:lnTo>
                    <a:pt x="745306" y="26237"/>
                  </a:lnTo>
                  <a:lnTo>
                    <a:pt x="759655" y="24756"/>
                  </a:lnTo>
                  <a:lnTo>
                    <a:pt x="773588" y="23318"/>
                  </a:lnTo>
                  <a:lnTo>
                    <a:pt x="787129" y="21920"/>
                  </a:lnTo>
                  <a:lnTo>
                    <a:pt x="800298" y="20561"/>
                  </a:lnTo>
                  <a:lnTo>
                    <a:pt x="813117" y="19238"/>
                  </a:lnTo>
                  <a:lnTo>
                    <a:pt x="825602" y="17949"/>
                  </a:lnTo>
                  <a:lnTo>
                    <a:pt x="837771" y="16693"/>
                  </a:lnTo>
                  <a:lnTo>
                    <a:pt x="849640" y="15468"/>
                  </a:lnTo>
                  <a:lnTo>
                    <a:pt x="861222" y="14272"/>
                  </a:lnTo>
                  <a:lnTo>
                    <a:pt x="872533" y="13105"/>
                  </a:lnTo>
                  <a:lnTo>
                    <a:pt x="883583" y="11964"/>
                  </a:lnTo>
                  <a:lnTo>
                    <a:pt x="894384" y="10849"/>
                  </a:lnTo>
                  <a:lnTo>
                    <a:pt x="904949" y="9759"/>
                  </a:lnTo>
                  <a:lnTo>
                    <a:pt x="915286" y="8692"/>
                  </a:lnTo>
                  <a:lnTo>
                    <a:pt x="925405" y="7647"/>
                  </a:lnTo>
                  <a:lnTo>
                    <a:pt x="935316" y="6624"/>
                  </a:lnTo>
                  <a:lnTo>
                    <a:pt x="945027" y="5622"/>
                  </a:lnTo>
                  <a:lnTo>
                    <a:pt x="954545" y="4640"/>
                  </a:lnTo>
                  <a:lnTo>
                    <a:pt x="963878" y="3676"/>
                  </a:lnTo>
                  <a:lnTo>
                    <a:pt x="973034" y="2731"/>
                  </a:lnTo>
                  <a:lnTo>
                    <a:pt x="982019" y="1804"/>
                  </a:lnTo>
                  <a:lnTo>
                    <a:pt x="990838" y="893"/>
                  </a:lnTo>
                  <a:lnTo>
                    <a:pt x="9994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65125" y="4495829"/>
              <a:ext cx="999499" cy="81200"/>
            </a:xfrm>
            <a:custGeom>
              <a:avLst/>
              <a:pathLst>
                <a:path w="999499" h="81200">
                  <a:moveTo>
                    <a:pt x="0" y="0"/>
                  </a:moveTo>
                  <a:lnTo>
                    <a:pt x="64182" y="5214"/>
                  </a:lnTo>
                  <a:lnTo>
                    <a:pt x="120796" y="9813"/>
                  </a:lnTo>
                  <a:lnTo>
                    <a:pt x="171438" y="13927"/>
                  </a:lnTo>
                  <a:lnTo>
                    <a:pt x="217250" y="17649"/>
                  </a:lnTo>
                  <a:lnTo>
                    <a:pt x="259072" y="21047"/>
                  </a:lnTo>
                  <a:lnTo>
                    <a:pt x="297545" y="24173"/>
                  </a:lnTo>
                  <a:lnTo>
                    <a:pt x="333166" y="27066"/>
                  </a:lnTo>
                  <a:lnTo>
                    <a:pt x="366328" y="29761"/>
                  </a:lnTo>
                  <a:lnTo>
                    <a:pt x="397349" y="32281"/>
                  </a:lnTo>
                  <a:lnTo>
                    <a:pt x="426489" y="34648"/>
                  </a:lnTo>
                  <a:lnTo>
                    <a:pt x="453962" y="36880"/>
                  </a:lnTo>
                  <a:lnTo>
                    <a:pt x="479950" y="38991"/>
                  </a:lnTo>
                  <a:lnTo>
                    <a:pt x="504605" y="40994"/>
                  </a:lnTo>
                  <a:lnTo>
                    <a:pt x="528056" y="42900"/>
                  </a:lnTo>
                  <a:lnTo>
                    <a:pt x="550416" y="44716"/>
                  </a:lnTo>
                  <a:lnTo>
                    <a:pt x="571782" y="46452"/>
                  </a:lnTo>
                  <a:lnTo>
                    <a:pt x="592239" y="48114"/>
                  </a:lnTo>
                  <a:lnTo>
                    <a:pt x="611860" y="49708"/>
                  </a:lnTo>
                  <a:lnTo>
                    <a:pt x="630712" y="51239"/>
                  </a:lnTo>
                  <a:lnTo>
                    <a:pt x="648852" y="52713"/>
                  </a:lnTo>
                  <a:lnTo>
                    <a:pt x="666332" y="54133"/>
                  </a:lnTo>
                  <a:lnTo>
                    <a:pt x="683199" y="55504"/>
                  </a:lnTo>
                  <a:lnTo>
                    <a:pt x="699494" y="56827"/>
                  </a:lnTo>
                  <a:lnTo>
                    <a:pt x="715255" y="58108"/>
                  </a:lnTo>
                  <a:lnTo>
                    <a:pt x="730515" y="59348"/>
                  </a:lnTo>
                  <a:lnTo>
                    <a:pt x="745306" y="60549"/>
                  </a:lnTo>
                  <a:lnTo>
                    <a:pt x="759655" y="61715"/>
                  </a:lnTo>
                  <a:lnTo>
                    <a:pt x="773588" y="62847"/>
                  </a:lnTo>
                  <a:lnTo>
                    <a:pt x="787129" y="63947"/>
                  </a:lnTo>
                  <a:lnTo>
                    <a:pt x="800298" y="65017"/>
                  </a:lnTo>
                  <a:lnTo>
                    <a:pt x="813117" y="66058"/>
                  </a:lnTo>
                  <a:lnTo>
                    <a:pt x="825602" y="67073"/>
                  </a:lnTo>
                  <a:lnTo>
                    <a:pt x="837771" y="68061"/>
                  </a:lnTo>
                  <a:lnTo>
                    <a:pt x="849640" y="69025"/>
                  </a:lnTo>
                  <a:lnTo>
                    <a:pt x="861222" y="69966"/>
                  </a:lnTo>
                  <a:lnTo>
                    <a:pt x="872533" y="70885"/>
                  </a:lnTo>
                  <a:lnTo>
                    <a:pt x="883583" y="71783"/>
                  </a:lnTo>
                  <a:lnTo>
                    <a:pt x="894384" y="72661"/>
                  </a:lnTo>
                  <a:lnTo>
                    <a:pt x="904949" y="73519"/>
                  </a:lnTo>
                  <a:lnTo>
                    <a:pt x="915286" y="74359"/>
                  </a:lnTo>
                  <a:lnTo>
                    <a:pt x="925405" y="75181"/>
                  </a:lnTo>
                  <a:lnTo>
                    <a:pt x="935316" y="75986"/>
                  </a:lnTo>
                  <a:lnTo>
                    <a:pt x="945027" y="76775"/>
                  </a:lnTo>
                  <a:lnTo>
                    <a:pt x="954545" y="77548"/>
                  </a:lnTo>
                  <a:lnTo>
                    <a:pt x="963878" y="78306"/>
                  </a:lnTo>
                  <a:lnTo>
                    <a:pt x="973034" y="79050"/>
                  </a:lnTo>
                  <a:lnTo>
                    <a:pt x="982019" y="79780"/>
                  </a:lnTo>
                  <a:lnTo>
                    <a:pt x="990838" y="80497"/>
                  </a:lnTo>
                  <a:lnTo>
                    <a:pt x="999499" y="8120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65125" y="4503749"/>
              <a:ext cx="999499" cy="183671"/>
            </a:xfrm>
            <a:custGeom>
              <a:avLst/>
              <a:pathLst>
                <a:path w="999499" h="183671">
                  <a:moveTo>
                    <a:pt x="0" y="0"/>
                  </a:moveTo>
                  <a:lnTo>
                    <a:pt x="64182" y="11794"/>
                  </a:lnTo>
                  <a:lnTo>
                    <a:pt x="120796" y="22197"/>
                  </a:lnTo>
                  <a:lnTo>
                    <a:pt x="171438" y="31504"/>
                  </a:lnTo>
                  <a:lnTo>
                    <a:pt x="217250" y="39922"/>
                  </a:lnTo>
                  <a:lnTo>
                    <a:pt x="259072" y="47608"/>
                  </a:lnTo>
                  <a:lnTo>
                    <a:pt x="297545" y="54677"/>
                  </a:lnTo>
                  <a:lnTo>
                    <a:pt x="333166" y="61223"/>
                  </a:lnTo>
                  <a:lnTo>
                    <a:pt x="366328" y="67317"/>
                  </a:lnTo>
                  <a:lnTo>
                    <a:pt x="397349" y="73018"/>
                  </a:lnTo>
                  <a:lnTo>
                    <a:pt x="426489" y="78372"/>
                  </a:lnTo>
                  <a:lnTo>
                    <a:pt x="453962" y="83421"/>
                  </a:lnTo>
                  <a:lnTo>
                    <a:pt x="479950" y="88197"/>
                  </a:lnTo>
                  <a:lnTo>
                    <a:pt x="504605" y="92727"/>
                  </a:lnTo>
                  <a:lnTo>
                    <a:pt x="528056" y="97037"/>
                  </a:lnTo>
                  <a:lnTo>
                    <a:pt x="550416" y="101146"/>
                  </a:lnTo>
                  <a:lnTo>
                    <a:pt x="571782" y="105072"/>
                  </a:lnTo>
                  <a:lnTo>
                    <a:pt x="592239" y="108831"/>
                  </a:lnTo>
                  <a:lnTo>
                    <a:pt x="611860" y="112437"/>
                  </a:lnTo>
                  <a:lnTo>
                    <a:pt x="630712" y="115901"/>
                  </a:lnTo>
                  <a:lnTo>
                    <a:pt x="648852" y="119235"/>
                  </a:lnTo>
                  <a:lnTo>
                    <a:pt x="666332" y="122447"/>
                  </a:lnTo>
                  <a:lnTo>
                    <a:pt x="683199" y="125546"/>
                  </a:lnTo>
                  <a:lnTo>
                    <a:pt x="699494" y="128541"/>
                  </a:lnTo>
                  <a:lnTo>
                    <a:pt x="715255" y="131437"/>
                  </a:lnTo>
                  <a:lnTo>
                    <a:pt x="730515" y="134241"/>
                  </a:lnTo>
                  <a:lnTo>
                    <a:pt x="745306" y="136959"/>
                  </a:lnTo>
                  <a:lnTo>
                    <a:pt x="759655" y="139596"/>
                  </a:lnTo>
                  <a:lnTo>
                    <a:pt x="773588" y="142157"/>
                  </a:lnTo>
                  <a:lnTo>
                    <a:pt x="787129" y="144645"/>
                  </a:lnTo>
                  <a:lnTo>
                    <a:pt x="800298" y="147065"/>
                  </a:lnTo>
                  <a:lnTo>
                    <a:pt x="813117" y="149420"/>
                  </a:lnTo>
                  <a:lnTo>
                    <a:pt x="825602" y="151715"/>
                  </a:lnTo>
                  <a:lnTo>
                    <a:pt x="837771" y="153951"/>
                  </a:lnTo>
                  <a:lnTo>
                    <a:pt x="849640" y="156132"/>
                  </a:lnTo>
                  <a:lnTo>
                    <a:pt x="861222" y="158260"/>
                  </a:lnTo>
                  <a:lnTo>
                    <a:pt x="872533" y="160339"/>
                  </a:lnTo>
                  <a:lnTo>
                    <a:pt x="883583" y="162369"/>
                  </a:lnTo>
                  <a:lnTo>
                    <a:pt x="894384" y="164354"/>
                  </a:lnTo>
                  <a:lnTo>
                    <a:pt x="904949" y="166296"/>
                  </a:lnTo>
                  <a:lnTo>
                    <a:pt x="915286" y="168195"/>
                  </a:lnTo>
                  <a:lnTo>
                    <a:pt x="925405" y="170055"/>
                  </a:lnTo>
                  <a:lnTo>
                    <a:pt x="935316" y="171876"/>
                  </a:lnTo>
                  <a:lnTo>
                    <a:pt x="945027" y="173661"/>
                  </a:lnTo>
                  <a:lnTo>
                    <a:pt x="954545" y="175410"/>
                  </a:lnTo>
                  <a:lnTo>
                    <a:pt x="963878" y="177125"/>
                  </a:lnTo>
                  <a:lnTo>
                    <a:pt x="973034" y="178807"/>
                  </a:lnTo>
                  <a:lnTo>
                    <a:pt x="982019" y="180458"/>
                  </a:lnTo>
                  <a:lnTo>
                    <a:pt x="990838" y="182079"/>
                  </a:lnTo>
                  <a:lnTo>
                    <a:pt x="999499" y="18367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65125" y="4604979"/>
              <a:ext cx="999499" cy="162683"/>
            </a:xfrm>
            <a:custGeom>
              <a:avLst/>
              <a:pathLst>
                <a:path w="999499" h="162683">
                  <a:moveTo>
                    <a:pt x="0" y="0"/>
                  </a:moveTo>
                  <a:lnTo>
                    <a:pt x="64182" y="10446"/>
                  </a:lnTo>
                  <a:lnTo>
                    <a:pt x="120796" y="19661"/>
                  </a:lnTo>
                  <a:lnTo>
                    <a:pt x="171438" y="27904"/>
                  </a:lnTo>
                  <a:lnTo>
                    <a:pt x="217250" y="35360"/>
                  </a:lnTo>
                  <a:lnTo>
                    <a:pt x="259072" y="42168"/>
                  </a:lnTo>
                  <a:lnTo>
                    <a:pt x="297545" y="48430"/>
                  </a:lnTo>
                  <a:lnTo>
                    <a:pt x="333166" y="54227"/>
                  </a:lnTo>
                  <a:lnTo>
                    <a:pt x="366328" y="59625"/>
                  </a:lnTo>
                  <a:lnTo>
                    <a:pt x="397349" y="64674"/>
                  </a:lnTo>
                  <a:lnTo>
                    <a:pt x="426489" y="69417"/>
                  </a:lnTo>
                  <a:lnTo>
                    <a:pt x="453962" y="73889"/>
                  </a:lnTo>
                  <a:lnTo>
                    <a:pt x="479950" y="78119"/>
                  </a:lnTo>
                  <a:lnTo>
                    <a:pt x="504605" y="82132"/>
                  </a:lnTo>
                  <a:lnTo>
                    <a:pt x="528056" y="85949"/>
                  </a:lnTo>
                  <a:lnTo>
                    <a:pt x="550416" y="89588"/>
                  </a:lnTo>
                  <a:lnTo>
                    <a:pt x="571782" y="93066"/>
                  </a:lnTo>
                  <a:lnTo>
                    <a:pt x="592239" y="96395"/>
                  </a:lnTo>
                  <a:lnTo>
                    <a:pt x="611860" y="99589"/>
                  </a:lnTo>
                  <a:lnTo>
                    <a:pt x="630712" y="102657"/>
                  </a:lnTo>
                  <a:lnTo>
                    <a:pt x="648852" y="105610"/>
                  </a:lnTo>
                  <a:lnTo>
                    <a:pt x="666332" y="108455"/>
                  </a:lnTo>
                  <a:lnTo>
                    <a:pt x="683199" y="111201"/>
                  </a:lnTo>
                  <a:lnTo>
                    <a:pt x="699494" y="113853"/>
                  </a:lnTo>
                  <a:lnTo>
                    <a:pt x="715255" y="116418"/>
                  </a:lnTo>
                  <a:lnTo>
                    <a:pt x="730515" y="118902"/>
                  </a:lnTo>
                  <a:lnTo>
                    <a:pt x="745306" y="121309"/>
                  </a:lnTo>
                  <a:lnTo>
                    <a:pt x="759655" y="123645"/>
                  </a:lnTo>
                  <a:lnTo>
                    <a:pt x="773588" y="125913"/>
                  </a:lnTo>
                  <a:lnTo>
                    <a:pt x="787129" y="128117"/>
                  </a:lnTo>
                  <a:lnTo>
                    <a:pt x="800298" y="130260"/>
                  </a:lnTo>
                  <a:lnTo>
                    <a:pt x="813117" y="132347"/>
                  </a:lnTo>
                  <a:lnTo>
                    <a:pt x="825602" y="134379"/>
                  </a:lnTo>
                  <a:lnTo>
                    <a:pt x="837771" y="136359"/>
                  </a:lnTo>
                  <a:lnTo>
                    <a:pt x="849640" y="138291"/>
                  </a:lnTo>
                  <a:lnTo>
                    <a:pt x="861222" y="140177"/>
                  </a:lnTo>
                  <a:lnTo>
                    <a:pt x="872533" y="142017"/>
                  </a:lnTo>
                  <a:lnTo>
                    <a:pt x="883583" y="143816"/>
                  </a:lnTo>
                  <a:lnTo>
                    <a:pt x="894384" y="145574"/>
                  </a:lnTo>
                  <a:lnTo>
                    <a:pt x="904949" y="147294"/>
                  </a:lnTo>
                  <a:lnTo>
                    <a:pt x="915286" y="148976"/>
                  </a:lnTo>
                  <a:lnTo>
                    <a:pt x="925405" y="150623"/>
                  </a:lnTo>
                  <a:lnTo>
                    <a:pt x="935316" y="152236"/>
                  </a:lnTo>
                  <a:lnTo>
                    <a:pt x="945027" y="153817"/>
                  </a:lnTo>
                  <a:lnTo>
                    <a:pt x="954545" y="155366"/>
                  </a:lnTo>
                  <a:lnTo>
                    <a:pt x="963878" y="156885"/>
                  </a:lnTo>
                  <a:lnTo>
                    <a:pt x="973034" y="158376"/>
                  </a:lnTo>
                  <a:lnTo>
                    <a:pt x="982019" y="159838"/>
                  </a:lnTo>
                  <a:lnTo>
                    <a:pt x="990838" y="161273"/>
                  </a:lnTo>
                  <a:lnTo>
                    <a:pt x="999499" y="16268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5765125" y="4589786"/>
              <a:ext cx="999499" cy="68220"/>
            </a:xfrm>
            <a:custGeom>
              <a:avLst/>
              <a:pathLst>
                <a:path w="999499" h="68220">
                  <a:moveTo>
                    <a:pt x="0" y="0"/>
                  </a:moveTo>
                  <a:lnTo>
                    <a:pt x="64182" y="4380"/>
                  </a:lnTo>
                  <a:lnTo>
                    <a:pt x="120796" y="8244"/>
                  </a:lnTo>
                  <a:lnTo>
                    <a:pt x="171438" y="11701"/>
                  </a:lnTo>
                  <a:lnTo>
                    <a:pt x="217250" y="14828"/>
                  </a:lnTo>
                  <a:lnTo>
                    <a:pt x="259072" y="17682"/>
                  </a:lnTo>
                  <a:lnTo>
                    <a:pt x="297545" y="20308"/>
                  </a:lnTo>
                  <a:lnTo>
                    <a:pt x="333166" y="22740"/>
                  </a:lnTo>
                  <a:lnTo>
                    <a:pt x="366328" y="25003"/>
                  </a:lnTo>
                  <a:lnTo>
                    <a:pt x="397349" y="27121"/>
                  </a:lnTo>
                  <a:lnTo>
                    <a:pt x="426489" y="29109"/>
                  </a:lnTo>
                  <a:lnTo>
                    <a:pt x="453962" y="30985"/>
                  </a:lnTo>
                  <a:lnTo>
                    <a:pt x="479950" y="32758"/>
                  </a:lnTo>
                  <a:lnTo>
                    <a:pt x="504605" y="34441"/>
                  </a:lnTo>
                  <a:lnTo>
                    <a:pt x="528056" y="36042"/>
                  </a:lnTo>
                  <a:lnTo>
                    <a:pt x="550416" y="37568"/>
                  </a:lnTo>
                  <a:lnTo>
                    <a:pt x="571782" y="39026"/>
                  </a:lnTo>
                  <a:lnTo>
                    <a:pt x="592239" y="40423"/>
                  </a:lnTo>
                  <a:lnTo>
                    <a:pt x="611860" y="41762"/>
                  </a:lnTo>
                  <a:lnTo>
                    <a:pt x="630712" y="43049"/>
                  </a:lnTo>
                  <a:lnTo>
                    <a:pt x="648852" y="44287"/>
                  </a:lnTo>
                  <a:lnTo>
                    <a:pt x="666332" y="45480"/>
                  </a:lnTo>
                  <a:lnTo>
                    <a:pt x="683199" y="46631"/>
                  </a:lnTo>
                  <a:lnTo>
                    <a:pt x="699494" y="47743"/>
                  </a:lnTo>
                  <a:lnTo>
                    <a:pt x="715255" y="48819"/>
                  </a:lnTo>
                  <a:lnTo>
                    <a:pt x="730515" y="49861"/>
                  </a:lnTo>
                  <a:lnTo>
                    <a:pt x="745306" y="50870"/>
                  </a:lnTo>
                  <a:lnTo>
                    <a:pt x="759655" y="51850"/>
                  </a:lnTo>
                  <a:lnTo>
                    <a:pt x="773588" y="52801"/>
                  </a:lnTo>
                  <a:lnTo>
                    <a:pt x="787129" y="53725"/>
                  </a:lnTo>
                  <a:lnTo>
                    <a:pt x="800298" y="54624"/>
                  </a:lnTo>
                  <a:lnTo>
                    <a:pt x="813117" y="55499"/>
                  </a:lnTo>
                  <a:lnTo>
                    <a:pt x="825602" y="56351"/>
                  </a:lnTo>
                  <a:lnTo>
                    <a:pt x="837771" y="57181"/>
                  </a:lnTo>
                  <a:lnTo>
                    <a:pt x="849640" y="57992"/>
                  </a:lnTo>
                  <a:lnTo>
                    <a:pt x="861222" y="58782"/>
                  </a:lnTo>
                  <a:lnTo>
                    <a:pt x="872533" y="59554"/>
                  </a:lnTo>
                  <a:lnTo>
                    <a:pt x="883583" y="60308"/>
                  </a:lnTo>
                  <a:lnTo>
                    <a:pt x="894384" y="61046"/>
                  </a:lnTo>
                  <a:lnTo>
                    <a:pt x="904949" y="61767"/>
                  </a:lnTo>
                  <a:lnTo>
                    <a:pt x="915286" y="62472"/>
                  </a:lnTo>
                  <a:lnTo>
                    <a:pt x="925405" y="63163"/>
                  </a:lnTo>
                  <a:lnTo>
                    <a:pt x="935316" y="63839"/>
                  </a:lnTo>
                  <a:lnTo>
                    <a:pt x="945027" y="64502"/>
                  </a:lnTo>
                  <a:lnTo>
                    <a:pt x="954545" y="65152"/>
                  </a:lnTo>
                  <a:lnTo>
                    <a:pt x="963878" y="65789"/>
                  </a:lnTo>
                  <a:lnTo>
                    <a:pt x="973034" y="66414"/>
                  </a:lnTo>
                  <a:lnTo>
                    <a:pt x="982019" y="67027"/>
                  </a:lnTo>
                  <a:lnTo>
                    <a:pt x="990838" y="67629"/>
                  </a:lnTo>
                  <a:lnTo>
                    <a:pt x="999499" y="6822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765125" y="4648710"/>
              <a:ext cx="999499" cy="14211"/>
            </a:xfrm>
            <a:custGeom>
              <a:avLst/>
              <a:pathLst>
                <a:path w="999499" h="14211">
                  <a:moveTo>
                    <a:pt x="0" y="0"/>
                  </a:moveTo>
                  <a:lnTo>
                    <a:pt x="64182" y="912"/>
                  </a:lnTo>
                  <a:lnTo>
                    <a:pt x="120796" y="1717"/>
                  </a:lnTo>
                  <a:lnTo>
                    <a:pt x="171438" y="2437"/>
                  </a:lnTo>
                  <a:lnTo>
                    <a:pt x="217250" y="3088"/>
                  </a:lnTo>
                  <a:lnTo>
                    <a:pt x="259072" y="3683"/>
                  </a:lnTo>
                  <a:lnTo>
                    <a:pt x="297545" y="4230"/>
                  </a:lnTo>
                  <a:lnTo>
                    <a:pt x="333166" y="4737"/>
                  </a:lnTo>
                  <a:lnTo>
                    <a:pt x="366328" y="5208"/>
                  </a:lnTo>
                  <a:lnTo>
                    <a:pt x="397349" y="5649"/>
                  </a:lnTo>
                  <a:lnTo>
                    <a:pt x="426489" y="6064"/>
                  </a:lnTo>
                  <a:lnTo>
                    <a:pt x="453962" y="6454"/>
                  </a:lnTo>
                  <a:lnTo>
                    <a:pt x="479950" y="6824"/>
                  </a:lnTo>
                  <a:lnTo>
                    <a:pt x="504605" y="7174"/>
                  </a:lnTo>
                  <a:lnTo>
                    <a:pt x="528056" y="7508"/>
                  </a:lnTo>
                  <a:lnTo>
                    <a:pt x="550416" y="7826"/>
                  </a:lnTo>
                  <a:lnTo>
                    <a:pt x="571782" y="8129"/>
                  </a:lnTo>
                  <a:lnTo>
                    <a:pt x="592239" y="8420"/>
                  </a:lnTo>
                  <a:lnTo>
                    <a:pt x="611860" y="8699"/>
                  </a:lnTo>
                  <a:lnTo>
                    <a:pt x="630712" y="8967"/>
                  </a:lnTo>
                  <a:lnTo>
                    <a:pt x="648852" y="9225"/>
                  </a:lnTo>
                  <a:lnTo>
                    <a:pt x="666332" y="9474"/>
                  </a:lnTo>
                  <a:lnTo>
                    <a:pt x="683199" y="9714"/>
                  </a:lnTo>
                  <a:lnTo>
                    <a:pt x="699494" y="9945"/>
                  </a:lnTo>
                  <a:lnTo>
                    <a:pt x="715255" y="10169"/>
                  </a:lnTo>
                  <a:lnTo>
                    <a:pt x="730515" y="10386"/>
                  </a:lnTo>
                  <a:lnTo>
                    <a:pt x="745306" y="10597"/>
                  </a:lnTo>
                  <a:lnTo>
                    <a:pt x="759655" y="10801"/>
                  </a:lnTo>
                  <a:lnTo>
                    <a:pt x="773588" y="10999"/>
                  </a:lnTo>
                  <a:lnTo>
                    <a:pt x="787129" y="11191"/>
                  </a:lnTo>
                  <a:lnTo>
                    <a:pt x="800298" y="11379"/>
                  </a:lnTo>
                  <a:lnTo>
                    <a:pt x="813117" y="11561"/>
                  </a:lnTo>
                  <a:lnTo>
                    <a:pt x="825602" y="11738"/>
                  </a:lnTo>
                  <a:lnTo>
                    <a:pt x="837771" y="11911"/>
                  </a:lnTo>
                  <a:lnTo>
                    <a:pt x="849640" y="12080"/>
                  </a:lnTo>
                  <a:lnTo>
                    <a:pt x="861222" y="12245"/>
                  </a:lnTo>
                  <a:lnTo>
                    <a:pt x="872533" y="12406"/>
                  </a:lnTo>
                  <a:lnTo>
                    <a:pt x="883583" y="12563"/>
                  </a:lnTo>
                  <a:lnTo>
                    <a:pt x="894384" y="12716"/>
                  </a:lnTo>
                  <a:lnTo>
                    <a:pt x="904949" y="12867"/>
                  </a:lnTo>
                  <a:lnTo>
                    <a:pt x="915286" y="13014"/>
                  </a:lnTo>
                  <a:lnTo>
                    <a:pt x="925405" y="13157"/>
                  </a:lnTo>
                  <a:lnTo>
                    <a:pt x="935316" y="13298"/>
                  </a:lnTo>
                  <a:lnTo>
                    <a:pt x="945027" y="13436"/>
                  </a:lnTo>
                  <a:lnTo>
                    <a:pt x="954545" y="13572"/>
                  </a:lnTo>
                  <a:lnTo>
                    <a:pt x="963878" y="13704"/>
                  </a:lnTo>
                  <a:lnTo>
                    <a:pt x="973034" y="13835"/>
                  </a:lnTo>
                  <a:lnTo>
                    <a:pt x="982019" y="13962"/>
                  </a:lnTo>
                  <a:lnTo>
                    <a:pt x="990838" y="14088"/>
                  </a:lnTo>
                  <a:lnTo>
                    <a:pt x="999499" y="1421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91153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62685" y="46386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62685" y="43428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662685" y="40469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5691153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576512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098292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643145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676462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573687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070037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40320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673637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5982307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5691153" y="3767799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259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3905716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3040259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3102186" y="5475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3058259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3040259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3102186" y="5712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3058259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3492140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3554067" y="5475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3510140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3492140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3554067" y="5712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510140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393835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4000279" y="5475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956352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393835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4000279" y="5712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3956352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4373317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35244" y="5475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4391317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4373317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435244" y="5712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4391317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4819529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881456" y="5475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4837529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4819529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881456" y="5712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4837529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3277195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277195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3729077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3729077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17528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175289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4610254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4610254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5056466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5056466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2026-07-20T11:03:50Z</dcterms:modified>
  <cp:category/>
</cp:coreProperties>
</file>