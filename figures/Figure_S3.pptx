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19999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91264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22106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52947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26189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91264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22106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00020"/>
              <a:ext cx="1726253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91264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22106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52947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97064" y="198685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73373" y="179992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84250" y="189025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15444" y="161784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10315" y="227486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73181" y="187218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92844" y="208919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89152" y="19593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76023" y="174752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09114" y="189685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64000" y="17850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80058" y="167320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63502" y="166599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91514" y="192637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52111" y="186949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84675" y="173731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78383" y="183856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78352" y="203401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60752" y="196591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98274" y="162833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48184" y="165646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73543" y="190203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79847" y="196215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94687" y="209510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93935" y="19533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62709" y="179963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73173" y="194773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51793" y="181492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44541" y="178993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74699" y="182527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56582" y="198061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57110" y="169319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51207" y="181484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54468" y="183469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66525" y="187604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52465" y="18161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45949" y="193655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35645" y="152250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22517" y="159977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36171" y="156688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38569" y="15259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64842" y="17930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24589" y="175125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57082" y="165668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51647" y="196884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56153" y="18443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47884" y="179104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33962" y="171482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542626" y="165439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21637" y="170529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535478" y="191920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508994" y="17289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531924" y="188504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551915" y="197961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527517" y="179658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10085" y="178527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24961" y="172491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506335" y="187836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523495" y="17432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53172" y="129267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543991" y="189369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31797" y="13809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506632" y="181313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536426" y="155507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504533" y="152030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99618" y="153582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514683" y="186898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03822" y="170207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538094" y="18417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527299" y="176104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520717" y="14227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502753" y="12098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23246" y="1818569"/>
              <a:ext cx="1131761" cy="143443"/>
            </a:xfrm>
            <a:custGeom>
              <a:avLst/>
              <a:pathLst>
                <a:path w="1131761" h="143443">
                  <a:moveTo>
                    <a:pt x="0" y="143443"/>
                  </a:moveTo>
                  <a:lnTo>
                    <a:pt x="72676" y="134232"/>
                  </a:lnTo>
                  <a:lnTo>
                    <a:pt x="136781" y="126107"/>
                  </a:lnTo>
                  <a:lnTo>
                    <a:pt x="194124" y="118839"/>
                  </a:lnTo>
                  <a:lnTo>
                    <a:pt x="245998" y="112264"/>
                  </a:lnTo>
                  <a:lnTo>
                    <a:pt x="293355" y="106262"/>
                  </a:lnTo>
                  <a:lnTo>
                    <a:pt x="336919" y="100740"/>
                  </a:lnTo>
                  <a:lnTo>
                    <a:pt x="377253" y="95628"/>
                  </a:lnTo>
                  <a:lnTo>
                    <a:pt x="414804" y="90869"/>
                  </a:lnTo>
                  <a:lnTo>
                    <a:pt x="449930" y="86417"/>
                  </a:lnTo>
                  <a:lnTo>
                    <a:pt x="482925" y="82235"/>
                  </a:lnTo>
                  <a:lnTo>
                    <a:pt x="514034" y="78292"/>
                  </a:lnTo>
                  <a:lnTo>
                    <a:pt x="543461" y="74563"/>
                  </a:lnTo>
                  <a:lnTo>
                    <a:pt x="571378" y="71024"/>
                  </a:lnTo>
                  <a:lnTo>
                    <a:pt x="597933" y="67659"/>
                  </a:lnTo>
                  <a:lnTo>
                    <a:pt x="623252" y="64450"/>
                  </a:lnTo>
                  <a:lnTo>
                    <a:pt x="647445" y="61383"/>
                  </a:lnTo>
                  <a:lnTo>
                    <a:pt x="670609" y="58448"/>
                  </a:lnTo>
                  <a:lnTo>
                    <a:pt x="692827" y="55632"/>
                  </a:lnTo>
                  <a:lnTo>
                    <a:pt x="714173" y="52926"/>
                  </a:lnTo>
                  <a:lnTo>
                    <a:pt x="734714" y="50323"/>
                  </a:lnTo>
                  <a:lnTo>
                    <a:pt x="754507" y="47814"/>
                  </a:lnTo>
                  <a:lnTo>
                    <a:pt x="773606" y="45393"/>
                  </a:lnTo>
                  <a:lnTo>
                    <a:pt x="792058" y="43055"/>
                  </a:lnTo>
                  <a:lnTo>
                    <a:pt x="809904" y="40793"/>
                  </a:lnTo>
                  <a:lnTo>
                    <a:pt x="827184" y="38603"/>
                  </a:lnTo>
                  <a:lnTo>
                    <a:pt x="843931" y="36480"/>
                  </a:lnTo>
                  <a:lnTo>
                    <a:pt x="860179" y="34421"/>
                  </a:lnTo>
                  <a:lnTo>
                    <a:pt x="875956" y="32421"/>
                  </a:lnTo>
                  <a:lnTo>
                    <a:pt x="891288" y="30478"/>
                  </a:lnTo>
                  <a:lnTo>
                    <a:pt x="906201" y="28588"/>
                  </a:lnTo>
                  <a:lnTo>
                    <a:pt x="920715" y="26748"/>
                  </a:lnTo>
                  <a:lnTo>
                    <a:pt x="934853" y="24956"/>
                  </a:lnTo>
                  <a:lnTo>
                    <a:pt x="948632" y="23210"/>
                  </a:lnTo>
                  <a:lnTo>
                    <a:pt x="962071" y="21507"/>
                  </a:lnTo>
                  <a:lnTo>
                    <a:pt x="975187" y="19844"/>
                  </a:lnTo>
                  <a:lnTo>
                    <a:pt x="987994" y="18221"/>
                  </a:lnTo>
                  <a:lnTo>
                    <a:pt x="1000506" y="16635"/>
                  </a:lnTo>
                  <a:lnTo>
                    <a:pt x="1012737" y="15085"/>
                  </a:lnTo>
                  <a:lnTo>
                    <a:pt x="1024699" y="13569"/>
                  </a:lnTo>
                  <a:lnTo>
                    <a:pt x="1036404" y="12085"/>
                  </a:lnTo>
                  <a:lnTo>
                    <a:pt x="1047863" y="10633"/>
                  </a:lnTo>
                  <a:lnTo>
                    <a:pt x="1059085" y="9211"/>
                  </a:lnTo>
                  <a:lnTo>
                    <a:pt x="1070081" y="7817"/>
                  </a:lnTo>
                  <a:lnTo>
                    <a:pt x="1080859" y="6451"/>
                  </a:lnTo>
                  <a:lnTo>
                    <a:pt x="1091427" y="5112"/>
                  </a:lnTo>
                  <a:lnTo>
                    <a:pt x="1101794" y="3798"/>
                  </a:lnTo>
                  <a:lnTo>
                    <a:pt x="1111968" y="2508"/>
                  </a:lnTo>
                  <a:lnTo>
                    <a:pt x="1121955" y="1242"/>
                  </a:lnTo>
                  <a:lnTo>
                    <a:pt x="113176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23246" y="1544270"/>
              <a:ext cx="1131761" cy="317472"/>
            </a:xfrm>
            <a:custGeom>
              <a:avLst/>
              <a:pathLst>
                <a:path w="1131761" h="317472">
                  <a:moveTo>
                    <a:pt x="0" y="317472"/>
                  </a:moveTo>
                  <a:lnTo>
                    <a:pt x="72676" y="297085"/>
                  </a:lnTo>
                  <a:lnTo>
                    <a:pt x="136781" y="279103"/>
                  </a:lnTo>
                  <a:lnTo>
                    <a:pt x="194124" y="263017"/>
                  </a:lnTo>
                  <a:lnTo>
                    <a:pt x="245998" y="248466"/>
                  </a:lnTo>
                  <a:lnTo>
                    <a:pt x="293355" y="235182"/>
                  </a:lnTo>
                  <a:lnTo>
                    <a:pt x="336919" y="222962"/>
                  </a:lnTo>
                  <a:lnTo>
                    <a:pt x="377253" y="211648"/>
                  </a:lnTo>
                  <a:lnTo>
                    <a:pt x="414804" y="201114"/>
                  </a:lnTo>
                  <a:lnTo>
                    <a:pt x="449930" y="191261"/>
                  </a:lnTo>
                  <a:lnTo>
                    <a:pt x="482925" y="182005"/>
                  </a:lnTo>
                  <a:lnTo>
                    <a:pt x="514034" y="173279"/>
                  </a:lnTo>
                  <a:lnTo>
                    <a:pt x="543461" y="165024"/>
                  </a:lnTo>
                  <a:lnTo>
                    <a:pt x="571378" y="157193"/>
                  </a:lnTo>
                  <a:lnTo>
                    <a:pt x="597933" y="149744"/>
                  </a:lnTo>
                  <a:lnTo>
                    <a:pt x="623252" y="142642"/>
                  </a:lnTo>
                  <a:lnTo>
                    <a:pt x="647445" y="135856"/>
                  </a:lnTo>
                  <a:lnTo>
                    <a:pt x="670609" y="129358"/>
                  </a:lnTo>
                  <a:lnTo>
                    <a:pt x="692827" y="123126"/>
                  </a:lnTo>
                  <a:lnTo>
                    <a:pt x="714173" y="117138"/>
                  </a:lnTo>
                  <a:lnTo>
                    <a:pt x="734714" y="111376"/>
                  </a:lnTo>
                  <a:lnTo>
                    <a:pt x="754507" y="105824"/>
                  </a:lnTo>
                  <a:lnTo>
                    <a:pt x="773606" y="100466"/>
                  </a:lnTo>
                  <a:lnTo>
                    <a:pt x="792058" y="95290"/>
                  </a:lnTo>
                  <a:lnTo>
                    <a:pt x="809904" y="90284"/>
                  </a:lnTo>
                  <a:lnTo>
                    <a:pt x="827184" y="85437"/>
                  </a:lnTo>
                  <a:lnTo>
                    <a:pt x="843931" y="80739"/>
                  </a:lnTo>
                  <a:lnTo>
                    <a:pt x="860179" y="76181"/>
                  </a:lnTo>
                  <a:lnTo>
                    <a:pt x="875956" y="71756"/>
                  </a:lnTo>
                  <a:lnTo>
                    <a:pt x="891288" y="67455"/>
                  </a:lnTo>
                  <a:lnTo>
                    <a:pt x="906201" y="63272"/>
                  </a:lnTo>
                  <a:lnTo>
                    <a:pt x="920715" y="59200"/>
                  </a:lnTo>
                  <a:lnTo>
                    <a:pt x="934853" y="55235"/>
                  </a:lnTo>
                  <a:lnTo>
                    <a:pt x="948632" y="51369"/>
                  </a:lnTo>
                  <a:lnTo>
                    <a:pt x="962071" y="47599"/>
                  </a:lnTo>
                  <a:lnTo>
                    <a:pt x="975187" y="43920"/>
                  </a:lnTo>
                  <a:lnTo>
                    <a:pt x="987994" y="40328"/>
                  </a:lnTo>
                  <a:lnTo>
                    <a:pt x="1000506" y="36818"/>
                  </a:lnTo>
                  <a:lnTo>
                    <a:pt x="1012737" y="33387"/>
                  </a:lnTo>
                  <a:lnTo>
                    <a:pt x="1024699" y="30032"/>
                  </a:lnTo>
                  <a:lnTo>
                    <a:pt x="1036404" y="26748"/>
                  </a:lnTo>
                  <a:lnTo>
                    <a:pt x="1047863" y="23534"/>
                  </a:lnTo>
                  <a:lnTo>
                    <a:pt x="1059085" y="20386"/>
                  </a:lnTo>
                  <a:lnTo>
                    <a:pt x="1070081" y="17302"/>
                  </a:lnTo>
                  <a:lnTo>
                    <a:pt x="1080859" y="14278"/>
                  </a:lnTo>
                  <a:lnTo>
                    <a:pt x="1091427" y="11314"/>
                  </a:lnTo>
                  <a:lnTo>
                    <a:pt x="1101794" y="8406"/>
                  </a:lnTo>
                  <a:lnTo>
                    <a:pt x="1111968" y="5552"/>
                  </a:lnTo>
                  <a:lnTo>
                    <a:pt x="1121955" y="2750"/>
                  </a:lnTo>
                  <a:lnTo>
                    <a:pt x="113176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23246" y="1882476"/>
              <a:ext cx="1131761" cy="70638"/>
            </a:xfrm>
            <a:custGeom>
              <a:avLst/>
              <a:pathLst>
                <a:path w="1131761" h="70638">
                  <a:moveTo>
                    <a:pt x="0" y="70638"/>
                  </a:moveTo>
                  <a:lnTo>
                    <a:pt x="72676" y="66102"/>
                  </a:lnTo>
                  <a:lnTo>
                    <a:pt x="136781" y="62101"/>
                  </a:lnTo>
                  <a:lnTo>
                    <a:pt x="194124" y="58522"/>
                  </a:lnTo>
                  <a:lnTo>
                    <a:pt x="245998" y="55284"/>
                  </a:lnTo>
                  <a:lnTo>
                    <a:pt x="293355" y="52328"/>
                  </a:lnTo>
                  <a:lnTo>
                    <a:pt x="336919" y="49609"/>
                  </a:lnTo>
                  <a:lnTo>
                    <a:pt x="377253" y="47092"/>
                  </a:lnTo>
                  <a:lnTo>
                    <a:pt x="414804" y="44748"/>
                  </a:lnTo>
                  <a:lnTo>
                    <a:pt x="449930" y="42556"/>
                  </a:lnTo>
                  <a:lnTo>
                    <a:pt x="482925" y="40496"/>
                  </a:lnTo>
                  <a:lnTo>
                    <a:pt x="514034" y="38555"/>
                  </a:lnTo>
                  <a:lnTo>
                    <a:pt x="543461" y="36718"/>
                  </a:lnTo>
                  <a:lnTo>
                    <a:pt x="571378" y="34975"/>
                  </a:lnTo>
                  <a:lnTo>
                    <a:pt x="597933" y="33318"/>
                  </a:lnTo>
                  <a:lnTo>
                    <a:pt x="623252" y="31738"/>
                  </a:lnTo>
                  <a:lnTo>
                    <a:pt x="647445" y="30228"/>
                  </a:lnTo>
                  <a:lnTo>
                    <a:pt x="670609" y="28782"/>
                  </a:lnTo>
                  <a:lnTo>
                    <a:pt x="692827" y="27395"/>
                  </a:lnTo>
                  <a:lnTo>
                    <a:pt x="714173" y="26063"/>
                  </a:lnTo>
                  <a:lnTo>
                    <a:pt x="734714" y="24781"/>
                  </a:lnTo>
                  <a:lnTo>
                    <a:pt x="754507" y="23546"/>
                  </a:lnTo>
                  <a:lnTo>
                    <a:pt x="773606" y="22354"/>
                  </a:lnTo>
                  <a:lnTo>
                    <a:pt x="792058" y="21202"/>
                  </a:lnTo>
                  <a:lnTo>
                    <a:pt x="809904" y="20088"/>
                  </a:lnTo>
                  <a:lnTo>
                    <a:pt x="827184" y="19010"/>
                  </a:lnTo>
                  <a:lnTo>
                    <a:pt x="843931" y="17964"/>
                  </a:lnTo>
                  <a:lnTo>
                    <a:pt x="860179" y="16950"/>
                  </a:lnTo>
                  <a:lnTo>
                    <a:pt x="875956" y="15965"/>
                  </a:lnTo>
                  <a:lnTo>
                    <a:pt x="891288" y="15008"/>
                  </a:lnTo>
                  <a:lnTo>
                    <a:pt x="906201" y="14078"/>
                  </a:lnTo>
                  <a:lnTo>
                    <a:pt x="920715" y="13172"/>
                  </a:lnTo>
                  <a:lnTo>
                    <a:pt x="934853" y="12289"/>
                  </a:lnTo>
                  <a:lnTo>
                    <a:pt x="948632" y="11429"/>
                  </a:lnTo>
                  <a:lnTo>
                    <a:pt x="962071" y="10591"/>
                  </a:lnTo>
                  <a:lnTo>
                    <a:pt x="975187" y="9772"/>
                  </a:lnTo>
                  <a:lnTo>
                    <a:pt x="987994" y="8973"/>
                  </a:lnTo>
                  <a:lnTo>
                    <a:pt x="1000506" y="8192"/>
                  </a:lnTo>
                  <a:lnTo>
                    <a:pt x="1012737" y="7428"/>
                  </a:lnTo>
                  <a:lnTo>
                    <a:pt x="1024699" y="6682"/>
                  </a:lnTo>
                  <a:lnTo>
                    <a:pt x="1036404" y="5951"/>
                  </a:lnTo>
                  <a:lnTo>
                    <a:pt x="1047863" y="5236"/>
                  </a:lnTo>
                  <a:lnTo>
                    <a:pt x="1059085" y="4536"/>
                  </a:lnTo>
                  <a:lnTo>
                    <a:pt x="1070081" y="3849"/>
                  </a:lnTo>
                  <a:lnTo>
                    <a:pt x="1080859" y="3177"/>
                  </a:lnTo>
                  <a:lnTo>
                    <a:pt x="1091427" y="2517"/>
                  </a:lnTo>
                  <a:lnTo>
                    <a:pt x="1101794" y="1870"/>
                  </a:lnTo>
                  <a:lnTo>
                    <a:pt x="1111968" y="1235"/>
                  </a:lnTo>
                  <a:lnTo>
                    <a:pt x="1121955" y="612"/>
                  </a:lnTo>
                  <a:lnTo>
                    <a:pt x="1131761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23246" y="1505176"/>
              <a:ext cx="1131761" cy="709114"/>
            </a:xfrm>
            <a:custGeom>
              <a:avLst/>
              <a:pathLst>
                <a:path w="1131761" h="709114">
                  <a:moveTo>
                    <a:pt x="0" y="709114"/>
                  </a:moveTo>
                  <a:lnTo>
                    <a:pt x="72676" y="663578"/>
                  </a:lnTo>
                  <a:lnTo>
                    <a:pt x="136781" y="623412"/>
                  </a:lnTo>
                  <a:lnTo>
                    <a:pt x="194124" y="587483"/>
                  </a:lnTo>
                  <a:lnTo>
                    <a:pt x="245998" y="554981"/>
                  </a:lnTo>
                  <a:lnTo>
                    <a:pt x="293355" y="525309"/>
                  </a:lnTo>
                  <a:lnTo>
                    <a:pt x="336919" y="498014"/>
                  </a:lnTo>
                  <a:lnTo>
                    <a:pt x="377253" y="472742"/>
                  </a:lnTo>
                  <a:lnTo>
                    <a:pt x="414804" y="449215"/>
                  </a:lnTo>
                  <a:lnTo>
                    <a:pt x="449930" y="427206"/>
                  </a:lnTo>
                  <a:lnTo>
                    <a:pt x="482925" y="406533"/>
                  </a:lnTo>
                  <a:lnTo>
                    <a:pt x="514034" y="387041"/>
                  </a:lnTo>
                  <a:lnTo>
                    <a:pt x="543461" y="368603"/>
                  </a:lnTo>
                  <a:lnTo>
                    <a:pt x="571378" y="351112"/>
                  </a:lnTo>
                  <a:lnTo>
                    <a:pt x="597933" y="334474"/>
                  </a:lnTo>
                  <a:lnTo>
                    <a:pt x="623252" y="318610"/>
                  </a:lnTo>
                  <a:lnTo>
                    <a:pt x="647445" y="303451"/>
                  </a:lnTo>
                  <a:lnTo>
                    <a:pt x="670609" y="288938"/>
                  </a:lnTo>
                  <a:lnTo>
                    <a:pt x="692827" y="275017"/>
                  </a:lnTo>
                  <a:lnTo>
                    <a:pt x="714173" y="261643"/>
                  </a:lnTo>
                  <a:lnTo>
                    <a:pt x="734714" y="248773"/>
                  </a:lnTo>
                  <a:lnTo>
                    <a:pt x="754507" y="236371"/>
                  </a:lnTo>
                  <a:lnTo>
                    <a:pt x="773606" y="224404"/>
                  </a:lnTo>
                  <a:lnTo>
                    <a:pt x="792058" y="212843"/>
                  </a:lnTo>
                  <a:lnTo>
                    <a:pt x="809904" y="201662"/>
                  </a:lnTo>
                  <a:lnTo>
                    <a:pt x="827184" y="190835"/>
                  </a:lnTo>
                  <a:lnTo>
                    <a:pt x="843931" y="180342"/>
                  </a:lnTo>
                  <a:lnTo>
                    <a:pt x="860179" y="170161"/>
                  </a:lnTo>
                  <a:lnTo>
                    <a:pt x="875956" y="160276"/>
                  </a:lnTo>
                  <a:lnTo>
                    <a:pt x="891288" y="150670"/>
                  </a:lnTo>
                  <a:lnTo>
                    <a:pt x="906201" y="141326"/>
                  </a:lnTo>
                  <a:lnTo>
                    <a:pt x="920715" y="132232"/>
                  </a:lnTo>
                  <a:lnTo>
                    <a:pt x="934853" y="123374"/>
                  </a:lnTo>
                  <a:lnTo>
                    <a:pt x="948632" y="114740"/>
                  </a:lnTo>
                  <a:lnTo>
                    <a:pt x="962071" y="106320"/>
                  </a:lnTo>
                  <a:lnTo>
                    <a:pt x="975187" y="98102"/>
                  </a:lnTo>
                  <a:lnTo>
                    <a:pt x="987994" y="90078"/>
                  </a:lnTo>
                  <a:lnTo>
                    <a:pt x="1000506" y="82239"/>
                  </a:lnTo>
                  <a:lnTo>
                    <a:pt x="1012737" y="74575"/>
                  </a:lnTo>
                  <a:lnTo>
                    <a:pt x="1024699" y="67080"/>
                  </a:lnTo>
                  <a:lnTo>
                    <a:pt x="1036404" y="59746"/>
                  </a:lnTo>
                  <a:lnTo>
                    <a:pt x="1047863" y="52567"/>
                  </a:lnTo>
                  <a:lnTo>
                    <a:pt x="1059085" y="45535"/>
                  </a:lnTo>
                  <a:lnTo>
                    <a:pt x="1070081" y="38646"/>
                  </a:lnTo>
                  <a:lnTo>
                    <a:pt x="1080859" y="31893"/>
                  </a:lnTo>
                  <a:lnTo>
                    <a:pt x="1091427" y="25271"/>
                  </a:lnTo>
                  <a:lnTo>
                    <a:pt x="1101794" y="18776"/>
                  </a:lnTo>
                  <a:lnTo>
                    <a:pt x="1111968" y="12401"/>
                  </a:lnTo>
                  <a:lnTo>
                    <a:pt x="1121955" y="6144"/>
                  </a:lnTo>
                  <a:lnTo>
                    <a:pt x="113176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23246" y="1825158"/>
              <a:ext cx="1131761" cy="111369"/>
            </a:xfrm>
            <a:custGeom>
              <a:avLst/>
              <a:pathLst>
                <a:path w="1131761" h="111369">
                  <a:moveTo>
                    <a:pt x="0" y="111369"/>
                  </a:moveTo>
                  <a:lnTo>
                    <a:pt x="72676" y="104217"/>
                  </a:lnTo>
                  <a:lnTo>
                    <a:pt x="136781" y="97909"/>
                  </a:lnTo>
                  <a:lnTo>
                    <a:pt x="194124" y="92266"/>
                  </a:lnTo>
                  <a:lnTo>
                    <a:pt x="245998" y="87162"/>
                  </a:lnTo>
                  <a:lnTo>
                    <a:pt x="293355" y="82502"/>
                  </a:lnTo>
                  <a:lnTo>
                    <a:pt x="336919" y="78215"/>
                  </a:lnTo>
                  <a:lnTo>
                    <a:pt x="377253" y="74246"/>
                  </a:lnTo>
                  <a:lnTo>
                    <a:pt x="414804" y="70551"/>
                  </a:lnTo>
                  <a:lnTo>
                    <a:pt x="449930" y="67094"/>
                  </a:lnTo>
                  <a:lnTo>
                    <a:pt x="482925" y="63847"/>
                  </a:lnTo>
                  <a:lnTo>
                    <a:pt x="514034" y="60786"/>
                  </a:lnTo>
                  <a:lnTo>
                    <a:pt x="543461" y="57890"/>
                  </a:lnTo>
                  <a:lnTo>
                    <a:pt x="571378" y="55143"/>
                  </a:lnTo>
                  <a:lnTo>
                    <a:pt x="597933" y="52530"/>
                  </a:lnTo>
                  <a:lnTo>
                    <a:pt x="623252" y="50039"/>
                  </a:lnTo>
                  <a:lnTo>
                    <a:pt x="647445" y="47658"/>
                  </a:lnTo>
                  <a:lnTo>
                    <a:pt x="670609" y="45379"/>
                  </a:lnTo>
                  <a:lnTo>
                    <a:pt x="692827" y="43192"/>
                  </a:lnTo>
                  <a:lnTo>
                    <a:pt x="714173" y="41092"/>
                  </a:lnTo>
                  <a:lnTo>
                    <a:pt x="734714" y="39070"/>
                  </a:lnTo>
                  <a:lnTo>
                    <a:pt x="754507" y="37123"/>
                  </a:lnTo>
                  <a:lnTo>
                    <a:pt x="773606" y="35243"/>
                  </a:lnTo>
                  <a:lnTo>
                    <a:pt x="792058" y="33428"/>
                  </a:lnTo>
                  <a:lnTo>
                    <a:pt x="809904" y="31671"/>
                  </a:lnTo>
                  <a:lnTo>
                    <a:pt x="827184" y="29971"/>
                  </a:lnTo>
                  <a:lnTo>
                    <a:pt x="843931" y="28323"/>
                  </a:lnTo>
                  <a:lnTo>
                    <a:pt x="860179" y="26724"/>
                  </a:lnTo>
                  <a:lnTo>
                    <a:pt x="875956" y="25172"/>
                  </a:lnTo>
                  <a:lnTo>
                    <a:pt x="891288" y="23663"/>
                  </a:lnTo>
                  <a:lnTo>
                    <a:pt x="906201" y="22196"/>
                  </a:lnTo>
                  <a:lnTo>
                    <a:pt x="920715" y="20767"/>
                  </a:lnTo>
                  <a:lnTo>
                    <a:pt x="934853" y="19376"/>
                  </a:lnTo>
                  <a:lnTo>
                    <a:pt x="948632" y="18020"/>
                  </a:lnTo>
                  <a:lnTo>
                    <a:pt x="962071" y="16698"/>
                  </a:lnTo>
                  <a:lnTo>
                    <a:pt x="975187" y="15407"/>
                  </a:lnTo>
                  <a:lnTo>
                    <a:pt x="987994" y="14147"/>
                  </a:lnTo>
                  <a:lnTo>
                    <a:pt x="1000506" y="12916"/>
                  </a:lnTo>
                  <a:lnTo>
                    <a:pt x="1012737" y="11712"/>
                  </a:lnTo>
                  <a:lnTo>
                    <a:pt x="1024699" y="10535"/>
                  </a:lnTo>
                  <a:lnTo>
                    <a:pt x="1036404" y="9383"/>
                  </a:lnTo>
                  <a:lnTo>
                    <a:pt x="1047863" y="8255"/>
                  </a:lnTo>
                  <a:lnTo>
                    <a:pt x="1059085" y="7151"/>
                  </a:lnTo>
                  <a:lnTo>
                    <a:pt x="1070081" y="6069"/>
                  </a:lnTo>
                  <a:lnTo>
                    <a:pt x="1080859" y="5009"/>
                  </a:lnTo>
                  <a:lnTo>
                    <a:pt x="1091427" y="3969"/>
                  </a:lnTo>
                  <a:lnTo>
                    <a:pt x="1101794" y="2948"/>
                  </a:lnTo>
                  <a:lnTo>
                    <a:pt x="1111968" y="1947"/>
                  </a:lnTo>
                  <a:lnTo>
                    <a:pt x="1121955" y="965"/>
                  </a:lnTo>
                  <a:lnTo>
                    <a:pt x="113176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23246" y="1773231"/>
              <a:ext cx="1131761" cy="23739"/>
            </a:xfrm>
            <a:custGeom>
              <a:avLst/>
              <a:pathLst>
                <a:path w="1131761" h="23739">
                  <a:moveTo>
                    <a:pt x="0" y="0"/>
                  </a:moveTo>
                  <a:lnTo>
                    <a:pt x="72676" y="1524"/>
                  </a:lnTo>
                  <a:lnTo>
                    <a:pt x="136781" y="2869"/>
                  </a:lnTo>
                  <a:lnTo>
                    <a:pt x="194124" y="4071"/>
                  </a:lnTo>
                  <a:lnTo>
                    <a:pt x="245998" y="5159"/>
                  </a:lnTo>
                  <a:lnTo>
                    <a:pt x="293355" y="6153"/>
                  </a:lnTo>
                  <a:lnTo>
                    <a:pt x="336919" y="7066"/>
                  </a:lnTo>
                  <a:lnTo>
                    <a:pt x="377253" y="7913"/>
                  </a:lnTo>
                  <a:lnTo>
                    <a:pt x="414804" y="8700"/>
                  </a:lnTo>
                  <a:lnTo>
                    <a:pt x="449930" y="9437"/>
                  </a:lnTo>
                  <a:lnTo>
                    <a:pt x="482925" y="10129"/>
                  </a:lnTo>
                  <a:lnTo>
                    <a:pt x="514034" y="10782"/>
                  </a:lnTo>
                  <a:lnTo>
                    <a:pt x="543461" y="11399"/>
                  </a:lnTo>
                  <a:lnTo>
                    <a:pt x="571378" y="11984"/>
                  </a:lnTo>
                  <a:lnTo>
                    <a:pt x="597933" y="12541"/>
                  </a:lnTo>
                  <a:lnTo>
                    <a:pt x="623252" y="13072"/>
                  </a:lnTo>
                  <a:lnTo>
                    <a:pt x="647445" y="13580"/>
                  </a:lnTo>
                  <a:lnTo>
                    <a:pt x="670609" y="14066"/>
                  </a:lnTo>
                  <a:lnTo>
                    <a:pt x="692827" y="14532"/>
                  </a:lnTo>
                  <a:lnTo>
                    <a:pt x="714173" y="14980"/>
                  </a:lnTo>
                  <a:lnTo>
                    <a:pt x="734714" y="15410"/>
                  </a:lnTo>
                  <a:lnTo>
                    <a:pt x="754507" y="15826"/>
                  </a:lnTo>
                  <a:lnTo>
                    <a:pt x="773606" y="16226"/>
                  </a:lnTo>
                  <a:lnTo>
                    <a:pt x="792058" y="16613"/>
                  </a:lnTo>
                  <a:lnTo>
                    <a:pt x="809904" y="16987"/>
                  </a:lnTo>
                  <a:lnTo>
                    <a:pt x="827184" y="17350"/>
                  </a:lnTo>
                  <a:lnTo>
                    <a:pt x="843931" y="17701"/>
                  </a:lnTo>
                  <a:lnTo>
                    <a:pt x="860179" y="18042"/>
                  </a:lnTo>
                  <a:lnTo>
                    <a:pt x="875956" y="18373"/>
                  </a:lnTo>
                  <a:lnTo>
                    <a:pt x="891288" y="18695"/>
                  </a:lnTo>
                  <a:lnTo>
                    <a:pt x="906201" y="19007"/>
                  </a:lnTo>
                  <a:lnTo>
                    <a:pt x="920715" y="19312"/>
                  </a:lnTo>
                  <a:lnTo>
                    <a:pt x="934853" y="19608"/>
                  </a:lnTo>
                  <a:lnTo>
                    <a:pt x="948632" y="19897"/>
                  </a:lnTo>
                  <a:lnTo>
                    <a:pt x="962071" y="20179"/>
                  </a:lnTo>
                  <a:lnTo>
                    <a:pt x="975187" y="20454"/>
                  </a:lnTo>
                  <a:lnTo>
                    <a:pt x="987994" y="20723"/>
                  </a:lnTo>
                  <a:lnTo>
                    <a:pt x="1000506" y="20985"/>
                  </a:lnTo>
                  <a:lnTo>
                    <a:pt x="1012737" y="21242"/>
                  </a:lnTo>
                  <a:lnTo>
                    <a:pt x="1024699" y="21493"/>
                  </a:lnTo>
                  <a:lnTo>
                    <a:pt x="1036404" y="21738"/>
                  </a:lnTo>
                  <a:lnTo>
                    <a:pt x="1047863" y="21979"/>
                  </a:lnTo>
                  <a:lnTo>
                    <a:pt x="1059085" y="22214"/>
                  </a:lnTo>
                  <a:lnTo>
                    <a:pt x="1070081" y="22445"/>
                  </a:lnTo>
                  <a:lnTo>
                    <a:pt x="1080859" y="22671"/>
                  </a:lnTo>
                  <a:lnTo>
                    <a:pt x="1091427" y="22893"/>
                  </a:lnTo>
                  <a:lnTo>
                    <a:pt x="1101794" y="23110"/>
                  </a:lnTo>
                  <a:lnTo>
                    <a:pt x="1111968" y="23323"/>
                  </a:lnTo>
                  <a:lnTo>
                    <a:pt x="1121955" y="23533"/>
                  </a:lnTo>
                  <a:lnTo>
                    <a:pt x="1131761" y="2373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23246" y="1761742"/>
              <a:ext cx="1131761" cy="137116"/>
            </a:xfrm>
            <a:custGeom>
              <a:avLst/>
              <a:pathLst>
                <a:path w="1131761" h="137116">
                  <a:moveTo>
                    <a:pt x="0" y="137116"/>
                  </a:moveTo>
                  <a:lnTo>
                    <a:pt x="72676" y="128311"/>
                  </a:lnTo>
                  <a:lnTo>
                    <a:pt x="136781" y="120544"/>
                  </a:lnTo>
                  <a:lnTo>
                    <a:pt x="194124" y="113597"/>
                  </a:lnTo>
                  <a:lnTo>
                    <a:pt x="245998" y="107312"/>
                  </a:lnTo>
                  <a:lnTo>
                    <a:pt x="293355" y="101575"/>
                  </a:lnTo>
                  <a:lnTo>
                    <a:pt x="336919" y="96297"/>
                  </a:lnTo>
                  <a:lnTo>
                    <a:pt x="377253" y="91410"/>
                  </a:lnTo>
                  <a:lnTo>
                    <a:pt x="414804" y="86861"/>
                  </a:lnTo>
                  <a:lnTo>
                    <a:pt x="449930" y="82605"/>
                  </a:lnTo>
                  <a:lnTo>
                    <a:pt x="482925" y="78608"/>
                  </a:lnTo>
                  <a:lnTo>
                    <a:pt x="514034" y="74839"/>
                  </a:lnTo>
                  <a:lnTo>
                    <a:pt x="543461" y="71274"/>
                  </a:lnTo>
                  <a:lnTo>
                    <a:pt x="571378" y="67892"/>
                  </a:lnTo>
                  <a:lnTo>
                    <a:pt x="597933" y="64674"/>
                  </a:lnTo>
                  <a:lnTo>
                    <a:pt x="623252" y="61607"/>
                  </a:lnTo>
                  <a:lnTo>
                    <a:pt x="647445" y="58676"/>
                  </a:lnTo>
                  <a:lnTo>
                    <a:pt x="670609" y="55869"/>
                  </a:lnTo>
                  <a:lnTo>
                    <a:pt x="692827" y="53178"/>
                  </a:lnTo>
                  <a:lnTo>
                    <a:pt x="714173" y="50592"/>
                  </a:lnTo>
                  <a:lnTo>
                    <a:pt x="734714" y="48103"/>
                  </a:lnTo>
                  <a:lnTo>
                    <a:pt x="754507" y="45705"/>
                  </a:lnTo>
                  <a:lnTo>
                    <a:pt x="773606" y="43391"/>
                  </a:lnTo>
                  <a:lnTo>
                    <a:pt x="792058" y="41156"/>
                  </a:lnTo>
                  <a:lnTo>
                    <a:pt x="809904" y="38993"/>
                  </a:lnTo>
                  <a:lnTo>
                    <a:pt x="827184" y="36900"/>
                  </a:lnTo>
                  <a:lnTo>
                    <a:pt x="843931" y="34871"/>
                  </a:lnTo>
                  <a:lnTo>
                    <a:pt x="860179" y="32902"/>
                  </a:lnTo>
                  <a:lnTo>
                    <a:pt x="875956" y="30991"/>
                  </a:lnTo>
                  <a:lnTo>
                    <a:pt x="891288" y="29134"/>
                  </a:lnTo>
                  <a:lnTo>
                    <a:pt x="906201" y="27327"/>
                  </a:lnTo>
                  <a:lnTo>
                    <a:pt x="920715" y="25568"/>
                  </a:lnTo>
                  <a:lnTo>
                    <a:pt x="934853" y="23856"/>
                  </a:lnTo>
                  <a:lnTo>
                    <a:pt x="948632" y="22186"/>
                  </a:lnTo>
                  <a:lnTo>
                    <a:pt x="962071" y="20558"/>
                  </a:lnTo>
                  <a:lnTo>
                    <a:pt x="975187" y="18969"/>
                  </a:lnTo>
                  <a:lnTo>
                    <a:pt x="987994" y="17417"/>
                  </a:lnTo>
                  <a:lnTo>
                    <a:pt x="1000506" y="15901"/>
                  </a:lnTo>
                  <a:lnTo>
                    <a:pt x="1012737" y="14420"/>
                  </a:lnTo>
                  <a:lnTo>
                    <a:pt x="1024699" y="12970"/>
                  </a:lnTo>
                  <a:lnTo>
                    <a:pt x="1036404" y="11552"/>
                  </a:lnTo>
                  <a:lnTo>
                    <a:pt x="1047863" y="10164"/>
                  </a:lnTo>
                  <a:lnTo>
                    <a:pt x="1059085" y="8804"/>
                  </a:lnTo>
                  <a:lnTo>
                    <a:pt x="1070081" y="7472"/>
                  </a:lnTo>
                  <a:lnTo>
                    <a:pt x="1080859" y="6167"/>
                  </a:lnTo>
                  <a:lnTo>
                    <a:pt x="1091427" y="4886"/>
                  </a:lnTo>
                  <a:lnTo>
                    <a:pt x="1101794" y="3630"/>
                  </a:lnTo>
                  <a:lnTo>
                    <a:pt x="1111968" y="2398"/>
                  </a:lnTo>
                  <a:lnTo>
                    <a:pt x="1121955" y="1188"/>
                  </a:lnTo>
                  <a:lnTo>
                    <a:pt x="1131761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23246" y="1559403"/>
              <a:ext cx="1131761" cy="499678"/>
            </a:xfrm>
            <a:custGeom>
              <a:avLst/>
              <a:pathLst>
                <a:path w="1131761" h="499678">
                  <a:moveTo>
                    <a:pt x="0" y="499678"/>
                  </a:moveTo>
                  <a:lnTo>
                    <a:pt x="72676" y="467591"/>
                  </a:lnTo>
                  <a:lnTo>
                    <a:pt x="136781" y="439289"/>
                  </a:lnTo>
                  <a:lnTo>
                    <a:pt x="194124" y="413971"/>
                  </a:lnTo>
                  <a:lnTo>
                    <a:pt x="245998" y="391069"/>
                  </a:lnTo>
                  <a:lnTo>
                    <a:pt x="293355" y="370160"/>
                  </a:lnTo>
                  <a:lnTo>
                    <a:pt x="336919" y="350926"/>
                  </a:lnTo>
                  <a:lnTo>
                    <a:pt x="377253" y="333119"/>
                  </a:lnTo>
                  <a:lnTo>
                    <a:pt x="414804" y="316540"/>
                  </a:lnTo>
                  <a:lnTo>
                    <a:pt x="449930" y="301032"/>
                  </a:lnTo>
                  <a:lnTo>
                    <a:pt x="482925" y="286464"/>
                  </a:lnTo>
                  <a:lnTo>
                    <a:pt x="514034" y="272729"/>
                  </a:lnTo>
                  <a:lnTo>
                    <a:pt x="543461" y="259737"/>
                  </a:lnTo>
                  <a:lnTo>
                    <a:pt x="571378" y="247412"/>
                  </a:lnTo>
                  <a:lnTo>
                    <a:pt x="597933" y="235687"/>
                  </a:lnTo>
                  <a:lnTo>
                    <a:pt x="623252" y="224509"/>
                  </a:lnTo>
                  <a:lnTo>
                    <a:pt x="647445" y="213827"/>
                  </a:lnTo>
                  <a:lnTo>
                    <a:pt x="670609" y="203601"/>
                  </a:lnTo>
                  <a:lnTo>
                    <a:pt x="692827" y="193791"/>
                  </a:lnTo>
                  <a:lnTo>
                    <a:pt x="714173" y="184367"/>
                  </a:lnTo>
                  <a:lnTo>
                    <a:pt x="734714" y="175298"/>
                  </a:lnTo>
                  <a:lnTo>
                    <a:pt x="754507" y="166559"/>
                  </a:lnTo>
                  <a:lnTo>
                    <a:pt x="773606" y="158127"/>
                  </a:lnTo>
                  <a:lnTo>
                    <a:pt x="792058" y="149980"/>
                  </a:lnTo>
                  <a:lnTo>
                    <a:pt x="809904" y="142101"/>
                  </a:lnTo>
                  <a:lnTo>
                    <a:pt x="827184" y="134472"/>
                  </a:lnTo>
                  <a:lnTo>
                    <a:pt x="843931" y="127078"/>
                  </a:lnTo>
                  <a:lnTo>
                    <a:pt x="860179" y="119904"/>
                  </a:lnTo>
                  <a:lnTo>
                    <a:pt x="875956" y="112939"/>
                  </a:lnTo>
                  <a:lnTo>
                    <a:pt x="891288" y="106170"/>
                  </a:lnTo>
                  <a:lnTo>
                    <a:pt x="906201" y="99586"/>
                  </a:lnTo>
                  <a:lnTo>
                    <a:pt x="920715" y="93177"/>
                  </a:lnTo>
                  <a:lnTo>
                    <a:pt x="934853" y="86936"/>
                  </a:lnTo>
                  <a:lnTo>
                    <a:pt x="948632" y="80852"/>
                  </a:lnTo>
                  <a:lnTo>
                    <a:pt x="962071" y="74918"/>
                  </a:lnTo>
                  <a:lnTo>
                    <a:pt x="975187" y="69128"/>
                  </a:lnTo>
                  <a:lnTo>
                    <a:pt x="987994" y="63474"/>
                  </a:lnTo>
                  <a:lnTo>
                    <a:pt x="1000506" y="57949"/>
                  </a:lnTo>
                  <a:lnTo>
                    <a:pt x="1012737" y="52549"/>
                  </a:lnTo>
                  <a:lnTo>
                    <a:pt x="1024699" y="47268"/>
                  </a:lnTo>
                  <a:lnTo>
                    <a:pt x="1036404" y="42100"/>
                  </a:lnTo>
                  <a:lnTo>
                    <a:pt x="1047863" y="37041"/>
                  </a:lnTo>
                  <a:lnTo>
                    <a:pt x="1059085" y="32086"/>
                  </a:lnTo>
                  <a:lnTo>
                    <a:pt x="1070081" y="27232"/>
                  </a:lnTo>
                  <a:lnTo>
                    <a:pt x="1080859" y="22473"/>
                  </a:lnTo>
                  <a:lnTo>
                    <a:pt x="1091427" y="17807"/>
                  </a:lnTo>
                  <a:lnTo>
                    <a:pt x="1101794" y="13230"/>
                  </a:lnTo>
                  <a:lnTo>
                    <a:pt x="1111968" y="8738"/>
                  </a:lnTo>
                  <a:lnTo>
                    <a:pt x="1121955" y="4329"/>
                  </a:lnTo>
                  <a:lnTo>
                    <a:pt x="113176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23246" y="1644768"/>
              <a:ext cx="1131761" cy="365639"/>
            </a:xfrm>
            <a:custGeom>
              <a:avLst/>
              <a:pathLst>
                <a:path w="1131761" h="365639">
                  <a:moveTo>
                    <a:pt x="0" y="365639"/>
                  </a:moveTo>
                  <a:lnTo>
                    <a:pt x="72676" y="342159"/>
                  </a:lnTo>
                  <a:lnTo>
                    <a:pt x="136781" y="321449"/>
                  </a:lnTo>
                  <a:lnTo>
                    <a:pt x="194124" y="302923"/>
                  </a:lnTo>
                  <a:lnTo>
                    <a:pt x="245998" y="286164"/>
                  </a:lnTo>
                  <a:lnTo>
                    <a:pt x="293355" y="270864"/>
                  </a:lnTo>
                  <a:lnTo>
                    <a:pt x="336919" y="256790"/>
                  </a:lnTo>
                  <a:lnTo>
                    <a:pt x="377253" y="243759"/>
                  </a:lnTo>
                  <a:lnTo>
                    <a:pt x="414804" y="231627"/>
                  </a:lnTo>
                  <a:lnTo>
                    <a:pt x="449930" y="220279"/>
                  </a:lnTo>
                  <a:lnTo>
                    <a:pt x="482925" y="209619"/>
                  </a:lnTo>
                  <a:lnTo>
                    <a:pt x="514034" y="199569"/>
                  </a:lnTo>
                  <a:lnTo>
                    <a:pt x="543461" y="190062"/>
                  </a:lnTo>
                  <a:lnTo>
                    <a:pt x="571378" y="181043"/>
                  </a:lnTo>
                  <a:lnTo>
                    <a:pt x="597933" y="172464"/>
                  </a:lnTo>
                  <a:lnTo>
                    <a:pt x="623252" y="164284"/>
                  </a:lnTo>
                  <a:lnTo>
                    <a:pt x="647445" y="156468"/>
                  </a:lnTo>
                  <a:lnTo>
                    <a:pt x="670609" y="148984"/>
                  </a:lnTo>
                  <a:lnTo>
                    <a:pt x="692827" y="141806"/>
                  </a:lnTo>
                  <a:lnTo>
                    <a:pt x="714173" y="134910"/>
                  </a:lnTo>
                  <a:lnTo>
                    <a:pt x="734714" y="128274"/>
                  </a:lnTo>
                  <a:lnTo>
                    <a:pt x="754507" y="121879"/>
                  </a:lnTo>
                  <a:lnTo>
                    <a:pt x="773606" y="115709"/>
                  </a:lnTo>
                  <a:lnTo>
                    <a:pt x="792058" y="109748"/>
                  </a:lnTo>
                  <a:lnTo>
                    <a:pt x="809904" y="103982"/>
                  </a:lnTo>
                  <a:lnTo>
                    <a:pt x="827184" y="98400"/>
                  </a:lnTo>
                  <a:lnTo>
                    <a:pt x="843931" y="92989"/>
                  </a:lnTo>
                  <a:lnTo>
                    <a:pt x="860179" y="87740"/>
                  </a:lnTo>
                  <a:lnTo>
                    <a:pt x="875956" y="82643"/>
                  </a:lnTo>
                  <a:lnTo>
                    <a:pt x="891288" y="77689"/>
                  </a:lnTo>
                  <a:lnTo>
                    <a:pt x="906201" y="72872"/>
                  </a:lnTo>
                  <a:lnTo>
                    <a:pt x="920715" y="68182"/>
                  </a:lnTo>
                  <a:lnTo>
                    <a:pt x="934853" y="63615"/>
                  </a:lnTo>
                  <a:lnTo>
                    <a:pt x="948632" y="59163"/>
                  </a:lnTo>
                  <a:lnTo>
                    <a:pt x="962071" y="54821"/>
                  </a:lnTo>
                  <a:lnTo>
                    <a:pt x="975187" y="50584"/>
                  </a:lnTo>
                  <a:lnTo>
                    <a:pt x="987994" y="46447"/>
                  </a:lnTo>
                  <a:lnTo>
                    <a:pt x="1000506" y="42404"/>
                  </a:lnTo>
                  <a:lnTo>
                    <a:pt x="1012737" y="38453"/>
                  </a:lnTo>
                  <a:lnTo>
                    <a:pt x="1024699" y="34588"/>
                  </a:lnTo>
                  <a:lnTo>
                    <a:pt x="1036404" y="30807"/>
                  </a:lnTo>
                  <a:lnTo>
                    <a:pt x="1047863" y="27105"/>
                  </a:lnTo>
                  <a:lnTo>
                    <a:pt x="1059085" y="23479"/>
                  </a:lnTo>
                  <a:lnTo>
                    <a:pt x="1070081" y="19927"/>
                  </a:lnTo>
                  <a:lnTo>
                    <a:pt x="1080859" y="16445"/>
                  </a:lnTo>
                  <a:lnTo>
                    <a:pt x="1091427" y="13030"/>
                  </a:lnTo>
                  <a:lnTo>
                    <a:pt x="1101794" y="9681"/>
                  </a:lnTo>
                  <a:lnTo>
                    <a:pt x="1111968" y="6394"/>
                  </a:lnTo>
                  <a:lnTo>
                    <a:pt x="1121955" y="3168"/>
                  </a:lnTo>
                  <a:lnTo>
                    <a:pt x="1131761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23246" y="1852322"/>
              <a:ext cx="1131761" cy="47372"/>
            </a:xfrm>
            <a:custGeom>
              <a:avLst/>
              <a:pathLst>
                <a:path w="1131761" h="47372">
                  <a:moveTo>
                    <a:pt x="0" y="0"/>
                  </a:moveTo>
                  <a:lnTo>
                    <a:pt x="72676" y="3042"/>
                  </a:lnTo>
                  <a:lnTo>
                    <a:pt x="136781" y="5725"/>
                  </a:lnTo>
                  <a:lnTo>
                    <a:pt x="194124" y="8125"/>
                  </a:lnTo>
                  <a:lnTo>
                    <a:pt x="245998" y="10296"/>
                  </a:lnTo>
                  <a:lnTo>
                    <a:pt x="293355" y="12279"/>
                  </a:lnTo>
                  <a:lnTo>
                    <a:pt x="336919" y="14102"/>
                  </a:lnTo>
                  <a:lnTo>
                    <a:pt x="377253" y="15790"/>
                  </a:lnTo>
                  <a:lnTo>
                    <a:pt x="414804" y="17362"/>
                  </a:lnTo>
                  <a:lnTo>
                    <a:pt x="449930" y="18832"/>
                  </a:lnTo>
                  <a:lnTo>
                    <a:pt x="482925" y="20213"/>
                  </a:lnTo>
                  <a:lnTo>
                    <a:pt x="514034" y="21516"/>
                  </a:lnTo>
                  <a:lnTo>
                    <a:pt x="543461" y="22747"/>
                  </a:lnTo>
                  <a:lnTo>
                    <a:pt x="571378" y="23916"/>
                  </a:lnTo>
                  <a:lnTo>
                    <a:pt x="597933" y="25027"/>
                  </a:lnTo>
                  <a:lnTo>
                    <a:pt x="623252" y="26087"/>
                  </a:lnTo>
                  <a:lnTo>
                    <a:pt x="647445" y="27100"/>
                  </a:lnTo>
                  <a:lnTo>
                    <a:pt x="670609" y="28069"/>
                  </a:lnTo>
                  <a:lnTo>
                    <a:pt x="692827" y="28999"/>
                  </a:lnTo>
                  <a:lnTo>
                    <a:pt x="714173" y="29893"/>
                  </a:lnTo>
                  <a:lnTo>
                    <a:pt x="734714" y="30753"/>
                  </a:lnTo>
                  <a:lnTo>
                    <a:pt x="754507" y="31581"/>
                  </a:lnTo>
                  <a:lnTo>
                    <a:pt x="773606" y="32380"/>
                  </a:lnTo>
                  <a:lnTo>
                    <a:pt x="792058" y="33153"/>
                  </a:lnTo>
                  <a:lnTo>
                    <a:pt x="809904" y="33900"/>
                  </a:lnTo>
                  <a:lnTo>
                    <a:pt x="827184" y="34623"/>
                  </a:lnTo>
                  <a:lnTo>
                    <a:pt x="843931" y="35324"/>
                  </a:lnTo>
                  <a:lnTo>
                    <a:pt x="860179" y="36004"/>
                  </a:lnTo>
                  <a:lnTo>
                    <a:pt x="875956" y="36664"/>
                  </a:lnTo>
                  <a:lnTo>
                    <a:pt x="891288" y="37306"/>
                  </a:lnTo>
                  <a:lnTo>
                    <a:pt x="906201" y="37930"/>
                  </a:lnTo>
                  <a:lnTo>
                    <a:pt x="920715" y="38538"/>
                  </a:lnTo>
                  <a:lnTo>
                    <a:pt x="934853" y="39130"/>
                  </a:lnTo>
                  <a:lnTo>
                    <a:pt x="948632" y="39707"/>
                  </a:lnTo>
                  <a:lnTo>
                    <a:pt x="962071" y="40269"/>
                  </a:lnTo>
                  <a:lnTo>
                    <a:pt x="975187" y="40818"/>
                  </a:lnTo>
                  <a:lnTo>
                    <a:pt x="987994" y="41354"/>
                  </a:lnTo>
                  <a:lnTo>
                    <a:pt x="1000506" y="41878"/>
                  </a:lnTo>
                  <a:lnTo>
                    <a:pt x="1012737" y="42390"/>
                  </a:lnTo>
                  <a:lnTo>
                    <a:pt x="1024699" y="42890"/>
                  </a:lnTo>
                  <a:lnTo>
                    <a:pt x="1036404" y="43380"/>
                  </a:lnTo>
                  <a:lnTo>
                    <a:pt x="1047863" y="43860"/>
                  </a:lnTo>
                  <a:lnTo>
                    <a:pt x="1059085" y="44330"/>
                  </a:lnTo>
                  <a:lnTo>
                    <a:pt x="1070081" y="44790"/>
                  </a:lnTo>
                  <a:lnTo>
                    <a:pt x="1080859" y="45241"/>
                  </a:lnTo>
                  <a:lnTo>
                    <a:pt x="1091427" y="45683"/>
                  </a:lnTo>
                  <a:lnTo>
                    <a:pt x="1101794" y="46117"/>
                  </a:lnTo>
                  <a:lnTo>
                    <a:pt x="1111968" y="46543"/>
                  </a:lnTo>
                  <a:lnTo>
                    <a:pt x="1121955" y="46961"/>
                  </a:lnTo>
                  <a:lnTo>
                    <a:pt x="1131761" y="4737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42663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152636" y="227286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152636" y="199565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152636" y="171844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152636" y="144122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152636" y="116401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11032" y="23138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11032" y="20366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11032" y="17594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11032" y="148224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11032" y="12050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342663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2324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80050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7775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5500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>
              <a:off x="1342663" y="990315"/>
              <a:ext cx="51224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8" name="rc117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46920" y="193761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19668" y="192581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15225" y="183078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43284" y="175704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04023" y="219486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18078" y="226196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24105" y="183206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34039" y="221396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40170" y="18252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15520" y="16662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86785" y="184393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19171" y="188559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90256" y="132512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03967" y="18203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25613" y="141028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80427" y="173410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183963" y="167494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81105" y="19308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78836" y="18398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83421" y="20902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11744" y="21068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85705" y="202728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81132" y="227053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11600" y="214417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93791" y="21916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189956" y="201801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18865" y="211295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181688" y="186329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66792" y="146777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603130" y="193500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606756" y="165675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74452" y="191353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59156" y="174002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608701" y="19169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84237" y="142150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605784" y="173234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63991" y="181159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72864" y="205104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93407" y="182160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68025" y="130356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58751" y="167490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67466" y="19138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76629" y="19227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89300" y="204403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65940" y="224502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79173" y="211126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63706" y="207510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66051" y="171292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64830" y="166097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67776" y="156770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78154" y="179920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75867" y="188117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76862" y="227486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54282" y="189192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52136" y="227240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60322" y="181536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46572" y="189529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50705" y="216895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46398" y="175506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978339" y="12098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50327" y="195353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51496" y="16595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65329" y="170290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67978" y="156694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49239" y="176632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81490" y="158196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44280" y="196990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60820" y="172714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40048" y="19270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79593" y="215748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984014" y="138375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59125" y="16490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2850059" y="1700361"/>
              <a:ext cx="1145513" cy="162186"/>
            </a:xfrm>
            <a:custGeom>
              <a:avLst/>
              <a:pathLst>
                <a:path w="1145513" h="162186">
                  <a:moveTo>
                    <a:pt x="0" y="162186"/>
                  </a:moveTo>
                  <a:lnTo>
                    <a:pt x="73559" y="151771"/>
                  </a:lnTo>
                  <a:lnTo>
                    <a:pt x="138442" y="142585"/>
                  </a:lnTo>
                  <a:lnTo>
                    <a:pt x="196483" y="134367"/>
                  </a:lnTo>
                  <a:lnTo>
                    <a:pt x="248987" y="126933"/>
                  </a:lnTo>
                  <a:lnTo>
                    <a:pt x="296919" y="120147"/>
                  </a:lnTo>
                  <a:lnTo>
                    <a:pt x="341013" y="113904"/>
                  </a:lnTo>
                  <a:lnTo>
                    <a:pt x="381837" y="108124"/>
                  </a:lnTo>
                  <a:lnTo>
                    <a:pt x="419844" y="102743"/>
                  </a:lnTo>
                  <a:lnTo>
                    <a:pt x="455396" y="97709"/>
                  </a:lnTo>
                  <a:lnTo>
                    <a:pt x="488793" y="92981"/>
                  </a:lnTo>
                  <a:lnTo>
                    <a:pt x="520280" y="88523"/>
                  </a:lnTo>
                  <a:lnTo>
                    <a:pt x="550065" y="84306"/>
                  </a:lnTo>
                  <a:lnTo>
                    <a:pt x="578321" y="80305"/>
                  </a:lnTo>
                  <a:lnTo>
                    <a:pt x="605198" y="76500"/>
                  </a:lnTo>
                  <a:lnTo>
                    <a:pt x="630825" y="72871"/>
                  </a:lnTo>
                  <a:lnTo>
                    <a:pt x="655312" y="69404"/>
                  </a:lnTo>
                  <a:lnTo>
                    <a:pt x="678757" y="66085"/>
                  </a:lnTo>
                  <a:lnTo>
                    <a:pt x="701245" y="62901"/>
                  </a:lnTo>
                  <a:lnTo>
                    <a:pt x="722851" y="59842"/>
                  </a:lnTo>
                  <a:lnTo>
                    <a:pt x="743641" y="56898"/>
                  </a:lnTo>
                  <a:lnTo>
                    <a:pt x="763675" y="54062"/>
                  </a:lnTo>
                  <a:lnTo>
                    <a:pt x="783006" y="51325"/>
                  </a:lnTo>
                  <a:lnTo>
                    <a:pt x="801682" y="48681"/>
                  </a:lnTo>
                  <a:lnTo>
                    <a:pt x="819745" y="46123"/>
                  </a:lnTo>
                  <a:lnTo>
                    <a:pt x="837234" y="43647"/>
                  </a:lnTo>
                  <a:lnTo>
                    <a:pt x="854186" y="41247"/>
                  </a:lnTo>
                  <a:lnTo>
                    <a:pt x="870631" y="38918"/>
                  </a:lnTo>
                  <a:lnTo>
                    <a:pt x="886599" y="36658"/>
                  </a:lnTo>
                  <a:lnTo>
                    <a:pt x="902118" y="34460"/>
                  </a:lnTo>
                  <a:lnTo>
                    <a:pt x="917211" y="32323"/>
                  </a:lnTo>
                  <a:lnTo>
                    <a:pt x="931902" y="30243"/>
                  </a:lnTo>
                  <a:lnTo>
                    <a:pt x="946212" y="28217"/>
                  </a:lnTo>
                  <a:lnTo>
                    <a:pt x="960159" y="26243"/>
                  </a:lnTo>
                  <a:lnTo>
                    <a:pt x="973761" y="24317"/>
                  </a:lnTo>
                  <a:lnTo>
                    <a:pt x="987036" y="22437"/>
                  </a:lnTo>
                  <a:lnTo>
                    <a:pt x="999998" y="20602"/>
                  </a:lnTo>
                  <a:lnTo>
                    <a:pt x="1012663" y="18809"/>
                  </a:lnTo>
                  <a:lnTo>
                    <a:pt x="1025042" y="17056"/>
                  </a:lnTo>
                  <a:lnTo>
                    <a:pt x="1037150" y="15342"/>
                  </a:lnTo>
                  <a:lnTo>
                    <a:pt x="1048997" y="13665"/>
                  </a:lnTo>
                  <a:lnTo>
                    <a:pt x="1060595" y="12023"/>
                  </a:lnTo>
                  <a:lnTo>
                    <a:pt x="1071954" y="10414"/>
                  </a:lnTo>
                  <a:lnTo>
                    <a:pt x="1083083" y="8839"/>
                  </a:lnTo>
                  <a:lnTo>
                    <a:pt x="1093992" y="7294"/>
                  </a:lnTo>
                  <a:lnTo>
                    <a:pt x="1104689" y="5780"/>
                  </a:lnTo>
                  <a:lnTo>
                    <a:pt x="1115182" y="4294"/>
                  </a:lnTo>
                  <a:lnTo>
                    <a:pt x="1125479" y="2836"/>
                  </a:lnTo>
                  <a:lnTo>
                    <a:pt x="1135587" y="1405"/>
                  </a:lnTo>
                  <a:lnTo>
                    <a:pt x="114551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850059" y="1440090"/>
              <a:ext cx="1145513" cy="279954"/>
            </a:xfrm>
            <a:custGeom>
              <a:avLst/>
              <a:pathLst>
                <a:path w="1145513" h="279954">
                  <a:moveTo>
                    <a:pt x="0" y="279954"/>
                  </a:moveTo>
                  <a:lnTo>
                    <a:pt x="73559" y="261976"/>
                  </a:lnTo>
                  <a:lnTo>
                    <a:pt x="138442" y="246119"/>
                  </a:lnTo>
                  <a:lnTo>
                    <a:pt x="196483" y="231935"/>
                  </a:lnTo>
                  <a:lnTo>
                    <a:pt x="248987" y="219103"/>
                  </a:lnTo>
                  <a:lnTo>
                    <a:pt x="296919" y="207389"/>
                  </a:lnTo>
                  <a:lnTo>
                    <a:pt x="341013" y="196613"/>
                  </a:lnTo>
                  <a:lnTo>
                    <a:pt x="381837" y="186636"/>
                  </a:lnTo>
                  <a:lnTo>
                    <a:pt x="419844" y="177347"/>
                  </a:lnTo>
                  <a:lnTo>
                    <a:pt x="455396" y="168658"/>
                  </a:lnTo>
                  <a:lnTo>
                    <a:pt x="488793" y="160496"/>
                  </a:lnTo>
                  <a:lnTo>
                    <a:pt x="520280" y="152801"/>
                  </a:lnTo>
                  <a:lnTo>
                    <a:pt x="550065" y="145522"/>
                  </a:lnTo>
                  <a:lnTo>
                    <a:pt x="578321" y="138617"/>
                  </a:lnTo>
                  <a:lnTo>
                    <a:pt x="605198" y="132048"/>
                  </a:lnTo>
                  <a:lnTo>
                    <a:pt x="630825" y="125785"/>
                  </a:lnTo>
                  <a:lnTo>
                    <a:pt x="655312" y="119801"/>
                  </a:lnTo>
                  <a:lnTo>
                    <a:pt x="678757" y="114071"/>
                  </a:lnTo>
                  <a:lnTo>
                    <a:pt x="701245" y="108575"/>
                  </a:lnTo>
                  <a:lnTo>
                    <a:pt x="722851" y="103295"/>
                  </a:lnTo>
                  <a:lnTo>
                    <a:pt x="743641" y="98214"/>
                  </a:lnTo>
                  <a:lnTo>
                    <a:pt x="763675" y="93318"/>
                  </a:lnTo>
                  <a:lnTo>
                    <a:pt x="783006" y="88593"/>
                  </a:lnTo>
                  <a:lnTo>
                    <a:pt x="801682" y="84029"/>
                  </a:lnTo>
                  <a:lnTo>
                    <a:pt x="819745" y="79615"/>
                  </a:lnTo>
                  <a:lnTo>
                    <a:pt x="837234" y="75340"/>
                  </a:lnTo>
                  <a:lnTo>
                    <a:pt x="854186" y="71198"/>
                  </a:lnTo>
                  <a:lnTo>
                    <a:pt x="870631" y="67178"/>
                  </a:lnTo>
                  <a:lnTo>
                    <a:pt x="886599" y="63276"/>
                  </a:lnTo>
                  <a:lnTo>
                    <a:pt x="902118" y="59483"/>
                  </a:lnTo>
                  <a:lnTo>
                    <a:pt x="917211" y="55794"/>
                  </a:lnTo>
                  <a:lnTo>
                    <a:pt x="931902" y="52204"/>
                  </a:lnTo>
                  <a:lnTo>
                    <a:pt x="946212" y="48707"/>
                  </a:lnTo>
                  <a:lnTo>
                    <a:pt x="960159" y="45299"/>
                  </a:lnTo>
                  <a:lnTo>
                    <a:pt x="973761" y="41974"/>
                  </a:lnTo>
                  <a:lnTo>
                    <a:pt x="987036" y="38730"/>
                  </a:lnTo>
                  <a:lnTo>
                    <a:pt x="999998" y="35562"/>
                  </a:lnTo>
                  <a:lnTo>
                    <a:pt x="1012663" y="32467"/>
                  </a:lnTo>
                  <a:lnTo>
                    <a:pt x="1025042" y="29442"/>
                  </a:lnTo>
                  <a:lnTo>
                    <a:pt x="1037150" y="26483"/>
                  </a:lnTo>
                  <a:lnTo>
                    <a:pt x="1048997" y="23587"/>
                  </a:lnTo>
                  <a:lnTo>
                    <a:pt x="1060595" y="20753"/>
                  </a:lnTo>
                  <a:lnTo>
                    <a:pt x="1071954" y="17977"/>
                  </a:lnTo>
                  <a:lnTo>
                    <a:pt x="1083083" y="15257"/>
                  </a:lnTo>
                  <a:lnTo>
                    <a:pt x="1093992" y="12591"/>
                  </a:lnTo>
                  <a:lnTo>
                    <a:pt x="1104689" y="9977"/>
                  </a:lnTo>
                  <a:lnTo>
                    <a:pt x="1115182" y="7412"/>
                  </a:lnTo>
                  <a:lnTo>
                    <a:pt x="1125479" y="4896"/>
                  </a:lnTo>
                  <a:lnTo>
                    <a:pt x="1135587" y="2425"/>
                  </a:lnTo>
                  <a:lnTo>
                    <a:pt x="114551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50059" y="1773684"/>
              <a:ext cx="1145513" cy="50496"/>
            </a:xfrm>
            <a:custGeom>
              <a:avLst/>
              <a:pathLst>
                <a:path w="1145513" h="50496">
                  <a:moveTo>
                    <a:pt x="0" y="50496"/>
                  </a:moveTo>
                  <a:lnTo>
                    <a:pt x="73559" y="47253"/>
                  </a:lnTo>
                  <a:lnTo>
                    <a:pt x="138442" y="44393"/>
                  </a:lnTo>
                  <a:lnTo>
                    <a:pt x="196483" y="41835"/>
                  </a:lnTo>
                  <a:lnTo>
                    <a:pt x="248987" y="39520"/>
                  </a:lnTo>
                  <a:lnTo>
                    <a:pt x="296919" y="37407"/>
                  </a:lnTo>
                  <a:lnTo>
                    <a:pt x="341013" y="35463"/>
                  </a:lnTo>
                  <a:lnTo>
                    <a:pt x="381837" y="33664"/>
                  </a:lnTo>
                  <a:lnTo>
                    <a:pt x="419844" y="31988"/>
                  </a:lnTo>
                  <a:lnTo>
                    <a:pt x="455396" y="30421"/>
                  </a:lnTo>
                  <a:lnTo>
                    <a:pt x="488793" y="28949"/>
                  </a:lnTo>
                  <a:lnTo>
                    <a:pt x="520280" y="27561"/>
                  </a:lnTo>
                  <a:lnTo>
                    <a:pt x="550065" y="26248"/>
                  </a:lnTo>
                  <a:lnTo>
                    <a:pt x="578321" y="25002"/>
                  </a:lnTo>
                  <a:lnTo>
                    <a:pt x="605198" y="23818"/>
                  </a:lnTo>
                  <a:lnTo>
                    <a:pt x="630825" y="22688"/>
                  </a:lnTo>
                  <a:lnTo>
                    <a:pt x="655312" y="21609"/>
                  </a:lnTo>
                  <a:lnTo>
                    <a:pt x="678757" y="20575"/>
                  </a:lnTo>
                  <a:lnTo>
                    <a:pt x="701245" y="19584"/>
                  </a:lnTo>
                  <a:lnTo>
                    <a:pt x="722851" y="18631"/>
                  </a:lnTo>
                  <a:lnTo>
                    <a:pt x="743641" y="17715"/>
                  </a:lnTo>
                  <a:lnTo>
                    <a:pt x="763675" y="16832"/>
                  </a:lnTo>
                  <a:lnTo>
                    <a:pt x="783006" y="15980"/>
                  </a:lnTo>
                  <a:lnTo>
                    <a:pt x="801682" y="15156"/>
                  </a:lnTo>
                  <a:lnTo>
                    <a:pt x="819745" y="14360"/>
                  </a:lnTo>
                  <a:lnTo>
                    <a:pt x="837234" y="13589"/>
                  </a:lnTo>
                  <a:lnTo>
                    <a:pt x="854186" y="12842"/>
                  </a:lnTo>
                  <a:lnTo>
                    <a:pt x="870631" y="12117"/>
                  </a:lnTo>
                  <a:lnTo>
                    <a:pt x="886599" y="11413"/>
                  </a:lnTo>
                  <a:lnTo>
                    <a:pt x="902118" y="10729"/>
                  </a:lnTo>
                  <a:lnTo>
                    <a:pt x="917211" y="10063"/>
                  </a:lnTo>
                  <a:lnTo>
                    <a:pt x="931902" y="9416"/>
                  </a:lnTo>
                  <a:lnTo>
                    <a:pt x="946212" y="8785"/>
                  </a:lnTo>
                  <a:lnTo>
                    <a:pt x="960159" y="8170"/>
                  </a:lnTo>
                  <a:lnTo>
                    <a:pt x="973761" y="7571"/>
                  </a:lnTo>
                  <a:lnTo>
                    <a:pt x="987036" y="6985"/>
                  </a:lnTo>
                  <a:lnTo>
                    <a:pt x="999998" y="6414"/>
                  </a:lnTo>
                  <a:lnTo>
                    <a:pt x="1012663" y="5856"/>
                  </a:lnTo>
                  <a:lnTo>
                    <a:pt x="1025042" y="5310"/>
                  </a:lnTo>
                  <a:lnTo>
                    <a:pt x="1037150" y="4776"/>
                  </a:lnTo>
                  <a:lnTo>
                    <a:pt x="1048997" y="4254"/>
                  </a:lnTo>
                  <a:lnTo>
                    <a:pt x="1060595" y="3743"/>
                  </a:lnTo>
                  <a:lnTo>
                    <a:pt x="1071954" y="3242"/>
                  </a:lnTo>
                  <a:lnTo>
                    <a:pt x="1083083" y="2752"/>
                  </a:lnTo>
                  <a:lnTo>
                    <a:pt x="1093992" y="2271"/>
                  </a:lnTo>
                  <a:lnTo>
                    <a:pt x="1104689" y="1799"/>
                  </a:lnTo>
                  <a:lnTo>
                    <a:pt x="1115182" y="1337"/>
                  </a:lnTo>
                  <a:lnTo>
                    <a:pt x="1125479" y="883"/>
                  </a:lnTo>
                  <a:lnTo>
                    <a:pt x="1135587" y="437"/>
                  </a:lnTo>
                  <a:lnTo>
                    <a:pt x="114551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50059" y="1697434"/>
              <a:ext cx="1145513" cy="430813"/>
            </a:xfrm>
            <a:custGeom>
              <a:avLst/>
              <a:pathLst>
                <a:path w="1145513" h="430813">
                  <a:moveTo>
                    <a:pt x="0" y="430813"/>
                  </a:moveTo>
                  <a:lnTo>
                    <a:pt x="73559" y="403148"/>
                  </a:lnTo>
                  <a:lnTo>
                    <a:pt x="138442" y="378746"/>
                  </a:lnTo>
                  <a:lnTo>
                    <a:pt x="196483" y="356918"/>
                  </a:lnTo>
                  <a:lnTo>
                    <a:pt x="248987" y="337172"/>
                  </a:lnTo>
                  <a:lnTo>
                    <a:pt x="296919" y="319145"/>
                  </a:lnTo>
                  <a:lnTo>
                    <a:pt x="341013" y="302562"/>
                  </a:lnTo>
                  <a:lnTo>
                    <a:pt x="381837" y="287208"/>
                  </a:lnTo>
                  <a:lnTo>
                    <a:pt x="419844" y="272914"/>
                  </a:lnTo>
                  <a:lnTo>
                    <a:pt x="455396" y="259544"/>
                  </a:lnTo>
                  <a:lnTo>
                    <a:pt x="488793" y="246984"/>
                  </a:lnTo>
                  <a:lnTo>
                    <a:pt x="520280" y="235142"/>
                  </a:lnTo>
                  <a:lnTo>
                    <a:pt x="550065" y="223940"/>
                  </a:lnTo>
                  <a:lnTo>
                    <a:pt x="578321" y="213313"/>
                  </a:lnTo>
                  <a:lnTo>
                    <a:pt x="605198" y="203205"/>
                  </a:lnTo>
                  <a:lnTo>
                    <a:pt x="630825" y="193567"/>
                  </a:lnTo>
                  <a:lnTo>
                    <a:pt x="655312" y="184358"/>
                  </a:lnTo>
                  <a:lnTo>
                    <a:pt x="678757" y="175540"/>
                  </a:lnTo>
                  <a:lnTo>
                    <a:pt x="701245" y="167083"/>
                  </a:lnTo>
                  <a:lnTo>
                    <a:pt x="722851" y="158957"/>
                  </a:lnTo>
                  <a:lnTo>
                    <a:pt x="743641" y="151138"/>
                  </a:lnTo>
                  <a:lnTo>
                    <a:pt x="763675" y="143604"/>
                  </a:lnTo>
                  <a:lnTo>
                    <a:pt x="783006" y="136334"/>
                  </a:lnTo>
                  <a:lnTo>
                    <a:pt x="801682" y="129310"/>
                  </a:lnTo>
                  <a:lnTo>
                    <a:pt x="819745" y="122517"/>
                  </a:lnTo>
                  <a:lnTo>
                    <a:pt x="837234" y="115939"/>
                  </a:lnTo>
                  <a:lnTo>
                    <a:pt x="854186" y="109564"/>
                  </a:lnTo>
                  <a:lnTo>
                    <a:pt x="870631" y="103379"/>
                  </a:lnTo>
                  <a:lnTo>
                    <a:pt x="886599" y="97374"/>
                  </a:lnTo>
                  <a:lnTo>
                    <a:pt x="902118" y="91537"/>
                  </a:lnTo>
                  <a:lnTo>
                    <a:pt x="917211" y="85861"/>
                  </a:lnTo>
                  <a:lnTo>
                    <a:pt x="931902" y="80336"/>
                  </a:lnTo>
                  <a:lnTo>
                    <a:pt x="946212" y="74954"/>
                  </a:lnTo>
                  <a:lnTo>
                    <a:pt x="960159" y="69709"/>
                  </a:lnTo>
                  <a:lnTo>
                    <a:pt x="973761" y="64593"/>
                  </a:lnTo>
                  <a:lnTo>
                    <a:pt x="987036" y="59601"/>
                  </a:lnTo>
                  <a:lnTo>
                    <a:pt x="999998" y="54726"/>
                  </a:lnTo>
                  <a:lnTo>
                    <a:pt x="1012663" y="49963"/>
                  </a:lnTo>
                  <a:lnTo>
                    <a:pt x="1025042" y="45307"/>
                  </a:lnTo>
                  <a:lnTo>
                    <a:pt x="1037150" y="40753"/>
                  </a:lnTo>
                  <a:lnTo>
                    <a:pt x="1048997" y="36298"/>
                  </a:lnTo>
                  <a:lnTo>
                    <a:pt x="1060595" y="31936"/>
                  </a:lnTo>
                  <a:lnTo>
                    <a:pt x="1071954" y="27664"/>
                  </a:lnTo>
                  <a:lnTo>
                    <a:pt x="1083083" y="23479"/>
                  </a:lnTo>
                  <a:lnTo>
                    <a:pt x="1093992" y="19376"/>
                  </a:lnTo>
                  <a:lnTo>
                    <a:pt x="1104689" y="15353"/>
                  </a:lnTo>
                  <a:lnTo>
                    <a:pt x="1115182" y="11407"/>
                  </a:lnTo>
                  <a:lnTo>
                    <a:pt x="1125479" y="7534"/>
                  </a:lnTo>
                  <a:lnTo>
                    <a:pt x="1135587" y="3733"/>
                  </a:lnTo>
                  <a:lnTo>
                    <a:pt x="114551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50059" y="2040965"/>
              <a:ext cx="1145513" cy="218683"/>
            </a:xfrm>
            <a:custGeom>
              <a:avLst/>
              <a:pathLst>
                <a:path w="1145513" h="218683">
                  <a:moveTo>
                    <a:pt x="0" y="218683"/>
                  </a:moveTo>
                  <a:lnTo>
                    <a:pt x="73559" y="204641"/>
                  </a:lnTo>
                  <a:lnTo>
                    <a:pt x="138442" y="192254"/>
                  </a:lnTo>
                  <a:lnTo>
                    <a:pt x="196483" y="181174"/>
                  </a:lnTo>
                  <a:lnTo>
                    <a:pt x="248987" y="171150"/>
                  </a:lnTo>
                  <a:lnTo>
                    <a:pt x="296919" y="162000"/>
                  </a:lnTo>
                  <a:lnTo>
                    <a:pt x="341013" y="153582"/>
                  </a:lnTo>
                  <a:lnTo>
                    <a:pt x="381837" y="145789"/>
                  </a:lnTo>
                  <a:lnTo>
                    <a:pt x="419844" y="138533"/>
                  </a:lnTo>
                  <a:lnTo>
                    <a:pt x="455396" y="131746"/>
                  </a:lnTo>
                  <a:lnTo>
                    <a:pt x="488793" y="125370"/>
                  </a:lnTo>
                  <a:lnTo>
                    <a:pt x="520280" y="119359"/>
                  </a:lnTo>
                  <a:lnTo>
                    <a:pt x="550065" y="113673"/>
                  </a:lnTo>
                  <a:lnTo>
                    <a:pt x="578321" y="108279"/>
                  </a:lnTo>
                  <a:lnTo>
                    <a:pt x="605198" y="103148"/>
                  </a:lnTo>
                  <a:lnTo>
                    <a:pt x="630825" y="98256"/>
                  </a:lnTo>
                  <a:lnTo>
                    <a:pt x="655312" y="93581"/>
                  </a:lnTo>
                  <a:lnTo>
                    <a:pt x="678757" y="89105"/>
                  </a:lnTo>
                  <a:lnTo>
                    <a:pt x="701245" y="84812"/>
                  </a:lnTo>
                  <a:lnTo>
                    <a:pt x="722851" y="80688"/>
                  </a:lnTo>
                  <a:lnTo>
                    <a:pt x="743641" y="76719"/>
                  </a:lnTo>
                  <a:lnTo>
                    <a:pt x="763675" y="72894"/>
                  </a:lnTo>
                  <a:lnTo>
                    <a:pt x="783006" y="69204"/>
                  </a:lnTo>
                  <a:lnTo>
                    <a:pt x="801682" y="65639"/>
                  </a:lnTo>
                  <a:lnTo>
                    <a:pt x="819745" y="62190"/>
                  </a:lnTo>
                  <a:lnTo>
                    <a:pt x="837234" y="58851"/>
                  </a:lnTo>
                  <a:lnTo>
                    <a:pt x="854186" y="55615"/>
                  </a:lnTo>
                  <a:lnTo>
                    <a:pt x="870631" y="52476"/>
                  </a:lnTo>
                  <a:lnTo>
                    <a:pt x="886599" y="49427"/>
                  </a:lnTo>
                  <a:lnTo>
                    <a:pt x="902118" y="46465"/>
                  </a:lnTo>
                  <a:lnTo>
                    <a:pt x="917211" y="43583"/>
                  </a:lnTo>
                  <a:lnTo>
                    <a:pt x="931902" y="40779"/>
                  </a:lnTo>
                  <a:lnTo>
                    <a:pt x="946212" y="38047"/>
                  </a:lnTo>
                  <a:lnTo>
                    <a:pt x="960159" y="35385"/>
                  </a:lnTo>
                  <a:lnTo>
                    <a:pt x="973761" y="32788"/>
                  </a:lnTo>
                  <a:lnTo>
                    <a:pt x="987036" y="30254"/>
                  </a:lnTo>
                  <a:lnTo>
                    <a:pt x="999998" y="27779"/>
                  </a:lnTo>
                  <a:lnTo>
                    <a:pt x="1012663" y="25361"/>
                  </a:lnTo>
                  <a:lnTo>
                    <a:pt x="1025042" y="22998"/>
                  </a:lnTo>
                  <a:lnTo>
                    <a:pt x="1037150" y="20686"/>
                  </a:lnTo>
                  <a:lnTo>
                    <a:pt x="1048997" y="18425"/>
                  </a:lnTo>
                  <a:lnTo>
                    <a:pt x="1060595" y="16211"/>
                  </a:lnTo>
                  <a:lnTo>
                    <a:pt x="1071954" y="14042"/>
                  </a:lnTo>
                  <a:lnTo>
                    <a:pt x="1083083" y="11918"/>
                  </a:lnTo>
                  <a:lnTo>
                    <a:pt x="1093992" y="9835"/>
                  </a:lnTo>
                  <a:lnTo>
                    <a:pt x="1104689" y="7793"/>
                  </a:lnTo>
                  <a:lnTo>
                    <a:pt x="1115182" y="5790"/>
                  </a:lnTo>
                  <a:lnTo>
                    <a:pt x="1125479" y="3824"/>
                  </a:lnTo>
                  <a:lnTo>
                    <a:pt x="1135587" y="1894"/>
                  </a:lnTo>
                  <a:lnTo>
                    <a:pt x="114551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50059" y="2187953"/>
              <a:ext cx="1145513" cy="5754"/>
            </a:xfrm>
            <a:custGeom>
              <a:avLst/>
              <a:pathLst>
                <a:path w="1145513" h="5754">
                  <a:moveTo>
                    <a:pt x="0" y="5754"/>
                  </a:moveTo>
                  <a:lnTo>
                    <a:pt x="73559" y="5385"/>
                  </a:lnTo>
                  <a:lnTo>
                    <a:pt x="138442" y="5059"/>
                  </a:lnTo>
                  <a:lnTo>
                    <a:pt x="196483" y="4767"/>
                  </a:lnTo>
                  <a:lnTo>
                    <a:pt x="248987" y="4503"/>
                  </a:lnTo>
                  <a:lnTo>
                    <a:pt x="296919" y="4263"/>
                  </a:lnTo>
                  <a:lnTo>
                    <a:pt x="341013" y="4041"/>
                  </a:lnTo>
                  <a:lnTo>
                    <a:pt x="381837" y="3836"/>
                  </a:lnTo>
                  <a:lnTo>
                    <a:pt x="419844" y="3645"/>
                  </a:lnTo>
                  <a:lnTo>
                    <a:pt x="455396" y="3466"/>
                  </a:lnTo>
                  <a:lnTo>
                    <a:pt x="488793" y="3299"/>
                  </a:lnTo>
                  <a:lnTo>
                    <a:pt x="520280" y="3141"/>
                  </a:lnTo>
                  <a:lnTo>
                    <a:pt x="550065" y="2991"/>
                  </a:lnTo>
                  <a:lnTo>
                    <a:pt x="578321" y="2849"/>
                  </a:lnTo>
                  <a:lnTo>
                    <a:pt x="605198" y="2714"/>
                  </a:lnTo>
                  <a:lnTo>
                    <a:pt x="630825" y="2585"/>
                  </a:lnTo>
                  <a:lnTo>
                    <a:pt x="655312" y="2462"/>
                  </a:lnTo>
                  <a:lnTo>
                    <a:pt x="678757" y="2344"/>
                  </a:lnTo>
                  <a:lnTo>
                    <a:pt x="701245" y="2231"/>
                  </a:lnTo>
                  <a:lnTo>
                    <a:pt x="722851" y="2123"/>
                  </a:lnTo>
                  <a:lnTo>
                    <a:pt x="743641" y="2018"/>
                  </a:lnTo>
                  <a:lnTo>
                    <a:pt x="763675" y="1918"/>
                  </a:lnTo>
                  <a:lnTo>
                    <a:pt x="783006" y="1821"/>
                  </a:lnTo>
                  <a:lnTo>
                    <a:pt x="801682" y="1727"/>
                  </a:lnTo>
                  <a:lnTo>
                    <a:pt x="819745" y="1636"/>
                  </a:lnTo>
                  <a:lnTo>
                    <a:pt x="837234" y="1548"/>
                  </a:lnTo>
                  <a:lnTo>
                    <a:pt x="854186" y="1463"/>
                  </a:lnTo>
                  <a:lnTo>
                    <a:pt x="870631" y="1380"/>
                  </a:lnTo>
                  <a:lnTo>
                    <a:pt x="886599" y="1300"/>
                  </a:lnTo>
                  <a:lnTo>
                    <a:pt x="902118" y="1222"/>
                  </a:lnTo>
                  <a:lnTo>
                    <a:pt x="917211" y="1146"/>
                  </a:lnTo>
                  <a:lnTo>
                    <a:pt x="931902" y="1073"/>
                  </a:lnTo>
                  <a:lnTo>
                    <a:pt x="946212" y="1001"/>
                  </a:lnTo>
                  <a:lnTo>
                    <a:pt x="960159" y="931"/>
                  </a:lnTo>
                  <a:lnTo>
                    <a:pt x="973761" y="862"/>
                  </a:lnTo>
                  <a:lnTo>
                    <a:pt x="987036" y="796"/>
                  </a:lnTo>
                  <a:lnTo>
                    <a:pt x="999998" y="731"/>
                  </a:lnTo>
                  <a:lnTo>
                    <a:pt x="1012663" y="667"/>
                  </a:lnTo>
                  <a:lnTo>
                    <a:pt x="1025042" y="605"/>
                  </a:lnTo>
                  <a:lnTo>
                    <a:pt x="1037150" y="544"/>
                  </a:lnTo>
                  <a:lnTo>
                    <a:pt x="1048997" y="484"/>
                  </a:lnTo>
                  <a:lnTo>
                    <a:pt x="1060595" y="426"/>
                  </a:lnTo>
                  <a:lnTo>
                    <a:pt x="1071954" y="369"/>
                  </a:lnTo>
                  <a:lnTo>
                    <a:pt x="1083083" y="313"/>
                  </a:lnTo>
                  <a:lnTo>
                    <a:pt x="1093992" y="258"/>
                  </a:lnTo>
                  <a:lnTo>
                    <a:pt x="1104689" y="205"/>
                  </a:lnTo>
                  <a:lnTo>
                    <a:pt x="1115182" y="152"/>
                  </a:lnTo>
                  <a:lnTo>
                    <a:pt x="1125479" y="100"/>
                  </a:lnTo>
                  <a:lnTo>
                    <a:pt x="1135587" y="49"/>
                  </a:lnTo>
                  <a:lnTo>
                    <a:pt x="114551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50059" y="1729300"/>
              <a:ext cx="1145513" cy="77302"/>
            </a:xfrm>
            <a:custGeom>
              <a:avLst/>
              <a:pathLst>
                <a:path w="1145513" h="77302">
                  <a:moveTo>
                    <a:pt x="0" y="0"/>
                  </a:moveTo>
                  <a:lnTo>
                    <a:pt x="73559" y="4963"/>
                  </a:lnTo>
                  <a:lnTo>
                    <a:pt x="138442" y="9342"/>
                  </a:lnTo>
                  <a:lnTo>
                    <a:pt x="196483" y="13259"/>
                  </a:lnTo>
                  <a:lnTo>
                    <a:pt x="248987" y="16802"/>
                  </a:lnTo>
                  <a:lnTo>
                    <a:pt x="296919" y="20036"/>
                  </a:lnTo>
                  <a:lnTo>
                    <a:pt x="341013" y="23012"/>
                  </a:lnTo>
                  <a:lnTo>
                    <a:pt x="381837" y="25767"/>
                  </a:lnTo>
                  <a:lnTo>
                    <a:pt x="419844" y="28332"/>
                  </a:lnTo>
                  <a:lnTo>
                    <a:pt x="455396" y="30731"/>
                  </a:lnTo>
                  <a:lnTo>
                    <a:pt x="488793" y="32985"/>
                  </a:lnTo>
                  <a:lnTo>
                    <a:pt x="520280" y="35109"/>
                  </a:lnTo>
                  <a:lnTo>
                    <a:pt x="550065" y="37119"/>
                  </a:lnTo>
                  <a:lnTo>
                    <a:pt x="578321" y="39026"/>
                  </a:lnTo>
                  <a:lnTo>
                    <a:pt x="605198" y="40840"/>
                  </a:lnTo>
                  <a:lnTo>
                    <a:pt x="630825" y="42569"/>
                  </a:lnTo>
                  <a:lnTo>
                    <a:pt x="655312" y="44222"/>
                  </a:lnTo>
                  <a:lnTo>
                    <a:pt x="678757" y="45804"/>
                  </a:lnTo>
                  <a:lnTo>
                    <a:pt x="701245" y="47321"/>
                  </a:lnTo>
                  <a:lnTo>
                    <a:pt x="722851" y="48779"/>
                  </a:lnTo>
                  <a:lnTo>
                    <a:pt x="743641" y="50182"/>
                  </a:lnTo>
                  <a:lnTo>
                    <a:pt x="763675" y="51534"/>
                  </a:lnTo>
                  <a:lnTo>
                    <a:pt x="783006" y="52839"/>
                  </a:lnTo>
                  <a:lnTo>
                    <a:pt x="801682" y="54099"/>
                  </a:lnTo>
                  <a:lnTo>
                    <a:pt x="819745" y="55318"/>
                  </a:lnTo>
                  <a:lnTo>
                    <a:pt x="837234" y="56498"/>
                  </a:lnTo>
                  <a:lnTo>
                    <a:pt x="854186" y="57642"/>
                  </a:lnTo>
                  <a:lnTo>
                    <a:pt x="870631" y="58752"/>
                  </a:lnTo>
                  <a:lnTo>
                    <a:pt x="886599" y="59830"/>
                  </a:lnTo>
                  <a:lnTo>
                    <a:pt x="902118" y="60877"/>
                  </a:lnTo>
                  <a:lnTo>
                    <a:pt x="917211" y="61895"/>
                  </a:lnTo>
                  <a:lnTo>
                    <a:pt x="931902" y="62887"/>
                  </a:lnTo>
                  <a:lnTo>
                    <a:pt x="946212" y="63852"/>
                  </a:lnTo>
                  <a:lnTo>
                    <a:pt x="960159" y="64793"/>
                  </a:lnTo>
                  <a:lnTo>
                    <a:pt x="973761" y="65711"/>
                  </a:lnTo>
                  <a:lnTo>
                    <a:pt x="987036" y="66607"/>
                  </a:lnTo>
                  <a:lnTo>
                    <a:pt x="999998" y="67482"/>
                  </a:lnTo>
                  <a:lnTo>
                    <a:pt x="1012663" y="68337"/>
                  </a:lnTo>
                  <a:lnTo>
                    <a:pt x="1025042" y="69172"/>
                  </a:lnTo>
                  <a:lnTo>
                    <a:pt x="1037150" y="69989"/>
                  </a:lnTo>
                  <a:lnTo>
                    <a:pt x="1048997" y="70789"/>
                  </a:lnTo>
                  <a:lnTo>
                    <a:pt x="1060595" y="71571"/>
                  </a:lnTo>
                  <a:lnTo>
                    <a:pt x="1071954" y="72338"/>
                  </a:lnTo>
                  <a:lnTo>
                    <a:pt x="1083083" y="73089"/>
                  </a:lnTo>
                  <a:lnTo>
                    <a:pt x="1093992" y="73825"/>
                  </a:lnTo>
                  <a:lnTo>
                    <a:pt x="1104689" y="74547"/>
                  </a:lnTo>
                  <a:lnTo>
                    <a:pt x="1115182" y="75255"/>
                  </a:lnTo>
                  <a:lnTo>
                    <a:pt x="1125479" y="75950"/>
                  </a:lnTo>
                  <a:lnTo>
                    <a:pt x="1135587" y="76632"/>
                  </a:lnTo>
                  <a:lnTo>
                    <a:pt x="1145513" y="7730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50059" y="1816687"/>
              <a:ext cx="1145513" cy="144368"/>
            </a:xfrm>
            <a:custGeom>
              <a:avLst/>
              <a:pathLst>
                <a:path w="1145513" h="144368">
                  <a:moveTo>
                    <a:pt x="0" y="144368"/>
                  </a:moveTo>
                  <a:lnTo>
                    <a:pt x="73559" y="135098"/>
                  </a:lnTo>
                  <a:lnTo>
                    <a:pt x="138442" y="126920"/>
                  </a:lnTo>
                  <a:lnTo>
                    <a:pt x="196483" y="119606"/>
                  </a:lnTo>
                  <a:lnTo>
                    <a:pt x="248987" y="112988"/>
                  </a:lnTo>
                  <a:lnTo>
                    <a:pt x="296919" y="106948"/>
                  </a:lnTo>
                  <a:lnTo>
                    <a:pt x="341013" y="101390"/>
                  </a:lnTo>
                  <a:lnTo>
                    <a:pt x="381837" y="96245"/>
                  </a:lnTo>
                  <a:lnTo>
                    <a:pt x="419844" y="91455"/>
                  </a:lnTo>
                  <a:lnTo>
                    <a:pt x="455396" y="86975"/>
                  </a:lnTo>
                  <a:lnTo>
                    <a:pt x="488793" y="82766"/>
                  </a:lnTo>
                  <a:lnTo>
                    <a:pt x="520280" y="78797"/>
                  </a:lnTo>
                  <a:lnTo>
                    <a:pt x="550065" y="75044"/>
                  </a:lnTo>
                  <a:lnTo>
                    <a:pt x="578321" y="71483"/>
                  </a:lnTo>
                  <a:lnTo>
                    <a:pt x="605198" y="68095"/>
                  </a:lnTo>
                  <a:lnTo>
                    <a:pt x="630825" y="64866"/>
                  </a:lnTo>
                  <a:lnTo>
                    <a:pt x="655312" y="61779"/>
                  </a:lnTo>
                  <a:lnTo>
                    <a:pt x="678757" y="58825"/>
                  </a:lnTo>
                  <a:lnTo>
                    <a:pt x="701245" y="55990"/>
                  </a:lnTo>
                  <a:lnTo>
                    <a:pt x="722851" y="53268"/>
                  </a:lnTo>
                  <a:lnTo>
                    <a:pt x="743641" y="50647"/>
                  </a:lnTo>
                  <a:lnTo>
                    <a:pt x="763675" y="48122"/>
                  </a:lnTo>
                  <a:lnTo>
                    <a:pt x="783006" y="45686"/>
                  </a:lnTo>
                  <a:lnTo>
                    <a:pt x="801682" y="43332"/>
                  </a:lnTo>
                  <a:lnTo>
                    <a:pt x="819745" y="41056"/>
                  </a:lnTo>
                  <a:lnTo>
                    <a:pt x="837234" y="38852"/>
                  </a:lnTo>
                  <a:lnTo>
                    <a:pt x="854186" y="36715"/>
                  </a:lnTo>
                  <a:lnTo>
                    <a:pt x="870631" y="34643"/>
                  </a:lnTo>
                  <a:lnTo>
                    <a:pt x="886599" y="32630"/>
                  </a:lnTo>
                  <a:lnTo>
                    <a:pt x="902118" y="30674"/>
                  </a:lnTo>
                  <a:lnTo>
                    <a:pt x="917211" y="28772"/>
                  </a:lnTo>
                  <a:lnTo>
                    <a:pt x="931902" y="26921"/>
                  </a:lnTo>
                  <a:lnTo>
                    <a:pt x="946212" y="25117"/>
                  </a:lnTo>
                  <a:lnTo>
                    <a:pt x="960159" y="23360"/>
                  </a:lnTo>
                  <a:lnTo>
                    <a:pt x="973761" y="21645"/>
                  </a:lnTo>
                  <a:lnTo>
                    <a:pt x="987036" y="19972"/>
                  </a:lnTo>
                  <a:lnTo>
                    <a:pt x="999998" y="18339"/>
                  </a:lnTo>
                  <a:lnTo>
                    <a:pt x="1012663" y="16743"/>
                  </a:lnTo>
                  <a:lnTo>
                    <a:pt x="1025042" y="15182"/>
                  </a:lnTo>
                  <a:lnTo>
                    <a:pt x="1037150" y="13656"/>
                  </a:lnTo>
                  <a:lnTo>
                    <a:pt x="1048997" y="12163"/>
                  </a:lnTo>
                  <a:lnTo>
                    <a:pt x="1060595" y="10702"/>
                  </a:lnTo>
                  <a:lnTo>
                    <a:pt x="1071954" y="9270"/>
                  </a:lnTo>
                  <a:lnTo>
                    <a:pt x="1083083" y="7868"/>
                  </a:lnTo>
                  <a:lnTo>
                    <a:pt x="1093992" y="6493"/>
                  </a:lnTo>
                  <a:lnTo>
                    <a:pt x="1104689" y="5145"/>
                  </a:lnTo>
                  <a:lnTo>
                    <a:pt x="1115182" y="3822"/>
                  </a:lnTo>
                  <a:lnTo>
                    <a:pt x="1125479" y="2524"/>
                  </a:lnTo>
                  <a:lnTo>
                    <a:pt x="1135587" y="1250"/>
                  </a:lnTo>
                  <a:lnTo>
                    <a:pt x="114551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50059" y="1559972"/>
              <a:ext cx="1145513" cy="331331"/>
            </a:xfrm>
            <a:custGeom>
              <a:avLst/>
              <a:pathLst>
                <a:path w="1145513" h="331331">
                  <a:moveTo>
                    <a:pt x="0" y="331331"/>
                  </a:moveTo>
                  <a:lnTo>
                    <a:pt x="73559" y="310055"/>
                  </a:lnTo>
                  <a:lnTo>
                    <a:pt x="138442" y="291288"/>
                  </a:lnTo>
                  <a:lnTo>
                    <a:pt x="196483" y="274500"/>
                  </a:lnTo>
                  <a:lnTo>
                    <a:pt x="248987" y="259314"/>
                  </a:lnTo>
                  <a:lnTo>
                    <a:pt x="296919" y="245449"/>
                  </a:lnTo>
                  <a:lnTo>
                    <a:pt x="341013" y="232696"/>
                  </a:lnTo>
                  <a:lnTo>
                    <a:pt x="381837" y="220887"/>
                  </a:lnTo>
                  <a:lnTo>
                    <a:pt x="419844" y="209894"/>
                  </a:lnTo>
                  <a:lnTo>
                    <a:pt x="455396" y="199611"/>
                  </a:lnTo>
                  <a:lnTo>
                    <a:pt x="488793" y="189951"/>
                  </a:lnTo>
                  <a:lnTo>
                    <a:pt x="520280" y="180844"/>
                  </a:lnTo>
                  <a:lnTo>
                    <a:pt x="550065" y="172229"/>
                  </a:lnTo>
                  <a:lnTo>
                    <a:pt x="578321" y="164056"/>
                  </a:lnTo>
                  <a:lnTo>
                    <a:pt x="605198" y="156282"/>
                  </a:lnTo>
                  <a:lnTo>
                    <a:pt x="630825" y="148870"/>
                  </a:lnTo>
                  <a:lnTo>
                    <a:pt x="655312" y="141787"/>
                  </a:lnTo>
                  <a:lnTo>
                    <a:pt x="678757" y="135005"/>
                  </a:lnTo>
                  <a:lnTo>
                    <a:pt x="701245" y="128501"/>
                  </a:lnTo>
                  <a:lnTo>
                    <a:pt x="722851" y="122252"/>
                  </a:lnTo>
                  <a:lnTo>
                    <a:pt x="743641" y="116238"/>
                  </a:lnTo>
                  <a:lnTo>
                    <a:pt x="763675" y="110443"/>
                  </a:lnTo>
                  <a:lnTo>
                    <a:pt x="783006" y="104852"/>
                  </a:lnTo>
                  <a:lnTo>
                    <a:pt x="801682" y="99450"/>
                  </a:lnTo>
                  <a:lnTo>
                    <a:pt x="819745" y="94226"/>
                  </a:lnTo>
                  <a:lnTo>
                    <a:pt x="837234" y="89167"/>
                  </a:lnTo>
                  <a:lnTo>
                    <a:pt x="854186" y="84264"/>
                  </a:lnTo>
                  <a:lnTo>
                    <a:pt x="870631" y="79507"/>
                  </a:lnTo>
                  <a:lnTo>
                    <a:pt x="886599" y="74888"/>
                  </a:lnTo>
                  <a:lnTo>
                    <a:pt x="902118" y="70400"/>
                  </a:lnTo>
                  <a:lnTo>
                    <a:pt x="917211" y="66034"/>
                  </a:lnTo>
                  <a:lnTo>
                    <a:pt x="931902" y="61785"/>
                  </a:lnTo>
                  <a:lnTo>
                    <a:pt x="946212" y="57646"/>
                  </a:lnTo>
                  <a:lnTo>
                    <a:pt x="960159" y="53612"/>
                  </a:lnTo>
                  <a:lnTo>
                    <a:pt x="973761" y="49678"/>
                  </a:lnTo>
                  <a:lnTo>
                    <a:pt x="987036" y="45838"/>
                  </a:lnTo>
                  <a:lnTo>
                    <a:pt x="999998" y="42089"/>
                  </a:lnTo>
                  <a:lnTo>
                    <a:pt x="1012663" y="38426"/>
                  </a:lnTo>
                  <a:lnTo>
                    <a:pt x="1025042" y="34845"/>
                  </a:lnTo>
                  <a:lnTo>
                    <a:pt x="1037150" y="31343"/>
                  </a:lnTo>
                  <a:lnTo>
                    <a:pt x="1048997" y="27916"/>
                  </a:lnTo>
                  <a:lnTo>
                    <a:pt x="1060595" y="24561"/>
                  </a:lnTo>
                  <a:lnTo>
                    <a:pt x="1071954" y="21276"/>
                  </a:lnTo>
                  <a:lnTo>
                    <a:pt x="1083083" y="18057"/>
                  </a:lnTo>
                  <a:lnTo>
                    <a:pt x="1093992" y="14902"/>
                  </a:lnTo>
                  <a:lnTo>
                    <a:pt x="1104689" y="11808"/>
                  </a:lnTo>
                  <a:lnTo>
                    <a:pt x="1115182" y="8773"/>
                  </a:lnTo>
                  <a:lnTo>
                    <a:pt x="1125479" y="5794"/>
                  </a:lnTo>
                  <a:lnTo>
                    <a:pt x="1135587" y="2871"/>
                  </a:lnTo>
                  <a:lnTo>
                    <a:pt x="114551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50059" y="2030300"/>
              <a:ext cx="1145513" cy="16659"/>
            </a:xfrm>
            <a:custGeom>
              <a:avLst/>
              <a:pathLst>
                <a:path w="1145513" h="16659">
                  <a:moveTo>
                    <a:pt x="0" y="16659"/>
                  </a:moveTo>
                  <a:lnTo>
                    <a:pt x="73559" y="15589"/>
                  </a:lnTo>
                  <a:lnTo>
                    <a:pt x="138442" y="14646"/>
                  </a:lnTo>
                  <a:lnTo>
                    <a:pt x="196483" y="13802"/>
                  </a:lnTo>
                  <a:lnTo>
                    <a:pt x="248987" y="13038"/>
                  </a:lnTo>
                  <a:lnTo>
                    <a:pt x="296919" y="12341"/>
                  </a:lnTo>
                  <a:lnTo>
                    <a:pt x="341013" y="11700"/>
                  </a:lnTo>
                  <a:lnTo>
                    <a:pt x="381837" y="11106"/>
                  </a:lnTo>
                  <a:lnTo>
                    <a:pt x="419844" y="10553"/>
                  </a:lnTo>
                  <a:lnTo>
                    <a:pt x="455396" y="10036"/>
                  </a:lnTo>
                  <a:lnTo>
                    <a:pt x="488793" y="9550"/>
                  </a:lnTo>
                  <a:lnTo>
                    <a:pt x="520280" y="9093"/>
                  </a:lnTo>
                  <a:lnTo>
                    <a:pt x="550065" y="8659"/>
                  </a:lnTo>
                  <a:lnTo>
                    <a:pt x="578321" y="8248"/>
                  </a:lnTo>
                  <a:lnTo>
                    <a:pt x="605198" y="7858"/>
                  </a:lnTo>
                  <a:lnTo>
                    <a:pt x="630825" y="7485"/>
                  </a:lnTo>
                  <a:lnTo>
                    <a:pt x="655312" y="7129"/>
                  </a:lnTo>
                  <a:lnTo>
                    <a:pt x="678757" y="6788"/>
                  </a:lnTo>
                  <a:lnTo>
                    <a:pt x="701245" y="6461"/>
                  </a:lnTo>
                  <a:lnTo>
                    <a:pt x="722851" y="6146"/>
                  </a:lnTo>
                  <a:lnTo>
                    <a:pt x="743641" y="5844"/>
                  </a:lnTo>
                  <a:lnTo>
                    <a:pt x="763675" y="5553"/>
                  </a:lnTo>
                  <a:lnTo>
                    <a:pt x="783006" y="5272"/>
                  </a:lnTo>
                  <a:lnTo>
                    <a:pt x="801682" y="5000"/>
                  </a:lnTo>
                  <a:lnTo>
                    <a:pt x="819745" y="4737"/>
                  </a:lnTo>
                  <a:lnTo>
                    <a:pt x="837234" y="4483"/>
                  </a:lnTo>
                  <a:lnTo>
                    <a:pt x="854186" y="4236"/>
                  </a:lnTo>
                  <a:lnTo>
                    <a:pt x="870631" y="3997"/>
                  </a:lnTo>
                  <a:lnTo>
                    <a:pt x="886599" y="3765"/>
                  </a:lnTo>
                  <a:lnTo>
                    <a:pt x="902118" y="3539"/>
                  </a:lnTo>
                  <a:lnTo>
                    <a:pt x="917211" y="3320"/>
                  </a:lnTo>
                  <a:lnTo>
                    <a:pt x="931902" y="3106"/>
                  </a:lnTo>
                  <a:lnTo>
                    <a:pt x="946212" y="2898"/>
                  </a:lnTo>
                  <a:lnTo>
                    <a:pt x="960159" y="2695"/>
                  </a:lnTo>
                  <a:lnTo>
                    <a:pt x="973761" y="2497"/>
                  </a:lnTo>
                  <a:lnTo>
                    <a:pt x="987036" y="2304"/>
                  </a:lnTo>
                  <a:lnTo>
                    <a:pt x="999998" y="2116"/>
                  </a:lnTo>
                  <a:lnTo>
                    <a:pt x="1012663" y="1932"/>
                  </a:lnTo>
                  <a:lnTo>
                    <a:pt x="1025042" y="1752"/>
                  </a:lnTo>
                  <a:lnTo>
                    <a:pt x="1037150" y="1575"/>
                  </a:lnTo>
                  <a:lnTo>
                    <a:pt x="1048997" y="1403"/>
                  </a:lnTo>
                  <a:lnTo>
                    <a:pt x="1060595" y="1235"/>
                  </a:lnTo>
                  <a:lnTo>
                    <a:pt x="1071954" y="1069"/>
                  </a:lnTo>
                  <a:lnTo>
                    <a:pt x="1083083" y="907"/>
                  </a:lnTo>
                  <a:lnTo>
                    <a:pt x="1093992" y="749"/>
                  </a:lnTo>
                  <a:lnTo>
                    <a:pt x="1104689" y="593"/>
                  </a:lnTo>
                  <a:lnTo>
                    <a:pt x="1115182" y="441"/>
                  </a:lnTo>
                  <a:lnTo>
                    <a:pt x="1125479" y="291"/>
                  </a:lnTo>
                  <a:lnTo>
                    <a:pt x="1135587" y="144"/>
                  </a:lnTo>
                  <a:lnTo>
                    <a:pt x="114551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rc200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773505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741874" y="20767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741874" y="17051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741874" y="133344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773505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5005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323189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61373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995573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tx210"/>
            <p:cNvSpPr/>
            <p:nvPr/>
          </p:nvSpPr>
          <p:spPr>
            <a:xfrm>
              <a:off x="2773505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2" name="rc211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82167" y="207022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67448" y="209323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82985" y="220025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283305" y="189292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46932" y="192764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81901" y="18730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73542" y="216570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283373" y="203388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34865" y="21233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48388" y="171666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18231" y="22339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12798" y="204446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26509" y="16512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20827" y="205445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08831" y="227454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55435" y="227036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37408" y="210750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28885" y="224289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30034" y="16375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08265" y="12098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26933" y="200759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36182" y="21249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17348" y="209986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25894" y="21507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41736" y="20272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30538" y="189919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28091" y="196873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34352" y="205035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5013637" y="221321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97859" y="22251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5017202" y="212077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36787" y="209390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01373" y="127831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5034133" y="21200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26469" y="167393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88474" y="175488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95647" y="222431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99278" y="122590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89905" y="22278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026763" y="218113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01967" y="172951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037358" y="20365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91864" y="207572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92492" y="134296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84428" y="211112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997228" y="212753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985355" y="18717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86593" y="190698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407432" y="216070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77395" y="218763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97879" y="222326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92128" y="21601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403922" y="163097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75644" y="217791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63600" y="177158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410771" y="222927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82977" y="131525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402334" y="135336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414856" y="207186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96863" y="207920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404601" y="194656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403148" y="207253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99967" y="199656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411467" y="220284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69008" y="219097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61467" y="200134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400142" y="205166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98680" y="187209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69306" y="123692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80497" y="182608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83275" y="212874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77653" y="17788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85711" y="2058391"/>
              <a:ext cx="1130727" cy="88134"/>
            </a:xfrm>
            <a:custGeom>
              <a:avLst/>
              <a:pathLst>
                <a:path w="1130727" h="88134">
                  <a:moveTo>
                    <a:pt x="0" y="88134"/>
                  </a:moveTo>
                  <a:lnTo>
                    <a:pt x="72609" y="82474"/>
                  </a:lnTo>
                  <a:lnTo>
                    <a:pt x="136656" y="77482"/>
                  </a:lnTo>
                  <a:lnTo>
                    <a:pt x="193947" y="73017"/>
                  </a:lnTo>
                  <a:lnTo>
                    <a:pt x="245773" y="68977"/>
                  </a:lnTo>
                  <a:lnTo>
                    <a:pt x="293087" y="65289"/>
                  </a:lnTo>
                  <a:lnTo>
                    <a:pt x="336611" y="61897"/>
                  </a:lnTo>
                  <a:lnTo>
                    <a:pt x="376909" y="58756"/>
                  </a:lnTo>
                  <a:lnTo>
                    <a:pt x="414425" y="55831"/>
                  </a:lnTo>
                  <a:lnTo>
                    <a:pt x="449518" y="53096"/>
                  </a:lnTo>
                  <a:lnTo>
                    <a:pt x="482484" y="50527"/>
                  </a:lnTo>
                  <a:lnTo>
                    <a:pt x="513565" y="48104"/>
                  </a:lnTo>
                  <a:lnTo>
                    <a:pt x="542965" y="45812"/>
                  </a:lnTo>
                  <a:lnTo>
                    <a:pt x="570856" y="43638"/>
                  </a:lnTo>
                  <a:lnTo>
                    <a:pt x="597386" y="41571"/>
                  </a:lnTo>
                  <a:lnTo>
                    <a:pt x="622682" y="39599"/>
                  </a:lnTo>
                  <a:lnTo>
                    <a:pt x="646854" y="37715"/>
                  </a:lnTo>
                  <a:lnTo>
                    <a:pt x="669996" y="35911"/>
                  </a:lnTo>
                  <a:lnTo>
                    <a:pt x="692194" y="34181"/>
                  </a:lnTo>
                  <a:lnTo>
                    <a:pt x="713521" y="32519"/>
                  </a:lnTo>
                  <a:lnTo>
                    <a:pt x="734042" y="30919"/>
                  </a:lnTo>
                  <a:lnTo>
                    <a:pt x="753818" y="29378"/>
                  </a:lnTo>
                  <a:lnTo>
                    <a:pt x="772899" y="27890"/>
                  </a:lnTo>
                  <a:lnTo>
                    <a:pt x="791334" y="26453"/>
                  </a:lnTo>
                  <a:lnTo>
                    <a:pt x="809164" y="25064"/>
                  </a:lnTo>
                  <a:lnTo>
                    <a:pt x="826428" y="23718"/>
                  </a:lnTo>
                  <a:lnTo>
                    <a:pt x="843160" y="22414"/>
                  </a:lnTo>
                  <a:lnTo>
                    <a:pt x="859393" y="21149"/>
                  </a:lnTo>
                  <a:lnTo>
                    <a:pt x="875156" y="19920"/>
                  </a:lnTo>
                  <a:lnTo>
                    <a:pt x="890474" y="18726"/>
                  </a:lnTo>
                  <a:lnTo>
                    <a:pt x="905373" y="17565"/>
                  </a:lnTo>
                  <a:lnTo>
                    <a:pt x="919874" y="16434"/>
                  </a:lnTo>
                  <a:lnTo>
                    <a:pt x="933998" y="15333"/>
                  </a:lnTo>
                  <a:lnTo>
                    <a:pt x="947765" y="14260"/>
                  </a:lnTo>
                  <a:lnTo>
                    <a:pt x="961192" y="13214"/>
                  </a:lnTo>
                  <a:lnTo>
                    <a:pt x="974296" y="12193"/>
                  </a:lnTo>
                  <a:lnTo>
                    <a:pt x="987091" y="11195"/>
                  </a:lnTo>
                  <a:lnTo>
                    <a:pt x="999592" y="10221"/>
                  </a:lnTo>
                  <a:lnTo>
                    <a:pt x="1011812" y="9268"/>
                  </a:lnTo>
                  <a:lnTo>
                    <a:pt x="1023763" y="8337"/>
                  </a:lnTo>
                  <a:lnTo>
                    <a:pt x="1035457" y="7425"/>
                  </a:lnTo>
                  <a:lnTo>
                    <a:pt x="1046905" y="6533"/>
                  </a:lnTo>
                  <a:lnTo>
                    <a:pt x="1058117" y="5659"/>
                  </a:lnTo>
                  <a:lnTo>
                    <a:pt x="1069103" y="4803"/>
                  </a:lnTo>
                  <a:lnTo>
                    <a:pt x="1079871" y="3963"/>
                  </a:lnTo>
                  <a:lnTo>
                    <a:pt x="1090430" y="3140"/>
                  </a:lnTo>
                  <a:lnTo>
                    <a:pt x="1100788" y="2333"/>
                  </a:lnTo>
                  <a:lnTo>
                    <a:pt x="1110952" y="1541"/>
                  </a:lnTo>
                  <a:lnTo>
                    <a:pt x="1120929" y="763"/>
                  </a:lnTo>
                  <a:lnTo>
                    <a:pt x="113072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85711" y="2043279"/>
              <a:ext cx="1130727" cy="92367"/>
            </a:xfrm>
            <a:custGeom>
              <a:avLst/>
              <a:pathLst>
                <a:path w="1130727" h="92367">
                  <a:moveTo>
                    <a:pt x="0" y="0"/>
                  </a:moveTo>
                  <a:lnTo>
                    <a:pt x="72609" y="5931"/>
                  </a:lnTo>
                  <a:lnTo>
                    <a:pt x="136656" y="11163"/>
                  </a:lnTo>
                  <a:lnTo>
                    <a:pt x="193947" y="15843"/>
                  </a:lnTo>
                  <a:lnTo>
                    <a:pt x="245773" y="20076"/>
                  </a:lnTo>
                  <a:lnTo>
                    <a:pt x="293087" y="23941"/>
                  </a:lnTo>
                  <a:lnTo>
                    <a:pt x="336611" y="27497"/>
                  </a:lnTo>
                  <a:lnTo>
                    <a:pt x="376909" y="30789"/>
                  </a:lnTo>
                  <a:lnTo>
                    <a:pt x="414425" y="33853"/>
                  </a:lnTo>
                  <a:lnTo>
                    <a:pt x="449518" y="36720"/>
                  </a:lnTo>
                  <a:lnTo>
                    <a:pt x="482484" y="39413"/>
                  </a:lnTo>
                  <a:lnTo>
                    <a:pt x="513565" y="41952"/>
                  </a:lnTo>
                  <a:lnTo>
                    <a:pt x="542965" y="44353"/>
                  </a:lnTo>
                  <a:lnTo>
                    <a:pt x="570856" y="46632"/>
                  </a:lnTo>
                  <a:lnTo>
                    <a:pt x="597386" y="48799"/>
                  </a:lnTo>
                  <a:lnTo>
                    <a:pt x="622682" y="50865"/>
                  </a:lnTo>
                  <a:lnTo>
                    <a:pt x="646854" y="52840"/>
                  </a:lnTo>
                  <a:lnTo>
                    <a:pt x="669996" y="54730"/>
                  </a:lnTo>
                  <a:lnTo>
                    <a:pt x="692194" y="56544"/>
                  </a:lnTo>
                  <a:lnTo>
                    <a:pt x="713521" y="58286"/>
                  </a:lnTo>
                  <a:lnTo>
                    <a:pt x="734042" y="59962"/>
                  </a:lnTo>
                  <a:lnTo>
                    <a:pt x="753818" y="61578"/>
                  </a:lnTo>
                  <a:lnTo>
                    <a:pt x="772899" y="63136"/>
                  </a:lnTo>
                  <a:lnTo>
                    <a:pt x="791334" y="64642"/>
                  </a:lnTo>
                  <a:lnTo>
                    <a:pt x="809164" y="66099"/>
                  </a:lnTo>
                  <a:lnTo>
                    <a:pt x="826428" y="67509"/>
                  </a:lnTo>
                  <a:lnTo>
                    <a:pt x="843160" y="68876"/>
                  </a:lnTo>
                  <a:lnTo>
                    <a:pt x="859393" y="70202"/>
                  </a:lnTo>
                  <a:lnTo>
                    <a:pt x="875156" y="71489"/>
                  </a:lnTo>
                  <a:lnTo>
                    <a:pt x="890474" y="72741"/>
                  </a:lnTo>
                  <a:lnTo>
                    <a:pt x="905373" y="73958"/>
                  </a:lnTo>
                  <a:lnTo>
                    <a:pt x="919874" y="75142"/>
                  </a:lnTo>
                  <a:lnTo>
                    <a:pt x="933998" y="76296"/>
                  </a:lnTo>
                  <a:lnTo>
                    <a:pt x="947765" y="77421"/>
                  </a:lnTo>
                  <a:lnTo>
                    <a:pt x="961192" y="78518"/>
                  </a:lnTo>
                  <a:lnTo>
                    <a:pt x="974296" y="79588"/>
                  </a:lnTo>
                  <a:lnTo>
                    <a:pt x="987091" y="80633"/>
                  </a:lnTo>
                  <a:lnTo>
                    <a:pt x="999592" y="81654"/>
                  </a:lnTo>
                  <a:lnTo>
                    <a:pt x="1011812" y="82653"/>
                  </a:lnTo>
                  <a:lnTo>
                    <a:pt x="1023763" y="83629"/>
                  </a:lnTo>
                  <a:lnTo>
                    <a:pt x="1035457" y="84584"/>
                  </a:lnTo>
                  <a:lnTo>
                    <a:pt x="1046905" y="85519"/>
                  </a:lnTo>
                  <a:lnTo>
                    <a:pt x="1058117" y="86435"/>
                  </a:lnTo>
                  <a:lnTo>
                    <a:pt x="1069103" y="87333"/>
                  </a:lnTo>
                  <a:lnTo>
                    <a:pt x="1079871" y="88212"/>
                  </a:lnTo>
                  <a:lnTo>
                    <a:pt x="1090430" y="89075"/>
                  </a:lnTo>
                  <a:lnTo>
                    <a:pt x="1100788" y="89921"/>
                  </a:lnTo>
                  <a:lnTo>
                    <a:pt x="1110952" y="90751"/>
                  </a:lnTo>
                  <a:lnTo>
                    <a:pt x="1120929" y="91566"/>
                  </a:lnTo>
                  <a:lnTo>
                    <a:pt x="1130727" y="9236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285711" y="2207479"/>
              <a:ext cx="1130727" cy="7739"/>
            </a:xfrm>
            <a:custGeom>
              <a:avLst/>
              <a:pathLst>
                <a:path w="1130727" h="7739">
                  <a:moveTo>
                    <a:pt x="0" y="0"/>
                  </a:moveTo>
                  <a:lnTo>
                    <a:pt x="72609" y="496"/>
                  </a:lnTo>
                  <a:lnTo>
                    <a:pt x="136656" y="935"/>
                  </a:lnTo>
                  <a:lnTo>
                    <a:pt x="193947" y="1327"/>
                  </a:lnTo>
                  <a:lnTo>
                    <a:pt x="245773" y="1682"/>
                  </a:lnTo>
                  <a:lnTo>
                    <a:pt x="293087" y="2006"/>
                  </a:lnTo>
                  <a:lnTo>
                    <a:pt x="336611" y="2304"/>
                  </a:lnTo>
                  <a:lnTo>
                    <a:pt x="376909" y="2579"/>
                  </a:lnTo>
                  <a:lnTo>
                    <a:pt x="414425" y="2836"/>
                  </a:lnTo>
                  <a:lnTo>
                    <a:pt x="449518" y="3076"/>
                  </a:lnTo>
                  <a:lnTo>
                    <a:pt x="482484" y="3302"/>
                  </a:lnTo>
                  <a:lnTo>
                    <a:pt x="513565" y="3515"/>
                  </a:lnTo>
                  <a:lnTo>
                    <a:pt x="542965" y="3716"/>
                  </a:lnTo>
                  <a:lnTo>
                    <a:pt x="570856" y="3907"/>
                  </a:lnTo>
                  <a:lnTo>
                    <a:pt x="597386" y="4088"/>
                  </a:lnTo>
                  <a:lnTo>
                    <a:pt x="622682" y="4262"/>
                  </a:lnTo>
                  <a:lnTo>
                    <a:pt x="646854" y="4427"/>
                  </a:lnTo>
                  <a:lnTo>
                    <a:pt x="669996" y="4585"/>
                  </a:lnTo>
                  <a:lnTo>
                    <a:pt x="692194" y="4737"/>
                  </a:lnTo>
                  <a:lnTo>
                    <a:pt x="713521" y="4883"/>
                  </a:lnTo>
                  <a:lnTo>
                    <a:pt x="734042" y="5024"/>
                  </a:lnTo>
                  <a:lnTo>
                    <a:pt x="753818" y="5159"/>
                  </a:lnTo>
                  <a:lnTo>
                    <a:pt x="772899" y="5290"/>
                  </a:lnTo>
                  <a:lnTo>
                    <a:pt x="791334" y="5416"/>
                  </a:lnTo>
                  <a:lnTo>
                    <a:pt x="809164" y="5538"/>
                  </a:lnTo>
                  <a:lnTo>
                    <a:pt x="826428" y="5656"/>
                  </a:lnTo>
                  <a:lnTo>
                    <a:pt x="843160" y="5771"/>
                  </a:lnTo>
                  <a:lnTo>
                    <a:pt x="859393" y="5882"/>
                  </a:lnTo>
                  <a:lnTo>
                    <a:pt x="875156" y="5990"/>
                  </a:lnTo>
                  <a:lnTo>
                    <a:pt x="890474" y="6095"/>
                  </a:lnTo>
                  <a:lnTo>
                    <a:pt x="905373" y="6197"/>
                  </a:lnTo>
                  <a:lnTo>
                    <a:pt x="919874" y="6296"/>
                  </a:lnTo>
                  <a:lnTo>
                    <a:pt x="933998" y="6393"/>
                  </a:lnTo>
                  <a:lnTo>
                    <a:pt x="947765" y="6487"/>
                  </a:lnTo>
                  <a:lnTo>
                    <a:pt x="961192" y="6579"/>
                  </a:lnTo>
                  <a:lnTo>
                    <a:pt x="974296" y="6668"/>
                  </a:lnTo>
                  <a:lnTo>
                    <a:pt x="987091" y="6756"/>
                  </a:lnTo>
                  <a:lnTo>
                    <a:pt x="999592" y="6841"/>
                  </a:lnTo>
                  <a:lnTo>
                    <a:pt x="1011812" y="6925"/>
                  </a:lnTo>
                  <a:lnTo>
                    <a:pt x="1023763" y="7007"/>
                  </a:lnTo>
                  <a:lnTo>
                    <a:pt x="1035457" y="7087"/>
                  </a:lnTo>
                  <a:lnTo>
                    <a:pt x="1046905" y="7165"/>
                  </a:lnTo>
                  <a:lnTo>
                    <a:pt x="1058117" y="7242"/>
                  </a:lnTo>
                  <a:lnTo>
                    <a:pt x="1069103" y="7317"/>
                  </a:lnTo>
                  <a:lnTo>
                    <a:pt x="1079871" y="7391"/>
                  </a:lnTo>
                  <a:lnTo>
                    <a:pt x="1090430" y="7463"/>
                  </a:lnTo>
                  <a:lnTo>
                    <a:pt x="1100788" y="7534"/>
                  </a:lnTo>
                  <a:lnTo>
                    <a:pt x="1110952" y="7604"/>
                  </a:lnTo>
                  <a:lnTo>
                    <a:pt x="1120929" y="7672"/>
                  </a:lnTo>
                  <a:lnTo>
                    <a:pt x="1130727" y="773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85711" y="1950566"/>
              <a:ext cx="1130727" cy="193724"/>
            </a:xfrm>
            <a:custGeom>
              <a:avLst/>
              <a:pathLst>
                <a:path w="1130727" h="193724">
                  <a:moveTo>
                    <a:pt x="0" y="0"/>
                  </a:moveTo>
                  <a:lnTo>
                    <a:pt x="72609" y="12440"/>
                  </a:lnTo>
                  <a:lnTo>
                    <a:pt x="136656" y="23412"/>
                  </a:lnTo>
                  <a:lnTo>
                    <a:pt x="193947" y="33228"/>
                  </a:lnTo>
                  <a:lnTo>
                    <a:pt x="245773" y="42107"/>
                  </a:lnTo>
                  <a:lnTo>
                    <a:pt x="293087" y="50213"/>
                  </a:lnTo>
                  <a:lnTo>
                    <a:pt x="336611" y="57670"/>
                  </a:lnTo>
                  <a:lnTo>
                    <a:pt x="376909" y="64574"/>
                  </a:lnTo>
                  <a:lnTo>
                    <a:pt x="414425" y="71002"/>
                  </a:lnTo>
                  <a:lnTo>
                    <a:pt x="449518" y="77014"/>
                  </a:lnTo>
                  <a:lnTo>
                    <a:pt x="482484" y="82662"/>
                  </a:lnTo>
                  <a:lnTo>
                    <a:pt x="513565" y="87987"/>
                  </a:lnTo>
                  <a:lnTo>
                    <a:pt x="542965" y="93024"/>
                  </a:lnTo>
                  <a:lnTo>
                    <a:pt x="570856" y="97803"/>
                  </a:lnTo>
                  <a:lnTo>
                    <a:pt x="597386" y="102348"/>
                  </a:lnTo>
                  <a:lnTo>
                    <a:pt x="622682" y="106682"/>
                  </a:lnTo>
                  <a:lnTo>
                    <a:pt x="646854" y="110823"/>
                  </a:lnTo>
                  <a:lnTo>
                    <a:pt x="669996" y="114788"/>
                  </a:lnTo>
                  <a:lnTo>
                    <a:pt x="692194" y="118591"/>
                  </a:lnTo>
                  <a:lnTo>
                    <a:pt x="713521" y="122245"/>
                  </a:lnTo>
                  <a:lnTo>
                    <a:pt x="734042" y="125761"/>
                  </a:lnTo>
                  <a:lnTo>
                    <a:pt x="753818" y="129149"/>
                  </a:lnTo>
                  <a:lnTo>
                    <a:pt x="772899" y="132418"/>
                  </a:lnTo>
                  <a:lnTo>
                    <a:pt x="791334" y="135576"/>
                  </a:lnTo>
                  <a:lnTo>
                    <a:pt x="809164" y="138631"/>
                  </a:lnTo>
                  <a:lnTo>
                    <a:pt x="826428" y="141589"/>
                  </a:lnTo>
                  <a:lnTo>
                    <a:pt x="843160" y="144456"/>
                  </a:lnTo>
                  <a:lnTo>
                    <a:pt x="859393" y="147237"/>
                  </a:lnTo>
                  <a:lnTo>
                    <a:pt x="875156" y="149937"/>
                  </a:lnTo>
                  <a:lnTo>
                    <a:pt x="890474" y="152562"/>
                  </a:lnTo>
                  <a:lnTo>
                    <a:pt x="905373" y="155114"/>
                  </a:lnTo>
                  <a:lnTo>
                    <a:pt x="919874" y="157599"/>
                  </a:lnTo>
                  <a:lnTo>
                    <a:pt x="933998" y="160019"/>
                  </a:lnTo>
                  <a:lnTo>
                    <a:pt x="947765" y="162377"/>
                  </a:lnTo>
                  <a:lnTo>
                    <a:pt x="961192" y="164678"/>
                  </a:lnTo>
                  <a:lnTo>
                    <a:pt x="974296" y="166923"/>
                  </a:lnTo>
                  <a:lnTo>
                    <a:pt x="987091" y="169115"/>
                  </a:lnTo>
                  <a:lnTo>
                    <a:pt x="999592" y="171257"/>
                  </a:lnTo>
                  <a:lnTo>
                    <a:pt x="1011812" y="173350"/>
                  </a:lnTo>
                  <a:lnTo>
                    <a:pt x="1023763" y="175398"/>
                  </a:lnTo>
                  <a:lnTo>
                    <a:pt x="1035457" y="177401"/>
                  </a:lnTo>
                  <a:lnTo>
                    <a:pt x="1046905" y="179363"/>
                  </a:lnTo>
                  <a:lnTo>
                    <a:pt x="1058117" y="181284"/>
                  </a:lnTo>
                  <a:lnTo>
                    <a:pt x="1069103" y="183166"/>
                  </a:lnTo>
                  <a:lnTo>
                    <a:pt x="1079871" y="185011"/>
                  </a:lnTo>
                  <a:lnTo>
                    <a:pt x="1090430" y="186820"/>
                  </a:lnTo>
                  <a:lnTo>
                    <a:pt x="1100788" y="188594"/>
                  </a:lnTo>
                  <a:lnTo>
                    <a:pt x="1110952" y="190336"/>
                  </a:lnTo>
                  <a:lnTo>
                    <a:pt x="1120929" y="192045"/>
                  </a:lnTo>
                  <a:lnTo>
                    <a:pt x="1130727" y="193724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85711" y="1568553"/>
              <a:ext cx="1130727" cy="734795"/>
            </a:xfrm>
            <a:custGeom>
              <a:avLst/>
              <a:pathLst>
                <a:path w="1130727" h="734795">
                  <a:moveTo>
                    <a:pt x="0" y="734795"/>
                  </a:moveTo>
                  <a:lnTo>
                    <a:pt x="72609" y="687610"/>
                  </a:lnTo>
                  <a:lnTo>
                    <a:pt x="136656" y="645990"/>
                  </a:lnTo>
                  <a:lnTo>
                    <a:pt x="193947" y="608760"/>
                  </a:lnTo>
                  <a:lnTo>
                    <a:pt x="245773" y="575081"/>
                  </a:lnTo>
                  <a:lnTo>
                    <a:pt x="293087" y="544334"/>
                  </a:lnTo>
                  <a:lnTo>
                    <a:pt x="336611" y="516050"/>
                  </a:lnTo>
                  <a:lnTo>
                    <a:pt x="376909" y="489863"/>
                  </a:lnTo>
                  <a:lnTo>
                    <a:pt x="414425" y="465484"/>
                  </a:lnTo>
                  <a:lnTo>
                    <a:pt x="449518" y="442678"/>
                  </a:lnTo>
                  <a:lnTo>
                    <a:pt x="482484" y="421256"/>
                  </a:lnTo>
                  <a:lnTo>
                    <a:pt x="513565" y="401058"/>
                  </a:lnTo>
                  <a:lnTo>
                    <a:pt x="542965" y="381953"/>
                  </a:lnTo>
                  <a:lnTo>
                    <a:pt x="570856" y="363828"/>
                  </a:lnTo>
                  <a:lnTo>
                    <a:pt x="597386" y="346587"/>
                  </a:lnTo>
                  <a:lnTo>
                    <a:pt x="622682" y="330149"/>
                  </a:lnTo>
                  <a:lnTo>
                    <a:pt x="646854" y="314441"/>
                  </a:lnTo>
                  <a:lnTo>
                    <a:pt x="669996" y="299402"/>
                  </a:lnTo>
                  <a:lnTo>
                    <a:pt x="692194" y="284977"/>
                  </a:lnTo>
                  <a:lnTo>
                    <a:pt x="713521" y="271118"/>
                  </a:lnTo>
                  <a:lnTo>
                    <a:pt x="734042" y="257782"/>
                  </a:lnTo>
                  <a:lnTo>
                    <a:pt x="753818" y="244931"/>
                  </a:lnTo>
                  <a:lnTo>
                    <a:pt x="772899" y="232531"/>
                  </a:lnTo>
                  <a:lnTo>
                    <a:pt x="791334" y="220552"/>
                  </a:lnTo>
                  <a:lnTo>
                    <a:pt x="809164" y="208965"/>
                  </a:lnTo>
                  <a:lnTo>
                    <a:pt x="826428" y="197746"/>
                  </a:lnTo>
                  <a:lnTo>
                    <a:pt x="843160" y="186873"/>
                  </a:lnTo>
                  <a:lnTo>
                    <a:pt x="859393" y="176324"/>
                  </a:lnTo>
                  <a:lnTo>
                    <a:pt x="875156" y="166081"/>
                  </a:lnTo>
                  <a:lnTo>
                    <a:pt x="890474" y="156126"/>
                  </a:lnTo>
                  <a:lnTo>
                    <a:pt x="905373" y="146445"/>
                  </a:lnTo>
                  <a:lnTo>
                    <a:pt x="919874" y="137021"/>
                  </a:lnTo>
                  <a:lnTo>
                    <a:pt x="933998" y="127842"/>
                  </a:lnTo>
                  <a:lnTo>
                    <a:pt x="947765" y="118896"/>
                  </a:lnTo>
                  <a:lnTo>
                    <a:pt x="961192" y="110171"/>
                  </a:lnTo>
                  <a:lnTo>
                    <a:pt x="974296" y="101655"/>
                  </a:lnTo>
                  <a:lnTo>
                    <a:pt x="987091" y="93341"/>
                  </a:lnTo>
                  <a:lnTo>
                    <a:pt x="999592" y="85217"/>
                  </a:lnTo>
                  <a:lnTo>
                    <a:pt x="1011812" y="77276"/>
                  </a:lnTo>
                  <a:lnTo>
                    <a:pt x="1023763" y="69509"/>
                  </a:lnTo>
                  <a:lnTo>
                    <a:pt x="1035457" y="61910"/>
                  </a:lnTo>
                  <a:lnTo>
                    <a:pt x="1046905" y="54470"/>
                  </a:lnTo>
                  <a:lnTo>
                    <a:pt x="1058117" y="47184"/>
                  </a:lnTo>
                  <a:lnTo>
                    <a:pt x="1069103" y="40046"/>
                  </a:lnTo>
                  <a:lnTo>
                    <a:pt x="1079871" y="33048"/>
                  </a:lnTo>
                  <a:lnTo>
                    <a:pt x="1090430" y="26186"/>
                  </a:lnTo>
                  <a:lnTo>
                    <a:pt x="1100788" y="19456"/>
                  </a:lnTo>
                  <a:lnTo>
                    <a:pt x="1110952" y="12850"/>
                  </a:lnTo>
                  <a:lnTo>
                    <a:pt x="1120929" y="6367"/>
                  </a:lnTo>
                  <a:lnTo>
                    <a:pt x="113072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285711" y="1617133"/>
              <a:ext cx="1130727" cy="1815"/>
            </a:xfrm>
            <a:custGeom>
              <a:avLst/>
              <a:pathLst>
                <a:path w="1130727" h="1815">
                  <a:moveTo>
                    <a:pt x="0" y="1815"/>
                  </a:moveTo>
                  <a:lnTo>
                    <a:pt x="72609" y="1698"/>
                  </a:lnTo>
                  <a:lnTo>
                    <a:pt x="136656" y="1596"/>
                  </a:lnTo>
                  <a:lnTo>
                    <a:pt x="193947" y="1504"/>
                  </a:lnTo>
                  <a:lnTo>
                    <a:pt x="245773" y="1420"/>
                  </a:lnTo>
                  <a:lnTo>
                    <a:pt x="293087" y="1344"/>
                  </a:lnTo>
                  <a:lnTo>
                    <a:pt x="336611" y="1275"/>
                  </a:lnTo>
                  <a:lnTo>
                    <a:pt x="376909" y="1210"/>
                  </a:lnTo>
                  <a:lnTo>
                    <a:pt x="414425" y="1150"/>
                  </a:lnTo>
                  <a:lnTo>
                    <a:pt x="449518" y="1093"/>
                  </a:lnTo>
                  <a:lnTo>
                    <a:pt x="482484" y="1040"/>
                  </a:lnTo>
                  <a:lnTo>
                    <a:pt x="513565" y="990"/>
                  </a:lnTo>
                  <a:lnTo>
                    <a:pt x="542965" y="943"/>
                  </a:lnTo>
                  <a:lnTo>
                    <a:pt x="570856" y="898"/>
                  </a:lnTo>
                  <a:lnTo>
                    <a:pt x="597386" y="856"/>
                  </a:lnTo>
                  <a:lnTo>
                    <a:pt x="622682" y="815"/>
                  </a:lnTo>
                  <a:lnTo>
                    <a:pt x="646854" y="776"/>
                  </a:lnTo>
                  <a:lnTo>
                    <a:pt x="669996" y="739"/>
                  </a:lnTo>
                  <a:lnTo>
                    <a:pt x="692194" y="704"/>
                  </a:lnTo>
                  <a:lnTo>
                    <a:pt x="713521" y="669"/>
                  </a:lnTo>
                  <a:lnTo>
                    <a:pt x="734042" y="636"/>
                  </a:lnTo>
                  <a:lnTo>
                    <a:pt x="753818" y="605"/>
                  </a:lnTo>
                  <a:lnTo>
                    <a:pt x="772899" y="574"/>
                  </a:lnTo>
                  <a:lnTo>
                    <a:pt x="791334" y="544"/>
                  </a:lnTo>
                  <a:lnTo>
                    <a:pt x="809164" y="516"/>
                  </a:lnTo>
                  <a:lnTo>
                    <a:pt x="826428" y="488"/>
                  </a:lnTo>
                  <a:lnTo>
                    <a:pt x="843160" y="461"/>
                  </a:lnTo>
                  <a:lnTo>
                    <a:pt x="859393" y="435"/>
                  </a:lnTo>
                  <a:lnTo>
                    <a:pt x="875156" y="410"/>
                  </a:lnTo>
                  <a:lnTo>
                    <a:pt x="890474" y="385"/>
                  </a:lnTo>
                  <a:lnTo>
                    <a:pt x="905373" y="361"/>
                  </a:lnTo>
                  <a:lnTo>
                    <a:pt x="919874" y="338"/>
                  </a:lnTo>
                  <a:lnTo>
                    <a:pt x="933998" y="315"/>
                  </a:lnTo>
                  <a:lnTo>
                    <a:pt x="947765" y="293"/>
                  </a:lnTo>
                  <a:lnTo>
                    <a:pt x="961192" y="272"/>
                  </a:lnTo>
                  <a:lnTo>
                    <a:pt x="974296" y="251"/>
                  </a:lnTo>
                  <a:lnTo>
                    <a:pt x="987091" y="230"/>
                  </a:lnTo>
                  <a:lnTo>
                    <a:pt x="999592" y="210"/>
                  </a:lnTo>
                  <a:lnTo>
                    <a:pt x="1011812" y="190"/>
                  </a:lnTo>
                  <a:lnTo>
                    <a:pt x="1023763" y="171"/>
                  </a:lnTo>
                  <a:lnTo>
                    <a:pt x="1035457" y="152"/>
                  </a:lnTo>
                  <a:lnTo>
                    <a:pt x="1046905" y="134"/>
                  </a:lnTo>
                  <a:lnTo>
                    <a:pt x="1058117" y="116"/>
                  </a:lnTo>
                  <a:lnTo>
                    <a:pt x="1069103" y="98"/>
                  </a:lnTo>
                  <a:lnTo>
                    <a:pt x="1079871" y="81"/>
                  </a:lnTo>
                  <a:lnTo>
                    <a:pt x="1090430" y="64"/>
                  </a:lnTo>
                  <a:lnTo>
                    <a:pt x="1100788" y="48"/>
                  </a:lnTo>
                  <a:lnTo>
                    <a:pt x="1110952" y="31"/>
                  </a:lnTo>
                  <a:lnTo>
                    <a:pt x="1120929" y="15"/>
                  </a:lnTo>
                  <a:lnTo>
                    <a:pt x="113072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285711" y="1724462"/>
              <a:ext cx="1130727" cy="268827"/>
            </a:xfrm>
            <a:custGeom>
              <a:avLst/>
              <a:pathLst>
                <a:path w="1130727" h="268827">
                  <a:moveTo>
                    <a:pt x="0" y="0"/>
                  </a:moveTo>
                  <a:lnTo>
                    <a:pt x="72609" y="17262"/>
                  </a:lnTo>
                  <a:lnTo>
                    <a:pt x="136656" y="32489"/>
                  </a:lnTo>
                  <a:lnTo>
                    <a:pt x="193947" y="46110"/>
                  </a:lnTo>
                  <a:lnTo>
                    <a:pt x="245773" y="58432"/>
                  </a:lnTo>
                  <a:lnTo>
                    <a:pt x="293087" y="69680"/>
                  </a:lnTo>
                  <a:lnTo>
                    <a:pt x="336611" y="80028"/>
                  </a:lnTo>
                  <a:lnTo>
                    <a:pt x="376909" y="89609"/>
                  </a:lnTo>
                  <a:lnTo>
                    <a:pt x="414425" y="98528"/>
                  </a:lnTo>
                  <a:lnTo>
                    <a:pt x="449518" y="106872"/>
                  </a:lnTo>
                  <a:lnTo>
                    <a:pt x="482484" y="114709"/>
                  </a:lnTo>
                  <a:lnTo>
                    <a:pt x="513565" y="122098"/>
                  </a:lnTo>
                  <a:lnTo>
                    <a:pt x="542965" y="129088"/>
                  </a:lnTo>
                  <a:lnTo>
                    <a:pt x="570856" y="135719"/>
                  </a:lnTo>
                  <a:lnTo>
                    <a:pt x="597386" y="142027"/>
                  </a:lnTo>
                  <a:lnTo>
                    <a:pt x="622682" y="148041"/>
                  </a:lnTo>
                  <a:lnTo>
                    <a:pt x="646854" y="153788"/>
                  </a:lnTo>
                  <a:lnTo>
                    <a:pt x="669996" y="159290"/>
                  </a:lnTo>
                  <a:lnTo>
                    <a:pt x="692194" y="164567"/>
                  </a:lnTo>
                  <a:lnTo>
                    <a:pt x="713521" y="169637"/>
                  </a:lnTo>
                  <a:lnTo>
                    <a:pt x="734042" y="174516"/>
                  </a:lnTo>
                  <a:lnTo>
                    <a:pt x="753818" y="179218"/>
                  </a:lnTo>
                  <a:lnTo>
                    <a:pt x="772899" y="183755"/>
                  </a:lnTo>
                  <a:lnTo>
                    <a:pt x="791334" y="188137"/>
                  </a:lnTo>
                  <a:lnTo>
                    <a:pt x="809164" y="192376"/>
                  </a:lnTo>
                  <a:lnTo>
                    <a:pt x="826428" y="196481"/>
                  </a:lnTo>
                  <a:lnTo>
                    <a:pt x="843160" y="200459"/>
                  </a:lnTo>
                  <a:lnTo>
                    <a:pt x="859393" y="204318"/>
                  </a:lnTo>
                  <a:lnTo>
                    <a:pt x="875156" y="208066"/>
                  </a:lnTo>
                  <a:lnTo>
                    <a:pt x="890474" y="211708"/>
                  </a:lnTo>
                  <a:lnTo>
                    <a:pt x="905373" y="215250"/>
                  </a:lnTo>
                  <a:lnTo>
                    <a:pt x="919874" y="218697"/>
                  </a:lnTo>
                  <a:lnTo>
                    <a:pt x="933998" y="222056"/>
                  </a:lnTo>
                  <a:lnTo>
                    <a:pt x="947765" y="225329"/>
                  </a:lnTo>
                  <a:lnTo>
                    <a:pt x="961192" y="228521"/>
                  </a:lnTo>
                  <a:lnTo>
                    <a:pt x="974296" y="231636"/>
                  </a:lnTo>
                  <a:lnTo>
                    <a:pt x="987091" y="234678"/>
                  </a:lnTo>
                  <a:lnTo>
                    <a:pt x="999592" y="237650"/>
                  </a:lnTo>
                  <a:lnTo>
                    <a:pt x="1011812" y="240555"/>
                  </a:lnTo>
                  <a:lnTo>
                    <a:pt x="1023763" y="243397"/>
                  </a:lnTo>
                  <a:lnTo>
                    <a:pt x="1035457" y="246177"/>
                  </a:lnTo>
                  <a:lnTo>
                    <a:pt x="1046905" y="248899"/>
                  </a:lnTo>
                  <a:lnTo>
                    <a:pt x="1058117" y="251565"/>
                  </a:lnTo>
                  <a:lnTo>
                    <a:pt x="1069103" y="254176"/>
                  </a:lnTo>
                  <a:lnTo>
                    <a:pt x="1079871" y="256736"/>
                  </a:lnTo>
                  <a:lnTo>
                    <a:pt x="1090430" y="259247"/>
                  </a:lnTo>
                  <a:lnTo>
                    <a:pt x="1100788" y="261709"/>
                  </a:lnTo>
                  <a:lnTo>
                    <a:pt x="1110952" y="264126"/>
                  </a:lnTo>
                  <a:lnTo>
                    <a:pt x="1120929" y="266498"/>
                  </a:lnTo>
                  <a:lnTo>
                    <a:pt x="1130727" y="26882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285711" y="2082793"/>
              <a:ext cx="1130727" cy="58538"/>
            </a:xfrm>
            <a:custGeom>
              <a:avLst/>
              <a:pathLst>
                <a:path w="1130727" h="58538">
                  <a:moveTo>
                    <a:pt x="0" y="58538"/>
                  </a:moveTo>
                  <a:lnTo>
                    <a:pt x="72609" y="54779"/>
                  </a:lnTo>
                  <a:lnTo>
                    <a:pt x="136656" y="51463"/>
                  </a:lnTo>
                  <a:lnTo>
                    <a:pt x="193947" y="48497"/>
                  </a:lnTo>
                  <a:lnTo>
                    <a:pt x="245773" y="45814"/>
                  </a:lnTo>
                  <a:lnTo>
                    <a:pt x="293087" y="43365"/>
                  </a:lnTo>
                  <a:lnTo>
                    <a:pt x="336611" y="41111"/>
                  </a:lnTo>
                  <a:lnTo>
                    <a:pt x="376909" y="39025"/>
                  </a:lnTo>
                  <a:lnTo>
                    <a:pt x="414425" y="37083"/>
                  </a:lnTo>
                  <a:lnTo>
                    <a:pt x="449518" y="35266"/>
                  </a:lnTo>
                  <a:lnTo>
                    <a:pt x="482484" y="33560"/>
                  </a:lnTo>
                  <a:lnTo>
                    <a:pt x="513565" y="31950"/>
                  </a:lnTo>
                  <a:lnTo>
                    <a:pt x="542965" y="30428"/>
                  </a:lnTo>
                  <a:lnTo>
                    <a:pt x="570856" y="28984"/>
                  </a:lnTo>
                  <a:lnTo>
                    <a:pt x="597386" y="27611"/>
                  </a:lnTo>
                  <a:lnTo>
                    <a:pt x="622682" y="26301"/>
                  </a:lnTo>
                  <a:lnTo>
                    <a:pt x="646854" y="25050"/>
                  </a:lnTo>
                  <a:lnTo>
                    <a:pt x="669996" y="23852"/>
                  </a:lnTo>
                  <a:lnTo>
                    <a:pt x="692194" y="22703"/>
                  </a:lnTo>
                  <a:lnTo>
                    <a:pt x="713521" y="21599"/>
                  </a:lnTo>
                  <a:lnTo>
                    <a:pt x="734042" y="20536"/>
                  </a:lnTo>
                  <a:lnTo>
                    <a:pt x="753818" y="19512"/>
                  </a:lnTo>
                  <a:lnTo>
                    <a:pt x="772899" y="18525"/>
                  </a:lnTo>
                  <a:lnTo>
                    <a:pt x="791334" y="17570"/>
                  </a:lnTo>
                  <a:lnTo>
                    <a:pt x="809164" y="16647"/>
                  </a:lnTo>
                  <a:lnTo>
                    <a:pt x="826428" y="15753"/>
                  </a:lnTo>
                  <a:lnTo>
                    <a:pt x="843160" y="14887"/>
                  </a:lnTo>
                  <a:lnTo>
                    <a:pt x="859393" y="14047"/>
                  </a:lnTo>
                  <a:lnTo>
                    <a:pt x="875156" y="13231"/>
                  </a:lnTo>
                  <a:lnTo>
                    <a:pt x="890474" y="12438"/>
                  </a:lnTo>
                  <a:lnTo>
                    <a:pt x="905373" y="11666"/>
                  </a:lnTo>
                  <a:lnTo>
                    <a:pt x="919874" y="10916"/>
                  </a:lnTo>
                  <a:lnTo>
                    <a:pt x="933998" y="10184"/>
                  </a:lnTo>
                  <a:lnTo>
                    <a:pt x="947765" y="9472"/>
                  </a:lnTo>
                  <a:lnTo>
                    <a:pt x="961192" y="8776"/>
                  </a:lnTo>
                  <a:lnTo>
                    <a:pt x="974296" y="8098"/>
                  </a:lnTo>
                  <a:lnTo>
                    <a:pt x="987091" y="7436"/>
                  </a:lnTo>
                  <a:lnTo>
                    <a:pt x="999592" y="6788"/>
                  </a:lnTo>
                  <a:lnTo>
                    <a:pt x="1011812" y="6156"/>
                  </a:lnTo>
                  <a:lnTo>
                    <a:pt x="1023763" y="5537"/>
                  </a:lnTo>
                  <a:lnTo>
                    <a:pt x="1035457" y="4932"/>
                  </a:lnTo>
                  <a:lnTo>
                    <a:pt x="1046905" y="4339"/>
                  </a:lnTo>
                  <a:lnTo>
                    <a:pt x="1058117" y="3759"/>
                  </a:lnTo>
                  <a:lnTo>
                    <a:pt x="1069103" y="3190"/>
                  </a:lnTo>
                  <a:lnTo>
                    <a:pt x="1079871" y="2632"/>
                  </a:lnTo>
                  <a:lnTo>
                    <a:pt x="1090430" y="2086"/>
                  </a:lnTo>
                  <a:lnTo>
                    <a:pt x="1100788" y="1549"/>
                  </a:lnTo>
                  <a:lnTo>
                    <a:pt x="1110952" y="1023"/>
                  </a:lnTo>
                  <a:lnTo>
                    <a:pt x="1120929" y="507"/>
                  </a:lnTo>
                  <a:lnTo>
                    <a:pt x="113072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285711" y="2144458"/>
              <a:ext cx="1130727" cy="78070"/>
            </a:xfrm>
            <a:custGeom>
              <a:avLst/>
              <a:pathLst>
                <a:path w="1130727" h="78070">
                  <a:moveTo>
                    <a:pt x="0" y="0"/>
                  </a:moveTo>
                  <a:lnTo>
                    <a:pt x="72609" y="5013"/>
                  </a:lnTo>
                  <a:lnTo>
                    <a:pt x="136656" y="9435"/>
                  </a:lnTo>
                  <a:lnTo>
                    <a:pt x="193947" y="13391"/>
                  </a:lnTo>
                  <a:lnTo>
                    <a:pt x="245773" y="16969"/>
                  </a:lnTo>
                  <a:lnTo>
                    <a:pt x="293087" y="20236"/>
                  </a:lnTo>
                  <a:lnTo>
                    <a:pt x="336611" y="23241"/>
                  </a:lnTo>
                  <a:lnTo>
                    <a:pt x="376909" y="26023"/>
                  </a:lnTo>
                  <a:lnTo>
                    <a:pt x="414425" y="28613"/>
                  </a:lnTo>
                  <a:lnTo>
                    <a:pt x="449518" y="31036"/>
                  </a:lnTo>
                  <a:lnTo>
                    <a:pt x="482484" y="33313"/>
                  </a:lnTo>
                  <a:lnTo>
                    <a:pt x="513565" y="35459"/>
                  </a:lnTo>
                  <a:lnTo>
                    <a:pt x="542965" y="37488"/>
                  </a:lnTo>
                  <a:lnTo>
                    <a:pt x="570856" y="39414"/>
                  </a:lnTo>
                  <a:lnTo>
                    <a:pt x="597386" y="41246"/>
                  </a:lnTo>
                  <a:lnTo>
                    <a:pt x="622682" y="42993"/>
                  </a:lnTo>
                  <a:lnTo>
                    <a:pt x="646854" y="44661"/>
                  </a:lnTo>
                  <a:lnTo>
                    <a:pt x="669996" y="46259"/>
                  </a:lnTo>
                  <a:lnTo>
                    <a:pt x="692194" y="47792"/>
                  </a:lnTo>
                  <a:lnTo>
                    <a:pt x="713521" y="49264"/>
                  </a:lnTo>
                  <a:lnTo>
                    <a:pt x="734042" y="50681"/>
                  </a:lnTo>
                  <a:lnTo>
                    <a:pt x="753818" y="52047"/>
                  </a:lnTo>
                  <a:lnTo>
                    <a:pt x="772899" y="53364"/>
                  </a:lnTo>
                  <a:lnTo>
                    <a:pt x="791334" y="54637"/>
                  </a:lnTo>
                  <a:lnTo>
                    <a:pt x="809164" y="55868"/>
                  </a:lnTo>
                  <a:lnTo>
                    <a:pt x="826428" y="57060"/>
                  </a:lnTo>
                  <a:lnTo>
                    <a:pt x="843160" y="58215"/>
                  </a:lnTo>
                  <a:lnTo>
                    <a:pt x="859393" y="59336"/>
                  </a:lnTo>
                  <a:lnTo>
                    <a:pt x="875156" y="60424"/>
                  </a:lnTo>
                  <a:lnTo>
                    <a:pt x="890474" y="61482"/>
                  </a:lnTo>
                  <a:lnTo>
                    <a:pt x="905373" y="62511"/>
                  </a:lnTo>
                  <a:lnTo>
                    <a:pt x="919874" y="63512"/>
                  </a:lnTo>
                  <a:lnTo>
                    <a:pt x="933998" y="64487"/>
                  </a:lnTo>
                  <a:lnTo>
                    <a:pt x="947765" y="65438"/>
                  </a:lnTo>
                  <a:lnTo>
                    <a:pt x="961192" y="66365"/>
                  </a:lnTo>
                  <a:lnTo>
                    <a:pt x="974296" y="67270"/>
                  </a:lnTo>
                  <a:lnTo>
                    <a:pt x="987091" y="68153"/>
                  </a:lnTo>
                  <a:lnTo>
                    <a:pt x="999592" y="69016"/>
                  </a:lnTo>
                  <a:lnTo>
                    <a:pt x="1011812" y="69860"/>
                  </a:lnTo>
                  <a:lnTo>
                    <a:pt x="1023763" y="70685"/>
                  </a:lnTo>
                  <a:lnTo>
                    <a:pt x="1035457" y="71492"/>
                  </a:lnTo>
                  <a:lnTo>
                    <a:pt x="1046905" y="72283"/>
                  </a:lnTo>
                  <a:lnTo>
                    <a:pt x="1058117" y="73057"/>
                  </a:lnTo>
                  <a:lnTo>
                    <a:pt x="1069103" y="73816"/>
                  </a:lnTo>
                  <a:lnTo>
                    <a:pt x="1079871" y="74559"/>
                  </a:lnTo>
                  <a:lnTo>
                    <a:pt x="1090430" y="75288"/>
                  </a:lnTo>
                  <a:lnTo>
                    <a:pt x="1100788" y="76003"/>
                  </a:lnTo>
                  <a:lnTo>
                    <a:pt x="1110952" y="76705"/>
                  </a:lnTo>
                  <a:lnTo>
                    <a:pt x="1120929" y="77394"/>
                  </a:lnTo>
                  <a:lnTo>
                    <a:pt x="1130727" y="7807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285711" y="1979877"/>
              <a:ext cx="1130727" cy="45964"/>
            </a:xfrm>
            <a:custGeom>
              <a:avLst/>
              <a:pathLst>
                <a:path w="1130727" h="45964">
                  <a:moveTo>
                    <a:pt x="0" y="45964"/>
                  </a:moveTo>
                  <a:lnTo>
                    <a:pt x="72609" y="43012"/>
                  </a:lnTo>
                  <a:lnTo>
                    <a:pt x="136656" y="40409"/>
                  </a:lnTo>
                  <a:lnTo>
                    <a:pt x="193947" y="38080"/>
                  </a:lnTo>
                  <a:lnTo>
                    <a:pt x="245773" y="35973"/>
                  </a:lnTo>
                  <a:lnTo>
                    <a:pt x="293087" y="34050"/>
                  </a:lnTo>
                  <a:lnTo>
                    <a:pt x="336611" y="32281"/>
                  </a:lnTo>
                  <a:lnTo>
                    <a:pt x="376909" y="30642"/>
                  </a:lnTo>
                  <a:lnTo>
                    <a:pt x="414425" y="29117"/>
                  </a:lnTo>
                  <a:lnTo>
                    <a:pt x="449518" y="27691"/>
                  </a:lnTo>
                  <a:lnTo>
                    <a:pt x="482484" y="26351"/>
                  </a:lnTo>
                  <a:lnTo>
                    <a:pt x="513565" y="25087"/>
                  </a:lnTo>
                  <a:lnTo>
                    <a:pt x="542965" y="23892"/>
                  </a:lnTo>
                  <a:lnTo>
                    <a:pt x="570856" y="22758"/>
                  </a:lnTo>
                  <a:lnTo>
                    <a:pt x="597386" y="21680"/>
                  </a:lnTo>
                  <a:lnTo>
                    <a:pt x="622682" y="20652"/>
                  </a:lnTo>
                  <a:lnTo>
                    <a:pt x="646854" y="19669"/>
                  </a:lnTo>
                  <a:lnTo>
                    <a:pt x="669996" y="18728"/>
                  </a:lnTo>
                  <a:lnTo>
                    <a:pt x="692194" y="17826"/>
                  </a:lnTo>
                  <a:lnTo>
                    <a:pt x="713521" y="16959"/>
                  </a:lnTo>
                  <a:lnTo>
                    <a:pt x="734042" y="16125"/>
                  </a:lnTo>
                  <a:lnTo>
                    <a:pt x="753818" y="15321"/>
                  </a:lnTo>
                  <a:lnTo>
                    <a:pt x="772899" y="14545"/>
                  </a:lnTo>
                  <a:lnTo>
                    <a:pt x="791334" y="13796"/>
                  </a:lnTo>
                  <a:lnTo>
                    <a:pt x="809164" y="13071"/>
                  </a:lnTo>
                  <a:lnTo>
                    <a:pt x="826428" y="12369"/>
                  </a:lnTo>
                  <a:lnTo>
                    <a:pt x="843160" y="11689"/>
                  </a:lnTo>
                  <a:lnTo>
                    <a:pt x="859393" y="11029"/>
                  </a:lnTo>
                  <a:lnTo>
                    <a:pt x="875156" y="10389"/>
                  </a:lnTo>
                  <a:lnTo>
                    <a:pt x="890474" y="9766"/>
                  </a:lnTo>
                  <a:lnTo>
                    <a:pt x="905373" y="9160"/>
                  </a:lnTo>
                  <a:lnTo>
                    <a:pt x="919874" y="8571"/>
                  </a:lnTo>
                  <a:lnTo>
                    <a:pt x="933998" y="7997"/>
                  </a:lnTo>
                  <a:lnTo>
                    <a:pt x="947765" y="7437"/>
                  </a:lnTo>
                  <a:lnTo>
                    <a:pt x="961192" y="6891"/>
                  </a:lnTo>
                  <a:lnTo>
                    <a:pt x="974296" y="6358"/>
                  </a:lnTo>
                  <a:lnTo>
                    <a:pt x="987091" y="5838"/>
                  </a:lnTo>
                  <a:lnTo>
                    <a:pt x="999592" y="5330"/>
                  </a:lnTo>
                  <a:lnTo>
                    <a:pt x="1011812" y="4833"/>
                  </a:lnTo>
                  <a:lnTo>
                    <a:pt x="1023763" y="4348"/>
                  </a:lnTo>
                  <a:lnTo>
                    <a:pt x="1035457" y="3872"/>
                  </a:lnTo>
                  <a:lnTo>
                    <a:pt x="1046905" y="3407"/>
                  </a:lnTo>
                  <a:lnTo>
                    <a:pt x="1058117" y="2951"/>
                  </a:lnTo>
                  <a:lnTo>
                    <a:pt x="1069103" y="2505"/>
                  </a:lnTo>
                  <a:lnTo>
                    <a:pt x="1079871" y="2067"/>
                  </a:lnTo>
                  <a:lnTo>
                    <a:pt x="1090430" y="1638"/>
                  </a:lnTo>
                  <a:lnTo>
                    <a:pt x="1100788" y="1217"/>
                  </a:lnTo>
                  <a:lnTo>
                    <a:pt x="1110952" y="803"/>
                  </a:lnTo>
                  <a:lnTo>
                    <a:pt x="1120929" y="398"/>
                  </a:lnTo>
                  <a:lnTo>
                    <a:pt x="1130727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rc294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204347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172716" y="21130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172716" y="176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172716" y="141643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204347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8571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66262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03952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41643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>
              <a:off x="4204347" y="990315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6" name="rc305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5665707" y="204508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686719" y="194901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693772" y="189184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698737" y="212332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673952" y="215976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674214" y="148109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673316" y="205800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702362" y="180820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671082" y="204373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691381" y="211928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58313" y="193671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75409" y="206008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76820" y="171582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73197" y="21005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88274" y="20378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53806" y="179942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41430" y="216322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57399" y="20549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84282" y="196859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87336" y="123745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58771" y="153687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91028" y="198233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74417" y="193316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89035" y="215438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82918" y="199270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39758" y="193196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77808" y="209015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90030" y="203331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29947" y="227486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26879" y="205855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23056" y="203641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60773" y="192169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30780" y="145592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63757" y="13894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52983" y="169238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32224" y="180942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52581" y="18204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62952" y="173630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47465" y="17911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27431" y="173194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33242" y="206632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38466" y="195747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32733" y="203285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51716" y="164568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31011" y="173733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36568" y="19409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36700" y="178818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52537" y="120983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97667" y="180310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18276" y="19158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804866" y="180854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99117" y="179828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806793" y="186490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36105" y="181401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42761" y="16970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26928" y="180155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35873" y="202474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19459" y="153257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14907" y="202603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37148" y="200869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15362" y="191533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02808" y="182030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26072" y="184336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06815" y="202458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23657" y="172006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07034" y="185578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840514" y="192028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825963" y="185674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836141" y="192169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823863" y="15991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99875" y="186941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845697" y="181424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715627" y="1820070"/>
              <a:ext cx="1132066" cy="141157"/>
            </a:xfrm>
            <a:custGeom>
              <a:avLst/>
              <a:pathLst>
                <a:path w="1132066" h="141157">
                  <a:moveTo>
                    <a:pt x="0" y="141157"/>
                  </a:moveTo>
                  <a:lnTo>
                    <a:pt x="72695" y="132093"/>
                  </a:lnTo>
                  <a:lnTo>
                    <a:pt x="136817" y="124097"/>
                  </a:lnTo>
                  <a:lnTo>
                    <a:pt x="194176" y="116945"/>
                  </a:lnTo>
                  <a:lnTo>
                    <a:pt x="246064" y="110475"/>
                  </a:lnTo>
                  <a:lnTo>
                    <a:pt x="293434" y="104569"/>
                  </a:lnTo>
                  <a:lnTo>
                    <a:pt x="337010" y="99135"/>
                  </a:lnTo>
                  <a:lnTo>
                    <a:pt x="377355" y="94105"/>
                  </a:lnTo>
                  <a:lnTo>
                    <a:pt x="414915" y="89421"/>
                  </a:lnTo>
                  <a:lnTo>
                    <a:pt x="450051" y="85040"/>
                  </a:lnTo>
                  <a:lnTo>
                    <a:pt x="483055" y="80925"/>
                  </a:lnTo>
                  <a:lnTo>
                    <a:pt x="514173" y="77045"/>
                  </a:lnTo>
                  <a:lnTo>
                    <a:pt x="543607" y="73375"/>
                  </a:lnTo>
                  <a:lnTo>
                    <a:pt x="571532" y="69893"/>
                  </a:lnTo>
                  <a:lnTo>
                    <a:pt x="598094" y="66581"/>
                  </a:lnTo>
                  <a:lnTo>
                    <a:pt x="623420" y="63423"/>
                  </a:lnTo>
                  <a:lnTo>
                    <a:pt x="647619" y="60405"/>
                  </a:lnTo>
                  <a:lnTo>
                    <a:pt x="670789" y="57516"/>
                  </a:lnTo>
                  <a:lnTo>
                    <a:pt x="693013" y="54745"/>
                  </a:lnTo>
                  <a:lnTo>
                    <a:pt x="714365" y="52083"/>
                  </a:lnTo>
                  <a:lnTo>
                    <a:pt x="734911" y="49521"/>
                  </a:lnTo>
                  <a:lnTo>
                    <a:pt x="754710" y="47052"/>
                  </a:lnTo>
                  <a:lnTo>
                    <a:pt x="773814" y="44670"/>
                  </a:lnTo>
                  <a:lnTo>
                    <a:pt x="792271" y="42369"/>
                  </a:lnTo>
                  <a:lnTo>
                    <a:pt x="810122" y="40143"/>
                  </a:lnTo>
                  <a:lnTo>
                    <a:pt x="827406" y="37988"/>
                  </a:lnTo>
                  <a:lnTo>
                    <a:pt x="844158" y="35899"/>
                  </a:lnTo>
                  <a:lnTo>
                    <a:pt x="860410" y="33872"/>
                  </a:lnTo>
                  <a:lnTo>
                    <a:pt x="876192" y="31905"/>
                  </a:lnTo>
                  <a:lnTo>
                    <a:pt x="891528" y="29992"/>
                  </a:lnTo>
                  <a:lnTo>
                    <a:pt x="906444" y="28132"/>
                  </a:lnTo>
                  <a:lnTo>
                    <a:pt x="920963" y="26322"/>
                  </a:lnTo>
                  <a:lnTo>
                    <a:pt x="935104" y="24559"/>
                  </a:lnTo>
                  <a:lnTo>
                    <a:pt x="948887" y="22840"/>
                  </a:lnTo>
                  <a:lnTo>
                    <a:pt x="962330" y="21164"/>
                  </a:lnTo>
                  <a:lnTo>
                    <a:pt x="975449" y="19528"/>
                  </a:lnTo>
                  <a:lnTo>
                    <a:pt x="988259" y="17931"/>
                  </a:lnTo>
                  <a:lnTo>
                    <a:pt x="1000775" y="16370"/>
                  </a:lnTo>
                  <a:lnTo>
                    <a:pt x="1013009" y="14845"/>
                  </a:lnTo>
                  <a:lnTo>
                    <a:pt x="1024975" y="13353"/>
                  </a:lnTo>
                  <a:lnTo>
                    <a:pt x="1036683" y="11893"/>
                  </a:lnTo>
                  <a:lnTo>
                    <a:pt x="1048145" y="10464"/>
                  </a:lnTo>
                  <a:lnTo>
                    <a:pt x="1059370" y="9064"/>
                  </a:lnTo>
                  <a:lnTo>
                    <a:pt x="1070368" y="7693"/>
                  </a:lnTo>
                  <a:lnTo>
                    <a:pt x="1081149" y="6348"/>
                  </a:lnTo>
                  <a:lnTo>
                    <a:pt x="1091721" y="5030"/>
                  </a:lnTo>
                  <a:lnTo>
                    <a:pt x="1102091" y="3737"/>
                  </a:lnTo>
                  <a:lnTo>
                    <a:pt x="1112267" y="2468"/>
                  </a:lnTo>
                  <a:lnTo>
                    <a:pt x="1122256" y="1223"/>
                  </a:lnTo>
                  <a:lnTo>
                    <a:pt x="113206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15627" y="1867514"/>
              <a:ext cx="1132066" cy="278239"/>
            </a:xfrm>
            <a:custGeom>
              <a:avLst/>
              <a:pathLst>
                <a:path w="1132066" h="278239">
                  <a:moveTo>
                    <a:pt x="0" y="278239"/>
                  </a:moveTo>
                  <a:lnTo>
                    <a:pt x="72695" y="260372"/>
                  </a:lnTo>
                  <a:lnTo>
                    <a:pt x="136817" y="244612"/>
                  </a:lnTo>
                  <a:lnTo>
                    <a:pt x="194176" y="230514"/>
                  </a:lnTo>
                  <a:lnTo>
                    <a:pt x="246064" y="217761"/>
                  </a:lnTo>
                  <a:lnTo>
                    <a:pt x="293434" y="206119"/>
                  </a:lnTo>
                  <a:lnTo>
                    <a:pt x="337010" y="195409"/>
                  </a:lnTo>
                  <a:lnTo>
                    <a:pt x="377355" y="185493"/>
                  </a:lnTo>
                  <a:lnTo>
                    <a:pt x="414915" y="176261"/>
                  </a:lnTo>
                  <a:lnTo>
                    <a:pt x="450051" y="167626"/>
                  </a:lnTo>
                  <a:lnTo>
                    <a:pt x="483055" y="159514"/>
                  </a:lnTo>
                  <a:lnTo>
                    <a:pt x="514173" y="151866"/>
                  </a:lnTo>
                  <a:lnTo>
                    <a:pt x="543607" y="144631"/>
                  </a:lnTo>
                  <a:lnTo>
                    <a:pt x="571532" y="137768"/>
                  </a:lnTo>
                  <a:lnTo>
                    <a:pt x="598094" y="131239"/>
                  </a:lnTo>
                  <a:lnTo>
                    <a:pt x="623420" y="125015"/>
                  </a:lnTo>
                  <a:lnTo>
                    <a:pt x="647619" y="119067"/>
                  </a:lnTo>
                  <a:lnTo>
                    <a:pt x="670789" y="113372"/>
                  </a:lnTo>
                  <a:lnTo>
                    <a:pt x="693013" y="107910"/>
                  </a:lnTo>
                  <a:lnTo>
                    <a:pt x="714365" y="102662"/>
                  </a:lnTo>
                  <a:lnTo>
                    <a:pt x="734911" y="97612"/>
                  </a:lnTo>
                  <a:lnTo>
                    <a:pt x="754710" y="92746"/>
                  </a:lnTo>
                  <a:lnTo>
                    <a:pt x="773814" y="88051"/>
                  </a:lnTo>
                  <a:lnTo>
                    <a:pt x="792271" y="83515"/>
                  </a:lnTo>
                  <a:lnTo>
                    <a:pt x="810122" y="79127"/>
                  </a:lnTo>
                  <a:lnTo>
                    <a:pt x="827406" y="74879"/>
                  </a:lnTo>
                  <a:lnTo>
                    <a:pt x="844158" y="70762"/>
                  </a:lnTo>
                  <a:lnTo>
                    <a:pt x="860410" y="66767"/>
                  </a:lnTo>
                  <a:lnTo>
                    <a:pt x="876192" y="62888"/>
                  </a:lnTo>
                  <a:lnTo>
                    <a:pt x="891528" y="59119"/>
                  </a:lnTo>
                  <a:lnTo>
                    <a:pt x="906444" y="55453"/>
                  </a:lnTo>
                  <a:lnTo>
                    <a:pt x="920963" y="51885"/>
                  </a:lnTo>
                  <a:lnTo>
                    <a:pt x="935104" y="48409"/>
                  </a:lnTo>
                  <a:lnTo>
                    <a:pt x="948887" y="45021"/>
                  </a:lnTo>
                  <a:lnTo>
                    <a:pt x="962330" y="41717"/>
                  </a:lnTo>
                  <a:lnTo>
                    <a:pt x="975449" y="38493"/>
                  </a:lnTo>
                  <a:lnTo>
                    <a:pt x="988259" y="35344"/>
                  </a:lnTo>
                  <a:lnTo>
                    <a:pt x="1000775" y="32268"/>
                  </a:lnTo>
                  <a:lnTo>
                    <a:pt x="1013009" y="29261"/>
                  </a:lnTo>
                  <a:lnTo>
                    <a:pt x="1024975" y="26320"/>
                  </a:lnTo>
                  <a:lnTo>
                    <a:pt x="1036683" y="23443"/>
                  </a:lnTo>
                  <a:lnTo>
                    <a:pt x="1048145" y="20626"/>
                  </a:lnTo>
                  <a:lnTo>
                    <a:pt x="1059370" y="17867"/>
                  </a:lnTo>
                  <a:lnTo>
                    <a:pt x="1070368" y="15163"/>
                  </a:lnTo>
                  <a:lnTo>
                    <a:pt x="1081149" y="12514"/>
                  </a:lnTo>
                  <a:lnTo>
                    <a:pt x="1091721" y="9916"/>
                  </a:lnTo>
                  <a:lnTo>
                    <a:pt x="1102091" y="7367"/>
                  </a:lnTo>
                  <a:lnTo>
                    <a:pt x="1112267" y="4866"/>
                  </a:lnTo>
                  <a:lnTo>
                    <a:pt x="1122256" y="2410"/>
                  </a:lnTo>
                  <a:lnTo>
                    <a:pt x="113206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15627" y="1917796"/>
              <a:ext cx="1132066" cy="46407"/>
            </a:xfrm>
            <a:custGeom>
              <a:avLst/>
              <a:pathLst>
                <a:path w="1132066" h="46407">
                  <a:moveTo>
                    <a:pt x="0" y="46407"/>
                  </a:moveTo>
                  <a:lnTo>
                    <a:pt x="72695" y="43427"/>
                  </a:lnTo>
                  <a:lnTo>
                    <a:pt x="136817" y="40798"/>
                  </a:lnTo>
                  <a:lnTo>
                    <a:pt x="194176" y="38447"/>
                  </a:lnTo>
                  <a:lnTo>
                    <a:pt x="246064" y="36320"/>
                  </a:lnTo>
                  <a:lnTo>
                    <a:pt x="293434" y="34378"/>
                  </a:lnTo>
                  <a:lnTo>
                    <a:pt x="337010" y="32592"/>
                  </a:lnTo>
                  <a:lnTo>
                    <a:pt x="377355" y="30938"/>
                  </a:lnTo>
                  <a:lnTo>
                    <a:pt x="414915" y="29398"/>
                  </a:lnTo>
                  <a:lnTo>
                    <a:pt x="450051" y="27958"/>
                  </a:lnTo>
                  <a:lnTo>
                    <a:pt x="483055" y="26605"/>
                  </a:lnTo>
                  <a:lnTo>
                    <a:pt x="514173" y="25329"/>
                  </a:lnTo>
                  <a:lnTo>
                    <a:pt x="543607" y="24123"/>
                  </a:lnTo>
                  <a:lnTo>
                    <a:pt x="571532" y="22978"/>
                  </a:lnTo>
                  <a:lnTo>
                    <a:pt x="598094" y="21889"/>
                  </a:lnTo>
                  <a:lnTo>
                    <a:pt x="623420" y="20851"/>
                  </a:lnTo>
                  <a:lnTo>
                    <a:pt x="647619" y="19859"/>
                  </a:lnTo>
                  <a:lnTo>
                    <a:pt x="670789" y="18909"/>
                  </a:lnTo>
                  <a:lnTo>
                    <a:pt x="693013" y="17998"/>
                  </a:lnTo>
                  <a:lnTo>
                    <a:pt x="714365" y="17123"/>
                  </a:lnTo>
                  <a:lnTo>
                    <a:pt x="734911" y="16280"/>
                  </a:lnTo>
                  <a:lnTo>
                    <a:pt x="754710" y="15469"/>
                  </a:lnTo>
                  <a:lnTo>
                    <a:pt x="773814" y="14686"/>
                  </a:lnTo>
                  <a:lnTo>
                    <a:pt x="792271" y="13929"/>
                  </a:lnTo>
                  <a:lnTo>
                    <a:pt x="810122" y="13197"/>
                  </a:lnTo>
                  <a:lnTo>
                    <a:pt x="827406" y="12489"/>
                  </a:lnTo>
                  <a:lnTo>
                    <a:pt x="844158" y="11802"/>
                  </a:lnTo>
                  <a:lnTo>
                    <a:pt x="860410" y="11136"/>
                  </a:lnTo>
                  <a:lnTo>
                    <a:pt x="876192" y="10489"/>
                  </a:lnTo>
                  <a:lnTo>
                    <a:pt x="891528" y="9860"/>
                  </a:lnTo>
                  <a:lnTo>
                    <a:pt x="906444" y="9249"/>
                  </a:lnTo>
                  <a:lnTo>
                    <a:pt x="920963" y="8653"/>
                  </a:lnTo>
                  <a:lnTo>
                    <a:pt x="935104" y="8074"/>
                  </a:lnTo>
                  <a:lnTo>
                    <a:pt x="948887" y="7509"/>
                  </a:lnTo>
                  <a:lnTo>
                    <a:pt x="962330" y="6958"/>
                  </a:lnTo>
                  <a:lnTo>
                    <a:pt x="975449" y="6420"/>
                  </a:lnTo>
                  <a:lnTo>
                    <a:pt x="988259" y="5895"/>
                  </a:lnTo>
                  <a:lnTo>
                    <a:pt x="1000775" y="5382"/>
                  </a:lnTo>
                  <a:lnTo>
                    <a:pt x="1013009" y="4880"/>
                  </a:lnTo>
                  <a:lnTo>
                    <a:pt x="1024975" y="4390"/>
                  </a:lnTo>
                  <a:lnTo>
                    <a:pt x="1036683" y="3910"/>
                  </a:lnTo>
                  <a:lnTo>
                    <a:pt x="1048145" y="3440"/>
                  </a:lnTo>
                  <a:lnTo>
                    <a:pt x="1059370" y="2980"/>
                  </a:lnTo>
                  <a:lnTo>
                    <a:pt x="1070368" y="2529"/>
                  </a:lnTo>
                  <a:lnTo>
                    <a:pt x="1081149" y="2087"/>
                  </a:lnTo>
                  <a:lnTo>
                    <a:pt x="1091721" y="1653"/>
                  </a:lnTo>
                  <a:lnTo>
                    <a:pt x="1102091" y="1228"/>
                  </a:lnTo>
                  <a:lnTo>
                    <a:pt x="1112267" y="811"/>
                  </a:lnTo>
                  <a:lnTo>
                    <a:pt x="1122256" y="402"/>
                  </a:lnTo>
                  <a:lnTo>
                    <a:pt x="113206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15627" y="1487844"/>
              <a:ext cx="1132066" cy="642770"/>
            </a:xfrm>
            <a:custGeom>
              <a:avLst/>
              <a:pathLst>
                <a:path w="1132066" h="642770">
                  <a:moveTo>
                    <a:pt x="0" y="642770"/>
                  </a:moveTo>
                  <a:lnTo>
                    <a:pt x="72695" y="601494"/>
                  </a:lnTo>
                  <a:lnTo>
                    <a:pt x="136817" y="565087"/>
                  </a:lnTo>
                  <a:lnTo>
                    <a:pt x="194176" y="532519"/>
                  </a:lnTo>
                  <a:lnTo>
                    <a:pt x="246064" y="503058"/>
                  </a:lnTo>
                  <a:lnTo>
                    <a:pt x="293434" y="476162"/>
                  </a:lnTo>
                  <a:lnTo>
                    <a:pt x="337010" y="451420"/>
                  </a:lnTo>
                  <a:lnTo>
                    <a:pt x="377355" y="428513"/>
                  </a:lnTo>
                  <a:lnTo>
                    <a:pt x="414915" y="407187"/>
                  </a:lnTo>
                  <a:lnTo>
                    <a:pt x="450051" y="387237"/>
                  </a:lnTo>
                  <a:lnTo>
                    <a:pt x="483055" y="368498"/>
                  </a:lnTo>
                  <a:lnTo>
                    <a:pt x="514173" y="350830"/>
                  </a:lnTo>
                  <a:lnTo>
                    <a:pt x="543607" y="334117"/>
                  </a:lnTo>
                  <a:lnTo>
                    <a:pt x="571532" y="318262"/>
                  </a:lnTo>
                  <a:lnTo>
                    <a:pt x="598094" y="303181"/>
                  </a:lnTo>
                  <a:lnTo>
                    <a:pt x="623420" y="288801"/>
                  </a:lnTo>
                  <a:lnTo>
                    <a:pt x="647619" y="275061"/>
                  </a:lnTo>
                  <a:lnTo>
                    <a:pt x="670789" y="261905"/>
                  </a:lnTo>
                  <a:lnTo>
                    <a:pt x="693013" y="249287"/>
                  </a:lnTo>
                  <a:lnTo>
                    <a:pt x="714365" y="237164"/>
                  </a:lnTo>
                  <a:lnTo>
                    <a:pt x="734911" y="225498"/>
                  </a:lnTo>
                  <a:lnTo>
                    <a:pt x="754710" y="214256"/>
                  </a:lnTo>
                  <a:lnTo>
                    <a:pt x="773814" y="203409"/>
                  </a:lnTo>
                  <a:lnTo>
                    <a:pt x="792271" y="192930"/>
                  </a:lnTo>
                  <a:lnTo>
                    <a:pt x="810122" y="182794"/>
                  </a:lnTo>
                  <a:lnTo>
                    <a:pt x="827406" y="172981"/>
                  </a:lnTo>
                  <a:lnTo>
                    <a:pt x="844158" y="163469"/>
                  </a:lnTo>
                  <a:lnTo>
                    <a:pt x="860410" y="154241"/>
                  </a:lnTo>
                  <a:lnTo>
                    <a:pt x="876192" y="145281"/>
                  </a:lnTo>
                  <a:lnTo>
                    <a:pt x="891528" y="136573"/>
                  </a:lnTo>
                  <a:lnTo>
                    <a:pt x="906444" y="128104"/>
                  </a:lnTo>
                  <a:lnTo>
                    <a:pt x="920963" y="119861"/>
                  </a:lnTo>
                  <a:lnTo>
                    <a:pt x="935104" y="111831"/>
                  </a:lnTo>
                  <a:lnTo>
                    <a:pt x="948887" y="104005"/>
                  </a:lnTo>
                  <a:lnTo>
                    <a:pt x="962330" y="96373"/>
                  </a:lnTo>
                  <a:lnTo>
                    <a:pt x="975449" y="88924"/>
                  </a:lnTo>
                  <a:lnTo>
                    <a:pt x="988259" y="81651"/>
                  </a:lnTo>
                  <a:lnTo>
                    <a:pt x="1000775" y="74544"/>
                  </a:lnTo>
                  <a:lnTo>
                    <a:pt x="1013009" y="67598"/>
                  </a:lnTo>
                  <a:lnTo>
                    <a:pt x="1024975" y="60804"/>
                  </a:lnTo>
                  <a:lnTo>
                    <a:pt x="1036683" y="54156"/>
                  </a:lnTo>
                  <a:lnTo>
                    <a:pt x="1048145" y="47649"/>
                  </a:lnTo>
                  <a:lnTo>
                    <a:pt x="1059370" y="41275"/>
                  </a:lnTo>
                  <a:lnTo>
                    <a:pt x="1070368" y="35030"/>
                  </a:lnTo>
                  <a:lnTo>
                    <a:pt x="1081149" y="28909"/>
                  </a:lnTo>
                  <a:lnTo>
                    <a:pt x="1091721" y="22907"/>
                  </a:lnTo>
                  <a:lnTo>
                    <a:pt x="1102091" y="17019"/>
                  </a:lnTo>
                  <a:lnTo>
                    <a:pt x="1112267" y="11241"/>
                  </a:lnTo>
                  <a:lnTo>
                    <a:pt x="1122256" y="5569"/>
                  </a:lnTo>
                  <a:lnTo>
                    <a:pt x="113206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15627" y="1826400"/>
              <a:ext cx="1132066" cy="164020"/>
            </a:xfrm>
            <a:custGeom>
              <a:avLst/>
              <a:pathLst>
                <a:path w="1132066" h="164020">
                  <a:moveTo>
                    <a:pt x="0" y="0"/>
                  </a:moveTo>
                  <a:lnTo>
                    <a:pt x="72695" y="10532"/>
                  </a:lnTo>
                  <a:lnTo>
                    <a:pt x="136817" y="19822"/>
                  </a:lnTo>
                  <a:lnTo>
                    <a:pt x="194176" y="28133"/>
                  </a:lnTo>
                  <a:lnTo>
                    <a:pt x="246064" y="35651"/>
                  </a:lnTo>
                  <a:lnTo>
                    <a:pt x="293434" y="42514"/>
                  </a:lnTo>
                  <a:lnTo>
                    <a:pt x="337010" y="48827"/>
                  </a:lnTo>
                  <a:lnTo>
                    <a:pt x="377355" y="54673"/>
                  </a:lnTo>
                  <a:lnTo>
                    <a:pt x="414915" y="60115"/>
                  </a:lnTo>
                  <a:lnTo>
                    <a:pt x="450051" y="65205"/>
                  </a:lnTo>
                  <a:lnTo>
                    <a:pt x="483055" y="69987"/>
                  </a:lnTo>
                  <a:lnTo>
                    <a:pt x="514173" y="74496"/>
                  </a:lnTo>
                  <a:lnTo>
                    <a:pt x="543607" y="78760"/>
                  </a:lnTo>
                  <a:lnTo>
                    <a:pt x="571532" y="82806"/>
                  </a:lnTo>
                  <a:lnTo>
                    <a:pt x="598094" y="86655"/>
                  </a:lnTo>
                  <a:lnTo>
                    <a:pt x="623420" y="90324"/>
                  </a:lnTo>
                  <a:lnTo>
                    <a:pt x="647619" y="93830"/>
                  </a:lnTo>
                  <a:lnTo>
                    <a:pt x="670789" y="97187"/>
                  </a:lnTo>
                  <a:lnTo>
                    <a:pt x="693013" y="100407"/>
                  </a:lnTo>
                  <a:lnTo>
                    <a:pt x="714365" y="103501"/>
                  </a:lnTo>
                  <a:lnTo>
                    <a:pt x="734911" y="106478"/>
                  </a:lnTo>
                  <a:lnTo>
                    <a:pt x="754710" y="109346"/>
                  </a:lnTo>
                  <a:lnTo>
                    <a:pt x="773814" y="112114"/>
                  </a:lnTo>
                  <a:lnTo>
                    <a:pt x="792271" y="114788"/>
                  </a:lnTo>
                  <a:lnTo>
                    <a:pt x="810122" y="117375"/>
                  </a:lnTo>
                  <a:lnTo>
                    <a:pt x="827406" y="119879"/>
                  </a:lnTo>
                  <a:lnTo>
                    <a:pt x="844158" y="122306"/>
                  </a:lnTo>
                  <a:lnTo>
                    <a:pt x="860410" y="124661"/>
                  </a:lnTo>
                  <a:lnTo>
                    <a:pt x="876192" y="126947"/>
                  </a:lnTo>
                  <a:lnTo>
                    <a:pt x="891528" y="129169"/>
                  </a:lnTo>
                  <a:lnTo>
                    <a:pt x="906444" y="131330"/>
                  </a:lnTo>
                  <a:lnTo>
                    <a:pt x="920963" y="133434"/>
                  </a:lnTo>
                  <a:lnTo>
                    <a:pt x="935104" y="135483"/>
                  </a:lnTo>
                  <a:lnTo>
                    <a:pt x="948887" y="137480"/>
                  </a:lnTo>
                  <a:lnTo>
                    <a:pt x="962330" y="139427"/>
                  </a:lnTo>
                  <a:lnTo>
                    <a:pt x="975449" y="141328"/>
                  </a:lnTo>
                  <a:lnTo>
                    <a:pt x="988259" y="143184"/>
                  </a:lnTo>
                  <a:lnTo>
                    <a:pt x="1000775" y="144998"/>
                  </a:lnTo>
                  <a:lnTo>
                    <a:pt x="1013009" y="146770"/>
                  </a:lnTo>
                  <a:lnTo>
                    <a:pt x="1024975" y="148504"/>
                  </a:lnTo>
                  <a:lnTo>
                    <a:pt x="1036683" y="150200"/>
                  </a:lnTo>
                  <a:lnTo>
                    <a:pt x="1048145" y="151861"/>
                  </a:lnTo>
                  <a:lnTo>
                    <a:pt x="1059370" y="153487"/>
                  </a:lnTo>
                  <a:lnTo>
                    <a:pt x="1070368" y="155081"/>
                  </a:lnTo>
                  <a:lnTo>
                    <a:pt x="1081149" y="156643"/>
                  </a:lnTo>
                  <a:lnTo>
                    <a:pt x="1091721" y="158174"/>
                  </a:lnTo>
                  <a:lnTo>
                    <a:pt x="1102091" y="159677"/>
                  </a:lnTo>
                  <a:lnTo>
                    <a:pt x="1112267" y="161151"/>
                  </a:lnTo>
                  <a:lnTo>
                    <a:pt x="1122256" y="162598"/>
                  </a:lnTo>
                  <a:lnTo>
                    <a:pt x="1132066" y="16402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15627" y="1454535"/>
              <a:ext cx="1132066" cy="235909"/>
            </a:xfrm>
            <a:custGeom>
              <a:avLst/>
              <a:pathLst>
                <a:path w="1132066" h="235909">
                  <a:moveTo>
                    <a:pt x="0" y="0"/>
                  </a:moveTo>
                  <a:lnTo>
                    <a:pt x="72695" y="15148"/>
                  </a:lnTo>
                  <a:lnTo>
                    <a:pt x="136817" y="28511"/>
                  </a:lnTo>
                  <a:lnTo>
                    <a:pt x="194176" y="40464"/>
                  </a:lnTo>
                  <a:lnTo>
                    <a:pt x="246064" y="51277"/>
                  </a:lnTo>
                  <a:lnTo>
                    <a:pt x="293434" y="61148"/>
                  </a:lnTo>
                  <a:lnTo>
                    <a:pt x="337010" y="70229"/>
                  </a:lnTo>
                  <a:lnTo>
                    <a:pt x="377355" y="78636"/>
                  </a:lnTo>
                  <a:lnTo>
                    <a:pt x="414915" y="86463"/>
                  </a:lnTo>
                  <a:lnTo>
                    <a:pt x="450051" y="93785"/>
                  </a:lnTo>
                  <a:lnTo>
                    <a:pt x="483055" y="100663"/>
                  </a:lnTo>
                  <a:lnTo>
                    <a:pt x="514173" y="107147"/>
                  </a:lnTo>
                  <a:lnTo>
                    <a:pt x="543607" y="113281"/>
                  </a:lnTo>
                  <a:lnTo>
                    <a:pt x="571532" y="119100"/>
                  </a:lnTo>
                  <a:lnTo>
                    <a:pt x="598094" y="124635"/>
                  </a:lnTo>
                  <a:lnTo>
                    <a:pt x="623420" y="129913"/>
                  </a:lnTo>
                  <a:lnTo>
                    <a:pt x="647619" y="134956"/>
                  </a:lnTo>
                  <a:lnTo>
                    <a:pt x="670789" y="139784"/>
                  </a:lnTo>
                  <a:lnTo>
                    <a:pt x="693013" y="144415"/>
                  </a:lnTo>
                  <a:lnTo>
                    <a:pt x="714365" y="148865"/>
                  </a:lnTo>
                  <a:lnTo>
                    <a:pt x="734911" y="153147"/>
                  </a:lnTo>
                  <a:lnTo>
                    <a:pt x="754710" y="157272"/>
                  </a:lnTo>
                  <a:lnTo>
                    <a:pt x="773814" y="161253"/>
                  </a:lnTo>
                  <a:lnTo>
                    <a:pt x="792271" y="165100"/>
                  </a:lnTo>
                  <a:lnTo>
                    <a:pt x="810122" y="168820"/>
                  </a:lnTo>
                  <a:lnTo>
                    <a:pt x="827406" y="172421"/>
                  </a:lnTo>
                  <a:lnTo>
                    <a:pt x="844158" y="175912"/>
                  </a:lnTo>
                  <a:lnTo>
                    <a:pt x="860410" y="179299"/>
                  </a:lnTo>
                  <a:lnTo>
                    <a:pt x="876192" y="182588"/>
                  </a:lnTo>
                  <a:lnTo>
                    <a:pt x="891528" y="185784"/>
                  </a:lnTo>
                  <a:lnTo>
                    <a:pt x="906444" y="188892"/>
                  </a:lnTo>
                  <a:lnTo>
                    <a:pt x="920963" y="191918"/>
                  </a:lnTo>
                  <a:lnTo>
                    <a:pt x="935104" y="194864"/>
                  </a:lnTo>
                  <a:lnTo>
                    <a:pt x="948887" y="197737"/>
                  </a:lnTo>
                  <a:lnTo>
                    <a:pt x="962330" y="200538"/>
                  </a:lnTo>
                  <a:lnTo>
                    <a:pt x="975449" y="203272"/>
                  </a:lnTo>
                  <a:lnTo>
                    <a:pt x="988259" y="205941"/>
                  </a:lnTo>
                  <a:lnTo>
                    <a:pt x="1000775" y="208549"/>
                  </a:lnTo>
                  <a:lnTo>
                    <a:pt x="1013009" y="211099"/>
                  </a:lnTo>
                  <a:lnTo>
                    <a:pt x="1024975" y="213592"/>
                  </a:lnTo>
                  <a:lnTo>
                    <a:pt x="1036683" y="216032"/>
                  </a:lnTo>
                  <a:lnTo>
                    <a:pt x="1048145" y="218421"/>
                  </a:lnTo>
                  <a:lnTo>
                    <a:pt x="1059370" y="220760"/>
                  </a:lnTo>
                  <a:lnTo>
                    <a:pt x="1070368" y="223052"/>
                  </a:lnTo>
                  <a:lnTo>
                    <a:pt x="1081149" y="225299"/>
                  </a:lnTo>
                  <a:lnTo>
                    <a:pt x="1091721" y="227501"/>
                  </a:lnTo>
                  <a:lnTo>
                    <a:pt x="1102091" y="229662"/>
                  </a:lnTo>
                  <a:lnTo>
                    <a:pt x="1112267" y="231783"/>
                  </a:lnTo>
                  <a:lnTo>
                    <a:pt x="1122256" y="233865"/>
                  </a:lnTo>
                  <a:lnTo>
                    <a:pt x="1132066" y="23590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15627" y="1866892"/>
              <a:ext cx="1132066" cy="173713"/>
            </a:xfrm>
            <a:custGeom>
              <a:avLst/>
              <a:pathLst>
                <a:path w="1132066" h="173713">
                  <a:moveTo>
                    <a:pt x="0" y="173713"/>
                  </a:moveTo>
                  <a:lnTo>
                    <a:pt x="72695" y="162558"/>
                  </a:lnTo>
                  <a:lnTo>
                    <a:pt x="136817" y="152719"/>
                  </a:lnTo>
                  <a:lnTo>
                    <a:pt x="194176" y="143917"/>
                  </a:lnTo>
                  <a:lnTo>
                    <a:pt x="246064" y="135955"/>
                  </a:lnTo>
                  <a:lnTo>
                    <a:pt x="293434" y="128686"/>
                  </a:lnTo>
                  <a:lnTo>
                    <a:pt x="337010" y="122000"/>
                  </a:lnTo>
                  <a:lnTo>
                    <a:pt x="377355" y="115809"/>
                  </a:lnTo>
                  <a:lnTo>
                    <a:pt x="414915" y="110045"/>
                  </a:lnTo>
                  <a:lnTo>
                    <a:pt x="450051" y="104654"/>
                  </a:lnTo>
                  <a:lnTo>
                    <a:pt x="483055" y="99589"/>
                  </a:lnTo>
                  <a:lnTo>
                    <a:pt x="514173" y="94814"/>
                  </a:lnTo>
                  <a:lnTo>
                    <a:pt x="543607" y="90298"/>
                  </a:lnTo>
                  <a:lnTo>
                    <a:pt x="571532" y="86013"/>
                  </a:lnTo>
                  <a:lnTo>
                    <a:pt x="598094" y="81937"/>
                  </a:lnTo>
                  <a:lnTo>
                    <a:pt x="623420" y="78050"/>
                  </a:lnTo>
                  <a:lnTo>
                    <a:pt x="647619" y="74337"/>
                  </a:lnTo>
                  <a:lnTo>
                    <a:pt x="670789" y="70782"/>
                  </a:lnTo>
                  <a:lnTo>
                    <a:pt x="693013" y="67371"/>
                  </a:lnTo>
                  <a:lnTo>
                    <a:pt x="714365" y="64095"/>
                  </a:lnTo>
                  <a:lnTo>
                    <a:pt x="734911" y="60942"/>
                  </a:lnTo>
                  <a:lnTo>
                    <a:pt x="754710" y="57904"/>
                  </a:lnTo>
                  <a:lnTo>
                    <a:pt x="773814" y="54973"/>
                  </a:lnTo>
                  <a:lnTo>
                    <a:pt x="792271" y="52141"/>
                  </a:lnTo>
                  <a:lnTo>
                    <a:pt x="810122" y="49401"/>
                  </a:lnTo>
                  <a:lnTo>
                    <a:pt x="827406" y="46749"/>
                  </a:lnTo>
                  <a:lnTo>
                    <a:pt x="844158" y="44178"/>
                  </a:lnTo>
                  <a:lnTo>
                    <a:pt x="860410" y="41685"/>
                  </a:lnTo>
                  <a:lnTo>
                    <a:pt x="876192" y="39263"/>
                  </a:lnTo>
                  <a:lnTo>
                    <a:pt x="891528" y="36910"/>
                  </a:lnTo>
                  <a:lnTo>
                    <a:pt x="906444" y="34621"/>
                  </a:lnTo>
                  <a:lnTo>
                    <a:pt x="920963" y="32393"/>
                  </a:lnTo>
                  <a:lnTo>
                    <a:pt x="935104" y="30223"/>
                  </a:lnTo>
                  <a:lnTo>
                    <a:pt x="948887" y="28108"/>
                  </a:lnTo>
                  <a:lnTo>
                    <a:pt x="962330" y="26045"/>
                  </a:lnTo>
                  <a:lnTo>
                    <a:pt x="975449" y="24032"/>
                  </a:lnTo>
                  <a:lnTo>
                    <a:pt x="988259" y="22066"/>
                  </a:lnTo>
                  <a:lnTo>
                    <a:pt x="1000775" y="20146"/>
                  </a:lnTo>
                  <a:lnTo>
                    <a:pt x="1013009" y="18269"/>
                  </a:lnTo>
                  <a:lnTo>
                    <a:pt x="1024975" y="16432"/>
                  </a:lnTo>
                  <a:lnTo>
                    <a:pt x="1036683" y="14636"/>
                  </a:lnTo>
                  <a:lnTo>
                    <a:pt x="1048145" y="12877"/>
                  </a:lnTo>
                  <a:lnTo>
                    <a:pt x="1059370" y="11155"/>
                  </a:lnTo>
                  <a:lnTo>
                    <a:pt x="1070368" y="9467"/>
                  </a:lnTo>
                  <a:lnTo>
                    <a:pt x="1081149" y="7813"/>
                  </a:lnTo>
                  <a:lnTo>
                    <a:pt x="1091721" y="6190"/>
                  </a:lnTo>
                  <a:lnTo>
                    <a:pt x="1102091" y="4599"/>
                  </a:lnTo>
                  <a:lnTo>
                    <a:pt x="1112267" y="3038"/>
                  </a:lnTo>
                  <a:lnTo>
                    <a:pt x="1122256" y="1505"/>
                  </a:lnTo>
                  <a:lnTo>
                    <a:pt x="113206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15627" y="1797052"/>
              <a:ext cx="1132066" cy="304402"/>
            </a:xfrm>
            <a:custGeom>
              <a:avLst/>
              <a:pathLst>
                <a:path w="1132066" h="304402">
                  <a:moveTo>
                    <a:pt x="0" y="304402"/>
                  </a:moveTo>
                  <a:lnTo>
                    <a:pt x="72695" y="284855"/>
                  </a:lnTo>
                  <a:lnTo>
                    <a:pt x="136817" y="267613"/>
                  </a:lnTo>
                  <a:lnTo>
                    <a:pt x="194176" y="252190"/>
                  </a:lnTo>
                  <a:lnTo>
                    <a:pt x="246064" y="238238"/>
                  </a:lnTo>
                  <a:lnTo>
                    <a:pt x="293434" y="225500"/>
                  </a:lnTo>
                  <a:lnTo>
                    <a:pt x="337010" y="213783"/>
                  </a:lnTo>
                  <a:lnTo>
                    <a:pt x="377355" y="202935"/>
                  </a:lnTo>
                  <a:lnTo>
                    <a:pt x="414915" y="192835"/>
                  </a:lnTo>
                  <a:lnTo>
                    <a:pt x="450051" y="183388"/>
                  </a:lnTo>
                  <a:lnTo>
                    <a:pt x="483055" y="174513"/>
                  </a:lnTo>
                  <a:lnTo>
                    <a:pt x="514173" y="166146"/>
                  </a:lnTo>
                  <a:lnTo>
                    <a:pt x="543607" y="158231"/>
                  </a:lnTo>
                  <a:lnTo>
                    <a:pt x="571532" y="150722"/>
                  </a:lnTo>
                  <a:lnTo>
                    <a:pt x="598094" y="143580"/>
                  </a:lnTo>
                  <a:lnTo>
                    <a:pt x="623420" y="136770"/>
                  </a:lnTo>
                  <a:lnTo>
                    <a:pt x="647619" y="130263"/>
                  </a:lnTo>
                  <a:lnTo>
                    <a:pt x="670789" y="124033"/>
                  </a:lnTo>
                  <a:lnTo>
                    <a:pt x="693013" y="118057"/>
                  </a:lnTo>
                  <a:lnTo>
                    <a:pt x="714365" y="112316"/>
                  </a:lnTo>
                  <a:lnTo>
                    <a:pt x="734911" y="106791"/>
                  </a:lnTo>
                  <a:lnTo>
                    <a:pt x="754710" y="101467"/>
                  </a:lnTo>
                  <a:lnTo>
                    <a:pt x="773814" y="96330"/>
                  </a:lnTo>
                  <a:lnTo>
                    <a:pt x="792271" y="91368"/>
                  </a:lnTo>
                  <a:lnTo>
                    <a:pt x="810122" y="86568"/>
                  </a:lnTo>
                  <a:lnTo>
                    <a:pt x="827406" y="81920"/>
                  </a:lnTo>
                  <a:lnTo>
                    <a:pt x="844158" y="77415"/>
                  </a:lnTo>
                  <a:lnTo>
                    <a:pt x="860410" y="73045"/>
                  </a:lnTo>
                  <a:lnTo>
                    <a:pt x="876192" y="68802"/>
                  </a:lnTo>
                  <a:lnTo>
                    <a:pt x="891528" y="64678"/>
                  </a:lnTo>
                  <a:lnTo>
                    <a:pt x="906444" y="60667"/>
                  </a:lnTo>
                  <a:lnTo>
                    <a:pt x="920963" y="56763"/>
                  </a:lnTo>
                  <a:lnTo>
                    <a:pt x="935104" y="52961"/>
                  </a:lnTo>
                  <a:lnTo>
                    <a:pt x="948887" y="49255"/>
                  </a:lnTo>
                  <a:lnTo>
                    <a:pt x="962330" y="45640"/>
                  </a:lnTo>
                  <a:lnTo>
                    <a:pt x="975449" y="42112"/>
                  </a:lnTo>
                  <a:lnTo>
                    <a:pt x="988259" y="38668"/>
                  </a:lnTo>
                  <a:lnTo>
                    <a:pt x="1000775" y="35302"/>
                  </a:lnTo>
                  <a:lnTo>
                    <a:pt x="1013009" y="32013"/>
                  </a:lnTo>
                  <a:lnTo>
                    <a:pt x="1024975" y="28795"/>
                  </a:lnTo>
                  <a:lnTo>
                    <a:pt x="1036683" y="25647"/>
                  </a:lnTo>
                  <a:lnTo>
                    <a:pt x="1048145" y="22565"/>
                  </a:lnTo>
                  <a:lnTo>
                    <a:pt x="1059370" y="19547"/>
                  </a:lnTo>
                  <a:lnTo>
                    <a:pt x="1070368" y="16589"/>
                  </a:lnTo>
                  <a:lnTo>
                    <a:pt x="1081149" y="13690"/>
                  </a:lnTo>
                  <a:lnTo>
                    <a:pt x="1091721" y="10848"/>
                  </a:lnTo>
                  <a:lnTo>
                    <a:pt x="1102091" y="8060"/>
                  </a:lnTo>
                  <a:lnTo>
                    <a:pt x="1112267" y="5323"/>
                  </a:lnTo>
                  <a:lnTo>
                    <a:pt x="1122256" y="2637"/>
                  </a:lnTo>
                  <a:lnTo>
                    <a:pt x="113206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15627" y="2065318"/>
              <a:ext cx="1132066" cy="74581"/>
            </a:xfrm>
            <a:custGeom>
              <a:avLst/>
              <a:pathLst>
                <a:path w="1132066" h="74581">
                  <a:moveTo>
                    <a:pt x="0" y="74581"/>
                  </a:moveTo>
                  <a:lnTo>
                    <a:pt x="72695" y="69792"/>
                  </a:lnTo>
                  <a:lnTo>
                    <a:pt x="136817" y="65568"/>
                  </a:lnTo>
                  <a:lnTo>
                    <a:pt x="194176" y="61789"/>
                  </a:lnTo>
                  <a:lnTo>
                    <a:pt x="246064" y="58370"/>
                  </a:lnTo>
                  <a:lnTo>
                    <a:pt x="293434" y="55249"/>
                  </a:lnTo>
                  <a:lnTo>
                    <a:pt x="337010" y="52379"/>
                  </a:lnTo>
                  <a:lnTo>
                    <a:pt x="377355" y="49721"/>
                  </a:lnTo>
                  <a:lnTo>
                    <a:pt x="414915" y="47246"/>
                  </a:lnTo>
                  <a:lnTo>
                    <a:pt x="450051" y="44931"/>
                  </a:lnTo>
                  <a:lnTo>
                    <a:pt x="483055" y="42757"/>
                  </a:lnTo>
                  <a:lnTo>
                    <a:pt x="514173" y="40707"/>
                  </a:lnTo>
                  <a:lnTo>
                    <a:pt x="543607" y="38768"/>
                  </a:lnTo>
                  <a:lnTo>
                    <a:pt x="571532" y="36928"/>
                  </a:lnTo>
                  <a:lnTo>
                    <a:pt x="598094" y="35178"/>
                  </a:lnTo>
                  <a:lnTo>
                    <a:pt x="623420" y="33510"/>
                  </a:lnTo>
                  <a:lnTo>
                    <a:pt x="647619" y="31915"/>
                  </a:lnTo>
                  <a:lnTo>
                    <a:pt x="670789" y="30389"/>
                  </a:lnTo>
                  <a:lnTo>
                    <a:pt x="693013" y="28925"/>
                  </a:lnTo>
                  <a:lnTo>
                    <a:pt x="714365" y="27518"/>
                  </a:lnTo>
                  <a:lnTo>
                    <a:pt x="734911" y="26164"/>
                  </a:lnTo>
                  <a:lnTo>
                    <a:pt x="754710" y="24860"/>
                  </a:lnTo>
                  <a:lnTo>
                    <a:pt x="773814" y="23601"/>
                  </a:lnTo>
                  <a:lnTo>
                    <a:pt x="792271" y="22386"/>
                  </a:lnTo>
                  <a:lnTo>
                    <a:pt x="810122" y="21210"/>
                  </a:lnTo>
                  <a:lnTo>
                    <a:pt x="827406" y="20071"/>
                  </a:lnTo>
                  <a:lnTo>
                    <a:pt x="844158" y="18967"/>
                  </a:lnTo>
                  <a:lnTo>
                    <a:pt x="860410" y="17896"/>
                  </a:lnTo>
                  <a:lnTo>
                    <a:pt x="876192" y="16857"/>
                  </a:lnTo>
                  <a:lnTo>
                    <a:pt x="891528" y="15846"/>
                  </a:lnTo>
                  <a:lnTo>
                    <a:pt x="906444" y="14864"/>
                  </a:lnTo>
                  <a:lnTo>
                    <a:pt x="920963" y="13907"/>
                  </a:lnTo>
                  <a:lnTo>
                    <a:pt x="935104" y="12976"/>
                  </a:lnTo>
                  <a:lnTo>
                    <a:pt x="948887" y="12067"/>
                  </a:lnTo>
                  <a:lnTo>
                    <a:pt x="962330" y="11182"/>
                  </a:lnTo>
                  <a:lnTo>
                    <a:pt x="975449" y="10318"/>
                  </a:lnTo>
                  <a:lnTo>
                    <a:pt x="988259" y="9474"/>
                  </a:lnTo>
                  <a:lnTo>
                    <a:pt x="1000775" y="8649"/>
                  </a:lnTo>
                  <a:lnTo>
                    <a:pt x="1013009" y="7843"/>
                  </a:lnTo>
                  <a:lnTo>
                    <a:pt x="1024975" y="7055"/>
                  </a:lnTo>
                  <a:lnTo>
                    <a:pt x="1036683" y="6283"/>
                  </a:lnTo>
                  <a:lnTo>
                    <a:pt x="1048145" y="5528"/>
                  </a:lnTo>
                  <a:lnTo>
                    <a:pt x="1059370" y="4789"/>
                  </a:lnTo>
                  <a:lnTo>
                    <a:pt x="1070368" y="4064"/>
                  </a:lnTo>
                  <a:lnTo>
                    <a:pt x="1081149" y="3354"/>
                  </a:lnTo>
                  <a:lnTo>
                    <a:pt x="1091721" y="2657"/>
                  </a:lnTo>
                  <a:lnTo>
                    <a:pt x="1102091" y="1974"/>
                  </a:lnTo>
                  <a:lnTo>
                    <a:pt x="1112267" y="1304"/>
                  </a:lnTo>
                  <a:lnTo>
                    <a:pt x="1122256" y="646"/>
                  </a:lnTo>
                  <a:lnTo>
                    <a:pt x="113206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15627" y="1921052"/>
              <a:ext cx="1132066" cy="89814"/>
            </a:xfrm>
            <a:custGeom>
              <a:avLst/>
              <a:pathLst>
                <a:path w="1132066" h="89814">
                  <a:moveTo>
                    <a:pt x="0" y="89814"/>
                  </a:moveTo>
                  <a:lnTo>
                    <a:pt x="72695" y="84046"/>
                  </a:lnTo>
                  <a:lnTo>
                    <a:pt x="136817" y="78959"/>
                  </a:lnTo>
                  <a:lnTo>
                    <a:pt x="194176" y="74408"/>
                  </a:lnTo>
                  <a:lnTo>
                    <a:pt x="246064" y="70292"/>
                  </a:lnTo>
                  <a:lnTo>
                    <a:pt x="293434" y="66534"/>
                  </a:lnTo>
                  <a:lnTo>
                    <a:pt x="337010" y="63077"/>
                  </a:lnTo>
                  <a:lnTo>
                    <a:pt x="377355" y="59876"/>
                  </a:lnTo>
                  <a:lnTo>
                    <a:pt x="414915" y="56896"/>
                  </a:lnTo>
                  <a:lnTo>
                    <a:pt x="450051" y="54108"/>
                  </a:lnTo>
                  <a:lnTo>
                    <a:pt x="483055" y="51490"/>
                  </a:lnTo>
                  <a:lnTo>
                    <a:pt x="514173" y="49021"/>
                  </a:lnTo>
                  <a:lnTo>
                    <a:pt x="543607" y="46686"/>
                  </a:lnTo>
                  <a:lnTo>
                    <a:pt x="571532" y="44470"/>
                  </a:lnTo>
                  <a:lnTo>
                    <a:pt x="598094" y="42363"/>
                  </a:lnTo>
                  <a:lnTo>
                    <a:pt x="623420" y="40354"/>
                  </a:lnTo>
                  <a:lnTo>
                    <a:pt x="647619" y="38434"/>
                  </a:lnTo>
                  <a:lnTo>
                    <a:pt x="670789" y="36596"/>
                  </a:lnTo>
                  <a:lnTo>
                    <a:pt x="693013" y="34832"/>
                  </a:lnTo>
                  <a:lnTo>
                    <a:pt x="714365" y="33138"/>
                  </a:lnTo>
                  <a:lnTo>
                    <a:pt x="734911" y="31508"/>
                  </a:lnTo>
                  <a:lnTo>
                    <a:pt x="754710" y="29938"/>
                  </a:lnTo>
                  <a:lnTo>
                    <a:pt x="773814" y="28422"/>
                  </a:lnTo>
                  <a:lnTo>
                    <a:pt x="792271" y="26958"/>
                  </a:lnTo>
                  <a:lnTo>
                    <a:pt x="810122" y="25541"/>
                  </a:lnTo>
                  <a:lnTo>
                    <a:pt x="827406" y="24170"/>
                  </a:lnTo>
                  <a:lnTo>
                    <a:pt x="844158" y="22841"/>
                  </a:lnTo>
                  <a:lnTo>
                    <a:pt x="860410" y="21552"/>
                  </a:lnTo>
                  <a:lnTo>
                    <a:pt x="876192" y="20300"/>
                  </a:lnTo>
                  <a:lnTo>
                    <a:pt x="891528" y="19083"/>
                  </a:lnTo>
                  <a:lnTo>
                    <a:pt x="906444" y="17900"/>
                  </a:lnTo>
                  <a:lnTo>
                    <a:pt x="920963" y="16748"/>
                  </a:lnTo>
                  <a:lnTo>
                    <a:pt x="935104" y="15626"/>
                  </a:lnTo>
                  <a:lnTo>
                    <a:pt x="948887" y="14532"/>
                  </a:lnTo>
                  <a:lnTo>
                    <a:pt x="962330" y="13466"/>
                  </a:lnTo>
                  <a:lnTo>
                    <a:pt x="975449" y="12425"/>
                  </a:lnTo>
                  <a:lnTo>
                    <a:pt x="988259" y="11409"/>
                  </a:lnTo>
                  <a:lnTo>
                    <a:pt x="1000775" y="10416"/>
                  </a:lnTo>
                  <a:lnTo>
                    <a:pt x="1013009" y="9445"/>
                  </a:lnTo>
                  <a:lnTo>
                    <a:pt x="1024975" y="8496"/>
                  </a:lnTo>
                  <a:lnTo>
                    <a:pt x="1036683" y="7567"/>
                  </a:lnTo>
                  <a:lnTo>
                    <a:pt x="1048145" y="6658"/>
                  </a:lnTo>
                  <a:lnTo>
                    <a:pt x="1059370" y="5767"/>
                  </a:lnTo>
                  <a:lnTo>
                    <a:pt x="1070368" y="4894"/>
                  </a:lnTo>
                  <a:lnTo>
                    <a:pt x="1081149" y="4039"/>
                  </a:lnTo>
                  <a:lnTo>
                    <a:pt x="1091721" y="3200"/>
                  </a:lnTo>
                  <a:lnTo>
                    <a:pt x="1102091" y="2378"/>
                  </a:lnTo>
                  <a:lnTo>
                    <a:pt x="1112267" y="1570"/>
                  </a:lnTo>
                  <a:lnTo>
                    <a:pt x="1122256" y="778"/>
                  </a:lnTo>
                  <a:lnTo>
                    <a:pt x="113206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rc388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635189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603558" y="23026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603558" y="20165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603558" y="17303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603558" y="144421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35189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71562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092983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47033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84769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tx399"/>
            <p:cNvSpPr/>
            <p:nvPr/>
          </p:nvSpPr>
          <p:spPr>
            <a:xfrm>
              <a:off x="5635189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1" name="rc400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411102" y="349528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398689" y="36137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00140" y="330737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97748" y="333238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17145" y="374744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03584" y="333778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00334" y="373184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02438" y="374869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373181" y="36316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13091" y="339386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80990" y="34270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95802" y="26836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64657" y="32703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73216" y="354186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50684" y="365262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72935" y="354986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76684" y="317965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58655" y="332704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68509" y="349641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70208" y="285467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76266" y="318666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83303" y="34343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72399" y="307698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94393" y="307524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62384" y="366653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60390" y="286153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52103" y="324210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95909" y="333185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44610" y="337851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56439" y="33183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29911" y="341150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61214" y="340345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24540" y="31389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64170" y="348315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33457" y="333657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44478" y="355704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28345" y="355823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70567" y="310316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66982" y="32279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44972" y="310093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67796" y="305520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52670" y="366345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36890" y="346386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57828" y="313651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69174" y="294179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50037" y="356050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62332" y="315441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61661" y="331287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38989" y="341594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512558" y="351111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504155" y="34605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507617" y="37453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538630" y="35378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538071" y="361141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547782" y="275715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529188" y="362293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553172" y="344725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509401" y="334024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528826" y="354184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512004" y="33580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512590" y="356619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522346" y="357118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38510" y="358265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516560" y="367359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99720" y="327055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503269" y="36050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517484" y="350196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524131" y="341668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505842" y="349482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516734" y="281458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503878" y="34840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504448" y="35407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425267" y="3497964"/>
              <a:ext cx="1129738" cy="97022"/>
            </a:xfrm>
            <a:custGeom>
              <a:avLst/>
              <a:pathLst>
                <a:path w="1129738" h="97022">
                  <a:moveTo>
                    <a:pt x="0" y="0"/>
                  </a:moveTo>
                  <a:lnTo>
                    <a:pt x="72546" y="6230"/>
                  </a:lnTo>
                  <a:lnTo>
                    <a:pt x="136536" y="11725"/>
                  </a:lnTo>
                  <a:lnTo>
                    <a:pt x="193777" y="16641"/>
                  </a:lnTo>
                  <a:lnTo>
                    <a:pt x="245558" y="21088"/>
                  </a:lnTo>
                  <a:lnTo>
                    <a:pt x="292831" y="25148"/>
                  </a:lnTo>
                  <a:lnTo>
                    <a:pt x="336317" y="28883"/>
                  </a:lnTo>
                  <a:lnTo>
                    <a:pt x="376579" y="32340"/>
                  </a:lnTo>
                  <a:lnTo>
                    <a:pt x="414062" y="35559"/>
                  </a:lnTo>
                  <a:lnTo>
                    <a:pt x="449125" y="38571"/>
                  </a:lnTo>
                  <a:lnTo>
                    <a:pt x="482062" y="41399"/>
                  </a:lnTo>
                  <a:lnTo>
                    <a:pt x="513115" y="44066"/>
                  </a:lnTo>
                  <a:lnTo>
                    <a:pt x="542490" y="46589"/>
                  </a:lnTo>
                  <a:lnTo>
                    <a:pt x="570357" y="48982"/>
                  </a:lnTo>
                  <a:lnTo>
                    <a:pt x="596864" y="51259"/>
                  </a:lnTo>
                  <a:lnTo>
                    <a:pt x="622138" y="53429"/>
                  </a:lnTo>
                  <a:lnTo>
                    <a:pt x="646288" y="55503"/>
                  </a:lnTo>
                  <a:lnTo>
                    <a:pt x="669410" y="57489"/>
                  </a:lnTo>
                  <a:lnTo>
                    <a:pt x="691588" y="59394"/>
                  </a:lnTo>
                  <a:lnTo>
                    <a:pt x="712896" y="61224"/>
                  </a:lnTo>
                  <a:lnTo>
                    <a:pt x="733400" y="62985"/>
                  </a:lnTo>
                  <a:lnTo>
                    <a:pt x="753158" y="64681"/>
                  </a:lnTo>
                  <a:lnTo>
                    <a:pt x="772223" y="66319"/>
                  </a:lnTo>
                  <a:lnTo>
                    <a:pt x="790642" y="67900"/>
                  </a:lnTo>
                  <a:lnTo>
                    <a:pt x="808456" y="69430"/>
                  </a:lnTo>
                  <a:lnTo>
                    <a:pt x="825705" y="70912"/>
                  </a:lnTo>
                  <a:lnTo>
                    <a:pt x="842423" y="72347"/>
                  </a:lnTo>
                  <a:lnTo>
                    <a:pt x="858641" y="73740"/>
                  </a:lnTo>
                  <a:lnTo>
                    <a:pt x="874390" y="75093"/>
                  </a:lnTo>
                  <a:lnTo>
                    <a:pt x="889695" y="76407"/>
                  </a:lnTo>
                  <a:lnTo>
                    <a:pt x="904580" y="77686"/>
                  </a:lnTo>
                  <a:lnTo>
                    <a:pt x="919069" y="78930"/>
                  </a:lnTo>
                  <a:lnTo>
                    <a:pt x="933181" y="80142"/>
                  </a:lnTo>
                  <a:lnTo>
                    <a:pt x="946936" y="81323"/>
                  </a:lnTo>
                  <a:lnTo>
                    <a:pt x="960351" y="82475"/>
                  </a:lnTo>
                  <a:lnTo>
                    <a:pt x="973443" y="83600"/>
                  </a:lnTo>
                  <a:lnTo>
                    <a:pt x="986227" y="84697"/>
                  </a:lnTo>
                  <a:lnTo>
                    <a:pt x="998717" y="85770"/>
                  </a:lnTo>
                  <a:lnTo>
                    <a:pt x="1010926" y="86819"/>
                  </a:lnTo>
                  <a:lnTo>
                    <a:pt x="1022867" y="87844"/>
                  </a:lnTo>
                  <a:lnTo>
                    <a:pt x="1034551" y="88848"/>
                  </a:lnTo>
                  <a:lnTo>
                    <a:pt x="1045989" y="89830"/>
                  </a:lnTo>
                  <a:lnTo>
                    <a:pt x="1057192" y="90792"/>
                  </a:lnTo>
                  <a:lnTo>
                    <a:pt x="1068168" y="91735"/>
                  </a:lnTo>
                  <a:lnTo>
                    <a:pt x="1078926" y="92659"/>
                  </a:lnTo>
                  <a:lnTo>
                    <a:pt x="1089476" y="93565"/>
                  </a:lnTo>
                  <a:lnTo>
                    <a:pt x="1099825" y="94453"/>
                  </a:lnTo>
                  <a:lnTo>
                    <a:pt x="1109980" y="95325"/>
                  </a:lnTo>
                  <a:lnTo>
                    <a:pt x="1119949" y="96182"/>
                  </a:lnTo>
                  <a:lnTo>
                    <a:pt x="1129738" y="9702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25267" y="3382714"/>
              <a:ext cx="1129738" cy="49367"/>
            </a:xfrm>
            <a:custGeom>
              <a:avLst/>
              <a:pathLst>
                <a:path w="1129738" h="49367">
                  <a:moveTo>
                    <a:pt x="0" y="0"/>
                  </a:moveTo>
                  <a:lnTo>
                    <a:pt x="72546" y="3170"/>
                  </a:lnTo>
                  <a:lnTo>
                    <a:pt x="136536" y="5966"/>
                  </a:lnTo>
                  <a:lnTo>
                    <a:pt x="193777" y="8467"/>
                  </a:lnTo>
                  <a:lnTo>
                    <a:pt x="245558" y="10730"/>
                  </a:lnTo>
                  <a:lnTo>
                    <a:pt x="292831" y="12796"/>
                  </a:lnTo>
                  <a:lnTo>
                    <a:pt x="336317" y="14696"/>
                  </a:lnTo>
                  <a:lnTo>
                    <a:pt x="376579" y="16455"/>
                  </a:lnTo>
                  <a:lnTo>
                    <a:pt x="414062" y="18093"/>
                  </a:lnTo>
                  <a:lnTo>
                    <a:pt x="449125" y="19626"/>
                  </a:lnTo>
                  <a:lnTo>
                    <a:pt x="482062" y="21065"/>
                  </a:lnTo>
                  <a:lnTo>
                    <a:pt x="513115" y="22422"/>
                  </a:lnTo>
                  <a:lnTo>
                    <a:pt x="542490" y="23705"/>
                  </a:lnTo>
                  <a:lnTo>
                    <a:pt x="570357" y="24923"/>
                  </a:lnTo>
                  <a:lnTo>
                    <a:pt x="596864" y="26082"/>
                  </a:lnTo>
                  <a:lnTo>
                    <a:pt x="622138" y="27186"/>
                  </a:lnTo>
                  <a:lnTo>
                    <a:pt x="646288" y="28241"/>
                  </a:lnTo>
                  <a:lnTo>
                    <a:pt x="669410" y="29252"/>
                  </a:lnTo>
                  <a:lnTo>
                    <a:pt x="691588" y="30221"/>
                  </a:lnTo>
                  <a:lnTo>
                    <a:pt x="712896" y="31152"/>
                  </a:lnTo>
                  <a:lnTo>
                    <a:pt x="733400" y="32048"/>
                  </a:lnTo>
                  <a:lnTo>
                    <a:pt x="753158" y="32911"/>
                  </a:lnTo>
                  <a:lnTo>
                    <a:pt x="772223" y="33744"/>
                  </a:lnTo>
                  <a:lnTo>
                    <a:pt x="790642" y="34549"/>
                  </a:lnTo>
                  <a:lnTo>
                    <a:pt x="808456" y="35328"/>
                  </a:lnTo>
                  <a:lnTo>
                    <a:pt x="825705" y="36081"/>
                  </a:lnTo>
                  <a:lnTo>
                    <a:pt x="842423" y="36812"/>
                  </a:lnTo>
                  <a:lnTo>
                    <a:pt x="858641" y="37521"/>
                  </a:lnTo>
                  <a:lnTo>
                    <a:pt x="874390" y="38209"/>
                  </a:lnTo>
                  <a:lnTo>
                    <a:pt x="889695" y="38878"/>
                  </a:lnTo>
                  <a:lnTo>
                    <a:pt x="904580" y="39528"/>
                  </a:lnTo>
                  <a:lnTo>
                    <a:pt x="919069" y="40161"/>
                  </a:lnTo>
                  <a:lnTo>
                    <a:pt x="933181" y="40778"/>
                  </a:lnTo>
                  <a:lnTo>
                    <a:pt x="946936" y="41379"/>
                  </a:lnTo>
                  <a:lnTo>
                    <a:pt x="960351" y="41965"/>
                  </a:lnTo>
                  <a:lnTo>
                    <a:pt x="973443" y="42537"/>
                  </a:lnTo>
                  <a:lnTo>
                    <a:pt x="986227" y="43096"/>
                  </a:lnTo>
                  <a:lnTo>
                    <a:pt x="998717" y="43642"/>
                  </a:lnTo>
                  <a:lnTo>
                    <a:pt x="1010926" y="44175"/>
                  </a:lnTo>
                  <a:lnTo>
                    <a:pt x="1022867" y="44697"/>
                  </a:lnTo>
                  <a:lnTo>
                    <a:pt x="1034551" y="45208"/>
                  </a:lnTo>
                  <a:lnTo>
                    <a:pt x="1045989" y="45708"/>
                  </a:lnTo>
                  <a:lnTo>
                    <a:pt x="1057192" y="46197"/>
                  </a:lnTo>
                  <a:lnTo>
                    <a:pt x="1068168" y="46677"/>
                  </a:lnTo>
                  <a:lnTo>
                    <a:pt x="1078926" y="47147"/>
                  </a:lnTo>
                  <a:lnTo>
                    <a:pt x="1089476" y="47608"/>
                  </a:lnTo>
                  <a:lnTo>
                    <a:pt x="1099825" y="48060"/>
                  </a:lnTo>
                  <a:lnTo>
                    <a:pt x="1109980" y="48504"/>
                  </a:lnTo>
                  <a:lnTo>
                    <a:pt x="1119949" y="48939"/>
                  </a:lnTo>
                  <a:lnTo>
                    <a:pt x="1129738" y="4936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25267" y="3313085"/>
              <a:ext cx="1129738" cy="292799"/>
            </a:xfrm>
            <a:custGeom>
              <a:avLst/>
              <a:pathLst>
                <a:path w="1129738" h="292799">
                  <a:moveTo>
                    <a:pt x="0" y="0"/>
                  </a:moveTo>
                  <a:lnTo>
                    <a:pt x="72546" y="18802"/>
                  </a:lnTo>
                  <a:lnTo>
                    <a:pt x="136536" y="35386"/>
                  </a:lnTo>
                  <a:lnTo>
                    <a:pt x="193777" y="50222"/>
                  </a:lnTo>
                  <a:lnTo>
                    <a:pt x="245558" y="63642"/>
                  </a:lnTo>
                  <a:lnTo>
                    <a:pt x="292831" y="75894"/>
                  </a:lnTo>
                  <a:lnTo>
                    <a:pt x="336317" y="87164"/>
                  </a:lnTo>
                  <a:lnTo>
                    <a:pt x="376579" y="97599"/>
                  </a:lnTo>
                  <a:lnTo>
                    <a:pt x="414062" y="107314"/>
                  </a:lnTo>
                  <a:lnTo>
                    <a:pt x="449125" y="116401"/>
                  </a:lnTo>
                  <a:lnTo>
                    <a:pt x="482062" y="124938"/>
                  </a:lnTo>
                  <a:lnTo>
                    <a:pt x="513115" y="132986"/>
                  </a:lnTo>
                  <a:lnTo>
                    <a:pt x="542490" y="140599"/>
                  </a:lnTo>
                  <a:lnTo>
                    <a:pt x="570357" y="147821"/>
                  </a:lnTo>
                  <a:lnTo>
                    <a:pt x="596864" y="154691"/>
                  </a:lnTo>
                  <a:lnTo>
                    <a:pt x="622138" y="161242"/>
                  </a:lnTo>
                  <a:lnTo>
                    <a:pt x="646288" y="167501"/>
                  </a:lnTo>
                  <a:lnTo>
                    <a:pt x="669410" y="173494"/>
                  </a:lnTo>
                  <a:lnTo>
                    <a:pt x="691588" y="179242"/>
                  </a:lnTo>
                  <a:lnTo>
                    <a:pt x="712896" y="184764"/>
                  </a:lnTo>
                  <a:lnTo>
                    <a:pt x="733400" y="190078"/>
                  </a:lnTo>
                  <a:lnTo>
                    <a:pt x="753158" y="195199"/>
                  </a:lnTo>
                  <a:lnTo>
                    <a:pt x="772223" y="200140"/>
                  </a:lnTo>
                  <a:lnTo>
                    <a:pt x="790642" y="204914"/>
                  </a:lnTo>
                  <a:lnTo>
                    <a:pt x="808456" y="209531"/>
                  </a:lnTo>
                  <a:lnTo>
                    <a:pt x="825705" y="214001"/>
                  </a:lnTo>
                  <a:lnTo>
                    <a:pt x="842423" y="218334"/>
                  </a:lnTo>
                  <a:lnTo>
                    <a:pt x="858641" y="222537"/>
                  </a:lnTo>
                  <a:lnTo>
                    <a:pt x="874390" y="226619"/>
                  </a:lnTo>
                  <a:lnTo>
                    <a:pt x="889695" y="230586"/>
                  </a:lnTo>
                  <a:lnTo>
                    <a:pt x="904580" y="234444"/>
                  </a:lnTo>
                  <a:lnTo>
                    <a:pt x="919069" y="238199"/>
                  </a:lnTo>
                  <a:lnTo>
                    <a:pt x="933181" y="241856"/>
                  </a:lnTo>
                  <a:lnTo>
                    <a:pt x="946936" y="245421"/>
                  </a:lnTo>
                  <a:lnTo>
                    <a:pt x="960351" y="248898"/>
                  </a:lnTo>
                  <a:lnTo>
                    <a:pt x="973443" y="252291"/>
                  </a:lnTo>
                  <a:lnTo>
                    <a:pt x="986227" y="255604"/>
                  </a:lnTo>
                  <a:lnTo>
                    <a:pt x="998717" y="258841"/>
                  </a:lnTo>
                  <a:lnTo>
                    <a:pt x="1010926" y="262006"/>
                  </a:lnTo>
                  <a:lnTo>
                    <a:pt x="1022867" y="265101"/>
                  </a:lnTo>
                  <a:lnTo>
                    <a:pt x="1034551" y="268129"/>
                  </a:lnTo>
                  <a:lnTo>
                    <a:pt x="1045989" y="271093"/>
                  </a:lnTo>
                  <a:lnTo>
                    <a:pt x="1057192" y="273997"/>
                  </a:lnTo>
                  <a:lnTo>
                    <a:pt x="1068168" y="276841"/>
                  </a:lnTo>
                  <a:lnTo>
                    <a:pt x="1078926" y="279630"/>
                  </a:lnTo>
                  <a:lnTo>
                    <a:pt x="1089476" y="282364"/>
                  </a:lnTo>
                  <a:lnTo>
                    <a:pt x="1099825" y="285046"/>
                  </a:lnTo>
                  <a:lnTo>
                    <a:pt x="1109980" y="287678"/>
                  </a:lnTo>
                  <a:lnTo>
                    <a:pt x="1119949" y="290262"/>
                  </a:lnTo>
                  <a:lnTo>
                    <a:pt x="1129738" y="29279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25267" y="3226723"/>
              <a:ext cx="1129738" cy="434875"/>
            </a:xfrm>
            <a:custGeom>
              <a:avLst/>
              <a:pathLst>
                <a:path w="1129738" h="434875">
                  <a:moveTo>
                    <a:pt x="0" y="434875"/>
                  </a:moveTo>
                  <a:lnTo>
                    <a:pt x="72546" y="406949"/>
                  </a:lnTo>
                  <a:lnTo>
                    <a:pt x="136536" y="382317"/>
                  </a:lnTo>
                  <a:lnTo>
                    <a:pt x="193777" y="360283"/>
                  </a:lnTo>
                  <a:lnTo>
                    <a:pt x="245558" y="340351"/>
                  </a:lnTo>
                  <a:lnTo>
                    <a:pt x="292831" y="322154"/>
                  </a:lnTo>
                  <a:lnTo>
                    <a:pt x="336317" y="305415"/>
                  </a:lnTo>
                  <a:lnTo>
                    <a:pt x="376579" y="289916"/>
                  </a:lnTo>
                  <a:lnTo>
                    <a:pt x="414062" y="275488"/>
                  </a:lnTo>
                  <a:lnTo>
                    <a:pt x="449125" y="261991"/>
                  </a:lnTo>
                  <a:lnTo>
                    <a:pt x="482062" y="249312"/>
                  </a:lnTo>
                  <a:lnTo>
                    <a:pt x="513115" y="237359"/>
                  </a:lnTo>
                  <a:lnTo>
                    <a:pt x="542490" y="226052"/>
                  </a:lnTo>
                  <a:lnTo>
                    <a:pt x="570357" y="215325"/>
                  </a:lnTo>
                  <a:lnTo>
                    <a:pt x="596864" y="205121"/>
                  </a:lnTo>
                  <a:lnTo>
                    <a:pt x="622138" y="195392"/>
                  </a:lnTo>
                  <a:lnTo>
                    <a:pt x="646288" y="186096"/>
                  </a:lnTo>
                  <a:lnTo>
                    <a:pt x="669410" y="177196"/>
                  </a:lnTo>
                  <a:lnTo>
                    <a:pt x="691588" y="168658"/>
                  </a:lnTo>
                  <a:lnTo>
                    <a:pt x="712896" y="160456"/>
                  </a:lnTo>
                  <a:lnTo>
                    <a:pt x="733400" y="152564"/>
                  </a:lnTo>
                  <a:lnTo>
                    <a:pt x="753158" y="144958"/>
                  </a:lnTo>
                  <a:lnTo>
                    <a:pt x="772223" y="137619"/>
                  </a:lnTo>
                  <a:lnTo>
                    <a:pt x="790642" y="130529"/>
                  </a:lnTo>
                  <a:lnTo>
                    <a:pt x="808456" y="123672"/>
                  </a:lnTo>
                  <a:lnTo>
                    <a:pt x="825705" y="117032"/>
                  </a:lnTo>
                  <a:lnTo>
                    <a:pt x="842423" y="110597"/>
                  </a:lnTo>
                  <a:lnTo>
                    <a:pt x="858641" y="104354"/>
                  </a:lnTo>
                  <a:lnTo>
                    <a:pt x="874390" y="98292"/>
                  </a:lnTo>
                  <a:lnTo>
                    <a:pt x="889695" y="92400"/>
                  </a:lnTo>
                  <a:lnTo>
                    <a:pt x="904580" y="86670"/>
                  </a:lnTo>
                  <a:lnTo>
                    <a:pt x="919069" y="81093"/>
                  </a:lnTo>
                  <a:lnTo>
                    <a:pt x="933181" y="75661"/>
                  </a:lnTo>
                  <a:lnTo>
                    <a:pt x="946936" y="70366"/>
                  </a:lnTo>
                  <a:lnTo>
                    <a:pt x="960351" y="65202"/>
                  </a:lnTo>
                  <a:lnTo>
                    <a:pt x="973443" y="60163"/>
                  </a:lnTo>
                  <a:lnTo>
                    <a:pt x="986227" y="55242"/>
                  </a:lnTo>
                  <a:lnTo>
                    <a:pt x="998717" y="50434"/>
                  </a:lnTo>
                  <a:lnTo>
                    <a:pt x="1010926" y="45734"/>
                  </a:lnTo>
                  <a:lnTo>
                    <a:pt x="1022867" y="41138"/>
                  </a:lnTo>
                  <a:lnTo>
                    <a:pt x="1034551" y="36640"/>
                  </a:lnTo>
                  <a:lnTo>
                    <a:pt x="1045989" y="32237"/>
                  </a:lnTo>
                  <a:lnTo>
                    <a:pt x="1057192" y="27925"/>
                  </a:lnTo>
                  <a:lnTo>
                    <a:pt x="1068168" y="23700"/>
                  </a:lnTo>
                  <a:lnTo>
                    <a:pt x="1078926" y="19559"/>
                  </a:lnTo>
                  <a:lnTo>
                    <a:pt x="1089476" y="15498"/>
                  </a:lnTo>
                  <a:lnTo>
                    <a:pt x="1099825" y="11514"/>
                  </a:lnTo>
                  <a:lnTo>
                    <a:pt x="1109980" y="7605"/>
                  </a:lnTo>
                  <a:lnTo>
                    <a:pt x="1119949" y="3768"/>
                  </a:lnTo>
                  <a:lnTo>
                    <a:pt x="112973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25267" y="3490965"/>
              <a:ext cx="1129738" cy="5673"/>
            </a:xfrm>
            <a:custGeom>
              <a:avLst/>
              <a:pathLst>
                <a:path w="1129738" h="5673">
                  <a:moveTo>
                    <a:pt x="0" y="5673"/>
                  </a:moveTo>
                  <a:lnTo>
                    <a:pt x="72546" y="5309"/>
                  </a:lnTo>
                  <a:lnTo>
                    <a:pt x="136536" y="4987"/>
                  </a:lnTo>
                  <a:lnTo>
                    <a:pt x="193777" y="4700"/>
                  </a:lnTo>
                  <a:lnTo>
                    <a:pt x="245558" y="4440"/>
                  </a:lnTo>
                  <a:lnTo>
                    <a:pt x="292831" y="4202"/>
                  </a:lnTo>
                  <a:lnTo>
                    <a:pt x="336317" y="3984"/>
                  </a:lnTo>
                  <a:lnTo>
                    <a:pt x="376579" y="3782"/>
                  </a:lnTo>
                  <a:lnTo>
                    <a:pt x="414062" y="3594"/>
                  </a:lnTo>
                  <a:lnTo>
                    <a:pt x="449125" y="3417"/>
                  </a:lnTo>
                  <a:lnTo>
                    <a:pt x="482062" y="3252"/>
                  </a:lnTo>
                  <a:lnTo>
                    <a:pt x="513115" y="3096"/>
                  </a:lnTo>
                  <a:lnTo>
                    <a:pt x="542490" y="2949"/>
                  </a:lnTo>
                  <a:lnTo>
                    <a:pt x="570357" y="2809"/>
                  </a:lnTo>
                  <a:lnTo>
                    <a:pt x="596864" y="2676"/>
                  </a:lnTo>
                  <a:lnTo>
                    <a:pt x="622138" y="2549"/>
                  </a:lnTo>
                  <a:lnTo>
                    <a:pt x="646288" y="2427"/>
                  </a:lnTo>
                  <a:lnTo>
                    <a:pt x="669410" y="2311"/>
                  </a:lnTo>
                  <a:lnTo>
                    <a:pt x="691588" y="2200"/>
                  </a:lnTo>
                  <a:lnTo>
                    <a:pt x="712896" y="2093"/>
                  </a:lnTo>
                  <a:lnTo>
                    <a:pt x="733400" y="1990"/>
                  </a:lnTo>
                  <a:lnTo>
                    <a:pt x="753158" y="1891"/>
                  </a:lnTo>
                  <a:lnTo>
                    <a:pt x="772223" y="1795"/>
                  </a:lnTo>
                  <a:lnTo>
                    <a:pt x="790642" y="1702"/>
                  </a:lnTo>
                  <a:lnTo>
                    <a:pt x="808456" y="1613"/>
                  </a:lnTo>
                  <a:lnTo>
                    <a:pt x="825705" y="1526"/>
                  </a:lnTo>
                  <a:lnTo>
                    <a:pt x="842423" y="1442"/>
                  </a:lnTo>
                  <a:lnTo>
                    <a:pt x="858641" y="1361"/>
                  </a:lnTo>
                  <a:lnTo>
                    <a:pt x="874390" y="1282"/>
                  </a:lnTo>
                  <a:lnTo>
                    <a:pt x="889695" y="1205"/>
                  </a:lnTo>
                  <a:lnTo>
                    <a:pt x="904580" y="1130"/>
                  </a:lnTo>
                  <a:lnTo>
                    <a:pt x="919069" y="1057"/>
                  </a:lnTo>
                  <a:lnTo>
                    <a:pt x="933181" y="987"/>
                  </a:lnTo>
                  <a:lnTo>
                    <a:pt x="946936" y="918"/>
                  </a:lnTo>
                  <a:lnTo>
                    <a:pt x="960351" y="850"/>
                  </a:lnTo>
                  <a:lnTo>
                    <a:pt x="973443" y="784"/>
                  </a:lnTo>
                  <a:lnTo>
                    <a:pt x="986227" y="720"/>
                  </a:lnTo>
                  <a:lnTo>
                    <a:pt x="998717" y="657"/>
                  </a:lnTo>
                  <a:lnTo>
                    <a:pt x="1010926" y="596"/>
                  </a:lnTo>
                  <a:lnTo>
                    <a:pt x="1022867" y="536"/>
                  </a:lnTo>
                  <a:lnTo>
                    <a:pt x="1034551" y="478"/>
                  </a:lnTo>
                  <a:lnTo>
                    <a:pt x="1045989" y="420"/>
                  </a:lnTo>
                  <a:lnTo>
                    <a:pt x="1057192" y="364"/>
                  </a:lnTo>
                  <a:lnTo>
                    <a:pt x="1068168" y="309"/>
                  </a:lnTo>
                  <a:lnTo>
                    <a:pt x="1078926" y="255"/>
                  </a:lnTo>
                  <a:lnTo>
                    <a:pt x="1089476" y="202"/>
                  </a:lnTo>
                  <a:lnTo>
                    <a:pt x="1099825" y="150"/>
                  </a:lnTo>
                  <a:lnTo>
                    <a:pt x="1109980" y="99"/>
                  </a:lnTo>
                  <a:lnTo>
                    <a:pt x="1119949" y="49"/>
                  </a:lnTo>
                  <a:lnTo>
                    <a:pt x="112973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25267" y="2986939"/>
              <a:ext cx="1129738" cy="231844"/>
            </a:xfrm>
            <a:custGeom>
              <a:avLst/>
              <a:pathLst>
                <a:path w="1129738" h="231844">
                  <a:moveTo>
                    <a:pt x="0" y="231844"/>
                  </a:moveTo>
                  <a:lnTo>
                    <a:pt x="72546" y="216956"/>
                  </a:lnTo>
                  <a:lnTo>
                    <a:pt x="136536" y="203824"/>
                  </a:lnTo>
                  <a:lnTo>
                    <a:pt x="193777" y="192077"/>
                  </a:lnTo>
                  <a:lnTo>
                    <a:pt x="245558" y="181451"/>
                  </a:lnTo>
                  <a:lnTo>
                    <a:pt x="292831" y="171750"/>
                  </a:lnTo>
                  <a:lnTo>
                    <a:pt x="336317" y="162825"/>
                  </a:lnTo>
                  <a:lnTo>
                    <a:pt x="376579" y="154563"/>
                  </a:lnTo>
                  <a:lnTo>
                    <a:pt x="414062" y="146870"/>
                  </a:lnTo>
                  <a:lnTo>
                    <a:pt x="449125" y="139675"/>
                  </a:lnTo>
                  <a:lnTo>
                    <a:pt x="482062" y="132916"/>
                  </a:lnTo>
                  <a:lnTo>
                    <a:pt x="513115" y="126543"/>
                  </a:lnTo>
                  <a:lnTo>
                    <a:pt x="542490" y="120515"/>
                  </a:lnTo>
                  <a:lnTo>
                    <a:pt x="570357" y="114796"/>
                  </a:lnTo>
                  <a:lnTo>
                    <a:pt x="596864" y="109356"/>
                  </a:lnTo>
                  <a:lnTo>
                    <a:pt x="622138" y="104169"/>
                  </a:lnTo>
                  <a:lnTo>
                    <a:pt x="646288" y="99213"/>
                  </a:lnTo>
                  <a:lnTo>
                    <a:pt x="669410" y="94468"/>
                  </a:lnTo>
                  <a:lnTo>
                    <a:pt x="691588" y="89917"/>
                  </a:lnTo>
                  <a:lnTo>
                    <a:pt x="712896" y="85544"/>
                  </a:lnTo>
                  <a:lnTo>
                    <a:pt x="733400" y="81336"/>
                  </a:lnTo>
                  <a:lnTo>
                    <a:pt x="753158" y="77281"/>
                  </a:lnTo>
                  <a:lnTo>
                    <a:pt x="772223" y="73369"/>
                  </a:lnTo>
                  <a:lnTo>
                    <a:pt x="790642" y="69589"/>
                  </a:lnTo>
                  <a:lnTo>
                    <a:pt x="808456" y="65933"/>
                  </a:lnTo>
                  <a:lnTo>
                    <a:pt x="825705" y="62393"/>
                  </a:lnTo>
                  <a:lnTo>
                    <a:pt x="842423" y="58962"/>
                  </a:lnTo>
                  <a:lnTo>
                    <a:pt x="858641" y="55634"/>
                  </a:lnTo>
                  <a:lnTo>
                    <a:pt x="874390" y="52402"/>
                  </a:lnTo>
                  <a:lnTo>
                    <a:pt x="889695" y="49261"/>
                  </a:lnTo>
                  <a:lnTo>
                    <a:pt x="904580" y="46206"/>
                  </a:lnTo>
                  <a:lnTo>
                    <a:pt x="919069" y="43233"/>
                  </a:lnTo>
                  <a:lnTo>
                    <a:pt x="933181" y="40337"/>
                  </a:lnTo>
                  <a:lnTo>
                    <a:pt x="946936" y="37514"/>
                  </a:lnTo>
                  <a:lnTo>
                    <a:pt x="960351" y="34761"/>
                  </a:lnTo>
                  <a:lnTo>
                    <a:pt x="973443" y="32074"/>
                  </a:lnTo>
                  <a:lnTo>
                    <a:pt x="986227" y="29451"/>
                  </a:lnTo>
                  <a:lnTo>
                    <a:pt x="998717" y="26888"/>
                  </a:lnTo>
                  <a:lnTo>
                    <a:pt x="1010926" y="24382"/>
                  </a:lnTo>
                  <a:lnTo>
                    <a:pt x="1022867" y="21931"/>
                  </a:lnTo>
                  <a:lnTo>
                    <a:pt x="1034551" y="19534"/>
                  </a:lnTo>
                  <a:lnTo>
                    <a:pt x="1045989" y="17186"/>
                  </a:lnTo>
                  <a:lnTo>
                    <a:pt x="1057192" y="14887"/>
                  </a:lnTo>
                  <a:lnTo>
                    <a:pt x="1068168" y="12635"/>
                  </a:lnTo>
                  <a:lnTo>
                    <a:pt x="1078926" y="10427"/>
                  </a:lnTo>
                  <a:lnTo>
                    <a:pt x="1089476" y="8262"/>
                  </a:lnTo>
                  <a:lnTo>
                    <a:pt x="1099825" y="6138"/>
                  </a:lnTo>
                  <a:lnTo>
                    <a:pt x="1109980" y="4054"/>
                  </a:lnTo>
                  <a:lnTo>
                    <a:pt x="1119949" y="2008"/>
                  </a:lnTo>
                  <a:lnTo>
                    <a:pt x="112973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25267" y="3208932"/>
              <a:ext cx="1129738" cy="199772"/>
            </a:xfrm>
            <a:custGeom>
              <a:avLst/>
              <a:pathLst>
                <a:path w="1129738" h="199772">
                  <a:moveTo>
                    <a:pt x="0" y="0"/>
                  </a:moveTo>
                  <a:lnTo>
                    <a:pt x="72546" y="12828"/>
                  </a:lnTo>
                  <a:lnTo>
                    <a:pt x="136536" y="24143"/>
                  </a:lnTo>
                  <a:lnTo>
                    <a:pt x="193777" y="34265"/>
                  </a:lnTo>
                  <a:lnTo>
                    <a:pt x="245558" y="43422"/>
                  </a:lnTo>
                  <a:lnTo>
                    <a:pt x="292831" y="51781"/>
                  </a:lnTo>
                  <a:lnTo>
                    <a:pt x="336317" y="59471"/>
                  </a:lnTo>
                  <a:lnTo>
                    <a:pt x="376579" y="66590"/>
                  </a:lnTo>
                  <a:lnTo>
                    <a:pt x="414062" y="73219"/>
                  </a:lnTo>
                  <a:lnTo>
                    <a:pt x="449125" y="79419"/>
                  </a:lnTo>
                  <a:lnTo>
                    <a:pt x="482062" y="85243"/>
                  </a:lnTo>
                  <a:lnTo>
                    <a:pt x="513115" y="90734"/>
                  </a:lnTo>
                  <a:lnTo>
                    <a:pt x="542490" y="95929"/>
                  </a:lnTo>
                  <a:lnTo>
                    <a:pt x="570357" y="100856"/>
                  </a:lnTo>
                  <a:lnTo>
                    <a:pt x="596864" y="105544"/>
                  </a:lnTo>
                  <a:lnTo>
                    <a:pt x="622138" y="110013"/>
                  </a:lnTo>
                  <a:lnTo>
                    <a:pt x="646288" y="114283"/>
                  </a:lnTo>
                  <a:lnTo>
                    <a:pt x="669410" y="118372"/>
                  </a:lnTo>
                  <a:lnTo>
                    <a:pt x="691588" y="122294"/>
                  </a:lnTo>
                  <a:lnTo>
                    <a:pt x="712896" y="126062"/>
                  </a:lnTo>
                  <a:lnTo>
                    <a:pt x="733400" y="129687"/>
                  </a:lnTo>
                  <a:lnTo>
                    <a:pt x="753158" y="133181"/>
                  </a:lnTo>
                  <a:lnTo>
                    <a:pt x="772223" y="136553"/>
                  </a:lnTo>
                  <a:lnTo>
                    <a:pt x="790642" y="139809"/>
                  </a:lnTo>
                  <a:lnTo>
                    <a:pt x="808456" y="142960"/>
                  </a:lnTo>
                  <a:lnTo>
                    <a:pt x="825705" y="146010"/>
                  </a:lnTo>
                  <a:lnTo>
                    <a:pt x="842423" y="148966"/>
                  </a:lnTo>
                  <a:lnTo>
                    <a:pt x="858641" y="151834"/>
                  </a:lnTo>
                  <a:lnTo>
                    <a:pt x="874390" y="154619"/>
                  </a:lnTo>
                  <a:lnTo>
                    <a:pt x="889695" y="157325"/>
                  </a:lnTo>
                  <a:lnTo>
                    <a:pt x="904580" y="159957"/>
                  </a:lnTo>
                  <a:lnTo>
                    <a:pt x="919069" y="162519"/>
                  </a:lnTo>
                  <a:lnTo>
                    <a:pt x="933181" y="165015"/>
                  </a:lnTo>
                  <a:lnTo>
                    <a:pt x="946936" y="167447"/>
                  </a:lnTo>
                  <a:lnTo>
                    <a:pt x="960351" y="169819"/>
                  </a:lnTo>
                  <a:lnTo>
                    <a:pt x="973443" y="172134"/>
                  </a:lnTo>
                  <a:lnTo>
                    <a:pt x="986227" y="174395"/>
                  </a:lnTo>
                  <a:lnTo>
                    <a:pt x="998717" y="176604"/>
                  </a:lnTo>
                  <a:lnTo>
                    <a:pt x="1010926" y="178763"/>
                  </a:lnTo>
                  <a:lnTo>
                    <a:pt x="1022867" y="180874"/>
                  </a:lnTo>
                  <a:lnTo>
                    <a:pt x="1034551" y="182940"/>
                  </a:lnTo>
                  <a:lnTo>
                    <a:pt x="1045989" y="184963"/>
                  </a:lnTo>
                  <a:lnTo>
                    <a:pt x="1057192" y="186944"/>
                  </a:lnTo>
                  <a:lnTo>
                    <a:pt x="1068168" y="188885"/>
                  </a:lnTo>
                  <a:lnTo>
                    <a:pt x="1078926" y="190787"/>
                  </a:lnTo>
                  <a:lnTo>
                    <a:pt x="1089476" y="192653"/>
                  </a:lnTo>
                  <a:lnTo>
                    <a:pt x="1099825" y="194483"/>
                  </a:lnTo>
                  <a:lnTo>
                    <a:pt x="1109980" y="196278"/>
                  </a:lnTo>
                  <a:lnTo>
                    <a:pt x="1119949" y="198041"/>
                  </a:lnTo>
                  <a:lnTo>
                    <a:pt x="1129738" y="19977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25267" y="3468156"/>
              <a:ext cx="1129738" cy="94469"/>
            </a:xfrm>
            <a:custGeom>
              <a:avLst/>
              <a:pathLst>
                <a:path w="1129738" h="94469">
                  <a:moveTo>
                    <a:pt x="0" y="0"/>
                  </a:moveTo>
                  <a:lnTo>
                    <a:pt x="72546" y="6066"/>
                  </a:lnTo>
                  <a:lnTo>
                    <a:pt x="136536" y="11417"/>
                  </a:lnTo>
                  <a:lnTo>
                    <a:pt x="193777" y="16203"/>
                  </a:lnTo>
                  <a:lnTo>
                    <a:pt x="245558" y="20533"/>
                  </a:lnTo>
                  <a:lnTo>
                    <a:pt x="292831" y="24486"/>
                  </a:lnTo>
                  <a:lnTo>
                    <a:pt x="336317" y="28122"/>
                  </a:lnTo>
                  <a:lnTo>
                    <a:pt x="376579" y="31489"/>
                  </a:lnTo>
                  <a:lnTo>
                    <a:pt x="414062" y="34624"/>
                  </a:lnTo>
                  <a:lnTo>
                    <a:pt x="449125" y="37556"/>
                  </a:lnTo>
                  <a:lnTo>
                    <a:pt x="482062" y="40310"/>
                  </a:lnTo>
                  <a:lnTo>
                    <a:pt x="513115" y="42906"/>
                  </a:lnTo>
                  <a:lnTo>
                    <a:pt x="542490" y="45363"/>
                  </a:lnTo>
                  <a:lnTo>
                    <a:pt x="570357" y="47693"/>
                  </a:lnTo>
                  <a:lnTo>
                    <a:pt x="596864" y="49909"/>
                  </a:lnTo>
                  <a:lnTo>
                    <a:pt x="622138" y="52023"/>
                  </a:lnTo>
                  <a:lnTo>
                    <a:pt x="646288" y="54042"/>
                  </a:lnTo>
                  <a:lnTo>
                    <a:pt x="669410" y="55976"/>
                  </a:lnTo>
                  <a:lnTo>
                    <a:pt x="691588" y="57830"/>
                  </a:lnTo>
                  <a:lnTo>
                    <a:pt x="712896" y="59612"/>
                  </a:lnTo>
                  <a:lnTo>
                    <a:pt x="733400" y="61327"/>
                  </a:lnTo>
                  <a:lnTo>
                    <a:pt x="753158" y="62979"/>
                  </a:lnTo>
                  <a:lnTo>
                    <a:pt x="772223" y="64573"/>
                  </a:lnTo>
                  <a:lnTo>
                    <a:pt x="790642" y="66113"/>
                  </a:lnTo>
                  <a:lnTo>
                    <a:pt x="808456" y="67603"/>
                  </a:lnTo>
                  <a:lnTo>
                    <a:pt x="825705" y="69045"/>
                  </a:lnTo>
                  <a:lnTo>
                    <a:pt x="842423" y="70443"/>
                  </a:lnTo>
                  <a:lnTo>
                    <a:pt x="858641" y="71799"/>
                  </a:lnTo>
                  <a:lnTo>
                    <a:pt x="874390" y="73116"/>
                  </a:lnTo>
                  <a:lnTo>
                    <a:pt x="889695" y="74396"/>
                  </a:lnTo>
                  <a:lnTo>
                    <a:pt x="904580" y="75641"/>
                  </a:lnTo>
                  <a:lnTo>
                    <a:pt x="919069" y="76852"/>
                  </a:lnTo>
                  <a:lnTo>
                    <a:pt x="933181" y="78032"/>
                  </a:lnTo>
                  <a:lnTo>
                    <a:pt x="946936" y="79183"/>
                  </a:lnTo>
                  <a:lnTo>
                    <a:pt x="960351" y="80304"/>
                  </a:lnTo>
                  <a:lnTo>
                    <a:pt x="973443" y="81399"/>
                  </a:lnTo>
                  <a:lnTo>
                    <a:pt x="986227" y="82468"/>
                  </a:lnTo>
                  <a:lnTo>
                    <a:pt x="998717" y="83513"/>
                  </a:lnTo>
                  <a:lnTo>
                    <a:pt x="1010926" y="84534"/>
                  </a:lnTo>
                  <a:lnTo>
                    <a:pt x="1022867" y="85532"/>
                  </a:lnTo>
                  <a:lnTo>
                    <a:pt x="1034551" y="86509"/>
                  </a:lnTo>
                  <a:lnTo>
                    <a:pt x="1045989" y="87466"/>
                  </a:lnTo>
                  <a:lnTo>
                    <a:pt x="1057192" y="88402"/>
                  </a:lnTo>
                  <a:lnTo>
                    <a:pt x="1068168" y="89320"/>
                  </a:lnTo>
                  <a:lnTo>
                    <a:pt x="1078926" y="90220"/>
                  </a:lnTo>
                  <a:lnTo>
                    <a:pt x="1089476" y="91102"/>
                  </a:lnTo>
                  <a:lnTo>
                    <a:pt x="1099825" y="91967"/>
                  </a:lnTo>
                  <a:lnTo>
                    <a:pt x="1109980" y="92816"/>
                  </a:lnTo>
                  <a:lnTo>
                    <a:pt x="1119949" y="93650"/>
                  </a:lnTo>
                  <a:lnTo>
                    <a:pt x="1129738" y="9446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25267" y="3309579"/>
              <a:ext cx="1129738" cy="191074"/>
            </a:xfrm>
            <a:custGeom>
              <a:avLst/>
              <a:pathLst>
                <a:path w="1129738" h="191074">
                  <a:moveTo>
                    <a:pt x="0" y="0"/>
                  </a:moveTo>
                  <a:lnTo>
                    <a:pt x="72546" y="12269"/>
                  </a:lnTo>
                  <a:lnTo>
                    <a:pt x="136536" y="23092"/>
                  </a:lnTo>
                  <a:lnTo>
                    <a:pt x="193777" y="32773"/>
                  </a:lnTo>
                  <a:lnTo>
                    <a:pt x="245558" y="41531"/>
                  </a:lnTo>
                  <a:lnTo>
                    <a:pt x="292831" y="49526"/>
                  </a:lnTo>
                  <a:lnTo>
                    <a:pt x="336317" y="56881"/>
                  </a:lnTo>
                  <a:lnTo>
                    <a:pt x="376579" y="63691"/>
                  </a:lnTo>
                  <a:lnTo>
                    <a:pt x="414062" y="70031"/>
                  </a:lnTo>
                  <a:lnTo>
                    <a:pt x="449125" y="75961"/>
                  </a:lnTo>
                  <a:lnTo>
                    <a:pt x="482062" y="81532"/>
                  </a:lnTo>
                  <a:lnTo>
                    <a:pt x="513115" y="86784"/>
                  </a:lnTo>
                  <a:lnTo>
                    <a:pt x="542490" y="91752"/>
                  </a:lnTo>
                  <a:lnTo>
                    <a:pt x="570357" y="96465"/>
                  </a:lnTo>
                  <a:lnTo>
                    <a:pt x="596864" y="100948"/>
                  </a:lnTo>
                  <a:lnTo>
                    <a:pt x="622138" y="105223"/>
                  </a:lnTo>
                  <a:lnTo>
                    <a:pt x="646288" y="109307"/>
                  </a:lnTo>
                  <a:lnTo>
                    <a:pt x="669410" y="113218"/>
                  </a:lnTo>
                  <a:lnTo>
                    <a:pt x="691588" y="116969"/>
                  </a:lnTo>
                  <a:lnTo>
                    <a:pt x="712896" y="120573"/>
                  </a:lnTo>
                  <a:lnTo>
                    <a:pt x="733400" y="124041"/>
                  </a:lnTo>
                  <a:lnTo>
                    <a:pt x="753158" y="127383"/>
                  </a:lnTo>
                  <a:lnTo>
                    <a:pt x="772223" y="130607"/>
                  </a:lnTo>
                  <a:lnTo>
                    <a:pt x="790642" y="133722"/>
                  </a:lnTo>
                  <a:lnTo>
                    <a:pt x="808456" y="136735"/>
                  </a:lnTo>
                  <a:lnTo>
                    <a:pt x="825705" y="139652"/>
                  </a:lnTo>
                  <a:lnTo>
                    <a:pt x="842423" y="142480"/>
                  </a:lnTo>
                  <a:lnTo>
                    <a:pt x="858641" y="145223"/>
                  </a:lnTo>
                  <a:lnTo>
                    <a:pt x="874390" y="147887"/>
                  </a:lnTo>
                  <a:lnTo>
                    <a:pt x="889695" y="150475"/>
                  </a:lnTo>
                  <a:lnTo>
                    <a:pt x="904580" y="152993"/>
                  </a:lnTo>
                  <a:lnTo>
                    <a:pt x="919069" y="155443"/>
                  </a:lnTo>
                  <a:lnTo>
                    <a:pt x="933181" y="157830"/>
                  </a:lnTo>
                  <a:lnTo>
                    <a:pt x="946936" y="160156"/>
                  </a:lnTo>
                  <a:lnTo>
                    <a:pt x="960351" y="162425"/>
                  </a:lnTo>
                  <a:lnTo>
                    <a:pt x="973443" y="164640"/>
                  </a:lnTo>
                  <a:lnTo>
                    <a:pt x="986227" y="166802"/>
                  </a:lnTo>
                  <a:lnTo>
                    <a:pt x="998717" y="168914"/>
                  </a:lnTo>
                  <a:lnTo>
                    <a:pt x="1010926" y="170979"/>
                  </a:lnTo>
                  <a:lnTo>
                    <a:pt x="1022867" y="172999"/>
                  </a:lnTo>
                  <a:lnTo>
                    <a:pt x="1034551" y="174975"/>
                  </a:lnTo>
                  <a:lnTo>
                    <a:pt x="1045989" y="176910"/>
                  </a:lnTo>
                  <a:lnTo>
                    <a:pt x="1057192" y="178804"/>
                  </a:lnTo>
                  <a:lnTo>
                    <a:pt x="1068168" y="180661"/>
                  </a:lnTo>
                  <a:lnTo>
                    <a:pt x="1078926" y="182480"/>
                  </a:lnTo>
                  <a:lnTo>
                    <a:pt x="1089476" y="184264"/>
                  </a:lnTo>
                  <a:lnTo>
                    <a:pt x="1099825" y="186015"/>
                  </a:lnTo>
                  <a:lnTo>
                    <a:pt x="1109980" y="187732"/>
                  </a:lnTo>
                  <a:lnTo>
                    <a:pt x="1119949" y="189418"/>
                  </a:lnTo>
                  <a:lnTo>
                    <a:pt x="1129738" y="191074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25267" y="3264594"/>
              <a:ext cx="1129738" cy="156981"/>
            </a:xfrm>
            <a:custGeom>
              <a:avLst/>
              <a:pathLst>
                <a:path w="1129738" h="156981">
                  <a:moveTo>
                    <a:pt x="0" y="0"/>
                  </a:moveTo>
                  <a:lnTo>
                    <a:pt x="72546" y="10080"/>
                  </a:lnTo>
                  <a:lnTo>
                    <a:pt x="136536" y="18972"/>
                  </a:lnTo>
                  <a:lnTo>
                    <a:pt x="193777" y="26926"/>
                  </a:lnTo>
                  <a:lnTo>
                    <a:pt x="245558" y="34121"/>
                  </a:lnTo>
                  <a:lnTo>
                    <a:pt x="292831" y="40690"/>
                  </a:lnTo>
                  <a:lnTo>
                    <a:pt x="336317" y="46732"/>
                  </a:lnTo>
                  <a:lnTo>
                    <a:pt x="376579" y="52327"/>
                  </a:lnTo>
                  <a:lnTo>
                    <a:pt x="414062" y="57535"/>
                  </a:lnTo>
                  <a:lnTo>
                    <a:pt x="449125" y="62407"/>
                  </a:lnTo>
                  <a:lnTo>
                    <a:pt x="482062" y="66984"/>
                  </a:lnTo>
                  <a:lnTo>
                    <a:pt x="513115" y="71299"/>
                  </a:lnTo>
                  <a:lnTo>
                    <a:pt x="542490" y="75381"/>
                  </a:lnTo>
                  <a:lnTo>
                    <a:pt x="570357" y="79253"/>
                  </a:lnTo>
                  <a:lnTo>
                    <a:pt x="596864" y="82936"/>
                  </a:lnTo>
                  <a:lnTo>
                    <a:pt x="622138" y="86448"/>
                  </a:lnTo>
                  <a:lnTo>
                    <a:pt x="646288" y="89804"/>
                  </a:lnTo>
                  <a:lnTo>
                    <a:pt x="669410" y="93017"/>
                  </a:lnTo>
                  <a:lnTo>
                    <a:pt x="691588" y="96098"/>
                  </a:lnTo>
                  <a:lnTo>
                    <a:pt x="712896" y="99059"/>
                  </a:lnTo>
                  <a:lnTo>
                    <a:pt x="733400" y="101908"/>
                  </a:lnTo>
                  <a:lnTo>
                    <a:pt x="753158" y="104654"/>
                  </a:lnTo>
                  <a:lnTo>
                    <a:pt x="772223" y="107303"/>
                  </a:lnTo>
                  <a:lnTo>
                    <a:pt x="790642" y="109862"/>
                  </a:lnTo>
                  <a:lnTo>
                    <a:pt x="808456" y="112338"/>
                  </a:lnTo>
                  <a:lnTo>
                    <a:pt x="825705" y="114734"/>
                  </a:lnTo>
                  <a:lnTo>
                    <a:pt x="842423" y="117057"/>
                  </a:lnTo>
                  <a:lnTo>
                    <a:pt x="858641" y="119311"/>
                  </a:lnTo>
                  <a:lnTo>
                    <a:pt x="874390" y="121499"/>
                  </a:lnTo>
                  <a:lnTo>
                    <a:pt x="889695" y="123626"/>
                  </a:lnTo>
                  <a:lnTo>
                    <a:pt x="904580" y="125695"/>
                  </a:lnTo>
                  <a:lnTo>
                    <a:pt x="919069" y="127708"/>
                  </a:lnTo>
                  <a:lnTo>
                    <a:pt x="933181" y="129669"/>
                  </a:lnTo>
                  <a:lnTo>
                    <a:pt x="946936" y="131580"/>
                  </a:lnTo>
                  <a:lnTo>
                    <a:pt x="960351" y="133444"/>
                  </a:lnTo>
                  <a:lnTo>
                    <a:pt x="973443" y="135263"/>
                  </a:lnTo>
                  <a:lnTo>
                    <a:pt x="986227" y="137040"/>
                  </a:lnTo>
                  <a:lnTo>
                    <a:pt x="998717" y="138775"/>
                  </a:lnTo>
                  <a:lnTo>
                    <a:pt x="1010926" y="140472"/>
                  </a:lnTo>
                  <a:lnTo>
                    <a:pt x="1022867" y="142131"/>
                  </a:lnTo>
                  <a:lnTo>
                    <a:pt x="1034551" y="143754"/>
                  </a:lnTo>
                  <a:lnTo>
                    <a:pt x="1045989" y="145344"/>
                  </a:lnTo>
                  <a:lnTo>
                    <a:pt x="1057192" y="146900"/>
                  </a:lnTo>
                  <a:lnTo>
                    <a:pt x="1068168" y="148426"/>
                  </a:lnTo>
                  <a:lnTo>
                    <a:pt x="1078926" y="149921"/>
                  </a:lnTo>
                  <a:lnTo>
                    <a:pt x="1089476" y="151386"/>
                  </a:lnTo>
                  <a:lnTo>
                    <a:pt x="1099825" y="152824"/>
                  </a:lnTo>
                  <a:lnTo>
                    <a:pt x="1109980" y="154236"/>
                  </a:lnTo>
                  <a:lnTo>
                    <a:pt x="1119949" y="155621"/>
                  </a:lnTo>
                  <a:lnTo>
                    <a:pt x="1129738" y="15698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rc483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342663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5"/>
            <p:cNvSpPr/>
            <p:nvPr/>
          </p:nvSpPr>
          <p:spPr>
            <a:xfrm rot="-5400000">
              <a:off x="1152636" y="368916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7" name="tx486"/>
            <p:cNvSpPr/>
            <p:nvPr/>
          </p:nvSpPr>
          <p:spPr>
            <a:xfrm rot="-5400000">
              <a:off x="1152636" y="34141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52636" y="313915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52636" y="286415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0" name="pl489"/>
            <p:cNvSpPr/>
            <p:nvPr/>
          </p:nvSpPr>
          <p:spPr>
            <a:xfrm>
              <a:off x="1311032" y="37301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311032" y="34551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11032" y="318016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11032" y="29051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42663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42526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80184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17842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55500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tx498"/>
            <p:cNvSpPr/>
            <p:nvPr/>
          </p:nvSpPr>
          <p:spPr>
            <a:xfrm rot="-5400000">
              <a:off x="41327" y="3194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1342663" y="2464146"/>
              <a:ext cx="4347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1" name="rc500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850680" y="34185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37483" y="320843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11902" y="337067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27272" y="33779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27573" y="353980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21064" y="33458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41258" y="347723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804023" y="341722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29356" y="35684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44012" y="359012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224324" y="36693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199637" y="363782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201316" y="349922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229182" y="36204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188013" y="350392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219575" y="330205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212803" y="36432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232365" y="363506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186267" y="348413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215180" y="333461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225639" y="34278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195803" y="36382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181344" y="32600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217323" y="350796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211986" y="338118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210523" y="336864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218566" y="315379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223145" y="328251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587860" y="330599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601899" y="371923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96814" y="335851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607144" y="357257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82370" y="36061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66124" y="37486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67612" y="308521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82205" y="329043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56022" y="347594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604029" y="339709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91370" y="368700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71719" y="356725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93305" y="355765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77956" y="357991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61598" y="341582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70881" y="362258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88144" y="35395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607739" y="324840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86109" y="347972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84954" y="268366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65887" y="345872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37367" y="351449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59286" y="310541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73720" y="362894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964532" y="32219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939260" y="356154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970987" y="352586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936995" y="330380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942013" y="31598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972184" y="357619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977885" y="338716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84014" y="349080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983011" y="332637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74034" y="361309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944235" y="325461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968639" y="324713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977670" y="349756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976771" y="329519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971861" y="323491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983081" y="347372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944758" y="324391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936346" y="364564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953641" y="356167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961354" y="370999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l573"/>
            <p:cNvSpPr/>
            <p:nvPr/>
          </p:nvSpPr>
          <p:spPr>
            <a:xfrm>
              <a:off x="2857782" y="3366884"/>
              <a:ext cx="1129668" cy="10448"/>
            </a:xfrm>
            <a:custGeom>
              <a:avLst/>
              <a:pathLst>
                <a:path w="1129668" h="10448">
                  <a:moveTo>
                    <a:pt x="0" y="10448"/>
                  </a:moveTo>
                  <a:lnTo>
                    <a:pt x="72541" y="9777"/>
                  </a:lnTo>
                  <a:lnTo>
                    <a:pt x="136528" y="9185"/>
                  </a:lnTo>
                  <a:lnTo>
                    <a:pt x="193765" y="8655"/>
                  </a:lnTo>
                  <a:lnTo>
                    <a:pt x="245543" y="8177"/>
                  </a:lnTo>
                  <a:lnTo>
                    <a:pt x="292812" y="7739"/>
                  </a:lnTo>
                  <a:lnTo>
                    <a:pt x="336296" y="7337"/>
                  </a:lnTo>
                  <a:lnTo>
                    <a:pt x="376556" y="6965"/>
                  </a:lnTo>
                  <a:lnTo>
                    <a:pt x="414037" y="6618"/>
                  </a:lnTo>
                  <a:lnTo>
                    <a:pt x="449097" y="6294"/>
                  </a:lnTo>
                  <a:lnTo>
                    <a:pt x="482032" y="5989"/>
                  </a:lnTo>
                  <a:lnTo>
                    <a:pt x="513084" y="5702"/>
                  </a:lnTo>
                  <a:lnTo>
                    <a:pt x="542456" y="5430"/>
                  </a:lnTo>
                  <a:lnTo>
                    <a:pt x="570322" y="5173"/>
                  </a:lnTo>
                  <a:lnTo>
                    <a:pt x="596827" y="4928"/>
                  </a:lnTo>
                  <a:lnTo>
                    <a:pt x="622099" y="4694"/>
                  </a:lnTo>
                  <a:lnTo>
                    <a:pt x="646248" y="4471"/>
                  </a:lnTo>
                  <a:lnTo>
                    <a:pt x="669369" y="4257"/>
                  </a:lnTo>
                  <a:lnTo>
                    <a:pt x="691546" y="4052"/>
                  </a:lnTo>
                  <a:lnTo>
                    <a:pt x="712852" y="3855"/>
                  </a:lnTo>
                  <a:lnTo>
                    <a:pt x="733355" y="3665"/>
                  </a:lnTo>
                  <a:lnTo>
                    <a:pt x="753112" y="3482"/>
                  </a:lnTo>
                  <a:lnTo>
                    <a:pt x="772176" y="3306"/>
                  </a:lnTo>
                  <a:lnTo>
                    <a:pt x="790593" y="3136"/>
                  </a:lnTo>
                  <a:lnTo>
                    <a:pt x="808406" y="2971"/>
                  </a:lnTo>
                  <a:lnTo>
                    <a:pt x="825654" y="2811"/>
                  </a:lnTo>
                  <a:lnTo>
                    <a:pt x="842371" y="2657"/>
                  </a:lnTo>
                  <a:lnTo>
                    <a:pt x="858588" y="2507"/>
                  </a:lnTo>
                  <a:lnTo>
                    <a:pt x="874336" y="2361"/>
                  </a:lnTo>
                  <a:lnTo>
                    <a:pt x="889640" y="2219"/>
                  </a:lnTo>
                  <a:lnTo>
                    <a:pt x="904525" y="2082"/>
                  </a:lnTo>
                  <a:lnTo>
                    <a:pt x="919012" y="1948"/>
                  </a:lnTo>
                  <a:lnTo>
                    <a:pt x="933124" y="1817"/>
                  </a:lnTo>
                  <a:lnTo>
                    <a:pt x="946878" y="1690"/>
                  </a:lnTo>
                  <a:lnTo>
                    <a:pt x="960292" y="1566"/>
                  </a:lnTo>
                  <a:lnTo>
                    <a:pt x="973383" y="1445"/>
                  </a:lnTo>
                  <a:lnTo>
                    <a:pt x="986166" y="1327"/>
                  </a:lnTo>
                  <a:lnTo>
                    <a:pt x="998656" y="1211"/>
                  </a:lnTo>
                  <a:lnTo>
                    <a:pt x="1010864" y="1098"/>
                  </a:lnTo>
                  <a:lnTo>
                    <a:pt x="1022804" y="988"/>
                  </a:lnTo>
                  <a:lnTo>
                    <a:pt x="1034488" y="880"/>
                  </a:lnTo>
                  <a:lnTo>
                    <a:pt x="1045925" y="774"/>
                  </a:lnTo>
                  <a:lnTo>
                    <a:pt x="1057127" y="670"/>
                  </a:lnTo>
                  <a:lnTo>
                    <a:pt x="1068102" y="569"/>
                  </a:lnTo>
                  <a:lnTo>
                    <a:pt x="1078860" y="469"/>
                  </a:lnTo>
                  <a:lnTo>
                    <a:pt x="1089409" y="372"/>
                  </a:lnTo>
                  <a:lnTo>
                    <a:pt x="1099757" y="276"/>
                  </a:lnTo>
                  <a:lnTo>
                    <a:pt x="1109911" y="182"/>
                  </a:lnTo>
                  <a:lnTo>
                    <a:pt x="1119880" y="90"/>
                  </a:lnTo>
                  <a:lnTo>
                    <a:pt x="112966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857782" y="3495169"/>
              <a:ext cx="1129668" cy="32102"/>
            </a:xfrm>
            <a:custGeom>
              <a:avLst/>
              <a:pathLst>
                <a:path w="1129668" h="32102">
                  <a:moveTo>
                    <a:pt x="0" y="0"/>
                  </a:moveTo>
                  <a:lnTo>
                    <a:pt x="72541" y="2061"/>
                  </a:lnTo>
                  <a:lnTo>
                    <a:pt x="136528" y="3879"/>
                  </a:lnTo>
                  <a:lnTo>
                    <a:pt x="193765" y="5506"/>
                  </a:lnTo>
                  <a:lnTo>
                    <a:pt x="245543" y="6977"/>
                  </a:lnTo>
                  <a:lnTo>
                    <a:pt x="292812" y="8321"/>
                  </a:lnTo>
                  <a:lnTo>
                    <a:pt x="336296" y="9556"/>
                  </a:lnTo>
                  <a:lnTo>
                    <a:pt x="376556" y="10700"/>
                  </a:lnTo>
                  <a:lnTo>
                    <a:pt x="414037" y="11766"/>
                  </a:lnTo>
                  <a:lnTo>
                    <a:pt x="449097" y="12762"/>
                  </a:lnTo>
                  <a:lnTo>
                    <a:pt x="482032" y="13698"/>
                  </a:lnTo>
                  <a:lnTo>
                    <a:pt x="513084" y="14580"/>
                  </a:lnTo>
                  <a:lnTo>
                    <a:pt x="542456" y="15415"/>
                  </a:lnTo>
                  <a:lnTo>
                    <a:pt x="570322" y="16207"/>
                  </a:lnTo>
                  <a:lnTo>
                    <a:pt x="596827" y="16960"/>
                  </a:lnTo>
                  <a:lnTo>
                    <a:pt x="622099" y="17678"/>
                  </a:lnTo>
                  <a:lnTo>
                    <a:pt x="646248" y="18364"/>
                  </a:lnTo>
                  <a:lnTo>
                    <a:pt x="669369" y="19022"/>
                  </a:lnTo>
                  <a:lnTo>
                    <a:pt x="691546" y="19652"/>
                  </a:lnTo>
                  <a:lnTo>
                    <a:pt x="712852" y="20257"/>
                  </a:lnTo>
                  <a:lnTo>
                    <a:pt x="733355" y="20840"/>
                  </a:lnTo>
                  <a:lnTo>
                    <a:pt x="753112" y="21401"/>
                  </a:lnTo>
                  <a:lnTo>
                    <a:pt x="772176" y="21943"/>
                  </a:lnTo>
                  <a:lnTo>
                    <a:pt x="790593" y="22466"/>
                  </a:lnTo>
                  <a:lnTo>
                    <a:pt x="808406" y="22973"/>
                  </a:lnTo>
                  <a:lnTo>
                    <a:pt x="825654" y="23463"/>
                  </a:lnTo>
                  <a:lnTo>
                    <a:pt x="842371" y="23938"/>
                  </a:lnTo>
                  <a:lnTo>
                    <a:pt x="858588" y="24399"/>
                  </a:lnTo>
                  <a:lnTo>
                    <a:pt x="874336" y="24846"/>
                  </a:lnTo>
                  <a:lnTo>
                    <a:pt x="889640" y="25281"/>
                  </a:lnTo>
                  <a:lnTo>
                    <a:pt x="904525" y="25704"/>
                  </a:lnTo>
                  <a:lnTo>
                    <a:pt x="919012" y="26116"/>
                  </a:lnTo>
                  <a:lnTo>
                    <a:pt x="933124" y="26517"/>
                  </a:lnTo>
                  <a:lnTo>
                    <a:pt x="946878" y="26908"/>
                  </a:lnTo>
                  <a:lnTo>
                    <a:pt x="960292" y="27289"/>
                  </a:lnTo>
                  <a:lnTo>
                    <a:pt x="973383" y="27661"/>
                  </a:lnTo>
                  <a:lnTo>
                    <a:pt x="986166" y="28024"/>
                  </a:lnTo>
                  <a:lnTo>
                    <a:pt x="998656" y="28379"/>
                  </a:lnTo>
                  <a:lnTo>
                    <a:pt x="1010864" y="28726"/>
                  </a:lnTo>
                  <a:lnTo>
                    <a:pt x="1022804" y="29065"/>
                  </a:lnTo>
                  <a:lnTo>
                    <a:pt x="1034488" y="29397"/>
                  </a:lnTo>
                  <a:lnTo>
                    <a:pt x="1045925" y="29722"/>
                  </a:lnTo>
                  <a:lnTo>
                    <a:pt x="1057127" y="30041"/>
                  </a:lnTo>
                  <a:lnTo>
                    <a:pt x="1068102" y="30353"/>
                  </a:lnTo>
                  <a:lnTo>
                    <a:pt x="1078860" y="30658"/>
                  </a:lnTo>
                  <a:lnTo>
                    <a:pt x="1089409" y="30958"/>
                  </a:lnTo>
                  <a:lnTo>
                    <a:pt x="1099757" y="31252"/>
                  </a:lnTo>
                  <a:lnTo>
                    <a:pt x="1109911" y="31541"/>
                  </a:lnTo>
                  <a:lnTo>
                    <a:pt x="1119880" y="31824"/>
                  </a:lnTo>
                  <a:lnTo>
                    <a:pt x="1129668" y="3210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857782" y="3346186"/>
              <a:ext cx="1129668" cy="59914"/>
            </a:xfrm>
            <a:custGeom>
              <a:avLst/>
              <a:pathLst>
                <a:path w="1129668" h="59914">
                  <a:moveTo>
                    <a:pt x="0" y="59914"/>
                  </a:moveTo>
                  <a:lnTo>
                    <a:pt x="72541" y="56066"/>
                  </a:lnTo>
                  <a:lnTo>
                    <a:pt x="136528" y="52673"/>
                  </a:lnTo>
                  <a:lnTo>
                    <a:pt x="193765" y="49637"/>
                  </a:lnTo>
                  <a:lnTo>
                    <a:pt x="245543" y="46891"/>
                  </a:lnTo>
                  <a:lnTo>
                    <a:pt x="292812" y="44384"/>
                  </a:lnTo>
                  <a:lnTo>
                    <a:pt x="336296" y="42077"/>
                  </a:lnTo>
                  <a:lnTo>
                    <a:pt x="376556" y="39942"/>
                  </a:lnTo>
                  <a:lnTo>
                    <a:pt x="414037" y="37954"/>
                  </a:lnTo>
                  <a:lnTo>
                    <a:pt x="449097" y="36095"/>
                  </a:lnTo>
                  <a:lnTo>
                    <a:pt x="482032" y="34348"/>
                  </a:lnTo>
                  <a:lnTo>
                    <a:pt x="513084" y="32701"/>
                  </a:lnTo>
                  <a:lnTo>
                    <a:pt x="542456" y="31143"/>
                  </a:lnTo>
                  <a:lnTo>
                    <a:pt x="570322" y="29666"/>
                  </a:lnTo>
                  <a:lnTo>
                    <a:pt x="596827" y="28260"/>
                  </a:lnTo>
                  <a:lnTo>
                    <a:pt x="622099" y="26919"/>
                  </a:lnTo>
                  <a:lnTo>
                    <a:pt x="646248" y="25639"/>
                  </a:lnTo>
                  <a:lnTo>
                    <a:pt x="669369" y="24412"/>
                  </a:lnTo>
                  <a:lnTo>
                    <a:pt x="691546" y="23236"/>
                  </a:lnTo>
                  <a:lnTo>
                    <a:pt x="712852" y="22106"/>
                  </a:lnTo>
                  <a:lnTo>
                    <a:pt x="733355" y="21019"/>
                  </a:lnTo>
                  <a:lnTo>
                    <a:pt x="753112" y="19971"/>
                  </a:lnTo>
                  <a:lnTo>
                    <a:pt x="772176" y="18960"/>
                  </a:lnTo>
                  <a:lnTo>
                    <a:pt x="790593" y="17983"/>
                  </a:lnTo>
                  <a:lnTo>
                    <a:pt x="808406" y="17038"/>
                  </a:lnTo>
                  <a:lnTo>
                    <a:pt x="825654" y="16123"/>
                  </a:lnTo>
                  <a:lnTo>
                    <a:pt x="842371" y="15237"/>
                  </a:lnTo>
                  <a:lnTo>
                    <a:pt x="858588" y="14377"/>
                  </a:lnTo>
                  <a:lnTo>
                    <a:pt x="874336" y="13542"/>
                  </a:lnTo>
                  <a:lnTo>
                    <a:pt x="889640" y="12730"/>
                  </a:lnTo>
                  <a:lnTo>
                    <a:pt x="904525" y="11940"/>
                  </a:lnTo>
                  <a:lnTo>
                    <a:pt x="919012" y="11172"/>
                  </a:lnTo>
                  <a:lnTo>
                    <a:pt x="933124" y="10424"/>
                  </a:lnTo>
                  <a:lnTo>
                    <a:pt x="946878" y="9694"/>
                  </a:lnTo>
                  <a:lnTo>
                    <a:pt x="960292" y="8983"/>
                  </a:lnTo>
                  <a:lnTo>
                    <a:pt x="973383" y="8288"/>
                  </a:lnTo>
                  <a:lnTo>
                    <a:pt x="986166" y="7610"/>
                  </a:lnTo>
                  <a:lnTo>
                    <a:pt x="998656" y="6948"/>
                  </a:lnTo>
                  <a:lnTo>
                    <a:pt x="1010864" y="6301"/>
                  </a:lnTo>
                  <a:lnTo>
                    <a:pt x="1022804" y="5667"/>
                  </a:lnTo>
                  <a:lnTo>
                    <a:pt x="1034488" y="5048"/>
                  </a:lnTo>
                  <a:lnTo>
                    <a:pt x="1045925" y="4441"/>
                  </a:lnTo>
                  <a:lnTo>
                    <a:pt x="1057127" y="3847"/>
                  </a:lnTo>
                  <a:lnTo>
                    <a:pt x="1068102" y="3265"/>
                  </a:lnTo>
                  <a:lnTo>
                    <a:pt x="1078860" y="2694"/>
                  </a:lnTo>
                  <a:lnTo>
                    <a:pt x="1089409" y="2135"/>
                  </a:lnTo>
                  <a:lnTo>
                    <a:pt x="1099757" y="1586"/>
                  </a:lnTo>
                  <a:lnTo>
                    <a:pt x="1109911" y="1047"/>
                  </a:lnTo>
                  <a:lnTo>
                    <a:pt x="1119880" y="519"/>
                  </a:lnTo>
                  <a:lnTo>
                    <a:pt x="112966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857782" y="3170562"/>
              <a:ext cx="1129668" cy="217658"/>
            </a:xfrm>
            <a:custGeom>
              <a:avLst/>
              <a:pathLst>
                <a:path w="1129668" h="217658">
                  <a:moveTo>
                    <a:pt x="0" y="217658"/>
                  </a:moveTo>
                  <a:lnTo>
                    <a:pt x="72541" y="203681"/>
                  </a:lnTo>
                  <a:lnTo>
                    <a:pt x="136528" y="191353"/>
                  </a:lnTo>
                  <a:lnTo>
                    <a:pt x="193765" y="180324"/>
                  </a:lnTo>
                  <a:lnTo>
                    <a:pt x="245543" y="170348"/>
                  </a:lnTo>
                  <a:lnTo>
                    <a:pt x="292812" y="161241"/>
                  </a:lnTo>
                  <a:lnTo>
                    <a:pt x="336296" y="152862"/>
                  </a:lnTo>
                  <a:lnTo>
                    <a:pt x="376556" y="145105"/>
                  </a:lnTo>
                  <a:lnTo>
                    <a:pt x="414037" y="137884"/>
                  </a:lnTo>
                  <a:lnTo>
                    <a:pt x="449097" y="131128"/>
                  </a:lnTo>
                  <a:lnTo>
                    <a:pt x="482032" y="124783"/>
                  </a:lnTo>
                  <a:lnTo>
                    <a:pt x="513084" y="118800"/>
                  </a:lnTo>
                  <a:lnTo>
                    <a:pt x="542456" y="113141"/>
                  </a:lnTo>
                  <a:lnTo>
                    <a:pt x="570322" y="107772"/>
                  </a:lnTo>
                  <a:lnTo>
                    <a:pt x="596827" y="102665"/>
                  </a:lnTo>
                  <a:lnTo>
                    <a:pt x="622099" y="97795"/>
                  </a:lnTo>
                  <a:lnTo>
                    <a:pt x="646248" y="93142"/>
                  </a:lnTo>
                  <a:lnTo>
                    <a:pt x="669369" y="88688"/>
                  </a:lnTo>
                  <a:lnTo>
                    <a:pt x="691546" y="84415"/>
                  </a:lnTo>
                  <a:lnTo>
                    <a:pt x="712852" y="80309"/>
                  </a:lnTo>
                  <a:lnTo>
                    <a:pt x="733355" y="76359"/>
                  </a:lnTo>
                  <a:lnTo>
                    <a:pt x="753112" y="72552"/>
                  </a:lnTo>
                  <a:lnTo>
                    <a:pt x="772176" y="68879"/>
                  </a:lnTo>
                  <a:lnTo>
                    <a:pt x="790593" y="65331"/>
                  </a:lnTo>
                  <a:lnTo>
                    <a:pt x="808406" y="61899"/>
                  </a:lnTo>
                  <a:lnTo>
                    <a:pt x="825654" y="58575"/>
                  </a:lnTo>
                  <a:lnTo>
                    <a:pt x="842371" y="55355"/>
                  </a:lnTo>
                  <a:lnTo>
                    <a:pt x="858588" y="52230"/>
                  </a:lnTo>
                  <a:lnTo>
                    <a:pt x="874336" y="49196"/>
                  </a:lnTo>
                  <a:lnTo>
                    <a:pt x="889640" y="46247"/>
                  </a:lnTo>
                  <a:lnTo>
                    <a:pt x="904525" y="43379"/>
                  </a:lnTo>
                  <a:lnTo>
                    <a:pt x="919012" y="40588"/>
                  </a:lnTo>
                  <a:lnTo>
                    <a:pt x="933124" y="37869"/>
                  </a:lnTo>
                  <a:lnTo>
                    <a:pt x="946878" y="35219"/>
                  </a:lnTo>
                  <a:lnTo>
                    <a:pt x="960292" y="32634"/>
                  </a:lnTo>
                  <a:lnTo>
                    <a:pt x="973383" y="30112"/>
                  </a:lnTo>
                  <a:lnTo>
                    <a:pt x="986166" y="27649"/>
                  </a:lnTo>
                  <a:lnTo>
                    <a:pt x="998656" y="25242"/>
                  </a:lnTo>
                  <a:lnTo>
                    <a:pt x="1010864" y="22890"/>
                  </a:lnTo>
                  <a:lnTo>
                    <a:pt x="1022804" y="20590"/>
                  </a:lnTo>
                  <a:lnTo>
                    <a:pt x="1034488" y="18338"/>
                  </a:lnTo>
                  <a:lnTo>
                    <a:pt x="1045925" y="16135"/>
                  </a:lnTo>
                  <a:lnTo>
                    <a:pt x="1057127" y="13976"/>
                  </a:lnTo>
                  <a:lnTo>
                    <a:pt x="1068102" y="11862"/>
                  </a:lnTo>
                  <a:lnTo>
                    <a:pt x="1078860" y="9789"/>
                  </a:lnTo>
                  <a:lnTo>
                    <a:pt x="1089409" y="7757"/>
                  </a:lnTo>
                  <a:lnTo>
                    <a:pt x="1099757" y="5763"/>
                  </a:lnTo>
                  <a:lnTo>
                    <a:pt x="1109911" y="3806"/>
                  </a:lnTo>
                  <a:lnTo>
                    <a:pt x="1119880" y="1886"/>
                  </a:lnTo>
                  <a:lnTo>
                    <a:pt x="112966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857782" y="3252426"/>
              <a:ext cx="1129668" cy="207489"/>
            </a:xfrm>
            <a:custGeom>
              <a:avLst/>
              <a:pathLst>
                <a:path w="1129668" h="207489">
                  <a:moveTo>
                    <a:pt x="0" y="207489"/>
                  </a:moveTo>
                  <a:lnTo>
                    <a:pt x="72541" y="194165"/>
                  </a:lnTo>
                  <a:lnTo>
                    <a:pt x="136528" y="182412"/>
                  </a:lnTo>
                  <a:lnTo>
                    <a:pt x="193765" y="171899"/>
                  </a:lnTo>
                  <a:lnTo>
                    <a:pt x="245543" y="162389"/>
                  </a:lnTo>
                  <a:lnTo>
                    <a:pt x="292812" y="153707"/>
                  </a:lnTo>
                  <a:lnTo>
                    <a:pt x="336296" y="145720"/>
                  </a:lnTo>
                  <a:lnTo>
                    <a:pt x="376556" y="138326"/>
                  </a:lnTo>
                  <a:lnTo>
                    <a:pt x="414037" y="131441"/>
                  </a:lnTo>
                  <a:lnTo>
                    <a:pt x="449097" y="125002"/>
                  </a:lnTo>
                  <a:lnTo>
                    <a:pt x="482032" y="118952"/>
                  </a:lnTo>
                  <a:lnTo>
                    <a:pt x="513084" y="113249"/>
                  </a:lnTo>
                  <a:lnTo>
                    <a:pt x="542456" y="107854"/>
                  </a:lnTo>
                  <a:lnTo>
                    <a:pt x="570322" y="102736"/>
                  </a:lnTo>
                  <a:lnTo>
                    <a:pt x="596827" y="97868"/>
                  </a:lnTo>
                  <a:lnTo>
                    <a:pt x="622099" y="93226"/>
                  </a:lnTo>
                  <a:lnTo>
                    <a:pt x="646248" y="88791"/>
                  </a:lnTo>
                  <a:lnTo>
                    <a:pt x="669369" y="84544"/>
                  </a:lnTo>
                  <a:lnTo>
                    <a:pt x="691546" y="80471"/>
                  </a:lnTo>
                  <a:lnTo>
                    <a:pt x="712852" y="76557"/>
                  </a:lnTo>
                  <a:lnTo>
                    <a:pt x="733355" y="72791"/>
                  </a:lnTo>
                  <a:lnTo>
                    <a:pt x="753112" y="69163"/>
                  </a:lnTo>
                  <a:lnTo>
                    <a:pt x="772176" y="65661"/>
                  </a:lnTo>
                  <a:lnTo>
                    <a:pt x="790593" y="62278"/>
                  </a:lnTo>
                  <a:lnTo>
                    <a:pt x="808406" y="59007"/>
                  </a:lnTo>
                  <a:lnTo>
                    <a:pt x="825654" y="55839"/>
                  </a:lnTo>
                  <a:lnTo>
                    <a:pt x="842371" y="52768"/>
                  </a:lnTo>
                  <a:lnTo>
                    <a:pt x="858588" y="49789"/>
                  </a:lnTo>
                  <a:lnTo>
                    <a:pt x="874336" y="46897"/>
                  </a:lnTo>
                  <a:lnTo>
                    <a:pt x="889640" y="44086"/>
                  </a:lnTo>
                  <a:lnTo>
                    <a:pt x="904525" y="41352"/>
                  </a:lnTo>
                  <a:lnTo>
                    <a:pt x="919012" y="38691"/>
                  </a:lnTo>
                  <a:lnTo>
                    <a:pt x="933124" y="36099"/>
                  </a:lnTo>
                  <a:lnTo>
                    <a:pt x="946878" y="33573"/>
                  </a:lnTo>
                  <a:lnTo>
                    <a:pt x="960292" y="31109"/>
                  </a:lnTo>
                  <a:lnTo>
                    <a:pt x="973383" y="28705"/>
                  </a:lnTo>
                  <a:lnTo>
                    <a:pt x="986166" y="26357"/>
                  </a:lnTo>
                  <a:lnTo>
                    <a:pt x="998656" y="24063"/>
                  </a:lnTo>
                  <a:lnTo>
                    <a:pt x="1010864" y="21821"/>
                  </a:lnTo>
                  <a:lnTo>
                    <a:pt x="1022804" y="19627"/>
                  </a:lnTo>
                  <a:lnTo>
                    <a:pt x="1034488" y="17482"/>
                  </a:lnTo>
                  <a:lnTo>
                    <a:pt x="1045925" y="15381"/>
                  </a:lnTo>
                  <a:lnTo>
                    <a:pt x="1057127" y="13323"/>
                  </a:lnTo>
                  <a:lnTo>
                    <a:pt x="1068102" y="11308"/>
                  </a:lnTo>
                  <a:lnTo>
                    <a:pt x="1078860" y="9332"/>
                  </a:lnTo>
                  <a:lnTo>
                    <a:pt x="1089409" y="7394"/>
                  </a:lnTo>
                  <a:lnTo>
                    <a:pt x="1099757" y="5493"/>
                  </a:lnTo>
                  <a:lnTo>
                    <a:pt x="1109911" y="3628"/>
                  </a:lnTo>
                  <a:lnTo>
                    <a:pt x="1119880" y="1797"/>
                  </a:lnTo>
                  <a:lnTo>
                    <a:pt x="112966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857782" y="3346550"/>
              <a:ext cx="1129668" cy="270543"/>
            </a:xfrm>
            <a:custGeom>
              <a:avLst/>
              <a:pathLst>
                <a:path w="1129668" h="270543">
                  <a:moveTo>
                    <a:pt x="0" y="0"/>
                  </a:moveTo>
                  <a:lnTo>
                    <a:pt x="72541" y="17372"/>
                  </a:lnTo>
                  <a:lnTo>
                    <a:pt x="136528" y="32696"/>
                  </a:lnTo>
                  <a:lnTo>
                    <a:pt x="193765" y="46404"/>
                  </a:lnTo>
                  <a:lnTo>
                    <a:pt x="245543" y="58804"/>
                  </a:lnTo>
                  <a:lnTo>
                    <a:pt x="292812" y="70125"/>
                  </a:lnTo>
                  <a:lnTo>
                    <a:pt x="336296" y="80539"/>
                  </a:lnTo>
                  <a:lnTo>
                    <a:pt x="376556" y="90181"/>
                  </a:lnTo>
                  <a:lnTo>
                    <a:pt x="414037" y="99157"/>
                  </a:lnTo>
                  <a:lnTo>
                    <a:pt x="449097" y="107553"/>
                  </a:lnTo>
                  <a:lnTo>
                    <a:pt x="482032" y="115441"/>
                  </a:lnTo>
                  <a:lnTo>
                    <a:pt x="513084" y="122878"/>
                  </a:lnTo>
                  <a:lnTo>
                    <a:pt x="542456" y="129912"/>
                  </a:lnTo>
                  <a:lnTo>
                    <a:pt x="570322" y="136585"/>
                  </a:lnTo>
                  <a:lnTo>
                    <a:pt x="596827" y="142933"/>
                  </a:lnTo>
                  <a:lnTo>
                    <a:pt x="622099" y="148986"/>
                  </a:lnTo>
                  <a:lnTo>
                    <a:pt x="646248" y="154769"/>
                  </a:lnTo>
                  <a:lnTo>
                    <a:pt x="669369" y="160306"/>
                  </a:lnTo>
                  <a:lnTo>
                    <a:pt x="691546" y="165617"/>
                  </a:lnTo>
                  <a:lnTo>
                    <a:pt x="712852" y="170720"/>
                  </a:lnTo>
                  <a:lnTo>
                    <a:pt x="733355" y="175630"/>
                  </a:lnTo>
                  <a:lnTo>
                    <a:pt x="753112" y="180362"/>
                  </a:lnTo>
                  <a:lnTo>
                    <a:pt x="772176" y="184927"/>
                  </a:lnTo>
                  <a:lnTo>
                    <a:pt x="790593" y="189338"/>
                  </a:lnTo>
                  <a:lnTo>
                    <a:pt x="808406" y="193604"/>
                  </a:lnTo>
                  <a:lnTo>
                    <a:pt x="825654" y="197735"/>
                  </a:lnTo>
                  <a:lnTo>
                    <a:pt x="842371" y="201738"/>
                  </a:lnTo>
                  <a:lnTo>
                    <a:pt x="858588" y="205622"/>
                  </a:lnTo>
                  <a:lnTo>
                    <a:pt x="874336" y="209393"/>
                  </a:lnTo>
                  <a:lnTo>
                    <a:pt x="889640" y="213059"/>
                  </a:lnTo>
                  <a:lnTo>
                    <a:pt x="904525" y="216623"/>
                  </a:lnTo>
                  <a:lnTo>
                    <a:pt x="919012" y="220093"/>
                  </a:lnTo>
                  <a:lnTo>
                    <a:pt x="933124" y="223472"/>
                  </a:lnTo>
                  <a:lnTo>
                    <a:pt x="946878" y="226766"/>
                  </a:lnTo>
                  <a:lnTo>
                    <a:pt x="960292" y="229979"/>
                  </a:lnTo>
                  <a:lnTo>
                    <a:pt x="973383" y="233114"/>
                  </a:lnTo>
                  <a:lnTo>
                    <a:pt x="986166" y="236176"/>
                  </a:lnTo>
                  <a:lnTo>
                    <a:pt x="998656" y="239167"/>
                  </a:lnTo>
                  <a:lnTo>
                    <a:pt x="1010864" y="242090"/>
                  </a:lnTo>
                  <a:lnTo>
                    <a:pt x="1022804" y="244950"/>
                  </a:lnTo>
                  <a:lnTo>
                    <a:pt x="1034488" y="247748"/>
                  </a:lnTo>
                  <a:lnTo>
                    <a:pt x="1045925" y="250487"/>
                  </a:lnTo>
                  <a:lnTo>
                    <a:pt x="1057127" y="253170"/>
                  </a:lnTo>
                  <a:lnTo>
                    <a:pt x="1068102" y="255798"/>
                  </a:lnTo>
                  <a:lnTo>
                    <a:pt x="1078860" y="258375"/>
                  </a:lnTo>
                  <a:lnTo>
                    <a:pt x="1089409" y="260901"/>
                  </a:lnTo>
                  <a:lnTo>
                    <a:pt x="1099757" y="263379"/>
                  </a:lnTo>
                  <a:lnTo>
                    <a:pt x="1109911" y="265811"/>
                  </a:lnTo>
                  <a:lnTo>
                    <a:pt x="1119880" y="268198"/>
                  </a:lnTo>
                  <a:lnTo>
                    <a:pt x="1129668" y="27054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857782" y="3413368"/>
              <a:ext cx="1129668" cy="250820"/>
            </a:xfrm>
            <a:custGeom>
              <a:avLst/>
              <a:pathLst>
                <a:path w="1129668" h="250820">
                  <a:moveTo>
                    <a:pt x="0" y="250820"/>
                  </a:moveTo>
                  <a:lnTo>
                    <a:pt x="72541" y="234714"/>
                  </a:lnTo>
                  <a:lnTo>
                    <a:pt x="136528" y="220507"/>
                  </a:lnTo>
                  <a:lnTo>
                    <a:pt x="193765" y="207798"/>
                  </a:lnTo>
                  <a:lnTo>
                    <a:pt x="245543" y="196302"/>
                  </a:lnTo>
                  <a:lnTo>
                    <a:pt x="292812" y="185807"/>
                  </a:lnTo>
                  <a:lnTo>
                    <a:pt x="336296" y="176152"/>
                  </a:lnTo>
                  <a:lnTo>
                    <a:pt x="376556" y="167213"/>
                  </a:lnTo>
                  <a:lnTo>
                    <a:pt x="414037" y="158891"/>
                  </a:lnTo>
                  <a:lnTo>
                    <a:pt x="449097" y="151107"/>
                  </a:lnTo>
                  <a:lnTo>
                    <a:pt x="482032" y="143794"/>
                  </a:lnTo>
                  <a:lnTo>
                    <a:pt x="513084" y="136900"/>
                  </a:lnTo>
                  <a:lnTo>
                    <a:pt x="542456" y="130378"/>
                  </a:lnTo>
                  <a:lnTo>
                    <a:pt x="570322" y="124191"/>
                  </a:lnTo>
                  <a:lnTo>
                    <a:pt x="596827" y="118306"/>
                  </a:lnTo>
                  <a:lnTo>
                    <a:pt x="622099" y="112695"/>
                  </a:lnTo>
                  <a:lnTo>
                    <a:pt x="646248" y="107333"/>
                  </a:lnTo>
                  <a:lnTo>
                    <a:pt x="669369" y="102200"/>
                  </a:lnTo>
                  <a:lnTo>
                    <a:pt x="691546" y="97276"/>
                  </a:lnTo>
                  <a:lnTo>
                    <a:pt x="712852" y="92545"/>
                  </a:lnTo>
                  <a:lnTo>
                    <a:pt x="733355" y="87993"/>
                  </a:lnTo>
                  <a:lnTo>
                    <a:pt x="753112" y="83606"/>
                  </a:lnTo>
                  <a:lnTo>
                    <a:pt x="772176" y="79374"/>
                  </a:lnTo>
                  <a:lnTo>
                    <a:pt x="790593" y="75285"/>
                  </a:lnTo>
                  <a:lnTo>
                    <a:pt x="808406" y="71329"/>
                  </a:lnTo>
                  <a:lnTo>
                    <a:pt x="825654" y="67500"/>
                  </a:lnTo>
                  <a:lnTo>
                    <a:pt x="842371" y="63788"/>
                  </a:lnTo>
                  <a:lnTo>
                    <a:pt x="858588" y="60187"/>
                  </a:lnTo>
                  <a:lnTo>
                    <a:pt x="874336" y="56691"/>
                  </a:lnTo>
                  <a:lnTo>
                    <a:pt x="889640" y="53293"/>
                  </a:lnTo>
                  <a:lnTo>
                    <a:pt x="904525" y="49988"/>
                  </a:lnTo>
                  <a:lnTo>
                    <a:pt x="919012" y="46772"/>
                  </a:lnTo>
                  <a:lnTo>
                    <a:pt x="933124" y="43638"/>
                  </a:lnTo>
                  <a:lnTo>
                    <a:pt x="946878" y="40585"/>
                  </a:lnTo>
                  <a:lnTo>
                    <a:pt x="960292" y="37606"/>
                  </a:lnTo>
                  <a:lnTo>
                    <a:pt x="973383" y="34700"/>
                  </a:lnTo>
                  <a:lnTo>
                    <a:pt x="986166" y="31861"/>
                  </a:lnTo>
                  <a:lnTo>
                    <a:pt x="998656" y="29088"/>
                  </a:lnTo>
                  <a:lnTo>
                    <a:pt x="1010864" y="26378"/>
                  </a:lnTo>
                  <a:lnTo>
                    <a:pt x="1022804" y="23727"/>
                  </a:lnTo>
                  <a:lnTo>
                    <a:pt x="1034488" y="21132"/>
                  </a:lnTo>
                  <a:lnTo>
                    <a:pt x="1045925" y="18593"/>
                  </a:lnTo>
                  <a:lnTo>
                    <a:pt x="1057127" y="16106"/>
                  </a:lnTo>
                  <a:lnTo>
                    <a:pt x="1068102" y="13669"/>
                  </a:lnTo>
                  <a:lnTo>
                    <a:pt x="1078860" y="11281"/>
                  </a:lnTo>
                  <a:lnTo>
                    <a:pt x="1089409" y="8938"/>
                  </a:lnTo>
                  <a:lnTo>
                    <a:pt x="1099757" y="6641"/>
                  </a:lnTo>
                  <a:lnTo>
                    <a:pt x="1109911" y="4386"/>
                  </a:lnTo>
                  <a:lnTo>
                    <a:pt x="1119880" y="2173"/>
                  </a:lnTo>
                  <a:lnTo>
                    <a:pt x="112966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857782" y="3616467"/>
              <a:ext cx="1129668" cy="89848"/>
            </a:xfrm>
            <a:custGeom>
              <a:avLst/>
              <a:pathLst>
                <a:path w="1129668" h="89848">
                  <a:moveTo>
                    <a:pt x="0" y="0"/>
                  </a:moveTo>
                  <a:lnTo>
                    <a:pt x="72541" y="5769"/>
                  </a:lnTo>
                  <a:lnTo>
                    <a:pt x="136528" y="10858"/>
                  </a:lnTo>
                  <a:lnTo>
                    <a:pt x="193765" y="15411"/>
                  </a:lnTo>
                  <a:lnTo>
                    <a:pt x="245543" y="19529"/>
                  </a:lnTo>
                  <a:lnTo>
                    <a:pt x="292812" y="23288"/>
                  </a:lnTo>
                  <a:lnTo>
                    <a:pt x="336296" y="26747"/>
                  </a:lnTo>
                  <a:lnTo>
                    <a:pt x="376556" y="29949"/>
                  </a:lnTo>
                  <a:lnTo>
                    <a:pt x="414037" y="32930"/>
                  </a:lnTo>
                  <a:lnTo>
                    <a:pt x="449097" y="35719"/>
                  </a:lnTo>
                  <a:lnTo>
                    <a:pt x="482032" y="38338"/>
                  </a:lnTo>
                  <a:lnTo>
                    <a:pt x="513084" y="40808"/>
                  </a:lnTo>
                  <a:lnTo>
                    <a:pt x="542456" y="43144"/>
                  </a:lnTo>
                  <a:lnTo>
                    <a:pt x="570322" y="45360"/>
                  </a:lnTo>
                  <a:lnTo>
                    <a:pt x="596827" y="47468"/>
                  </a:lnTo>
                  <a:lnTo>
                    <a:pt x="622099" y="49478"/>
                  </a:lnTo>
                  <a:lnTo>
                    <a:pt x="646248" y="51399"/>
                  </a:lnTo>
                  <a:lnTo>
                    <a:pt x="669369" y="53238"/>
                  </a:lnTo>
                  <a:lnTo>
                    <a:pt x="691546" y="55002"/>
                  </a:lnTo>
                  <a:lnTo>
                    <a:pt x="712852" y="56696"/>
                  </a:lnTo>
                  <a:lnTo>
                    <a:pt x="733355" y="58327"/>
                  </a:lnTo>
                  <a:lnTo>
                    <a:pt x="753112" y="59898"/>
                  </a:lnTo>
                  <a:lnTo>
                    <a:pt x="772176" y="61415"/>
                  </a:lnTo>
                  <a:lnTo>
                    <a:pt x="790593" y="62879"/>
                  </a:lnTo>
                  <a:lnTo>
                    <a:pt x="808406" y="64296"/>
                  </a:lnTo>
                  <a:lnTo>
                    <a:pt x="825654" y="65668"/>
                  </a:lnTo>
                  <a:lnTo>
                    <a:pt x="842371" y="66998"/>
                  </a:lnTo>
                  <a:lnTo>
                    <a:pt x="858588" y="68288"/>
                  </a:lnTo>
                  <a:lnTo>
                    <a:pt x="874336" y="69540"/>
                  </a:lnTo>
                  <a:lnTo>
                    <a:pt x="889640" y="70757"/>
                  </a:lnTo>
                  <a:lnTo>
                    <a:pt x="904525" y="71941"/>
                  </a:lnTo>
                  <a:lnTo>
                    <a:pt x="919012" y="73093"/>
                  </a:lnTo>
                  <a:lnTo>
                    <a:pt x="933124" y="74216"/>
                  </a:lnTo>
                  <a:lnTo>
                    <a:pt x="946878" y="75310"/>
                  </a:lnTo>
                  <a:lnTo>
                    <a:pt x="960292" y="76377"/>
                  </a:lnTo>
                  <a:lnTo>
                    <a:pt x="973383" y="77418"/>
                  </a:lnTo>
                  <a:lnTo>
                    <a:pt x="986166" y="78434"/>
                  </a:lnTo>
                  <a:lnTo>
                    <a:pt x="998656" y="79428"/>
                  </a:lnTo>
                  <a:lnTo>
                    <a:pt x="1010864" y="80399"/>
                  </a:lnTo>
                  <a:lnTo>
                    <a:pt x="1022804" y="81348"/>
                  </a:lnTo>
                  <a:lnTo>
                    <a:pt x="1034488" y="82278"/>
                  </a:lnTo>
                  <a:lnTo>
                    <a:pt x="1045925" y="83187"/>
                  </a:lnTo>
                  <a:lnTo>
                    <a:pt x="1057127" y="84078"/>
                  </a:lnTo>
                  <a:lnTo>
                    <a:pt x="1068102" y="84951"/>
                  </a:lnTo>
                  <a:lnTo>
                    <a:pt x="1078860" y="85807"/>
                  </a:lnTo>
                  <a:lnTo>
                    <a:pt x="1089409" y="86646"/>
                  </a:lnTo>
                  <a:lnTo>
                    <a:pt x="1099757" y="87469"/>
                  </a:lnTo>
                  <a:lnTo>
                    <a:pt x="1109911" y="88277"/>
                  </a:lnTo>
                  <a:lnTo>
                    <a:pt x="1119880" y="89069"/>
                  </a:lnTo>
                  <a:lnTo>
                    <a:pt x="1129668" y="8984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857782" y="3395483"/>
              <a:ext cx="1129668" cy="173852"/>
            </a:xfrm>
            <a:custGeom>
              <a:avLst/>
              <a:pathLst>
                <a:path w="1129668" h="173852">
                  <a:moveTo>
                    <a:pt x="0" y="173852"/>
                  </a:moveTo>
                  <a:lnTo>
                    <a:pt x="72541" y="162688"/>
                  </a:lnTo>
                  <a:lnTo>
                    <a:pt x="136528" y="152841"/>
                  </a:lnTo>
                  <a:lnTo>
                    <a:pt x="193765" y="144032"/>
                  </a:lnTo>
                  <a:lnTo>
                    <a:pt x="245543" y="136064"/>
                  </a:lnTo>
                  <a:lnTo>
                    <a:pt x="292812" y="128789"/>
                  </a:lnTo>
                  <a:lnTo>
                    <a:pt x="336296" y="122097"/>
                  </a:lnTo>
                  <a:lnTo>
                    <a:pt x="376556" y="115901"/>
                  </a:lnTo>
                  <a:lnTo>
                    <a:pt x="414037" y="110133"/>
                  </a:lnTo>
                  <a:lnTo>
                    <a:pt x="449097" y="104737"/>
                  </a:lnTo>
                  <a:lnTo>
                    <a:pt x="482032" y="99669"/>
                  </a:lnTo>
                  <a:lnTo>
                    <a:pt x="513084" y="94890"/>
                  </a:lnTo>
                  <a:lnTo>
                    <a:pt x="542456" y="90370"/>
                  </a:lnTo>
                  <a:lnTo>
                    <a:pt x="570322" y="86081"/>
                  </a:lnTo>
                  <a:lnTo>
                    <a:pt x="596827" y="82002"/>
                  </a:lnTo>
                  <a:lnTo>
                    <a:pt x="622099" y="78113"/>
                  </a:lnTo>
                  <a:lnTo>
                    <a:pt x="646248" y="74396"/>
                  </a:lnTo>
                  <a:lnTo>
                    <a:pt x="669369" y="70838"/>
                  </a:lnTo>
                  <a:lnTo>
                    <a:pt x="691546" y="67425"/>
                  </a:lnTo>
                  <a:lnTo>
                    <a:pt x="712852" y="64146"/>
                  </a:lnTo>
                  <a:lnTo>
                    <a:pt x="733355" y="60991"/>
                  </a:lnTo>
                  <a:lnTo>
                    <a:pt x="753112" y="57950"/>
                  </a:lnTo>
                  <a:lnTo>
                    <a:pt x="772176" y="55017"/>
                  </a:lnTo>
                  <a:lnTo>
                    <a:pt x="790593" y="52182"/>
                  </a:lnTo>
                  <a:lnTo>
                    <a:pt x="808406" y="49441"/>
                  </a:lnTo>
                  <a:lnTo>
                    <a:pt x="825654" y="46786"/>
                  </a:lnTo>
                  <a:lnTo>
                    <a:pt x="842371" y="44214"/>
                  </a:lnTo>
                  <a:lnTo>
                    <a:pt x="858588" y="41718"/>
                  </a:lnTo>
                  <a:lnTo>
                    <a:pt x="874336" y="39294"/>
                  </a:lnTo>
                  <a:lnTo>
                    <a:pt x="889640" y="36939"/>
                  </a:lnTo>
                  <a:lnTo>
                    <a:pt x="904525" y="34648"/>
                  </a:lnTo>
                  <a:lnTo>
                    <a:pt x="919012" y="32419"/>
                  </a:lnTo>
                  <a:lnTo>
                    <a:pt x="933124" y="30247"/>
                  </a:lnTo>
                  <a:lnTo>
                    <a:pt x="946878" y="28130"/>
                  </a:lnTo>
                  <a:lnTo>
                    <a:pt x="960292" y="26066"/>
                  </a:lnTo>
                  <a:lnTo>
                    <a:pt x="973383" y="24051"/>
                  </a:lnTo>
                  <a:lnTo>
                    <a:pt x="986166" y="22084"/>
                  </a:lnTo>
                  <a:lnTo>
                    <a:pt x="998656" y="20162"/>
                  </a:lnTo>
                  <a:lnTo>
                    <a:pt x="1010864" y="18283"/>
                  </a:lnTo>
                  <a:lnTo>
                    <a:pt x="1022804" y="16446"/>
                  </a:lnTo>
                  <a:lnTo>
                    <a:pt x="1034488" y="14648"/>
                  </a:lnTo>
                  <a:lnTo>
                    <a:pt x="1045925" y="12887"/>
                  </a:lnTo>
                  <a:lnTo>
                    <a:pt x="1057127" y="11163"/>
                  </a:lnTo>
                  <a:lnTo>
                    <a:pt x="1068102" y="9474"/>
                  </a:lnTo>
                  <a:lnTo>
                    <a:pt x="1078860" y="7819"/>
                  </a:lnTo>
                  <a:lnTo>
                    <a:pt x="1089409" y="6195"/>
                  </a:lnTo>
                  <a:lnTo>
                    <a:pt x="1099757" y="4603"/>
                  </a:lnTo>
                  <a:lnTo>
                    <a:pt x="1109911" y="3040"/>
                  </a:lnTo>
                  <a:lnTo>
                    <a:pt x="1119880" y="1506"/>
                  </a:lnTo>
                  <a:lnTo>
                    <a:pt x="112966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857782" y="3275450"/>
              <a:ext cx="1129668" cy="87006"/>
            </a:xfrm>
            <a:custGeom>
              <a:avLst/>
              <a:pathLst>
                <a:path w="1129668" h="87006">
                  <a:moveTo>
                    <a:pt x="0" y="0"/>
                  </a:moveTo>
                  <a:lnTo>
                    <a:pt x="72541" y="5587"/>
                  </a:lnTo>
                  <a:lnTo>
                    <a:pt x="136528" y="10515"/>
                  </a:lnTo>
                  <a:lnTo>
                    <a:pt x="193765" y="14923"/>
                  </a:lnTo>
                  <a:lnTo>
                    <a:pt x="245543" y="18911"/>
                  </a:lnTo>
                  <a:lnTo>
                    <a:pt x="292812" y="22552"/>
                  </a:lnTo>
                  <a:lnTo>
                    <a:pt x="336296" y="25901"/>
                  </a:lnTo>
                  <a:lnTo>
                    <a:pt x="376556" y="29002"/>
                  </a:lnTo>
                  <a:lnTo>
                    <a:pt x="414037" y="31888"/>
                  </a:lnTo>
                  <a:lnTo>
                    <a:pt x="449097" y="34589"/>
                  </a:lnTo>
                  <a:lnTo>
                    <a:pt x="482032" y="37125"/>
                  </a:lnTo>
                  <a:lnTo>
                    <a:pt x="513084" y="39517"/>
                  </a:lnTo>
                  <a:lnTo>
                    <a:pt x="542456" y="41779"/>
                  </a:lnTo>
                  <a:lnTo>
                    <a:pt x="570322" y="43925"/>
                  </a:lnTo>
                  <a:lnTo>
                    <a:pt x="596827" y="45967"/>
                  </a:lnTo>
                  <a:lnTo>
                    <a:pt x="622099" y="47913"/>
                  </a:lnTo>
                  <a:lnTo>
                    <a:pt x="646248" y="49773"/>
                  </a:lnTo>
                  <a:lnTo>
                    <a:pt x="669369" y="51554"/>
                  </a:lnTo>
                  <a:lnTo>
                    <a:pt x="691546" y="53262"/>
                  </a:lnTo>
                  <a:lnTo>
                    <a:pt x="712852" y="54903"/>
                  </a:lnTo>
                  <a:lnTo>
                    <a:pt x="733355" y="56482"/>
                  </a:lnTo>
                  <a:lnTo>
                    <a:pt x="753112" y="58004"/>
                  </a:lnTo>
                  <a:lnTo>
                    <a:pt x="772176" y="59472"/>
                  </a:lnTo>
                  <a:lnTo>
                    <a:pt x="790593" y="60890"/>
                  </a:lnTo>
                  <a:lnTo>
                    <a:pt x="808406" y="62262"/>
                  </a:lnTo>
                  <a:lnTo>
                    <a:pt x="825654" y="63591"/>
                  </a:lnTo>
                  <a:lnTo>
                    <a:pt x="842371" y="64878"/>
                  </a:lnTo>
                  <a:lnTo>
                    <a:pt x="858588" y="66127"/>
                  </a:lnTo>
                  <a:lnTo>
                    <a:pt x="874336" y="67340"/>
                  </a:lnTo>
                  <a:lnTo>
                    <a:pt x="889640" y="68519"/>
                  </a:lnTo>
                  <a:lnTo>
                    <a:pt x="904525" y="69665"/>
                  </a:lnTo>
                  <a:lnTo>
                    <a:pt x="919012" y="70781"/>
                  </a:lnTo>
                  <a:lnTo>
                    <a:pt x="933124" y="71868"/>
                  </a:lnTo>
                  <a:lnTo>
                    <a:pt x="946878" y="72927"/>
                  </a:lnTo>
                  <a:lnTo>
                    <a:pt x="960292" y="73961"/>
                  </a:lnTo>
                  <a:lnTo>
                    <a:pt x="973383" y="74969"/>
                  </a:lnTo>
                  <a:lnTo>
                    <a:pt x="986166" y="75953"/>
                  </a:lnTo>
                  <a:lnTo>
                    <a:pt x="998656" y="76915"/>
                  </a:lnTo>
                  <a:lnTo>
                    <a:pt x="1010864" y="77856"/>
                  </a:lnTo>
                  <a:lnTo>
                    <a:pt x="1022804" y="78775"/>
                  </a:lnTo>
                  <a:lnTo>
                    <a:pt x="1034488" y="79675"/>
                  </a:lnTo>
                  <a:lnTo>
                    <a:pt x="1045925" y="80556"/>
                  </a:lnTo>
                  <a:lnTo>
                    <a:pt x="1057127" y="81419"/>
                  </a:lnTo>
                  <a:lnTo>
                    <a:pt x="1068102" y="82264"/>
                  </a:lnTo>
                  <a:lnTo>
                    <a:pt x="1078860" y="83093"/>
                  </a:lnTo>
                  <a:lnTo>
                    <a:pt x="1089409" y="83905"/>
                  </a:lnTo>
                  <a:lnTo>
                    <a:pt x="1099757" y="84702"/>
                  </a:lnTo>
                  <a:lnTo>
                    <a:pt x="1109911" y="85484"/>
                  </a:lnTo>
                  <a:lnTo>
                    <a:pt x="1119880" y="86252"/>
                  </a:lnTo>
                  <a:lnTo>
                    <a:pt x="1129668" y="8700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rc583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2773505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741874" y="378979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741874" y="34582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741874" y="31267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741874" y="279528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773505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57782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323433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61089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98745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tx594"/>
            <p:cNvSpPr/>
            <p:nvPr/>
          </p:nvSpPr>
          <p:spPr>
            <a:xfrm>
              <a:off x="2773505" y="2464146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6" name="rc595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235253" y="350650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242366" y="292507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254704" y="326862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61958" y="35341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63693" y="339280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34865" y="340110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249925" y="307647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246891" y="352067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243709" y="37486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49694" y="35009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33310" y="36530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50708" y="26836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56027" y="33551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41997" y="36015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44722" y="35124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37545" y="345104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40850" y="353683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45389" y="36819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31528" y="328767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54393" y="341679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06475" y="313539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13263" y="350325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42621" y="319120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47256" y="334932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19722" y="353753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10812" y="326707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35500" y="30715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55607" y="280795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005139" y="357104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032214" y="34748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995174" y="324311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998029" y="345028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036748" y="337412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023303" y="36497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995717" y="360059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005387" y="339703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93973" y="337156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97394" y="304848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987150" y="34951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90352" y="305552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001113" y="353869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032029" y="36741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018419" y="332648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988858" y="320986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999767" y="359399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97740" y="332721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998552" y="304101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032008" y="331235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388917" y="326481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69020" y="333508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410482" y="347121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412241" y="353626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410644" y="351729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73551" y="348764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400484" y="320718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410078" y="330067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82817" y="321853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67570" y="296648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90935" y="35365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414856" y="308776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82257" y="287172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410268" y="363151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61859" y="32482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407322" y="354912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408044" y="280049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88242" y="327588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85749" y="315992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407247" y="338917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61000" y="32792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392770" y="350972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405853" y="319575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65998" y="35403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l668"/>
            <p:cNvSpPr/>
            <p:nvPr/>
          </p:nvSpPr>
          <p:spPr>
            <a:xfrm>
              <a:off x="4280743" y="3392121"/>
              <a:ext cx="1136038" cy="169706"/>
            </a:xfrm>
            <a:custGeom>
              <a:avLst/>
              <a:pathLst>
                <a:path w="1136038" h="169706">
                  <a:moveTo>
                    <a:pt x="0" y="169706"/>
                  </a:moveTo>
                  <a:lnTo>
                    <a:pt x="72950" y="158808"/>
                  </a:lnTo>
                  <a:lnTo>
                    <a:pt x="137297" y="149196"/>
                  </a:lnTo>
                  <a:lnTo>
                    <a:pt x="194858" y="140597"/>
                  </a:lnTo>
                  <a:lnTo>
                    <a:pt x="246928" y="132819"/>
                  </a:lnTo>
                  <a:lnTo>
                    <a:pt x="294464" y="125717"/>
                  </a:lnTo>
                  <a:lnTo>
                    <a:pt x="338192" y="119185"/>
                  </a:lnTo>
                  <a:lnTo>
                    <a:pt x="378679" y="113137"/>
                  </a:lnTo>
                  <a:lnTo>
                    <a:pt x="416371" y="107506"/>
                  </a:lnTo>
                  <a:lnTo>
                    <a:pt x="451630" y="102239"/>
                  </a:lnTo>
                  <a:lnTo>
                    <a:pt x="484750" y="97292"/>
                  </a:lnTo>
                  <a:lnTo>
                    <a:pt x="515977" y="92627"/>
                  </a:lnTo>
                  <a:lnTo>
                    <a:pt x="545515" y="88214"/>
                  </a:lnTo>
                  <a:lnTo>
                    <a:pt x="573537" y="84028"/>
                  </a:lnTo>
                  <a:lnTo>
                    <a:pt x="600192" y="80046"/>
                  </a:lnTo>
                  <a:lnTo>
                    <a:pt x="625607" y="76250"/>
                  </a:lnTo>
                  <a:lnTo>
                    <a:pt x="649892" y="72622"/>
                  </a:lnTo>
                  <a:lnTo>
                    <a:pt x="673143" y="69149"/>
                  </a:lnTo>
                  <a:lnTo>
                    <a:pt x="695445" y="65817"/>
                  </a:lnTo>
                  <a:lnTo>
                    <a:pt x="716872" y="62616"/>
                  </a:lnTo>
                  <a:lnTo>
                    <a:pt x="737490" y="59536"/>
                  </a:lnTo>
                  <a:lnTo>
                    <a:pt x="757358" y="56568"/>
                  </a:lnTo>
                  <a:lnTo>
                    <a:pt x="776530" y="53704"/>
                  </a:lnTo>
                  <a:lnTo>
                    <a:pt x="795051" y="50938"/>
                  </a:lnTo>
                  <a:lnTo>
                    <a:pt x="812964" y="48262"/>
                  </a:lnTo>
                  <a:lnTo>
                    <a:pt x="830309" y="45671"/>
                  </a:lnTo>
                  <a:lnTo>
                    <a:pt x="847120" y="43159"/>
                  </a:lnTo>
                  <a:lnTo>
                    <a:pt x="863430" y="40723"/>
                  </a:lnTo>
                  <a:lnTo>
                    <a:pt x="879266" y="38357"/>
                  </a:lnTo>
                  <a:lnTo>
                    <a:pt x="894656" y="36058"/>
                  </a:lnTo>
                  <a:lnTo>
                    <a:pt x="909625" y="33822"/>
                  </a:lnTo>
                  <a:lnTo>
                    <a:pt x="924194" y="31646"/>
                  </a:lnTo>
                  <a:lnTo>
                    <a:pt x="938385" y="29526"/>
                  </a:lnTo>
                  <a:lnTo>
                    <a:pt x="952217" y="27459"/>
                  </a:lnTo>
                  <a:lnTo>
                    <a:pt x="965707" y="25444"/>
                  </a:lnTo>
                  <a:lnTo>
                    <a:pt x="978872" y="23478"/>
                  </a:lnTo>
                  <a:lnTo>
                    <a:pt x="991727" y="21557"/>
                  </a:lnTo>
                  <a:lnTo>
                    <a:pt x="1004287" y="19681"/>
                  </a:lnTo>
                  <a:lnTo>
                    <a:pt x="1016564" y="17847"/>
                  </a:lnTo>
                  <a:lnTo>
                    <a:pt x="1028571" y="16053"/>
                  </a:lnTo>
                  <a:lnTo>
                    <a:pt x="1040321" y="14298"/>
                  </a:lnTo>
                  <a:lnTo>
                    <a:pt x="1051823" y="12580"/>
                  </a:lnTo>
                  <a:lnTo>
                    <a:pt x="1063087" y="10897"/>
                  </a:lnTo>
                  <a:lnTo>
                    <a:pt x="1074124" y="9248"/>
                  </a:lnTo>
                  <a:lnTo>
                    <a:pt x="1084943" y="7632"/>
                  </a:lnTo>
                  <a:lnTo>
                    <a:pt x="1095551" y="6048"/>
                  </a:lnTo>
                  <a:lnTo>
                    <a:pt x="1105958" y="4493"/>
                  </a:lnTo>
                  <a:lnTo>
                    <a:pt x="1116170" y="2968"/>
                  </a:lnTo>
                  <a:lnTo>
                    <a:pt x="1126194" y="1470"/>
                  </a:lnTo>
                  <a:lnTo>
                    <a:pt x="113603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280743" y="3193501"/>
              <a:ext cx="1136038" cy="421348"/>
            </a:xfrm>
            <a:custGeom>
              <a:avLst/>
              <a:pathLst>
                <a:path w="1136038" h="421348">
                  <a:moveTo>
                    <a:pt x="0" y="421348"/>
                  </a:moveTo>
                  <a:lnTo>
                    <a:pt x="72950" y="394291"/>
                  </a:lnTo>
                  <a:lnTo>
                    <a:pt x="137297" y="370425"/>
                  </a:lnTo>
                  <a:lnTo>
                    <a:pt x="194858" y="349077"/>
                  </a:lnTo>
                  <a:lnTo>
                    <a:pt x="246928" y="329764"/>
                  </a:lnTo>
                  <a:lnTo>
                    <a:pt x="294464" y="312134"/>
                  </a:lnTo>
                  <a:lnTo>
                    <a:pt x="338192" y="295915"/>
                  </a:lnTo>
                  <a:lnTo>
                    <a:pt x="378679" y="280899"/>
                  </a:lnTo>
                  <a:lnTo>
                    <a:pt x="416371" y="266919"/>
                  </a:lnTo>
                  <a:lnTo>
                    <a:pt x="451630" y="253842"/>
                  </a:lnTo>
                  <a:lnTo>
                    <a:pt x="484750" y="241558"/>
                  </a:lnTo>
                  <a:lnTo>
                    <a:pt x="515977" y="229976"/>
                  </a:lnTo>
                  <a:lnTo>
                    <a:pt x="545515" y="219020"/>
                  </a:lnTo>
                  <a:lnTo>
                    <a:pt x="573537" y="208627"/>
                  </a:lnTo>
                  <a:lnTo>
                    <a:pt x="600192" y="198741"/>
                  </a:lnTo>
                  <a:lnTo>
                    <a:pt x="625607" y="189315"/>
                  </a:lnTo>
                  <a:lnTo>
                    <a:pt x="649892" y="180308"/>
                  </a:lnTo>
                  <a:lnTo>
                    <a:pt x="673143" y="171684"/>
                  </a:lnTo>
                  <a:lnTo>
                    <a:pt x="695445" y="163412"/>
                  </a:lnTo>
                  <a:lnTo>
                    <a:pt x="716872" y="155465"/>
                  </a:lnTo>
                  <a:lnTo>
                    <a:pt x="737490" y="147818"/>
                  </a:lnTo>
                  <a:lnTo>
                    <a:pt x="757358" y="140449"/>
                  </a:lnTo>
                  <a:lnTo>
                    <a:pt x="776530" y="133339"/>
                  </a:lnTo>
                  <a:lnTo>
                    <a:pt x="795051" y="126469"/>
                  </a:lnTo>
                  <a:lnTo>
                    <a:pt x="812964" y="119825"/>
                  </a:lnTo>
                  <a:lnTo>
                    <a:pt x="830309" y="113392"/>
                  </a:lnTo>
                  <a:lnTo>
                    <a:pt x="847120" y="107157"/>
                  </a:lnTo>
                  <a:lnTo>
                    <a:pt x="863430" y="101108"/>
                  </a:lnTo>
                  <a:lnTo>
                    <a:pt x="879266" y="95234"/>
                  </a:lnTo>
                  <a:lnTo>
                    <a:pt x="894656" y="89526"/>
                  </a:lnTo>
                  <a:lnTo>
                    <a:pt x="909625" y="83975"/>
                  </a:lnTo>
                  <a:lnTo>
                    <a:pt x="924194" y="78571"/>
                  </a:lnTo>
                  <a:lnTo>
                    <a:pt x="938385" y="73308"/>
                  </a:lnTo>
                  <a:lnTo>
                    <a:pt x="952217" y="68177"/>
                  </a:lnTo>
                  <a:lnTo>
                    <a:pt x="965707" y="63174"/>
                  </a:lnTo>
                  <a:lnTo>
                    <a:pt x="978872" y="58291"/>
                  </a:lnTo>
                  <a:lnTo>
                    <a:pt x="991727" y="53523"/>
                  </a:lnTo>
                  <a:lnTo>
                    <a:pt x="1004287" y="48865"/>
                  </a:lnTo>
                  <a:lnTo>
                    <a:pt x="1016564" y="44312"/>
                  </a:lnTo>
                  <a:lnTo>
                    <a:pt x="1028571" y="39858"/>
                  </a:lnTo>
                  <a:lnTo>
                    <a:pt x="1040321" y="35500"/>
                  </a:lnTo>
                  <a:lnTo>
                    <a:pt x="1051823" y="31234"/>
                  </a:lnTo>
                  <a:lnTo>
                    <a:pt x="1063087" y="27056"/>
                  </a:lnTo>
                  <a:lnTo>
                    <a:pt x="1074124" y="22963"/>
                  </a:lnTo>
                  <a:lnTo>
                    <a:pt x="1084943" y="18950"/>
                  </a:lnTo>
                  <a:lnTo>
                    <a:pt x="1095551" y="15016"/>
                  </a:lnTo>
                  <a:lnTo>
                    <a:pt x="1105958" y="11156"/>
                  </a:lnTo>
                  <a:lnTo>
                    <a:pt x="1116170" y="7369"/>
                  </a:lnTo>
                  <a:lnTo>
                    <a:pt x="1126194" y="3651"/>
                  </a:lnTo>
                  <a:lnTo>
                    <a:pt x="113603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280743" y="3287038"/>
              <a:ext cx="1136038" cy="22055"/>
            </a:xfrm>
            <a:custGeom>
              <a:avLst/>
              <a:pathLst>
                <a:path w="1136038" h="22055">
                  <a:moveTo>
                    <a:pt x="0" y="0"/>
                  </a:moveTo>
                  <a:lnTo>
                    <a:pt x="72950" y="1416"/>
                  </a:lnTo>
                  <a:lnTo>
                    <a:pt x="137297" y="2665"/>
                  </a:lnTo>
                  <a:lnTo>
                    <a:pt x="194858" y="3783"/>
                  </a:lnTo>
                  <a:lnTo>
                    <a:pt x="246928" y="4794"/>
                  </a:lnTo>
                  <a:lnTo>
                    <a:pt x="294464" y="5716"/>
                  </a:lnTo>
                  <a:lnTo>
                    <a:pt x="338192" y="6565"/>
                  </a:lnTo>
                  <a:lnTo>
                    <a:pt x="378679" y="7351"/>
                  </a:lnTo>
                  <a:lnTo>
                    <a:pt x="416371" y="8083"/>
                  </a:lnTo>
                  <a:lnTo>
                    <a:pt x="451630" y="8768"/>
                  </a:lnTo>
                  <a:lnTo>
                    <a:pt x="484750" y="9411"/>
                  </a:lnTo>
                  <a:lnTo>
                    <a:pt x="515977" y="10017"/>
                  </a:lnTo>
                  <a:lnTo>
                    <a:pt x="545515" y="10591"/>
                  </a:lnTo>
                  <a:lnTo>
                    <a:pt x="573537" y="11135"/>
                  </a:lnTo>
                  <a:lnTo>
                    <a:pt x="600192" y="11652"/>
                  </a:lnTo>
                  <a:lnTo>
                    <a:pt x="625607" y="12146"/>
                  </a:lnTo>
                  <a:lnTo>
                    <a:pt x="649892" y="12617"/>
                  </a:lnTo>
                  <a:lnTo>
                    <a:pt x="673143" y="13068"/>
                  </a:lnTo>
                  <a:lnTo>
                    <a:pt x="695445" y="13501"/>
                  </a:lnTo>
                  <a:lnTo>
                    <a:pt x="716872" y="13917"/>
                  </a:lnTo>
                  <a:lnTo>
                    <a:pt x="737490" y="14318"/>
                  </a:lnTo>
                  <a:lnTo>
                    <a:pt x="757358" y="14703"/>
                  </a:lnTo>
                  <a:lnTo>
                    <a:pt x="776530" y="15076"/>
                  </a:lnTo>
                  <a:lnTo>
                    <a:pt x="795051" y="15435"/>
                  </a:lnTo>
                  <a:lnTo>
                    <a:pt x="812964" y="15783"/>
                  </a:lnTo>
                  <a:lnTo>
                    <a:pt x="830309" y="16120"/>
                  </a:lnTo>
                  <a:lnTo>
                    <a:pt x="847120" y="16446"/>
                  </a:lnTo>
                  <a:lnTo>
                    <a:pt x="863430" y="16763"/>
                  </a:lnTo>
                  <a:lnTo>
                    <a:pt x="879266" y="17070"/>
                  </a:lnTo>
                  <a:lnTo>
                    <a:pt x="894656" y="17369"/>
                  </a:lnTo>
                  <a:lnTo>
                    <a:pt x="909625" y="17660"/>
                  </a:lnTo>
                  <a:lnTo>
                    <a:pt x="924194" y="17943"/>
                  </a:lnTo>
                  <a:lnTo>
                    <a:pt x="938385" y="18218"/>
                  </a:lnTo>
                  <a:lnTo>
                    <a:pt x="952217" y="18487"/>
                  </a:lnTo>
                  <a:lnTo>
                    <a:pt x="965707" y="18748"/>
                  </a:lnTo>
                  <a:lnTo>
                    <a:pt x="978872" y="19004"/>
                  </a:lnTo>
                  <a:lnTo>
                    <a:pt x="991727" y="19254"/>
                  </a:lnTo>
                  <a:lnTo>
                    <a:pt x="1004287" y="19497"/>
                  </a:lnTo>
                  <a:lnTo>
                    <a:pt x="1016564" y="19736"/>
                  </a:lnTo>
                  <a:lnTo>
                    <a:pt x="1028571" y="19969"/>
                  </a:lnTo>
                  <a:lnTo>
                    <a:pt x="1040321" y="20197"/>
                  </a:lnTo>
                  <a:lnTo>
                    <a:pt x="1051823" y="20420"/>
                  </a:lnTo>
                  <a:lnTo>
                    <a:pt x="1063087" y="20639"/>
                  </a:lnTo>
                  <a:lnTo>
                    <a:pt x="1074124" y="20853"/>
                  </a:lnTo>
                  <a:lnTo>
                    <a:pt x="1084943" y="21063"/>
                  </a:lnTo>
                  <a:lnTo>
                    <a:pt x="1095551" y="21269"/>
                  </a:lnTo>
                  <a:lnTo>
                    <a:pt x="1105958" y="21471"/>
                  </a:lnTo>
                  <a:lnTo>
                    <a:pt x="1116170" y="21670"/>
                  </a:lnTo>
                  <a:lnTo>
                    <a:pt x="1126194" y="21864"/>
                  </a:lnTo>
                  <a:lnTo>
                    <a:pt x="1136038" y="2205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280743" y="2916049"/>
              <a:ext cx="1136038" cy="381768"/>
            </a:xfrm>
            <a:custGeom>
              <a:avLst/>
              <a:pathLst>
                <a:path w="1136038" h="381768">
                  <a:moveTo>
                    <a:pt x="0" y="381768"/>
                  </a:moveTo>
                  <a:lnTo>
                    <a:pt x="72950" y="357253"/>
                  </a:lnTo>
                  <a:lnTo>
                    <a:pt x="137297" y="335629"/>
                  </a:lnTo>
                  <a:lnTo>
                    <a:pt x="194858" y="316285"/>
                  </a:lnTo>
                  <a:lnTo>
                    <a:pt x="246928" y="298787"/>
                  </a:lnTo>
                  <a:lnTo>
                    <a:pt x="294464" y="282813"/>
                  </a:lnTo>
                  <a:lnTo>
                    <a:pt x="338192" y="268118"/>
                  </a:lnTo>
                  <a:lnTo>
                    <a:pt x="378679" y="254512"/>
                  </a:lnTo>
                  <a:lnTo>
                    <a:pt x="416371" y="241845"/>
                  </a:lnTo>
                  <a:lnTo>
                    <a:pt x="451630" y="229997"/>
                  </a:lnTo>
                  <a:lnTo>
                    <a:pt x="484750" y="218866"/>
                  </a:lnTo>
                  <a:lnTo>
                    <a:pt x="515977" y="208373"/>
                  </a:lnTo>
                  <a:lnTo>
                    <a:pt x="545515" y="198446"/>
                  </a:lnTo>
                  <a:lnTo>
                    <a:pt x="573537" y="189029"/>
                  </a:lnTo>
                  <a:lnTo>
                    <a:pt x="600192" y="180072"/>
                  </a:lnTo>
                  <a:lnTo>
                    <a:pt x="625607" y="171531"/>
                  </a:lnTo>
                  <a:lnTo>
                    <a:pt x="649892" y="163370"/>
                  </a:lnTo>
                  <a:lnTo>
                    <a:pt x="673143" y="155557"/>
                  </a:lnTo>
                  <a:lnTo>
                    <a:pt x="695445" y="148062"/>
                  </a:lnTo>
                  <a:lnTo>
                    <a:pt x="716872" y="140861"/>
                  </a:lnTo>
                  <a:lnTo>
                    <a:pt x="737490" y="133933"/>
                  </a:lnTo>
                  <a:lnTo>
                    <a:pt x="757358" y="127256"/>
                  </a:lnTo>
                  <a:lnTo>
                    <a:pt x="776530" y="120813"/>
                  </a:lnTo>
                  <a:lnTo>
                    <a:pt x="795051" y="114589"/>
                  </a:lnTo>
                  <a:lnTo>
                    <a:pt x="812964" y="108569"/>
                  </a:lnTo>
                  <a:lnTo>
                    <a:pt x="830309" y="102740"/>
                  </a:lnTo>
                  <a:lnTo>
                    <a:pt x="847120" y="97091"/>
                  </a:lnTo>
                  <a:lnTo>
                    <a:pt x="863430" y="91610"/>
                  </a:lnTo>
                  <a:lnTo>
                    <a:pt x="879266" y="86288"/>
                  </a:lnTo>
                  <a:lnTo>
                    <a:pt x="894656" y="81116"/>
                  </a:lnTo>
                  <a:lnTo>
                    <a:pt x="909625" y="76086"/>
                  </a:lnTo>
                  <a:lnTo>
                    <a:pt x="924194" y="71190"/>
                  </a:lnTo>
                  <a:lnTo>
                    <a:pt x="938385" y="66421"/>
                  </a:lnTo>
                  <a:lnTo>
                    <a:pt x="952217" y="61773"/>
                  </a:lnTo>
                  <a:lnTo>
                    <a:pt x="965707" y="57240"/>
                  </a:lnTo>
                  <a:lnTo>
                    <a:pt x="978872" y="52816"/>
                  </a:lnTo>
                  <a:lnTo>
                    <a:pt x="991727" y="48496"/>
                  </a:lnTo>
                  <a:lnTo>
                    <a:pt x="1004287" y="44275"/>
                  </a:lnTo>
                  <a:lnTo>
                    <a:pt x="1016564" y="40149"/>
                  </a:lnTo>
                  <a:lnTo>
                    <a:pt x="1028571" y="36114"/>
                  </a:lnTo>
                  <a:lnTo>
                    <a:pt x="1040321" y="32166"/>
                  </a:lnTo>
                  <a:lnTo>
                    <a:pt x="1051823" y="28300"/>
                  </a:lnTo>
                  <a:lnTo>
                    <a:pt x="1063087" y="24515"/>
                  </a:lnTo>
                  <a:lnTo>
                    <a:pt x="1074124" y="20806"/>
                  </a:lnTo>
                  <a:lnTo>
                    <a:pt x="1084943" y="17170"/>
                  </a:lnTo>
                  <a:lnTo>
                    <a:pt x="1095551" y="13605"/>
                  </a:lnTo>
                  <a:lnTo>
                    <a:pt x="1105958" y="10108"/>
                  </a:lnTo>
                  <a:lnTo>
                    <a:pt x="1116170" y="6676"/>
                  </a:lnTo>
                  <a:lnTo>
                    <a:pt x="1126194" y="3308"/>
                  </a:lnTo>
                  <a:lnTo>
                    <a:pt x="113603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280743" y="3340735"/>
              <a:ext cx="1136038" cy="66343"/>
            </a:xfrm>
            <a:custGeom>
              <a:avLst/>
              <a:pathLst>
                <a:path w="1136038" h="66343">
                  <a:moveTo>
                    <a:pt x="0" y="66343"/>
                  </a:moveTo>
                  <a:lnTo>
                    <a:pt x="72950" y="62082"/>
                  </a:lnTo>
                  <a:lnTo>
                    <a:pt x="137297" y="58325"/>
                  </a:lnTo>
                  <a:lnTo>
                    <a:pt x="194858" y="54963"/>
                  </a:lnTo>
                  <a:lnTo>
                    <a:pt x="246928" y="51922"/>
                  </a:lnTo>
                  <a:lnTo>
                    <a:pt x="294464" y="49146"/>
                  </a:lnTo>
                  <a:lnTo>
                    <a:pt x="338192" y="46593"/>
                  </a:lnTo>
                  <a:lnTo>
                    <a:pt x="378679" y="44228"/>
                  </a:lnTo>
                  <a:lnTo>
                    <a:pt x="416371" y="42027"/>
                  </a:lnTo>
                  <a:lnTo>
                    <a:pt x="451630" y="39968"/>
                  </a:lnTo>
                  <a:lnTo>
                    <a:pt x="484750" y="38034"/>
                  </a:lnTo>
                  <a:lnTo>
                    <a:pt x="515977" y="36210"/>
                  </a:lnTo>
                  <a:lnTo>
                    <a:pt x="545515" y="34485"/>
                  </a:lnTo>
                  <a:lnTo>
                    <a:pt x="573537" y="32849"/>
                  </a:lnTo>
                  <a:lnTo>
                    <a:pt x="600192" y="31292"/>
                  </a:lnTo>
                  <a:lnTo>
                    <a:pt x="625607" y="29808"/>
                  </a:lnTo>
                  <a:lnTo>
                    <a:pt x="649892" y="28390"/>
                  </a:lnTo>
                  <a:lnTo>
                    <a:pt x="673143" y="27032"/>
                  </a:lnTo>
                  <a:lnTo>
                    <a:pt x="695445" y="25730"/>
                  </a:lnTo>
                  <a:lnTo>
                    <a:pt x="716872" y="24478"/>
                  </a:lnTo>
                  <a:lnTo>
                    <a:pt x="737490" y="23274"/>
                  </a:lnTo>
                  <a:lnTo>
                    <a:pt x="757358" y="22114"/>
                  </a:lnTo>
                  <a:lnTo>
                    <a:pt x="776530" y="20994"/>
                  </a:lnTo>
                  <a:lnTo>
                    <a:pt x="795051" y="19913"/>
                  </a:lnTo>
                  <a:lnTo>
                    <a:pt x="812964" y="18867"/>
                  </a:lnTo>
                  <a:lnTo>
                    <a:pt x="830309" y="17854"/>
                  </a:lnTo>
                  <a:lnTo>
                    <a:pt x="847120" y="16872"/>
                  </a:lnTo>
                  <a:lnTo>
                    <a:pt x="863430" y="15919"/>
                  </a:lnTo>
                  <a:lnTo>
                    <a:pt x="879266" y="14995"/>
                  </a:lnTo>
                  <a:lnTo>
                    <a:pt x="894656" y="14096"/>
                  </a:lnTo>
                  <a:lnTo>
                    <a:pt x="909625" y="13222"/>
                  </a:lnTo>
                  <a:lnTo>
                    <a:pt x="924194" y="12371"/>
                  </a:lnTo>
                  <a:lnTo>
                    <a:pt x="938385" y="11542"/>
                  </a:lnTo>
                  <a:lnTo>
                    <a:pt x="952217" y="10734"/>
                  </a:lnTo>
                  <a:lnTo>
                    <a:pt x="965707" y="9947"/>
                  </a:lnTo>
                  <a:lnTo>
                    <a:pt x="978872" y="9178"/>
                  </a:lnTo>
                  <a:lnTo>
                    <a:pt x="991727" y="8427"/>
                  </a:lnTo>
                  <a:lnTo>
                    <a:pt x="1004287" y="7694"/>
                  </a:lnTo>
                  <a:lnTo>
                    <a:pt x="1016564" y="6977"/>
                  </a:lnTo>
                  <a:lnTo>
                    <a:pt x="1028571" y="6275"/>
                  </a:lnTo>
                  <a:lnTo>
                    <a:pt x="1040321" y="5589"/>
                  </a:lnTo>
                  <a:lnTo>
                    <a:pt x="1051823" y="4918"/>
                  </a:lnTo>
                  <a:lnTo>
                    <a:pt x="1063087" y="4260"/>
                  </a:lnTo>
                  <a:lnTo>
                    <a:pt x="1074124" y="3615"/>
                  </a:lnTo>
                  <a:lnTo>
                    <a:pt x="1084943" y="2983"/>
                  </a:lnTo>
                  <a:lnTo>
                    <a:pt x="1095551" y="2364"/>
                  </a:lnTo>
                  <a:lnTo>
                    <a:pt x="1105958" y="1756"/>
                  </a:lnTo>
                  <a:lnTo>
                    <a:pt x="1116170" y="1160"/>
                  </a:lnTo>
                  <a:lnTo>
                    <a:pt x="1126194" y="574"/>
                  </a:lnTo>
                  <a:lnTo>
                    <a:pt x="113603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280743" y="3255776"/>
              <a:ext cx="1136038" cy="200828"/>
            </a:xfrm>
            <a:custGeom>
              <a:avLst/>
              <a:pathLst>
                <a:path w="1136038" h="200828">
                  <a:moveTo>
                    <a:pt x="0" y="200828"/>
                  </a:moveTo>
                  <a:lnTo>
                    <a:pt x="72950" y="187932"/>
                  </a:lnTo>
                  <a:lnTo>
                    <a:pt x="137297" y="176556"/>
                  </a:lnTo>
                  <a:lnTo>
                    <a:pt x="194858" y="166381"/>
                  </a:lnTo>
                  <a:lnTo>
                    <a:pt x="246928" y="157176"/>
                  </a:lnTo>
                  <a:lnTo>
                    <a:pt x="294464" y="148773"/>
                  </a:lnTo>
                  <a:lnTo>
                    <a:pt x="338192" y="141042"/>
                  </a:lnTo>
                  <a:lnTo>
                    <a:pt x="378679" y="133885"/>
                  </a:lnTo>
                  <a:lnTo>
                    <a:pt x="416371" y="127222"/>
                  </a:lnTo>
                  <a:lnTo>
                    <a:pt x="451630" y="120989"/>
                  </a:lnTo>
                  <a:lnTo>
                    <a:pt x="484750" y="115134"/>
                  </a:lnTo>
                  <a:lnTo>
                    <a:pt x="515977" y="109614"/>
                  </a:lnTo>
                  <a:lnTo>
                    <a:pt x="545515" y="104392"/>
                  </a:lnTo>
                  <a:lnTo>
                    <a:pt x="573537" y="99438"/>
                  </a:lnTo>
                  <a:lnTo>
                    <a:pt x="600192" y="94726"/>
                  </a:lnTo>
                  <a:lnTo>
                    <a:pt x="625607" y="90233"/>
                  </a:lnTo>
                  <a:lnTo>
                    <a:pt x="649892" y="85940"/>
                  </a:lnTo>
                  <a:lnTo>
                    <a:pt x="673143" y="81830"/>
                  </a:lnTo>
                  <a:lnTo>
                    <a:pt x="695445" y="77887"/>
                  </a:lnTo>
                  <a:lnTo>
                    <a:pt x="716872" y="74099"/>
                  </a:lnTo>
                  <a:lnTo>
                    <a:pt x="737490" y="70455"/>
                  </a:lnTo>
                  <a:lnTo>
                    <a:pt x="757358" y="66942"/>
                  </a:lnTo>
                  <a:lnTo>
                    <a:pt x="776530" y="63553"/>
                  </a:lnTo>
                  <a:lnTo>
                    <a:pt x="795051" y="60279"/>
                  </a:lnTo>
                  <a:lnTo>
                    <a:pt x="812964" y="57112"/>
                  </a:lnTo>
                  <a:lnTo>
                    <a:pt x="830309" y="54046"/>
                  </a:lnTo>
                  <a:lnTo>
                    <a:pt x="847120" y="51074"/>
                  </a:lnTo>
                  <a:lnTo>
                    <a:pt x="863430" y="48191"/>
                  </a:lnTo>
                  <a:lnTo>
                    <a:pt x="879266" y="45392"/>
                  </a:lnTo>
                  <a:lnTo>
                    <a:pt x="894656" y="42671"/>
                  </a:lnTo>
                  <a:lnTo>
                    <a:pt x="909625" y="40025"/>
                  </a:lnTo>
                  <a:lnTo>
                    <a:pt x="924194" y="37449"/>
                  </a:lnTo>
                  <a:lnTo>
                    <a:pt x="938385" y="34940"/>
                  </a:lnTo>
                  <a:lnTo>
                    <a:pt x="952217" y="32495"/>
                  </a:lnTo>
                  <a:lnTo>
                    <a:pt x="965707" y="30111"/>
                  </a:lnTo>
                  <a:lnTo>
                    <a:pt x="978872" y="27783"/>
                  </a:lnTo>
                  <a:lnTo>
                    <a:pt x="991727" y="25511"/>
                  </a:lnTo>
                  <a:lnTo>
                    <a:pt x="1004287" y="23290"/>
                  </a:lnTo>
                  <a:lnTo>
                    <a:pt x="1016564" y="21120"/>
                  </a:lnTo>
                  <a:lnTo>
                    <a:pt x="1028571" y="18997"/>
                  </a:lnTo>
                  <a:lnTo>
                    <a:pt x="1040321" y="16920"/>
                  </a:lnTo>
                  <a:lnTo>
                    <a:pt x="1051823" y="14887"/>
                  </a:lnTo>
                  <a:lnTo>
                    <a:pt x="1063087" y="12896"/>
                  </a:lnTo>
                  <a:lnTo>
                    <a:pt x="1074124" y="10945"/>
                  </a:lnTo>
                  <a:lnTo>
                    <a:pt x="1084943" y="9032"/>
                  </a:lnTo>
                  <a:lnTo>
                    <a:pt x="1095551" y="7157"/>
                  </a:lnTo>
                  <a:lnTo>
                    <a:pt x="1105958" y="5317"/>
                  </a:lnTo>
                  <a:lnTo>
                    <a:pt x="1116170" y="3512"/>
                  </a:lnTo>
                  <a:lnTo>
                    <a:pt x="1126194" y="1740"/>
                  </a:lnTo>
                  <a:lnTo>
                    <a:pt x="113603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280743" y="3441190"/>
              <a:ext cx="1136038" cy="44314"/>
            </a:xfrm>
            <a:custGeom>
              <a:avLst/>
              <a:pathLst>
                <a:path w="1136038" h="44314">
                  <a:moveTo>
                    <a:pt x="0" y="0"/>
                  </a:moveTo>
                  <a:lnTo>
                    <a:pt x="72950" y="2845"/>
                  </a:lnTo>
                  <a:lnTo>
                    <a:pt x="137297" y="5355"/>
                  </a:lnTo>
                  <a:lnTo>
                    <a:pt x="194858" y="7601"/>
                  </a:lnTo>
                  <a:lnTo>
                    <a:pt x="246928" y="9632"/>
                  </a:lnTo>
                  <a:lnTo>
                    <a:pt x="294464" y="11486"/>
                  </a:lnTo>
                  <a:lnTo>
                    <a:pt x="338192" y="13192"/>
                  </a:lnTo>
                  <a:lnTo>
                    <a:pt x="378679" y="14771"/>
                  </a:lnTo>
                  <a:lnTo>
                    <a:pt x="416371" y="16241"/>
                  </a:lnTo>
                  <a:lnTo>
                    <a:pt x="451630" y="17617"/>
                  </a:lnTo>
                  <a:lnTo>
                    <a:pt x="484750" y="18909"/>
                  </a:lnTo>
                  <a:lnTo>
                    <a:pt x="515977" y="20127"/>
                  </a:lnTo>
                  <a:lnTo>
                    <a:pt x="545515" y="21279"/>
                  </a:lnTo>
                  <a:lnTo>
                    <a:pt x="573537" y="22372"/>
                  </a:lnTo>
                  <a:lnTo>
                    <a:pt x="600192" y="23412"/>
                  </a:lnTo>
                  <a:lnTo>
                    <a:pt x="625607" y="24403"/>
                  </a:lnTo>
                  <a:lnTo>
                    <a:pt x="649892" y="25351"/>
                  </a:lnTo>
                  <a:lnTo>
                    <a:pt x="673143" y="26258"/>
                  </a:lnTo>
                  <a:lnTo>
                    <a:pt x="695445" y="27128"/>
                  </a:lnTo>
                  <a:lnTo>
                    <a:pt x="716872" y="27963"/>
                  </a:lnTo>
                  <a:lnTo>
                    <a:pt x="737490" y="28768"/>
                  </a:lnTo>
                  <a:lnTo>
                    <a:pt x="757358" y="29543"/>
                  </a:lnTo>
                  <a:lnTo>
                    <a:pt x="776530" y="30291"/>
                  </a:lnTo>
                  <a:lnTo>
                    <a:pt x="795051" y="31013"/>
                  </a:lnTo>
                  <a:lnTo>
                    <a:pt x="812964" y="31712"/>
                  </a:lnTo>
                  <a:lnTo>
                    <a:pt x="830309" y="32388"/>
                  </a:lnTo>
                  <a:lnTo>
                    <a:pt x="847120" y="33044"/>
                  </a:lnTo>
                  <a:lnTo>
                    <a:pt x="863430" y="33680"/>
                  </a:lnTo>
                  <a:lnTo>
                    <a:pt x="879266" y="34298"/>
                  </a:lnTo>
                  <a:lnTo>
                    <a:pt x="894656" y="34899"/>
                  </a:lnTo>
                  <a:lnTo>
                    <a:pt x="909625" y="35482"/>
                  </a:lnTo>
                  <a:lnTo>
                    <a:pt x="924194" y="36051"/>
                  </a:lnTo>
                  <a:lnTo>
                    <a:pt x="938385" y="36604"/>
                  </a:lnTo>
                  <a:lnTo>
                    <a:pt x="952217" y="37144"/>
                  </a:lnTo>
                  <a:lnTo>
                    <a:pt x="965707" y="37670"/>
                  </a:lnTo>
                  <a:lnTo>
                    <a:pt x="978872" y="38184"/>
                  </a:lnTo>
                  <a:lnTo>
                    <a:pt x="991727" y="38685"/>
                  </a:lnTo>
                  <a:lnTo>
                    <a:pt x="1004287" y="39175"/>
                  </a:lnTo>
                  <a:lnTo>
                    <a:pt x="1016564" y="39654"/>
                  </a:lnTo>
                  <a:lnTo>
                    <a:pt x="1028571" y="40122"/>
                  </a:lnTo>
                  <a:lnTo>
                    <a:pt x="1040321" y="40581"/>
                  </a:lnTo>
                  <a:lnTo>
                    <a:pt x="1051823" y="41029"/>
                  </a:lnTo>
                  <a:lnTo>
                    <a:pt x="1063087" y="41469"/>
                  </a:lnTo>
                  <a:lnTo>
                    <a:pt x="1074124" y="41899"/>
                  </a:lnTo>
                  <a:lnTo>
                    <a:pt x="1084943" y="42321"/>
                  </a:lnTo>
                  <a:lnTo>
                    <a:pt x="1095551" y="42735"/>
                  </a:lnTo>
                  <a:lnTo>
                    <a:pt x="1105958" y="43141"/>
                  </a:lnTo>
                  <a:lnTo>
                    <a:pt x="1116170" y="43539"/>
                  </a:lnTo>
                  <a:lnTo>
                    <a:pt x="1126194" y="43930"/>
                  </a:lnTo>
                  <a:lnTo>
                    <a:pt x="1136038" y="4431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280743" y="3577568"/>
              <a:ext cx="1136038" cy="60123"/>
            </a:xfrm>
            <a:custGeom>
              <a:avLst/>
              <a:pathLst>
                <a:path w="1136038" h="60123">
                  <a:moveTo>
                    <a:pt x="0" y="60123"/>
                  </a:moveTo>
                  <a:lnTo>
                    <a:pt x="72950" y="56262"/>
                  </a:lnTo>
                  <a:lnTo>
                    <a:pt x="137297" y="52856"/>
                  </a:lnTo>
                  <a:lnTo>
                    <a:pt x="194858" y="49810"/>
                  </a:lnTo>
                  <a:lnTo>
                    <a:pt x="246928" y="47054"/>
                  </a:lnTo>
                  <a:lnTo>
                    <a:pt x="294464" y="44539"/>
                  </a:lnTo>
                  <a:lnTo>
                    <a:pt x="338192" y="42224"/>
                  </a:lnTo>
                  <a:lnTo>
                    <a:pt x="378679" y="40082"/>
                  </a:lnTo>
                  <a:lnTo>
                    <a:pt x="416371" y="38087"/>
                  </a:lnTo>
                  <a:lnTo>
                    <a:pt x="451630" y="36221"/>
                  </a:lnTo>
                  <a:lnTo>
                    <a:pt x="484750" y="34468"/>
                  </a:lnTo>
                  <a:lnTo>
                    <a:pt x="515977" y="32815"/>
                  </a:lnTo>
                  <a:lnTo>
                    <a:pt x="545515" y="31252"/>
                  </a:lnTo>
                  <a:lnTo>
                    <a:pt x="573537" y="29769"/>
                  </a:lnTo>
                  <a:lnTo>
                    <a:pt x="600192" y="28358"/>
                  </a:lnTo>
                  <a:lnTo>
                    <a:pt x="625607" y="27013"/>
                  </a:lnTo>
                  <a:lnTo>
                    <a:pt x="649892" y="25728"/>
                  </a:lnTo>
                  <a:lnTo>
                    <a:pt x="673143" y="24498"/>
                  </a:lnTo>
                  <a:lnTo>
                    <a:pt x="695445" y="23317"/>
                  </a:lnTo>
                  <a:lnTo>
                    <a:pt x="716872" y="22183"/>
                  </a:lnTo>
                  <a:lnTo>
                    <a:pt x="737490" y="21092"/>
                  </a:lnTo>
                  <a:lnTo>
                    <a:pt x="757358" y="20041"/>
                  </a:lnTo>
                  <a:lnTo>
                    <a:pt x="776530" y="19026"/>
                  </a:lnTo>
                  <a:lnTo>
                    <a:pt x="795051" y="18046"/>
                  </a:lnTo>
                  <a:lnTo>
                    <a:pt x="812964" y="17098"/>
                  </a:lnTo>
                  <a:lnTo>
                    <a:pt x="830309" y="16180"/>
                  </a:lnTo>
                  <a:lnTo>
                    <a:pt x="847120" y="15290"/>
                  </a:lnTo>
                  <a:lnTo>
                    <a:pt x="863430" y="14427"/>
                  </a:lnTo>
                  <a:lnTo>
                    <a:pt x="879266" y="13589"/>
                  </a:lnTo>
                  <a:lnTo>
                    <a:pt x="894656" y="12774"/>
                  </a:lnTo>
                  <a:lnTo>
                    <a:pt x="909625" y="11982"/>
                  </a:lnTo>
                  <a:lnTo>
                    <a:pt x="924194" y="11211"/>
                  </a:lnTo>
                  <a:lnTo>
                    <a:pt x="938385" y="10460"/>
                  </a:lnTo>
                  <a:lnTo>
                    <a:pt x="952217" y="9728"/>
                  </a:lnTo>
                  <a:lnTo>
                    <a:pt x="965707" y="9014"/>
                  </a:lnTo>
                  <a:lnTo>
                    <a:pt x="978872" y="8317"/>
                  </a:lnTo>
                  <a:lnTo>
                    <a:pt x="991727" y="7637"/>
                  </a:lnTo>
                  <a:lnTo>
                    <a:pt x="1004287" y="6972"/>
                  </a:lnTo>
                  <a:lnTo>
                    <a:pt x="1016564" y="6322"/>
                  </a:lnTo>
                  <a:lnTo>
                    <a:pt x="1028571" y="5687"/>
                  </a:lnTo>
                  <a:lnTo>
                    <a:pt x="1040321" y="5065"/>
                  </a:lnTo>
                  <a:lnTo>
                    <a:pt x="1051823" y="4456"/>
                  </a:lnTo>
                  <a:lnTo>
                    <a:pt x="1063087" y="3860"/>
                  </a:lnTo>
                  <a:lnTo>
                    <a:pt x="1074124" y="3276"/>
                  </a:lnTo>
                  <a:lnTo>
                    <a:pt x="1084943" y="2704"/>
                  </a:lnTo>
                  <a:lnTo>
                    <a:pt x="1095551" y="2142"/>
                  </a:lnTo>
                  <a:lnTo>
                    <a:pt x="1105958" y="1591"/>
                  </a:lnTo>
                  <a:lnTo>
                    <a:pt x="1116170" y="1051"/>
                  </a:lnTo>
                  <a:lnTo>
                    <a:pt x="1126194" y="520"/>
                  </a:lnTo>
                  <a:lnTo>
                    <a:pt x="113603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280743" y="2929963"/>
              <a:ext cx="1136038" cy="569401"/>
            </a:xfrm>
            <a:custGeom>
              <a:avLst/>
              <a:pathLst>
                <a:path w="1136038" h="569401">
                  <a:moveTo>
                    <a:pt x="0" y="0"/>
                  </a:moveTo>
                  <a:lnTo>
                    <a:pt x="72950" y="36564"/>
                  </a:lnTo>
                  <a:lnTo>
                    <a:pt x="137297" y="68816"/>
                  </a:lnTo>
                  <a:lnTo>
                    <a:pt x="194858" y="97666"/>
                  </a:lnTo>
                  <a:lnTo>
                    <a:pt x="246928" y="123764"/>
                  </a:lnTo>
                  <a:lnTo>
                    <a:pt x="294464" y="147590"/>
                  </a:lnTo>
                  <a:lnTo>
                    <a:pt x="338192" y="169507"/>
                  </a:lnTo>
                  <a:lnTo>
                    <a:pt x="378679" y="189800"/>
                  </a:lnTo>
                  <a:lnTo>
                    <a:pt x="416371" y="208692"/>
                  </a:lnTo>
                  <a:lnTo>
                    <a:pt x="451630" y="226364"/>
                  </a:lnTo>
                  <a:lnTo>
                    <a:pt x="484750" y="242965"/>
                  </a:lnTo>
                  <a:lnTo>
                    <a:pt x="515977" y="258616"/>
                  </a:lnTo>
                  <a:lnTo>
                    <a:pt x="545515" y="273421"/>
                  </a:lnTo>
                  <a:lnTo>
                    <a:pt x="573537" y="287466"/>
                  </a:lnTo>
                  <a:lnTo>
                    <a:pt x="600192" y="300826"/>
                  </a:lnTo>
                  <a:lnTo>
                    <a:pt x="625607" y="313565"/>
                  </a:lnTo>
                  <a:lnTo>
                    <a:pt x="649892" y="325737"/>
                  </a:lnTo>
                  <a:lnTo>
                    <a:pt x="673143" y="337390"/>
                  </a:lnTo>
                  <a:lnTo>
                    <a:pt x="695445" y="348568"/>
                  </a:lnTo>
                  <a:lnTo>
                    <a:pt x="716872" y="359308"/>
                  </a:lnTo>
                  <a:lnTo>
                    <a:pt x="737490" y="369642"/>
                  </a:lnTo>
                  <a:lnTo>
                    <a:pt x="757358" y="379601"/>
                  </a:lnTo>
                  <a:lnTo>
                    <a:pt x="776530" y="389209"/>
                  </a:lnTo>
                  <a:lnTo>
                    <a:pt x="795051" y="398493"/>
                  </a:lnTo>
                  <a:lnTo>
                    <a:pt x="812964" y="407471"/>
                  </a:lnTo>
                  <a:lnTo>
                    <a:pt x="830309" y="416165"/>
                  </a:lnTo>
                  <a:lnTo>
                    <a:pt x="847120" y="424591"/>
                  </a:lnTo>
                  <a:lnTo>
                    <a:pt x="863430" y="432765"/>
                  </a:lnTo>
                  <a:lnTo>
                    <a:pt x="879266" y="440703"/>
                  </a:lnTo>
                  <a:lnTo>
                    <a:pt x="894656" y="448417"/>
                  </a:lnTo>
                  <a:lnTo>
                    <a:pt x="909625" y="455919"/>
                  </a:lnTo>
                  <a:lnTo>
                    <a:pt x="924194" y="463222"/>
                  </a:lnTo>
                  <a:lnTo>
                    <a:pt x="938385" y="470334"/>
                  </a:lnTo>
                  <a:lnTo>
                    <a:pt x="952217" y="477267"/>
                  </a:lnTo>
                  <a:lnTo>
                    <a:pt x="965707" y="484028"/>
                  </a:lnTo>
                  <a:lnTo>
                    <a:pt x="978872" y="490627"/>
                  </a:lnTo>
                  <a:lnTo>
                    <a:pt x="991727" y="497070"/>
                  </a:lnTo>
                  <a:lnTo>
                    <a:pt x="1004287" y="503365"/>
                  </a:lnTo>
                  <a:lnTo>
                    <a:pt x="1016564" y="509519"/>
                  </a:lnTo>
                  <a:lnTo>
                    <a:pt x="1028571" y="515537"/>
                  </a:lnTo>
                  <a:lnTo>
                    <a:pt x="1040321" y="521426"/>
                  </a:lnTo>
                  <a:lnTo>
                    <a:pt x="1051823" y="527191"/>
                  </a:lnTo>
                  <a:lnTo>
                    <a:pt x="1063087" y="532837"/>
                  </a:lnTo>
                  <a:lnTo>
                    <a:pt x="1074124" y="538369"/>
                  </a:lnTo>
                  <a:lnTo>
                    <a:pt x="1084943" y="543791"/>
                  </a:lnTo>
                  <a:lnTo>
                    <a:pt x="1095551" y="549109"/>
                  </a:lnTo>
                  <a:lnTo>
                    <a:pt x="1105958" y="554324"/>
                  </a:lnTo>
                  <a:lnTo>
                    <a:pt x="1116170" y="559443"/>
                  </a:lnTo>
                  <a:lnTo>
                    <a:pt x="1126194" y="564467"/>
                  </a:lnTo>
                  <a:lnTo>
                    <a:pt x="1136038" y="56940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280743" y="3076404"/>
              <a:ext cx="1136038" cy="18367"/>
            </a:xfrm>
            <a:custGeom>
              <a:avLst/>
              <a:pathLst>
                <a:path w="1136038" h="18367">
                  <a:moveTo>
                    <a:pt x="0" y="18367"/>
                  </a:moveTo>
                  <a:lnTo>
                    <a:pt x="72950" y="17188"/>
                  </a:lnTo>
                  <a:lnTo>
                    <a:pt x="137297" y="16148"/>
                  </a:lnTo>
                  <a:lnTo>
                    <a:pt x="194858" y="15217"/>
                  </a:lnTo>
                  <a:lnTo>
                    <a:pt x="246928" y="14375"/>
                  </a:lnTo>
                  <a:lnTo>
                    <a:pt x="294464" y="13606"/>
                  </a:lnTo>
                  <a:lnTo>
                    <a:pt x="338192" y="12899"/>
                  </a:lnTo>
                  <a:lnTo>
                    <a:pt x="378679" y="12245"/>
                  </a:lnTo>
                  <a:lnTo>
                    <a:pt x="416371" y="11635"/>
                  </a:lnTo>
                  <a:lnTo>
                    <a:pt x="451630" y="11065"/>
                  </a:lnTo>
                  <a:lnTo>
                    <a:pt x="484750" y="10530"/>
                  </a:lnTo>
                  <a:lnTo>
                    <a:pt x="515977" y="10025"/>
                  </a:lnTo>
                  <a:lnTo>
                    <a:pt x="545515" y="9547"/>
                  </a:lnTo>
                  <a:lnTo>
                    <a:pt x="573537" y="9094"/>
                  </a:lnTo>
                  <a:lnTo>
                    <a:pt x="600192" y="8663"/>
                  </a:lnTo>
                  <a:lnTo>
                    <a:pt x="625607" y="8252"/>
                  </a:lnTo>
                  <a:lnTo>
                    <a:pt x="649892" y="7860"/>
                  </a:lnTo>
                  <a:lnTo>
                    <a:pt x="673143" y="7484"/>
                  </a:lnTo>
                  <a:lnTo>
                    <a:pt x="695445" y="7123"/>
                  </a:lnTo>
                  <a:lnTo>
                    <a:pt x="716872" y="6777"/>
                  </a:lnTo>
                  <a:lnTo>
                    <a:pt x="737490" y="6443"/>
                  </a:lnTo>
                  <a:lnTo>
                    <a:pt x="757358" y="6122"/>
                  </a:lnTo>
                  <a:lnTo>
                    <a:pt x="776530" y="5812"/>
                  </a:lnTo>
                  <a:lnTo>
                    <a:pt x="795051" y="5513"/>
                  </a:lnTo>
                  <a:lnTo>
                    <a:pt x="812964" y="5223"/>
                  </a:lnTo>
                  <a:lnTo>
                    <a:pt x="830309" y="4943"/>
                  </a:lnTo>
                  <a:lnTo>
                    <a:pt x="847120" y="4671"/>
                  </a:lnTo>
                  <a:lnTo>
                    <a:pt x="863430" y="4407"/>
                  </a:lnTo>
                  <a:lnTo>
                    <a:pt x="879266" y="4151"/>
                  </a:lnTo>
                  <a:lnTo>
                    <a:pt x="894656" y="3902"/>
                  </a:lnTo>
                  <a:lnTo>
                    <a:pt x="909625" y="3660"/>
                  </a:lnTo>
                  <a:lnTo>
                    <a:pt x="924194" y="3425"/>
                  </a:lnTo>
                  <a:lnTo>
                    <a:pt x="938385" y="3195"/>
                  </a:lnTo>
                  <a:lnTo>
                    <a:pt x="952217" y="2972"/>
                  </a:lnTo>
                  <a:lnTo>
                    <a:pt x="965707" y="2753"/>
                  </a:lnTo>
                  <a:lnTo>
                    <a:pt x="978872" y="2541"/>
                  </a:lnTo>
                  <a:lnTo>
                    <a:pt x="991727" y="2333"/>
                  </a:lnTo>
                  <a:lnTo>
                    <a:pt x="1004287" y="2130"/>
                  </a:lnTo>
                  <a:lnTo>
                    <a:pt x="1016564" y="1931"/>
                  </a:lnTo>
                  <a:lnTo>
                    <a:pt x="1028571" y="1737"/>
                  </a:lnTo>
                  <a:lnTo>
                    <a:pt x="1040321" y="1547"/>
                  </a:lnTo>
                  <a:lnTo>
                    <a:pt x="1051823" y="1361"/>
                  </a:lnTo>
                  <a:lnTo>
                    <a:pt x="1063087" y="1179"/>
                  </a:lnTo>
                  <a:lnTo>
                    <a:pt x="1074124" y="1001"/>
                  </a:lnTo>
                  <a:lnTo>
                    <a:pt x="1084943" y="826"/>
                  </a:lnTo>
                  <a:lnTo>
                    <a:pt x="1095551" y="654"/>
                  </a:lnTo>
                  <a:lnTo>
                    <a:pt x="1105958" y="486"/>
                  </a:lnTo>
                  <a:lnTo>
                    <a:pt x="1116170" y="321"/>
                  </a:lnTo>
                  <a:lnTo>
                    <a:pt x="1126194" y="159"/>
                  </a:lnTo>
                  <a:lnTo>
                    <a:pt x="113603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rc678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4204347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172716" y="35425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172716" y="32124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172716" y="28823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204347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8074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65942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5038102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416782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tx688"/>
            <p:cNvSpPr/>
            <p:nvPr/>
          </p:nvSpPr>
          <p:spPr>
            <a:xfrm>
              <a:off x="4204347" y="2464146"/>
              <a:ext cx="50447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0" name="rc689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373181" y="47629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374642" y="496212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376917" y="493884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400397" y="452905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375706" y="501064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399512" y="488307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376572" y="511923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384393" y="507304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415415" y="470090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393530" y="48481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796443" y="497698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95604" y="472388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92984" y="47945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70935" y="51766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93748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81708" y="432947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71662" y="498329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53070" y="518377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83969" y="513941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94527" y="497986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60241" y="49254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86242" y="50929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80497" y="503910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71034" y="498913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63583" y="510387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85466" y="489654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52917" y="507674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77184" y="494721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47486" y="477835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52960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55206" y="491655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54510" y="507555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42083" y="463176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45797" y="49497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60724" y="471838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39029" y="502010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61261" y="486243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66040" y="49764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44196" y="504414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140018" y="445138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22312" y="49722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61735" y="510016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27137" y="452398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69686" y="466168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66884" y="488668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57772" y="51486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46867" y="496728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47453" y="485365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502526" y="493134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520549" y="492605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02985" y="495154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517534" y="50440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07512" y="490152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505970" y="486471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515149" y="483449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548247" y="492440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553172" y="50505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30347" y="474359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533402" y="506541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508060" y="494752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510986" y="501250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511424" y="51668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536513" y="504142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527069" y="509461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6819" y="502590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546237" y="488121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521571" y="506384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537553" y="48388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23848" y="49886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535323" y="485858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16226" y="49427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525935" y="51035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l762"/>
            <p:cNvSpPr/>
            <p:nvPr/>
          </p:nvSpPr>
          <p:spPr>
            <a:xfrm>
              <a:off x="1418657" y="4575543"/>
              <a:ext cx="1137254" cy="349534"/>
            </a:xfrm>
            <a:custGeom>
              <a:avLst/>
              <a:pathLst>
                <a:path w="1137254" h="349534">
                  <a:moveTo>
                    <a:pt x="0" y="0"/>
                  </a:moveTo>
                  <a:lnTo>
                    <a:pt x="73028" y="22445"/>
                  </a:lnTo>
                  <a:lnTo>
                    <a:pt x="137444" y="42243"/>
                  </a:lnTo>
                  <a:lnTo>
                    <a:pt x="195066" y="59953"/>
                  </a:lnTo>
                  <a:lnTo>
                    <a:pt x="247192" y="75974"/>
                  </a:lnTo>
                  <a:lnTo>
                    <a:pt x="294779" y="90600"/>
                  </a:lnTo>
                  <a:lnTo>
                    <a:pt x="338555" y="104054"/>
                  </a:lnTo>
                  <a:lnTo>
                    <a:pt x="379084" y="116511"/>
                  </a:lnTo>
                  <a:lnTo>
                    <a:pt x="416817" y="128108"/>
                  </a:lnTo>
                  <a:lnTo>
                    <a:pt x="452113" y="138956"/>
                  </a:lnTo>
                  <a:lnTo>
                    <a:pt x="485269" y="149147"/>
                  </a:lnTo>
                  <a:lnTo>
                    <a:pt x="516529" y="158755"/>
                  </a:lnTo>
                  <a:lnTo>
                    <a:pt x="546099" y="167843"/>
                  </a:lnTo>
                  <a:lnTo>
                    <a:pt x="574151" y="176465"/>
                  </a:lnTo>
                  <a:lnTo>
                    <a:pt x="600835" y="184666"/>
                  </a:lnTo>
                  <a:lnTo>
                    <a:pt x="626277" y="192486"/>
                  </a:lnTo>
                  <a:lnTo>
                    <a:pt x="650588" y="199957"/>
                  </a:lnTo>
                  <a:lnTo>
                    <a:pt x="673864" y="207111"/>
                  </a:lnTo>
                  <a:lnTo>
                    <a:pt x="696190" y="213973"/>
                  </a:lnTo>
                  <a:lnTo>
                    <a:pt x="717640" y="220566"/>
                  </a:lnTo>
                  <a:lnTo>
                    <a:pt x="738280" y="226910"/>
                  </a:lnTo>
                  <a:lnTo>
                    <a:pt x="758169" y="233023"/>
                  </a:lnTo>
                  <a:lnTo>
                    <a:pt x="777361" y="238921"/>
                  </a:lnTo>
                  <a:lnTo>
                    <a:pt x="795902" y="244620"/>
                  </a:lnTo>
                  <a:lnTo>
                    <a:pt x="813835" y="250131"/>
                  </a:lnTo>
                  <a:lnTo>
                    <a:pt x="831198" y="255468"/>
                  </a:lnTo>
                  <a:lnTo>
                    <a:pt x="848027" y="260640"/>
                  </a:lnTo>
                  <a:lnTo>
                    <a:pt x="864354" y="265658"/>
                  </a:lnTo>
                  <a:lnTo>
                    <a:pt x="880208" y="270531"/>
                  </a:lnTo>
                  <a:lnTo>
                    <a:pt x="895614" y="275266"/>
                  </a:lnTo>
                  <a:lnTo>
                    <a:pt x="910599" y="279872"/>
                  </a:lnTo>
                  <a:lnTo>
                    <a:pt x="925184" y="284354"/>
                  </a:lnTo>
                  <a:lnTo>
                    <a:pt x="939390" y="288721"/>
                  </a:lnTo>
                  <a:lnTo>
                    <a:pt x="953236" y="292976"/>
                  </a:lnTo>
                  <a:lnTo>
                    <a:pt x="966741" y="297127"/>
                  </a:lnTo>
                  <a:lnTo>
                    <a:pt x="979920" y="301177"/>
                  </a:lnTo>
                  <a:lnTo>
                    <a:pt x="992789" y="305133"/>
                  </a:lnTo>
                  <a:lnTo>
                    <a:pt x="1005362" y="308997"/>
                  </a:lnTo>
                  <a:lnTo>
                    <a:pt x="1017652" y="312775"/>
                  </a:lnTo>
                  <a:lnTo>
                    <a:pt x="1029673" y="316469"/>
                  </a:lnTo>
                  <a:lnTo>
                    <a:pt x="1041435" y="320084"/>
                  </a:lnTo>
                  <a:lnTo>
                    <a:pt x="1052949" y="323623"/>
                  </a:lnTo>
                  <a:lnTo>
                    <a:pt x="1064226" y="327089"/>
                  </a:lnTo>
                  <a:lnTo>
                    <a:pt x="1075275" y="330485"/>
                  </a:lnTo>
                  <a:lnTo>
                    <a:pt x="1086105" y="333813"/>
                  </a:lnTo>
                  <a:lnTo>
                    <a:pt x="1096724" y="337077"/>
                  </a:lnTo>
                  <a:lnTo>
                    <a:pt x="1107142" y="340279"/>
                  </a:lnTo>
                  <a:lnTo>
                    <a:pt x="1117365" y="343421"/>
                  </a:lnTo>
                  <a:lnTo>
                    <a:pt x="1127400" y="346505"/>
                  </a:lnTo>
                  <a:lnTo>
                    <a:pt x="1137254" y="34953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418657" y="4484830"/>
              <a:ext cx="1137254" cy="462440"/>
            </a:xfrm>
            <a:custGeom>
              <a:avLst/>
              <a:pathLst>
                <a:path w="1137254" h="462440">
                  <a:moveTo>
                    <a:pt x="0" y="0"/>
                  </a:moveTo>
                  <a:lnTo>
                    <a:pt x="73028" y="29695"/>
                  </a:lnTo>
                  <a:lnTo>
                    <a:pt x="137444" y="55889"/>
                  </a:lnTo>
                  <a:lnTo>
                    <a:pt x="195066" y="79319"/>
                  </a:lnTo>
                  <a:lnTo>
                    <a:pt x="247192" y="100515"/>
                  </a:lnTo>
                  <a:lnTo>
                    <a:pt x="294779" y="119865"/>
                  </a:lnTo>
                  <a:lnTo>
                    <a:pt x="338555" y="137666"/>
                  </a:lnTo>
                  <a:lnTo>
                    <a:pt x="379084" y="154146"/>
                  </a:lnTo>
                  <a:lnTo>
                    <a:pt x="416817" y="169489"/>
                  </a:lnTo>
                  <a:lnTo>
                    <a:pt x="452113" y="183842"/>
                  </a:lnTo>
                  <a:lnTo>
                    <a:pt x="485269" y="197324"/>
                  </a:lnTo>
                  <a:lnTo>
                    <a:pt x="516529" y="210035"/>
                  </a:lnTo>
                  <a:lnTo>
                    <a:pt x="546099" y="222059"/>
                  </a:lnTo>
                  <a:lnTo>
                    <a:pt x="574151" y="233466"/>
                  </a:lnTo>
                  <a:lnTo>
                    <a:pt x="600835" y="244316"/>
                  </a:lnTo>
                  <a:lnTo>
                    <a:pt x="626277" y="254662"/>
                  </a:lnTo>
                  <a:lnTo>
                    <a:pt x="650588" y="264547"/>
                  </a:lnTo>
                  <a:lnTo>
                    <a:pt x="673864" y="274012"/>
                  </a:lnTo>
                  <a:lnTo>
                    <a:pt x="696190" y="283090"/>
                  </a:lnTo>
                  <a:lnTo>
                    <a:pt x="717640" y="291813"/>
                  </a:lnTo>
                  <a:lnTo>
                    <a:pt x="738280" y="300206"/>
                  </a:lnTo>
                  <a:lnTo>
                    <a:pt x="758169" y="308293"/>
                  </a:lnTo>
                  <a:lnTo>
                    <a:pt x="777361" y="316097"/>
                  </a:lnTo>
                  <a:lnTo>
                    <a:pt x="795902" y="323636"/>
                  </a:lnTo>
                  <a:lnTo>
                    <a:pt x="813835" y="330928"/>
                  </a:lnTo>
                  <a:lnTo>
                    <a:pt x="831198" y="337989"/>
                  </a:lnTo>
                  <a:lnTo>
                    <a:pt x="848027" y="344832"/>
                  </a:lnTo>
                  <a:lnTo>
                    <a:pt x="864354" y="351471"/>
                  </a:lnTo>
                  <a:lnTo>
                    <a:pt x="880208" y="357917"/>
                  </a:lnTo>
                  <a:lnTo>
                    <a:pt x="895614" y="364182"/>
                  </a:lnTo>
                  <a:lnTo>
                    <a:pt x="910599" y="370275"/>
                  </a:lnTo>
                  <a:lnTo>
                    <a:pt x="925184" y="376206"/>
                  </a:lnTo>
                  <a:lnTo>
                    <a:pt x="939390" y="381983"/>
                  </a:lnTo>
                  <a:lnTo>
                    <a:pt x="953236" y="387613"/>
                  </a:lnTo>
                  <a:lnTo>
                    <a:pt x="966741" y="393104"/>
                  </a:lnTo>
                  <a:lnTo>
                    <a:pt x="979920" y="398463"/>
                  </a:lnTo>
                  <a:lnTo>
                    <a:pt x="992789" y="403696"/>
                  </a:lnTo>
                  <a:lnTo>
                    <a:pt x="1005362" y="408809"/>
                  </a:lnTo>
                  <a:lnTo>
                    <a:pt x="1017652" y="413806"/>
                  </a:lnTo>
                  <a:lnTo>
                    <a:pt x="1029673" y="418694"/>
                  </a:lnTo>
                  <a:lnTo>
                    <a:pt x="1041435" y="423477"/>
                  </a:lnTo>
                  <a:lnTo>
                    <a:pt x="1052949" y="428159"/>
                  </a:lnTo>
                  <a:lnTo>
                    <a:pt x="1064226" y="432744"/>
                  </a:lnTo>
                  <a:lnTo>
                    <a:pt x="1075275" y="437237"/>
                  </a:lnTo>
                  <a:lnTo>
                    <a:pt x="1086105" y="441641"/>
                  </a:lnTo>
                  <a:lnTo>
                    <a:pt x="1096724" y="445959"/>
                  </a:lnTo>
                  <a:lnTo>
                    <a:pt x="1107142" y="450195"/>
                  </a:lnTo>
                  <a:lnTo>
                    <a:pt x="1117365" y="454352"/>
                  </a:lnTo>
                  <a:lnTo>
                    <a:pt x="1127400" y="458433"/>
                  </a:lnTo>
                  <a:lnTo>
                    <a:pt x="1137254" y="46244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418657" y="4947487"/>
              <a:ext cx="1137254" cy="17136"/>
            </a:xfrm>
            <a:custGeom>
              <a:avLst/>
              <a:pathLst>
                <a:path w="1137254" h="17136">
                  <a:moveTo>
                    <a:pt x="0" y="17136"/>
                  </a:moveTo>
                  <a:lnTo>
                    <a:pt x="73028" y="16036"/>
                  </a:lnTo>
                  <a:lnTo>
                    <a:pt x="137444" y="15065"/>
                  </a:lnTo>
                  <a:lnTo>
                    <a:pt x="195066" y="14197"/>
                  </a:lnTo>
                  <a:lnTo>
                    <a:pt x="247192" y="13412"/>
                  </a:lnTo>
                  <a:lnTo>
                    <a:pt x="294779" y="12695"/>
                  </a:lnTo>
                  <a:lnTo>
                    <a:pt x="338555" y="12035"/>
                  </a:lnTo>
                  <a:lnTo>
                    <a:pt x="379084" y="11424"/>
                  </a:lnTo>
                  <a:lnTo>
                    <a:pt x="416817" y="10856"/>
                  </a:lnTo>
                  <a:lnTo>
                    <a:pt x="452113" y="10324"/>
                  </a:lnTo>
                  <a:lnTo>
                    <a:pt x="485269" y="9824"/>
                  </a:lnTo>
                  <a:lnTo>
                    <a:pt x="516529" y="9353"/>
                  </a:lnTo>
                  <a:lnTo>
                    <a:pt x="546099" y="8907"/>
                  </a:lnTo>
                  <a:lnTo>
                    <a:pt x="574151" y="8485"/>
                  </a:lnTo>
                  <a:lnTo>
                    <a:pt x="600835" y="8083"/>
                  </a:lnTo>
                  <a:lnTo>
                    <a:pt x="626277" y="7699"/>
                  </a:lnTo>
                  <a:lnTo>
                    <a:pt x="650588" y="7333"/>
                  </a:lnTo>
                  <a:lnTo>
                    <a:pt x="673864" y="6982"/>
                  </a:lnTo>
                  <a:lnTo>
                    <a:pt x="696190" y="6646"/>
                  </a:lnTo>
                  <a:lnTo>
                    <a:pt x="717640" y="6323"/>
                  </a:lnTo>
                  <a:lnTo>
                    <a:pt x="738280" y="6012"/>
                  </a:lnTo>
                  <a:lnTo>
                    <a:pt x="758169" y="5712"/>
                  </a:lnTo>
                  <a:lnTo>
                    <a:pt x="777361" y="5423"/>
                  </a:lnTo>
                  <a:lnTo>
                    <a:pt x="795902" y="5143"/>
                  </a:lnTo>
                  <a:lnTo>
                    <a:pt x="813835" y="4873"/>
                  </a:lnTo>
                  <a:lnTo>
                    <a:pt x="831198" y="4611"/>
                  </a:lnTo>
                  <a:lnTo>
                    <a:pt x="848027" y="4358"/>
                  </a:lnTo>
                  <a:lnTo>
                    <a:pt x="864354" y="4112"/>
                  </a:lnTo>
                  <a:lnTo>
                    <a:pt x="880208" y="3873"/>
                  </a:lnTo>
                  <a:lnTo>
                    <a:pt x="895614" y="3641"/>
                  </a:lnTo>
                  <a:lnTo>
                    <a:pt x="910599" y="3415"/>
                  </a:lnTo>
                  <a:lnTo>
                    <a:pt x="925184" y="3195"/>
                  </a:lnTo>
                  <a:lnTo>
                    <a:pt x="939390" y="2981"/>
                  </a:lnTo>
                  <a:lnTo>
                    <a:pt x="953236" y="2772"/>
                  </a:lnTo>
                  <a:lnTo>
                    <a:pt x="966741" y="2569"/>
                  </a:lnTo>
                  <a:lnTo>
                    <a:pt x="979920" y="2370"/>
                  </a:lnTo>
                  <a:lnTo>
                    <a:pt x="992789" y="2176"/>
                  </a:lnTo>
                  <a:lnTo>
                    <a:pt x="1005362" y="1987"/>
                  </a:lnTo>
                  <a:lnTo>
                    <a:pt x="1017652" y="1802"/>
                  </a:lnTo>
                  <a:lnTo>
                    <a:pt x="1029673" y="1621"/>
                  </a:lnTo>
                  <a:lnTo>
                    <a:pt x="1041435" y="1443"/>
                  </a:lnTo>
                  <a:lnTo>
                    <a:pt x="1052949" y="1270"/>
                  </a:lnTo>
                  <a:lnTo>
                    <a:pt x="1064226" y="1100"/>
                  </a:lnTo>
                  <a:lnTo>
                    <a:pt x="1075275" y="933"/>
                  </a:lnTo>
                  <a:lnTo>
                    <a:pt x="1086105" y="770"/>
                  </a:lnTo>
                  <a:lnTo>
                    <a:pt x="1096724" y="610"/>
                  </a:lnTo>
                  <a:lnTo>
                    <a:pt x="1107142" y="453"/>
                  </a:lnTo>
                  <a:lnTo>
                    <a:pt x="1117365" y="299"/>
                  </a:lnTo>
                  <a:lnTo>
                    <a:pt x="1127400" y="148"/>
                  </a:lnTo>
                  <a:lnTo>
                    <a:pt x="113725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418657" y="4980732"/>
              <a:ext cx="1137254" cy="14254"/>
            </a:xfrm>
            <a:custGeom>
              <a:avLst/>
              <a:pathLst>
                <a:path w="1137254" h="14254">
                  <a:moveTo>
                    <a:pt x="0" y="14254"/>
                  </a:moveTo>
                  <a:lnTo>
                    <a:pt x="73028" y="13338"/>
                  </a:lnTo>
                  <a:lnTo>
                    <a:pt x="137444" y="12531"/>
                  </a:lnTo>
                  <a:lnTo>
                    <a:pt x="195066" y="11809"/>
                  </a:lnTo>
                  <a:lnTo>
                    <a:pt x="247192" y="11155"/>
                  </a:lnTo>
                  <a:lnTo>
                    <a:pt x="294779" y="10559"/>
                  </a:lnTo>
                  <a:lnTo>
                    <a:pt x="338555" y="10010"/>
                  </a:lnTo>
                  <a:lnTo>
                    <a:pt x="379084" y="9502"/>
                  </a:lnTo>
                  <a:lnTo>
                    <a:pt x="416817" y="9029"/>
                  </a:lnTo>
                  <a:lnTo>
                    <a:pt x="452113" y="8587"/>
                  </a:lnTo>
                  <a:lnTo>
                    <a:pt x="485269" y="8171"/>
                  </a:lnTo>
                  <a:lnTo>
                    <a:pt x="516529" y="7780"/>
                  </a:lnTo>
                  <a:lnTo>
                    <a:pt x="546099" y="7409"/>
                  </a:lnTo>
                  <a:lnTo>
                    <a:pt x="574151" y="7057"/>
                  </a:lnTo>
                  <a:lnTo>
                    <a:pt x="600835" y="6723"/>
                  </a:lnTo>
                  <a:lnTo>
                    <a:pt x="626277" y="6404"/>
                  </a:lnTo>
                  <a:lnTo>
                    <a:pt x="650588" y="6099"/>
                  </a:lnTo>
                  <a:lnTo>
                    <a:pt x="673864" y="5808"/>
                  </a:lnTo>
                  <a:lnTo>
                    <a:pt x="696190" y="5528"/>
                  </a:lnTo>
                  <a:lnTo>
                    <a:pt x="717640" y="5259"/>
                  </a:lnTo>
                  <a:lnTo>
                    <a:pt x="738280" y="5000"/>
                  </a:lnTo>
                  <a:lnTo>
                    <a:pt x="758169" y="4751"/>
                  </a:lnTo>
                  <a:lnTo>
                    <a:pt x="777361" y="4510"/>
                  </a:lnTo>
                  <a:lnTo>
                    <a:pt x="795902" y="4278"/>
                  </a:lnTo>
                  <a:lnTo>
                    <a:pt x="813835" y="4053"/>
                  </a:lnTo>
                  <a:lnTo>
                    <a:pt x="831198" y="3836"/>
                  </a:lnTo>
                  <a:lnTo>
                    <a:pt x="848027" y="3625"/>
                  </a:lnTo>
                  <a:lnTo>
                    <a:pt x="864354" y="3420"/>
                  </a:lnTo>
                  <a:lnTo>
                    <a:pt x="880208" y="3221"/>
                  </a:lnTo>
                  <a:lnTo>
                    <a:pt x="895614" y="3028"/>
                  </a:lnTo>
                  <a:lnTo>
                    <a:pt x="910599" y="2840"/>
                  </a:lnTo>
                  <a:lnTo>
                    <a:pt x="925184" y="2658"/>
                  </a:lnTo>
                  <a:lnTo>
                    <a:pt x="939390" y="2479"/>
                  </a:lnTo>
                  <a:lnTo>
                    <a:pt x="953236" y="2306"/>
                  </a:lnTo>
                  <a:lnTo>
                    <a:pt x="966741" y="2137"/>
                  </a:lnTo>
                  <a:lnTo>
                    <a:pt x="979920" y="1971"/>
                  </a:lnTo>
                  <a:lnTo>
                    <a:pt x="992789" y="1810"/>
                  </a:lnTo>
                  <a:lnTo>
                    <a:pt x="1005362" y="1653"/>
                  </a:lnTo>
                  <a:lnTo>
                    <a:pt x="1017652" y="1499"/>
                  </a:lnTo>
                  <a:lnTo>
                    <a:pt x="1029673" y="1348"/>
                  </a:lnTo>
                  <a:lnTo>
                    <a:pt x="1041435" y="1200"/>
                  </a:lnTo>
                  <a:lnTo>
                    <a:pt x="1052949" y="1056"/>
                  </a:lnTo>
                  <a:lnTo>
                    <a:pt x="1064226" y="915"/>
                  </a:lnTo>
                  <a:lnTo>
                    <a:pt x="1075275" y="776"/>
                  </a:lnTo>
                  <a:lnTo>
                    <a:pt x="1086105" y="641"/>
                  </a:lnTo>
                  <a:lnTo>
                    <a:pt x="1096724" y="507"/>
                  </a:lnTo>
                  <a:lnTo>
                    <a:pt x="1107142" y="377"/>
                  </a:lnTo>
                  <a:lnTo>
                    <a:pt x="1117365" y="249"/>
                  </a:lnTo>
                  <a:lnTo>
                    <a:pt x="1127400" y="123"/>
                  </a:lnTo>
                  <a:lnTo>
                    <a:pt x="113725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18657" y="4959246"/>
              <a:ext cx="1137254" cy="103073"/>
            </a:xfrm>
            <a:custGeom>
              <a:avLst/>
              <a:pathLst>
                <a:path w="1137254" h="103073">
                  <a:moveTo>
                    <a:pt x="0" y="103073"/>
                  </a:moveTo>
                  <a:lnTo>
                    <a:pt x="73028" y="96454"/>
                  </a:lnTo>
                  <a:lnTo>
                    <a:pt x="137444" y="90615"/>
                  </a:lnTo>
                  <a:lnTo>
                    <a:pt x="195066" y="85393"/>
                  </a:lnTo>
                  <a:lnTo>
                    <a:pt x="247192" y="80669"/>
                  </a:lnTo>
                  <a:lnTo>
                    <a:pt x="294779" y="76356"/>
                  </a:lnTo>
                  <a:lnTo>
                    <a:pt x="338555" y="72388"/>
                  </a:lnTo>
                  <a:lnTo>
                    <a:pt x="379084" y="68715"/>
                  </a:lnTo>
                  <a:lnTo>
                    <a:pt x="416817" y="65295"/>
                  </a:lnTo>
                  <a:lnTo>
                    <a:pt x="452113" y="62096"/>
                  </a:lnTo>
                  <a:lnTo>
                    <a:pt x="485269" y="59091"/>
                  </a:lnTo>
                  <a:lnTo>
                    <a:pt x="516529" y="56258"/>
                  </a:lnTo>
                  <a:lnTo>
                    <a:pt x="546099" y="53578"/>
                  </a:lnTo>
                  <a:lnTo>
                    <a:pt x="574151" y="51035"/>
                  </a:lnTo>
                  <a:lnTo>
                    <a:pt x="600835" y="48617"/>
                  </a:lnTo>
                  <a:lnTo>
                    <a:pt x="626277" y="46311"/>
                  </a:lnTo>
                  <a:lnTo>
                    <a:pt x="650588" y="44108"/>
                  </a:lnTo>
                  <a:lnTo>
                    <a:pt x="673864" y="41998"/>
                  </a:lnTo>
                  <a:lnTo>
                    <a:pt x="696190" y="39975"/>
                  </a:lnTo>
                  <a:lnTo>
                    <a:pt x="717640" y="38031"/>
                  </a:lnTo>
                  <a:lnTo>
                    <a:pt x="738280" y="36160"/>
                  </a:lnTo>
                  <a:lnTo>
                    <a:pt x="758169" y="34357"/>
                  </a:lnTo>
                  <a:lnTo>
                    <a:pt x="777361" y="32618"/>
                  </a:lnTo>
                  <a:lnTo>
                    <a:pt x="795902" y="30937"/>
                  </a:lnTo>
                  <a:lnTo>
                    <a:pt x="813835" y="29312"/>
                  </a:lnTo>
                  <a:lnTo>
                    <a:pt x="831198" y="27738"/>
                  </a:lnTo>
                  <a:lnTo>
                    <a:pt x="848027" y="26213"/>
                  </a:lnTo>
                  <a:lnTo>
                    <a:pt x="864354" y="24733"/>
                  </a:lnTo>
                  <a:lnTo>
                    <a:pt x="880208" y="23296"/>
                  </a:lnTo>
                  <a:lnTo>
                    <a:pt x="895614" y="21900"/>
                  </a:lnTo>
                  <a:lnTo>
                    <a:pt x="910599" y="20542"/>
                  </a:lnTo>
                  <a:lnTo>
                    <a:pt x="925184" y="19220"/>
                  </a:lnTo>
                  <a:lnTo>
                    <a:pt x="939390" y="17933"/>
                  </a:lnTo>
                  <a:lnTo>
                    <a:pt x="953236" y="16678"/>
                  </a:lnTo>
                  <a:lnTo>
                    <a:pt x="966741" y="15454"/>
                  </a:lnTo>
                  <a:lnTo>
                    <a:pt x="979920" y="14259"/>
                  </a:lnTo>
                  <a:lnTo>
                    <a:pt x="992789" y="13093"/>
                  </a:lnTo>
                  <a:lnTo>
                    <a:pt x="1005362" y="11953"/>
                  </a:lnTo>
                  <a:lnTo>
                    <a:pt x="1017652" y="10839"/>
                  </a:lnTo>
                  <a:lnTo>
                    <a:pt x="1029673" y="9750"/>
                  </a:lnTo>
                  <a:lnTo>
                    <a:pt x="1041435" y="8684"/>
                  </a:lnTo>
                  <a:lnTo>
                    <a:pt x="1052949" y="7640"/>
                  </a:lnTo>
                  <a:lnTo>
                    <a:pt x="1064226" y="6618"/>
                  </a:lnTo>
                  <a:lnTo>
                    <a:pt x="1075275" y="5617"/>
                  </a:lnTo>
                  <a:lnTo>
                    <a:pt x="1086105" y="4635"/>
                  </a:lnTo>
                  <a:lnTo>
                    <a:pt x="1096724" y="3673"/>
                  </a:lnTo>
                  <a:lnTo>
                    <a:pt x="1107142" y="2729"/>
                  </a:lnTo>
                  <a:lnTo>
                    <a:pt x="1117365" y="1802"/>
                  </a:lnTo>
                  <a:lnTo>
                    <a:pt x="1127400" y="893"/>
                  </a:lnTo>
                  <a:lnTo>
                    <a:pt x="113725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418657" y="4842885"/>
              <a:ext cx="1137254" cy="115949"/>
            </a:xfrm>
            <a:custGeom>
              <a:avLst/>
              <a:pathLst>
                <a:path w="1137254" h="115949">
                  <a:moveTo>
                    <a:pt x="0" y="115949"/>
                  </a:moveTo>
                  <a:lnTo>
                    <a:pt x="73028" y="108504"/>
                  </a:lnTo>
                  <a:lnTo>
                    <a:pt x="137444" y="101936"/>
                  </a:lnTo>
                  <a:lnTo>
                    <a:pt x="195066" y="96061"/>
                  </a:lnTo>
                  <a:lnTo>
                    <a:pt x="247192" y="90747"/>
                  </a:lnTo>
                  <a:lnTo>
                    <a:pt x="294779" y="85895"/>
                  </a:lnTo>
                  <a:lnTo>
                    <a:pt x="338555" y="81432"/>
                  </a:lnTo>
                  <a:lnTo>
                    <a:pt x="379084" y="77299"/>
                  </a:lnTo>
                  <a:lnTo>
                    <a:pt x="416817" y="73452"/>
                  </a:lnTo>
                  <a:lnTo>
                    <a:pt x="452113" y="69854"/>
                  </a:lnTo>
                  <a:lnTo>
                    <a:pt x="485269" y="66473"/>
                  </a:lnTo>
                  <a:lnTo>
                    <a:pt x="516529" y="63286"/>
                  </a:lnTo>
                  <a:lnTo>
                    <a:pt x="546099" y="60271"/>
                  </a:lnTo>
                  <a:lnTo>
                    <a:pt x="574151" y="57411"/>
                  </a:lnTo>
                  <a:lnTo>
                    <a:pt x="600835" y="54691"/>
                  </a:lnTo>
                  <a:lnTo>
                    <a:pt x="626277" y="52097"/>
                  </a:lnTo>
                  <a:lnTo>
                    <a:pt x="650588" y="49618"/>
                  </a:lnTo>
                  <a:lnTo>
                    <a:pt x="673864" y="47245"/>
                  </a:lnTo>
                  <a:lnTo>
                    <a:pt x="696190" y="44969"/>
                  </a:lnTo>
                  <a:lnTo>
                    <a:pt x="717640" y="42782"/>
                  </a:lnTo>
                  <a:lnTo>
                    <a:pt x="738280" y="40677"/>
                  </a:lnTo>
                  <a:lnTo>
                    <a:pt x="758169" y="38649"/>
                  </a:lnTo>
                  <a:lnTo>
                    <a:pt x="777361" y="36693"/>
                  </a:lnTo>
                  <a:lnTo>
                    <a:pt x="795902" y="34802"/>
                  </a:lnTo>
                  <a:lnTo>
                    <a:pt x="813835" y="32974"/>
                  </a:lnTo>
                  <a:lnTo>
                    <a:pt x="831198" y="31204"/>
                  </a:lnTo>
                  <a:lnTo>
                    <a:pt x="848027" y="29488"/>
                  </a:lnTo>
                  <a:lnTo>
                    <a:pt x="864354" y="27823"/>
                  </a:lnTo>
                  <a:lnTo>
                    <a:pt x="880208" y="26207"/>
                  </a:lnTo>
                  <a:lnTo>
                    <a:pt x="895614" y="24636"/>
                  </a:lnTo>
                  <a:lnTo>
                    <a:pt x="910599" y="23108"/>
                  </a:lnTo>
                  <a:lnTo>
                    <a:pt x="925184" y="21621"/>
                  </a:lnTo>
                  <a:lnTo>
                    <a:pt x="939390" y="20173"/>
                  </a:lnTo>
                  <a:lnTo>
                    <a:pt x="953236" y="18761"/>
                  </a:lnTo>
                  <a:lnTo>
                    <a:pt x="966741" y="17384"/>
                  </a:lnTo>
                  <a:lnTo>
                    <a:pt x="979920" y="16041"/>
                  </a:lnTo>
                  <a:lnTo>
                    <a:pt x="992789" y="14729"/>
                  </a:lnTo>
                  <a:lnTo>
                    <a:pt x="1005362" y="13447"/>
                  </a:lnTo>
                  <a:lnTo>
                    <a:pt x="1017652" y="12194"/>
                  </a:lnTo>
                  <a:lnTo>
                    <a:pt x="1029673" y="10968"/>
                  </a:lnTo>
                  <a:lnTo>
                    <a:pt x="1041435" y="9769"/>
                  </a:lnTo>
                  <a:lnTo>
                    <a:pt x="1052949" y="8595"/>
                  </a:lnTo>
                  <a:lnTo>
                    <a:pt x="1064226" y="7445"/>
                  </a:lnTo>
                  <a:lnTo>
                    <a:pt x="1075275" y="6319"/>
                  </a:lnTo>
                  <a:lnTo>
                    <a:pt x="1086105" y="5215"/>
                  </a:lnTo>
                  <a:lnTo>
                    <a:pt x="1096724" y="4132"/>
                  </a:lnTo>
                  <a:lnTo>
                    <a:pt x="1107142" y="3070"/>
                  </a:lnTo>
                  <a:lnTo>
                    <a:pt x="1117365" y="2027"/>
                  </a:lnTo>
                  <a:lnTo>
                    <a:pt x="1127400" y="1004"/>
                  </a:lnTo>
                  <a:lnTo>
                    <a:pt x="113725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418657" y="4875742"/>
              <a:ext cx="1137254" cy="95600"/>
            </a:xfrm>
            <a:custGeom>
              <a:avLst/>
              <a:pathLst>
                <a:path w="1137254" h="95600">
                  <a:moveTo>
                    <a:pt x="0" y="0"/>
                  </a:moveTo>
                  <a:lnTo>
                    <a:pt x="73028" y="6138"/>
                  </a:lnTo>
                  <a:lnTo>
                    <a:pt x="137444" y="11553"/>
                  </a:lnTo>
                  <a:lnTo>
                    <a:pt x="195066" y="16397"/>
                  </a:lnTo>
                  <a:lnTo>
                    <a:pt x="247192" y="20779"/>
                  </a:lnTo>
                  <a:lnTo>
                    <a:pt x="294779" y="24779"/>
                  </a:lnTo>
                  <a:lnTo>
                    <a:pt x="338555" y="28459"/>
                  </a:lnTo>
                  <a:lnTo>
                    <a:pt x="379084" y="31866"/>
                  </a:lnTo>
                  <a:lnTo>
                    <a:pt x="416817" y="35038"/>
                  </a:lnTo>
                  <a:lnTo>
                    <a:pt x="452113" y="38005"/>
                  </a:lnTo>
                  <a:lnTo>
                    <a:pt x="485269" y="40792"/>
                  </a:lnTo>
                  <a:lnTo>
                    <a:pt x="516529" y="43420"/>
                  </a:lnTo>
                  <a:lnTo>
                    <a:pt x="546099" y="45906"/>
                  </a:lnTo>
                  <a:lnTo>
                    <a:pt x="574151" y="48264"/>
                  </a:lnTo>
                  <a:lnTo>
                    <a:pt x="600835" y="50507"/>
                  </a:lnTo>
                  <a:lnTo>
                    <a:pt x="626277" y="52646"/>
                  </a:lnTo>
                  <a:lnTo>
                    <a:pt x="650588" y="54689"/>
                  </a:lnTo>
                  <a:lnTo>
                    <a:pt x="673864" y="56646"/>
                  </a:lnTo>
                  <a:lnTo>
                    <a:pt x="696190" y="58523"/>
                  </a:lnTo>
                  <a:lnTo>
                    <a:pt x="717640" y="60326"/>
                  </a:lnTo>
                  <a:lnTo>
                    <a:pt x="738280" y="62061"/>
                  </a:lnTo>
                  <a:lnTo>
                    <a:pt x="758169" y="63733"/>
                  </a:lnTo>
                  <a:lnTo>
                    <a:pt x="777361" y="65346"/>
                  </a:lnTo>
                  <a:lnTo>
                    <a:pt x="795902" y="66905"/>
                  </a:lnTo>
                  <a:lnTo>
                    <a:pt x="813835" y="68412"/>
                  </a:lnTo>
                  <a:lnTo>
                    <a:pt x="831198" y="69872"/>
                  </a:lnTo>
                  <a:lnTo>
                    <a:pt x="848027" y="71286"/>
                  </a:lnTo>
                  <a:lnTo>
                    <a:pt x="864354" y="72659"/>
                  </a:lnTo>
                  <a:lnTo>
                    <a:pt x="880208" y="73992"/>
                  </a:lnTo>
                  <a:lnTo>
                    <a:pt x="895614" y="75287"/>
                  </a:lnTo>
                  <a:lnTo>
                    <a:pt x="910599" y="76546"/>
                  </a:lnTo>
                  <a:lnTo>
                    <a:pt x="925184" y="77772"/>
                  </a:lnTo>
                  <a:lnTo>
                    <a:pt x="939390" y="78967"/>
                  </a:lnTo>
                  <a:lnTo>
                    <a:pt x="953236" y="80131"/>
                  </a:lnTo>
                  <a:lnTo>
                    <a:pt x="966741" y="81266"/>
                  </a:lnTo>
                  <a:lnTo>
                    <a:pt x="979920" y="82374"/>
                  </a:lnTo>
                  <a:lnTo>
                    <a:pt x="992789" y="83455"/>
                  </a:lnTo>
                  <a:lnTo>
                    <a:pt x="1005362" y="84512"/>
                  </a:lnTo>
                  <a:lnTo>
                    <a:pt x="1017652" y="85546"/>
                  </a:lnTo>
                  <a:lnTo>
                    <a:pt x="1029673" y="86556"/>
                  </a:lnTo>
                  <a:lnTo>
                    <a:pt x="1041435" y="87545"/>
                  </a:lnTo>
                  <a:lnTo>
                    <a:pt x="1052949" y="88513"/>
                  </a:lnTo>
                  <a:lnTo>
                    <a:pt x="1064226" y="89461"/>
                  </a:lnTo>
                  <a:lnTo>
                    <a:pt x="1075275" y="90389"/>
                  </a:lnTo>
                  <a:lnTo>
                    <a:pt x="1086105" y="91300"/>
                  </a:lnTo>
                  <a:lnTo>
                    <a:pt x="1096724" y="92192"/>
                  </a:lnTo>
                  <a:lnTo>
                    <a:pt x="1107142" y="93068"/>
                  </a:lnTo>
                  <a:lnTo>
                    <a:pt x="1117365" y="93928"/>
                  </a:lnTo>
                  <a:lnTo>
                    <a:pt x="1127400" y="94771"/>
                  </a:lnTo>
                  <a:lnTo>
                    <a:pt x="1137254" y="9560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418657" y="5000375"/>
              <a:ext cx="1137254" cy="172804"/>
            </a:xfrm>
            <a:custGeom>
              <a:avLst/>
              <a:pathLst>
                <a:path w="1137254" h="172804">
                  <a:moveTo>
                    <a:pt x="0" y="0"/>
                  </a:moveTo>
                  <a:lnTo>
                    <a:pt x="73028" y="11096"/>
                  </a:lnTo>
                  <a:lnTo>
                    <a:pt x="137444" y="20884"/>
                  </a:lnTo>
                  <a:lnTo>
                    <a:pt x="195066" y="29640"/>
                  </a:lnTo>
                  <a:lnTo>
                    <a:pt x="247192" y="37560"/>
                  </a:lnTo>
                  <a:lnTo>
                    <a:pt x="294779" y="44791"/>
                  </a:lnTo>
                  <a:lnTo>
                    <a:pt x="338555" y="51443"/>
                  </a:lnTo>
                  <a:lnTo>
                    <a:pt x="379084" y="57601"/>
                  </a:lnTo>
                  <a:lnTo>
                    <a:pt x="416817" y="63334"/>
                  </a:lnTo>
                  <a:lnTo>
                    <a:pt x="452113" y="68698"/>
                  </a:lnTo>
                  <a:lnTo>
                    <a:pt x="485269" y="73736"/>
                  </a:lnTo>
                  <a:lnTo>
                    <a:pt x="516529" y="78486"/>
                  </a:lnTo>
                  <a:lnTo>
                    <a:pt x="546099" y="82979"/>
                  </a:lnTo>
                  <a:lnTo>
                    <a:pt x="574151" y="87241"/>
                  </a:lnTo>
                  <a:lnTo>
                    <a:pt x="600835" y="91296"/>
                  </a:lnTo>
                  <a:lnTo>
                    <a:pt x="626277" y="95162"/>
                  </a:lnTo>
                  <a:lnTo>
                    <a:pt x="650588" y="98856"/>
                  </a:lnTo>
                  <a:lnTo>
                    <a:pt x="673864" y="102392"/>
                  </a:lnTo>
                  <a:lnTo>
                    <a:pt x="696190" y="105785"/>
                  </a:lnTo>
                  <a:lnTo>
                    <a:pt x="717640" y="109044"/>
                  </a:lnTo>
                  <a:lnTo>
                    <a:pt x="738280" y="112180"/>
                  </a:lnTo>
                  <a:lnTo>
                    <a:pt x="758169" y="115202"/>
                  </a:lnTo>
                  <a:lnTo>
                    <a:pt x="777361" y="118119"/>
                  </a:lnTo>
                  <a:lnTo>
                    <a:pt x="795902" y="120936"/>
                  </a:lnTo>
                  <a:lnTo>
                    <a:pt x="813835" y="123661"/>
                  </a:lnTo>
                  <a:lnTo>
                    <a:pt x="831198" y="126299"/>
                  </a:lnTo>
                  <a:lnTo>
                    <a:pt x="848027" y="128856"/>
                  </a:lnTo>
                  <a:lnTo>
                    <a:pt x="864354" y="131337"/>
                  </a:lnTo>
                  <a:lnTo>
                    <a:pt x="880208" y="133746"/>
                  </a:lnTo>
                  <a:lnTo>
                    <a:pt x="895614" y="136087"/>
                  </a:lnTo>
                  <a:lnTo>
                    <a:pt x="910599" y="138364"/>
                  </a:lnTo>
                  <a:lnTo>
                    <a:pt x="925184" y="140580"/>
                  </a:lnTo>
                  <a:lnTo>
                    <a:pt x="939390" y="142739"/>
                  </a:lnTo>
                  <a:lnTo>
                    <a:pt x="953236" y="144843"/>
                  </a:lnTo>
                  <a:lnTo>
                    <a:pt x="966741" y="146895"/>
                  </a:lnTo>
                  <a:lnTo>
                    <a:pt x="979920" y="148897"/>
                  </a:lnTo>
                  <a:lnTo>
                    <a:pt x="992789" y="150853"/>
                  </a:lnTo>
                  <a:lnTo>
                    <a:pt x="1005362" y="152763"/>
                  </a:lnTo>
                  <a:lnTo>
                    <a:pt x="1017652" y="154631"/>
                  </a:lnTo>
                  <a:lnTo>
                    <a:pt x="1029673" y="156457"/>
                  </a:lnTo>
                  <a:lnTo>
                    <a:pt x="1041435" y="158244"/>
                  </a:lnTo>
                  <a:lnTo>
                    <a:pt x="1052949" y="159994"/>
                  </a:lnTo>
                  <a:lnTo>
                    <a:pt x="1064226" y="161707"/>
                  </a:lnTo>
                  <a:lnTo>
                    <a:pt x="1075275" y="163386"/>
                  </a:lnTo>
                  <a:lnTo>
                    <a:pt x="1086105" y="165032"/>
                  </a:lnTo>
                  <a:lnTo>
                    <a:pt x="1096724" y="166646"/>
                  </a:lnTo>
                  <a:lnTo>
                    <a:pt x="1107142" y="168228"/>
                  </a:lnTo>
                  <a:lnTo>
                    <a:pt x="1117365" y="169782"/>
                  </a:lnTo>
                  <a:lnTo>
                    <a:pt x="1127400" y="171307"/>
                  </a:lnTo>
                  <a:lnTo>
                    <a:pt x="1137254" y="17280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418657" y="4954565"/>
              <a:ext cx="1137254" cy="5820"/>
            </a:xfrm>
            <a:custGeom>
              <a:avLst/>
              <a:pathLst>
                <a:path w="1137254" h="5820">
                  <a:moveTo>
                    <a:pt x="0" y="5820"/>
                  </a:moveTo>
                  <a:lnTo>
                    <a:pt x="73028" y="5446"/>
                  </a:lnTo>
                  <a:lnTo>
                    <a:pt x="137444" y="5117"/>
                  </a:lnTo>
                  <a:lnTo>
                    <a:pt x="195066" y="4822"/>
                  </a:lnTo>
                  <a:lnTo>
                    <a:pt x="247192" y="4555"/>
                  </a:lnTo>
                  <a:lnTo>
                    <a:pt x="294779" y="4311"/>
                  </a:lnTo>
                  <a:lnTo>
                    <a:pt x="338555" y="4087"/>
                  </a:lnTo>
                  <a:lnTo>
                    <a:pt x="379084" y="3880"/>
                  </a:lnTo>
                  <a:lnTo>
                    <a:pt x="416817" y="3687"/>
                  </a:lnTo>
                  <a:lnTo>
                    <a:pt x="452113" y="3506"/>
                  </a:lnTo>
                  <a:lnTo>
                    <a:pt x="485269" y="3336"/>
                  </a:lnTo>
                  <a:lnTo>
                    <a:pt x="516529" y="3176"/>
                  </a:lnTo>
                  <a:lnTo>
                    <a:pt x="546099" y="3025"/>
                  </a:lnTo>
                  <a:lnTo>
                    <a:pt x="574151" y="2882"/>
                  </a:lnTo>
                  <a:lnTo>
                    <a:pt x="600835" y="2745"/>
                  </a:lnTo>
                  <a:lnTo>
                    <a:pt x="626277" y="2615"/>
                  </a:lnTo>
                  <a:lnTo>
                    <a:pt x="650588" y="2490"/>
                  </a:lnTo>
                  <a:lnTo>
                    <a:pt x="673864" y="2371"/>
                  </a:lnTo>
                  <a:lnTo>
                    <a:pt x="696190" y="2257"/>
                  </a:lnTo>
                  <a:lnTo>
                    <a:pt x="717640" y="2147"/>
                  </a:lnTo>
                  <a:lnTo>
                    <a:pt x="738280" y="2041"/>
                  </a:lnTo>
                  <a:lnTo>
                    <a:pt x="758169" y="1940"/>
                  </a:lnTo>
                  <a:lnTo>
                    <a:pt x="777361" y="1841"/>
                  </a:lnTo>
                  <a:lnTo>
                    <a:pt x="795902" y="1747"/>
                  </a:lnTo>
                  <a:lnTo>
                    <a:pt x="813835" y="1655"/>
                  </a:lnTo>
                  <a:lnTo>
                    <a:pt x="831198" y="1566"/>
                  </a:lnTo>
                  <a:lnTo>
                    <a:pt x="848027" y="1480"/>
                  </a:lnTo>
                  <a:lnTo>
                    <a:pt x="864354" y="1396"/>
                  </a:lnTo>
                  <a:lnTo>
                    <a:pt x="880208" y="1315"/>
                  </a:lnTo>
                  <a:lnTo>
                    <a:pt x="895614" y="1236"/>
                  </a:lnTo>
                  <a:lnTo>
                    <a:pt x="910599" y="1160"/>
                  </a:lnTo>
                  <a:lnTo>
                    <a:pt x="925184" y="1085"/>
                  </a:lnTo>
                  <a:lnTo>
                    <a:pt x="939390" y="1012"/>
                  </a:lnTo>
                  <a:lnTo>
                    <a:pt x="953236" y="941"/>
                  </a:lnTo>
                  <a:lnTo>
                    <a:pt x="966741" y="872"/>
                  </a:lnTo>
                  <a:lnTo>
                    <a:pt x="979920" y="805"/>
                  </a:lnTo>
                  <a:lnTo>
                    <a:pt x="992789" y="739"/>
                  </a:lnTo>
                  <a:lnTo>
                    <a:pt x="1005362" y="675"/>
                  </a:lnTo>
                  <a:lnTo>
                    <a:pt x="1017652" y="612"/>
                  </a:lnTo>
                  <a:lnTo>
                    <a:pt x="1029673" y="550"/>
                  </a:lnTo>
                  <a:lnTo>
                    <a:pt x="1041435" y="490"/>
                  </a:lnTo>
                  <a:lnTo>
                    <a:pt x="1052949" y="431"/>
                  </a:lnTo>
                  <a:lnTo>
                    <a:pt x="1064226" y="373"/>
                  </a:lnTo>
                  <a:lnTo>
                    <a:pt x="1075275" y="317"/>
                  </a:lnTo>
                  <a:lnTo>
                    <a:pt x="1086105" y="261"/>
                  </a:lnTo>
                  <a:lnTo>
                    <a:pt x="1096724" y="207"/>
                  </a:lnTo>
                  <a:lnTo>
                    <a:pt x="1107142" y="154"/>
                  </a:lnTo>
                  <a:lnTo>
                    <a:pt x="1117365" y="101"/>
                  </a:lnTo>
                  <a:lnTo>
                    <a:pt x="1127400" y="50"/>
                  </a:lnTo>
                  <a:lnTo>
                    <a:pt x="113725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418657" y="4985939"/>
              <a:ext cx="1137254" cy="70294"/>
            </a:xfrm>
            <a:custGeom>
              <a:avLst/>
              <a:pathLst>
                <a:path w="1137254" h="70294">
                  <a:moveTo>
                    <a:pt x="0" y="0"/>
                  </a:moveTo>
                  <a:lnTo>
                    <a:pt x="73028" y="4513"/>
                  </a:lnTo>
                  <a:lnTo>
                    <a:pt x="137444" y="8495"/>
                  </a:lnTo>
                  <a:lnTo>
                    <a:pt x="195066" y="12057"/>
                  </a:lnTo>
                  <a:lnTo>
                    <a:pt x="247192" y="15279"/>
                  </a:lnTo>
                  <a:lnTo>
                    <a:pt x="294779" y="18220"/>
                  </a:lnTo>
                  <a:lnTo>
                    <a:pt x="338555" y="20926"/>
                  </a:lnTo>
                  <a:lnTo>
                    <a:pt x="379084" y="23431"/>
                  </a:lnTo>
                  <a:lnTo>
                    <a:pt x="416817" y="25763"/>
                  </a:lnTo>
                  <a:lnTo>
                    <a:pt x="452113" y="27945"/>
                  </a:lnTo>
                  <a:lnTo>
                    <a:pt x="485269" y="29995"/>
                  </a:lnTo>
                  <a:lnTo>
                    <a:pt x="516529" y="31927"/>
                  </a:lnTo>
                  <a:lnTo>
                    <a:pt x="546099" y="33754"/>
                  </a:lnTo>
                  <a:lnTo>
                    <a:pt x="574151" y="35488"/>
                  </a:lnTo>
                  <a:lnTo>
                    <a:pt x="600835" y="37138"/>
                  </a:lnTo>
                  <a:lnTo>
                    <a:pt x="626277" y="38710"/>
                  </a:lnTo>
                  <a:lnTo>
                    <a:pt x="650588" y="40213"/>
                  </a:lnTo>
                  <a:lnTo>
                    <a:pt x="673864" y="41652"/>
                  </a:lnTo>
                  <a:lnTo>
                    <a:pt x="696190" y="43032"/>
                  </a:lnTo>
                  <a:lnTo>
                    <a:pt x="717640" y="44358"/>
                  </a:lnTo>
                  <a:lnTo>
                    <a:pt x="738280" y="45633"/>
                  </a:lnTo>
                  <a:lnTo>
                    <a:pt x="758169" y="46863"/>
                  </a:lnTo>
                  <a:lnTo>
                    <a:pt x="777361" y="48049"/>
                  </a:lnTo>
                  <a:lnTo>
                    <a:pt x="795902" y="49195"/>
                  </a:lnTo>
                  <a:lnTo>
                    <a:pt x="813835" y="50304"/>
                  </a:lnTo>
                  <a:lnTo>
                    <a:pt x="831198" y="51377"/>
                  </a:lnTo>
                  <a:lnTo>
                    <a:pt x="848027" y="52417"/>
                  </a:lnTo>
                  <a:lnTo>
                    <a:pt x="864354" y="53426"/>
                  </a:lnTo>
                  <a:lnTo>
                    <a:pt x="880208" y="54406"/>
                  </a:lnTo>
                  <a:lnTo>
                    <a:pt x="895614" y="55358"/>
                  </a:lnTo>
                  <a:lnTo>
                    <a:pt x="910599" y="56285"/>
                  </a:lnTo>
                  <a:lnTo>
                    <a:pt x="925184" y="57186"/>
                  </a:lnTo>
                  <a:lnTo>
                    <a:pt x="939390" y="58064"/>
                  </a:lnTo>
                  <a:lnTo>
                    <a:pt x="953236" y="58920"/>
                  </a:lnTo>
                  <a:lnTo>
                    <a:pt x="966741" y="59755"/>
                  </a:lnTo>
                  <a:lnTo>
                    <a:pt x="979920" y="60569"/>
                  </a:lnTo>
                  <a:lnTo>
                    <a:pt x="992789" y="61365"/>
                  </a:lnTo>
                  <a:lnTo>
                    <a:pt x="1005362" y="62142"/>
                  </a:lnTo>
                  <a:lnTo>
                    <a:pt x="1017652" y="62902"/>
                  </a:lnTo>
                  <a:lnTo>
                    <a:pt x="1029673" y="63645"/>
                  </a:lnTo>
                  <a:lnTo>
                    <a:pt x="1041435" y="64372"/>
                  </a:lnTo>
                  <a:lnTo>
                    <a:pt x="1052949" y="65083"/>
                  </a:lnTo>
                  <a:lnTo>
                    <a:pt x="1064226" y="65780"/>
                  </a:lnTo>
                  <a:lnTo>
                    <a:pt x="1075275" y="66463"/>
                  </a:lnTo>
                  <a:lnTo>
                    <a:pt x="1086105" y="67133"/>
                  </a:lnTo>
                  <a:lnTo>
                    <a:pt x="1096724" y="67789"/>
                  </a:lnTo>
                  <a:lnTo>
                    <a:pt x="1107142" y="68433"/>
                  </a:lnTo>
                  <a:lnTo>
                    <a:pt x="1117365" y="69065"/>
                  </a:lnTo>
                  <a:lnTo>
                    <a:pt x="1127400" y="69685"/>
                  </a:lnTo>
                  <a:lnTo>
                    <a:pt x="1137254" y="7029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rc772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4" name="pl773"/>
            <p:cNvSpPr/>
            <p:nvPr/>
          </p:nvSpPr>
          <p:spPr>
            <a:xfrm>
              <a:off x="1342663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tx774"/>
            <p:cNvSpPr/>
            <p:nvPr/>
          </p:nvSpPr>
          <p:spPr>
            <a:xfrm rot="-5400000">
              <a:off x="1152636" y="516014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6" name="tx775"/>
            <p:cNvSpPr/>
            <p:nvPr/>
          </p:nvSpPr>
          <p:spPr>
            <a:xfrm rot="-5400000">
              <a:off x="1152636" y="478720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152636" y="441426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8" name="pl777"/>
            <p:cNvSpPr/>
            <p:nvPr/>
          </p:nvSpPr>
          <p:spPr>
            <a:xfrm>
              <a:off x="1311032" y="52011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8"/>
            <p:cNvSpPr/>
            <p:nvPr/>
          </p:nvSpPr>
          <p:spPr>
            <a:xfrm>
              <a:off x="1311032" y="48282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311032" y="44552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42663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1865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79774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217682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55591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tx785"/>
            <p:cNvSpPr/>
            <p:nvPr/>
          </p:nvSpPr>
          <p:spPr>
            <a:xfrm>
              <a:off x="138688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7" name="tx786"/>
            <p:cNvSpPr/>
            <p:nvPr/>
          </p:nvSpPr>
          <p:spPr>
            <a:xfrm>
              <a:off x="176596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214505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52413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1704354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342663" y="3937978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2" name="rc791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06007" y="466627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826929" y="440093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11131" y="470991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804023" y="467269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37955" y="426789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34674" y="464887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51623" y="500226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39455" y="488585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18159" y="46829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24913" y="420636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231551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196662" y="461971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197826" y="470914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230007" y="51114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16242" y="472438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13214" y="48728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213572" y="495439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215047" y="502477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225446" y="481784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198499" y="451971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228720" y="446745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194023" y="49472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192239" y="479289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209578" y="483619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200278" y="472539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179887" y="440739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185559" y="489673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192578" y="426902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592840" y="437461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595875" y="477800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99959" y="469132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73446" y="488478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89218" y="485836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60441" y="49620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88502" y="462739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98485" y="451522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99389" y="453426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93928" y="458543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99899" y="473347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603922" y="430702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608863" y="498309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93105" y="508759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96215" y="46664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58568" y="446069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604197" y="473514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99738" y="509403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603947" y="415750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604687" y="460087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934624" y="489181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971708" y="472846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949146" y="488487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971143" y="487009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966633" y="495232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935571" y="467159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975340" y="483547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937959" y="517332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942211" y="473717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971595" y="49484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984014" y="495723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935489" y="479515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952767" y="469930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976852" y="50402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958632" y="496248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938694" y="498874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980606" y="447457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969474" y="460338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66680" y="499340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935726" y="478887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980070" y="464927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937830" y="46841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955882" y="462476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949971" y="48854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l864"/>
            <p:cNvSpPr/>
            <p:nvPr/>
          </p:nvSpPr>
          <p:spPr>
            <a:xfrm>
              <a:off x="2856266" y="4725946"/>
              <a:ext cx="1133359" cy="11997"/>
            </a:xfrm>
            <a:custGeom>
              <a:avLst/>
              <a:pathLst>
                <a:path w="1133359" h="11997">
                  <a:moveTo>
                    <a:pt x="0" y="0"/>
                  </a:moveTo>
                  <a:lnTo>
                    <a:pt x="72778" y="770"/>
                  </a:lnTo>
                  <a:lnTo>
                    <a:pt x="136974" y="1449"/>
                  </a:lnTo>
                  <a:lnTo>
                    <a:pt x="194398" y="2057"/>
                  </a:lnTo>
                  <a:lnTo>
                    <a:pt x="246345" y="2607"/>
                  </a:lnTo>
                  <a:lnTo>
                    <a:pt x="293769" y="3109"/>
                  </a:lnTo>
                  <a:lnTo>
                    <a:pt x="337395" y="3571"/>
                  </a:lnTo>
                  <a:lnTo>
                    <a:pt x="377786" y="3999"/>
                  </a:lnTo>
                  <a:lnTo>
                    <a:pt x="415389" y="4397"/>
                  </a:lnTo>
                  <a:lnTo>
                    <a:pt x="450565" y="4769"/>
                  </a:lnTo>
                  <a:lnTo>
                    <a:pt x="483607" y="5119"/>
                  </a:lnTo>
                  <a:lnTo>
                    <a:pt x="514760" y="5449"/>
                  </a:lnTo>
                  <a:lnTo>
                    <a:pt x="544229" y="5761"/>
                  </a:lnTo>
                  <a:lnTo>
                    <a:pt x="572185" y="6057"/>
                  </a:lnTo>
                  <a:lnTo>
                    <a:pt x="598777" y="6338"/>
                  </a:lnTo>
                  <a:lnTo>
                    <a:pt x="624132" y="6606"/>
                  </a:lnTo>
                  <a:lnTo>
                    <a:pt x="648360" y="6863"/>
                  </a:lnTo>
                  <a:lnTo>
                    <a:pt x="671556" y="7108"/>
                  </a:lnTo>
                  <a:lnTo>
                    <a:pt x="693805" y="7344"/>
                  </a:lnTo>
                  <a:lnTo>
                    <a:pt x="715182" y="7570"/>
                  </a:lnTo>
                  <a:lnTo>
                    <a:pt x="735751" y="7788"/>
                  </a:lnTo>
                  <a:lnTo>
                    <a:pt x="755573" y="7998"/>
                  </a:lnTo>
                  <a:lnTo>
                    <a:pt x="774699" y="8200"/>
                  </a:lnTo>
                  <a:lnTo>
                    <a:pt x="793176" y="8396"/>
                  </a:lnTo>
                  <a:lnTo>
                    <a:pt x="811047" y="8585"/>
                  </a:lnTo>
                  <a:lnTo>
                    <a:pt x="828351" y="8768"/>
                  </a:lnTo>
                  <a:lnTo>
                    <a:pt x="845123" y="8946"/>
                  </a:lnTo>
                  <a:lnTo>
                    <a:pt x="861394" y="9118"/>
                  </a:lnTo>
                  <a:lnTo>
                    <a:pt x="877193" y="9285"/>
                  </a:lnTo>
                  <a:lnTo>
                    <a:pt x="892547" y="9448"/>
                  </a:lnTo>
                  <a:lnTo>
                    <a:pt x="907480" y="9606"/>
                  </a:lnTo>
                  <a:lnTo>
                    <a:pt x="922015" y="9760"/>
                  </a:lnTo>
                  <a:lnTo>
                    <a:pt x="936173" y="9910"/>
                  </a:lnTo>
                  <a:lnTo>
                    <a:pt x="949972" y="10056"/>
                  </a:lnTo>
                  <a:lnTo>
                    <a:pt x="963430" y="10198"/>
                  </a:lnTo>
                  <a:lnTo>
                    <a:pt x="976564" y="10337"/>
                  </a:lnTo>
                  <a:lnTo>
                    <a:pt x="989389" y="10473"/>
                  </a:lnTo>
                  <a:lnTo>
                    <a:pt x="1001919" y="10606"/>
                  </a:lnTo>
                  <a:lnTo>
                    <a:pt x="1014167" y="10735"/>
                  </a:lnTo>
                  <a:lnTo>
                    <a:pt x="1026146" y="10862"/>
                  </a:lnTo>
                  <a:lnTo>
                    <a:pt x="1037868" y="10986"/>
                  </a:lnTo>
                  <a:lnTo>
                    <a:pt x="1049342" y="11108"/>
                  </a:lnTo>
                  <a:lnTo>
                    <a:pt x="1060581" y="11227"/>
                  </a:lnTo>
                  <a:lnTo>
                    <a:pt x="1071592" y="11343"/>
                  </a:lnTo>
                  <a:lnTo>
                    <a:pt x="1082385" y="11457"/>
                  </a:lnTo>
                  <a:lnTo>
                    <a:pt x="1092968" y="11569"/>
                  </a:lnTo>
                  <a:lnTo>
                    <a:pt x="1103350" y="11679"/>
                  </a:lnTo>
                  <a:lnTo>
                    <a:pt x="1113538" y="11787"/>
                  </a:lnTo>
                  <a:lnTo>
                    <a:pt x="1123539" y="11893"/>
                  </a:lnTo>
                  <a:lnTo>
                    <a:pt x="1133359" y="1199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6" name="pl865"/>
            <p:cNvSpPr/>
            <p:nvPr/>
          </p:nvSpPr>
          <p:spPr>
            <a:xfrm>
              <a:off x="2856266" y="4710777"/>
              <a:ext cx="1133359" cy="9040"/>
            </a:xfrm>
            <a:custGeom>
              <a:avLst/>
              <a:pathLst>
                <a:path w="1133359" h="9040">
                  <a:moveTo>
                    <a:pt x="0" y="9040"/>
                  </a:moveTo>
                  <a:lnTo>
                    <a:pt x="72778" y="8459"/>
                  </a:lnTo>
                  <a:lnTo>
                    <a:pt x="136974" y="7947"/>
                  </a:lnTo>
                  <a:lnTo>
                    <a:pt x="194398" y="7489"/>
                  </a:lnTo>
                  <a:lnTo>
                    <a:pt x="246345" y="7075"/>
                  </a:lnTo>
                  <a:lnTo>
                    <a:pt x="293769" y="6696"/>
                  </a:lnTo>
                  <a:lnTo>
                    <a:pt x="337395" y="6348"/>
                  </a:lnTo>
                  <a:lnTo>
                    <a:pt x="377786" y="6026"/>
                  </a:lnTo>
                  <a:lnTo>
                    <a:pt x="415389" y="5726"/>
                  </a:lnTo>
                  <a:lnTo>
                    <a:pt x="450565" y="5446"/>
                  </a:lnTo>
                  <a:lnTo>
                    <a:pt x="483607" y="5182"/>
                  </a:lnTo>
                  <a:lnTo>
                    <a:pt x="514760" y="4934"/>
                  </a:lnTo>
                  <a:lnTo>
                    <a:pt x="544229" y="4699"/>
                  </a:lnTo>
                  <a:lnTo>
                    <a:pt x="572185" y="4476"/>
                  </a:lnTo>
                  <a:lnTo>
                    <a:pt x="598777" y="4263"/>
                  </a:lnTo>
                  <a:lnTo>
                    <a:pt x="624132" y="4061"/>
                  </a:lnTo>
                  <a:lnTo>
                    <a:pt x="648360" y="3868"/>
                  </a:lnTo>
                  <a:lnTo>
                    <a:pt x="671556" y="3683"/>
                  </a:lnTo>
                  <a:lnTo>
                    <a:pt x="693805" y="3506"/>
                  </a:lnTo>
                  <a:lnTo>
                    <a:pt x="715182" y="3335"/>
                  </a:lnTo>
                  <a:lnTo>
                    <a:pt x="735751" y="3171"/>
                  </a:lnTo>
                  <a:lnTo>
                    <a:pt x="755573" y="3013"/>
                  </a:lnTo>
                  <a:lnTo>
                    <a:pt x="774699" y="2860"/>
                  </a:lnTo>
                  <a:lnTo>
                    <a:pt x="793176" y="2713"/>
                  </a:lnTo>
                  <a:lnTo>
                    <a:pt x="811047" y="2570"/>
                  </a:lnTo>
                  <a:lnTo>
                    <a:pt x="828351" y="2432"/>
                  </a:lnTo>
                  <a:lnTo>
                    <a:pt x="845123" y="2299"/>
                  </a:lnTo>
                  <a:lnTo>
                    <a:pt x="861394" y="2169"/>
                  </a:lnTo>
                  <a:lnTo>
                    <a:pt x="877193" y="2043"/>
                  </a:lnTo>
                  <a:lnTo>
                    <a:pt x="892547" y="1920"/>
                  </a:lnTo>
                  <a:lnTo>
                    <a:pt x="907480" y="1801"/>
                  </a:lnTo>
                  <a:lnTo>
                    <a:pt x="922015" y="1685"/>
                  </a:lnTo>
                  <a:lnTo>
                    <a:pt x="936173" y="1572"/>
                  </a:lnTo>
                  <a:lnTo>
                    <a:pt x="949972" y="1462"/>
                  </a:lnTo>
                  <a:lnTo>
                    <a:pt x="963430" y="1355"/>
                  </a:lnTo>
                  <a:lnTo>
                    <a:pt x="976564" y="1250"/>
                  </a:lnTo>
                  <a:lnTo>
                    <a:pt x="989389" y="1148"/>
                  </a:lnTo>
                  <a:lnTo>
                    <a:pt x="1001919" y="1048"/>
                  </a:lnTo>
                  <a:lnTo>
                    <a:pt x="1014167" y="950"/>
                  </a:lnTo>
                  <a:lnTo>
                    <a:pt x="1026146" y="855"/>
                  </a:lnTo>
                  <a:lnTo>
                    <a:pt x="1037868" y="761"/>
                  </a:lnTo>
                  <a:lnTo>
                    <a:pt x="1049342" y="670"/>
                  </a:lnTo>
                  <a:lnTo>
                    <a:pt x="1060581" y="580"/>
                  </a:lnTo>
                  <a:lnTo>
                    <a:pt x="1071592" y="492"/>
                  </a:lnTo>
                  <a:lnTo>
                    <a:pt x="1082385" y="406"/>
                  </a:lnTo>
                  <a:lnTo>
                    <a:pt x="1092968" y="322"/>
                  </a:lnTo>
                  <a:lnTo>
                    <a:pt x="1103350" y="239"/>
                  </a:lnTo>
                  <a:lnTo>
                    <a:pt x="1113538" y="158"/>
                  </a:lnTo>
                  <a:lnTo>
                    <a:pt x="1123539" y="78"/>
                  </a:lnTo>
                  <a:lnTo>
                    <a:pt x="113335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856266" y="4668224"/>
              <a:ext cx="1133359" cy="393194"/>
            </a:xfrm>
            <a:custGeom>
              <a:avLst/>
              <a:pathLst>
                <a:path w="1133359" h="393194">
                  <a:moveTo>
                    <a:pt x="0" y="0"/>
                  </a:moveTo>
                  <a:lnTo>
                    <a:pt x="72778" y="25248"/>
                  </a:lnTo>
                  <a:lnTo>
                    <a:pt x="136974" y="47520"/>
                  </a:lnTo>
                  <a:lnTo>
                    <a:pt x="194398" y="67442"/>
                  </a:lnTo>
                  <a:lnTo>
                    <a:pt x="246345" y="85464"/>
                  </a:lnTo>
                  <a:lnTo>
                    <a:pt x="293769" y="101917"/>
                  </a:lnTo>
                  <a:lnTo>
                    <a:pt x="337395" y="117052"/>
                  </a:lnTo>
                  <a:lnTo>
                    <a:pt x="377786" y="131064"/>
                  </a:lnTo>
                  <a:lnTo>
                    <a:pt x="415389" y="144110"/>
                  </a:lnTo>
                  <a:lnTo>
                    <a:pt x="450565" y="156313"/>
                  </a:lnTo>
                  <a:lnTo>
                    <a:pt x="483607" y="167777"/>
                  </a:lnTo>
                  <a:lnTo>
                    <a:pt x="514760" y="178585"/>
                  </a:lnTo>
                  <a:lnTo>
                    <a:pt x="544229" y="188808"/>
                  </a:lnTo>
                  <a:lnTo>
                    <a:pt x="572185" y="198507"/>
                  </a:lnTo>
                  <a:lnTo>
                    <a:pt x="598777" y="207732"/>
                  </a:lnTo>
                  <a:lnTo>
                    <a:pt x="624132" y="216529"/>
                  </a:lnTo>
                  <a:lnTo>
                    <a:pt x="648360" y="224934"/>
                  </a:lnTo>
                  <a:lnTo>
                    <a:pt x="671556" y="232981"/>
                  </a:lnTo>
                  <a:lnTo>
                    <a:pt x="693805" y="240700"/>
                  </a:lnTo>
                  <a:lnTo>
                    <a:pt x="715182" y="248116"/>
                  </a:lnTo>
                  <a:lnTo>
                    <a:pt x="735751" y="255253"/>
                  </a:lnTo>
                  <a:lnTo>
                    <a:pt x="755573" y="262129"/>
                  </a:lnTo>
                  <a:lnTo>
                    <a:pt x="774699" y="268764"/>
                  </a:lnTo>
                  <a:lnTo>
                    <a:pt x="793176" y="275175"/>
                  </a:lnTo>
                  <a:lnTo>
                    <a:pt x="811047" y="281375"/>
                  </a:lnTo>
                  <a:lnTo>
                    <a:pt x="828351" y="287378"/>
                  </a:lnTo>
                  <a:lnTo>
                    <a:pt x="845123" y="293197"/>
                  </a:lnTo>
                  <a:lnTo>
                    <a:pt x="861394" y="298841"/>
                  </a:lnTo>
                  <a:lnTo>
                    <a:pt x="877193" y="304323"/>
                  </a:lnTo>
                  <a:lnTo>
                    <a:pt x="892547" y="309649"/>
                  </a:lnTo>
                  <a:lnTo>
                    <a:pt x="907480" y="314830"/>
                  </a:lnTo>
                  <a:lnTo>
                    <a:pt x="922015" y="319873"/>
                  </a:lnTo>
                  <a:lnTo>
                    <a:pt x="936173" y="324784"/>
                  </a:lnTo>
                  <a:lnTo>
                    <a:pt x="949972" y="329572"/>
                  </a:lnTo>
                  <a:lnTo>
                    <a:pt x="963430" y="334241"/>
                  </a:lnTo>
                  <a:lnTo>
                    <a:pt x="976564" y="338797"/>
                  </a:lnTo>
                  <a:lnTo>
                    <a:pt x="989389" y="343247"/>
                  </a:lnTo>
                  <a:lnTo>
                    <a:pt x="1001919" y="347594"/>
                  </a:lnTo>
                  <a:lnTo>
                    <a:pt x="1014167" y="351843"/>
                  </a:lnTo>
                  <a:lnTo>
                    <a:pt x="1026146" y="355999"/>
                  </a:lnTo>
                  <a:lnTo>
                    <a:pt x="1037868" y="360065"/>
                  </a:lnTo>
                  <a:lnTo>
                    <a:pt x="1049342" y="364046"/>
                  </a:lnTo>
                  <a:lnTo>
                    <a:pt x="1060581" y="367945"/>
                  </a:lnTo>
                  <a:lnTo>
                    <a:pt x="1071592" y="371765"/>
                  </a:lnTo>
                  <a:lnTo>
                    <a:pt x="1082385" y="375510"/>
                  </a:lnTo>
                  <a:lnTo>
                    <a:pt x="1092968" y="379181"/>
                  </a:lnTo>
                  <a:lnTo>
                    <a:pt x="1103350" y="382783"/>
                  </a:lnTo>
                  <a:lnTo>
                    <a:pt x="1113538" y="386317"/>
                  </a:lnTo>
                  <a:lnTo>
                    <a:pt x="1123539" y="389787"/>
                  </a:lnTo>
                  <a:lnTo>
                    <a:pt x="1133359" y="39319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856266" y="4288781"/>
              <a:ext cx="1133359" cy="285576"/>
            </a:xfrm>
            <a:custGeom>
              <a:avLst/>
              <a:pathLst>
                <a:path w="1133359" h="285576">
                  <a:moveTo>
                    <a:pt x="0" y="0"/>
                  </a:moveTo>
                  <a:lnTo>
                    <a:pt x="72778" y="18338"/>
                  </a:lnTo>
                  <a:lnTo>
                    <a:pt x="136974" y="34513"/>
                  </a:lnTo>
                  <a:lnTo>
                    <a:pt x="194398" y="48983"/>
                  </a:lnTo>
                  <a:lnTo>
                    <a:pt x="246345" y="62072"/>
                  </a:lnTo>
                  <a:lnTo>
                    <a:pt x="293769" y="74022"/>
                  </a:lnTo>
                  <a:lnTo>
                    <a:pt x="337395" y="85014"/>
                  </a:lnTo>
                  <a:lnTo>
                    <a:pt x="377786" y="95192"/>
                  </a:lnTo>
                  <a:lnTo>
                    <a:pt x="415389" y="104667"/>
                  </a:lnTo>
                  <a:lnTo>
                    <a:pt x="450565" y="113530"/>
                  </a:lnTo>
                  <a:lnTo>
                    <a:pt x="483607" y="121856"/>
                  </a:lnTo>
                  <a:lnTo>
                    <a:pt x="514760" y="129705"/>
                  </a:lnTo>
                  <a:lnTo>
                    <a:pt x="544229" y="137130"/>
                  </a:lnTo>
                  <a:lnTo>
                    <a:pt x="572185" y="144175"/>
                  </a:lnTo>
                  <a:lnTo>
                    <a:pt x="598777" y="150875"/>
                  </a:lnTo>
                  <a:lnTo>
                    <a:pt x="624132" y="157264"/>
                  </a:lnTo>
                  <a:lnTo>
                    <a:pt x="648360" y="163369"/>
                  </a:lnTo>
                  <a:lnTo>
                    <a:pt x="671556" y="169214"/>
                  </a:lnTo>
                  <a:lnTo>
                    <a:pt x="693805" y="174820"/>
                  </a:lnTo>
                  <a:lnTo>
                    <a:pt x="715182" y="180206"/>
                  </a:lnTo>
                  <a:lnTo>
                    <a:pt x="735751" y="185389"/>
                  </a:lnTo>
                  <a:lnTo>
                    <a:pt x="755573" y="190384"/>
                  </a:lnTo>
                  <a:lnTo>
                    <a:pt x="774699" y="195203"/>
                  </a:lnTo>
                  <a:lnTo>
                    <a:pt x="793176" y="199859"/>
                  </a:lnTo>
                  <a:lnTo>
                    <a:pt x="811047" y="204362"/>
                  </a:lnTo>
                  <a:lnTo>
                    <a:pt x="828351" y="208722"/>
                  </a:lnTo>
                  <a:lnTo>
                    <a:pt x="845123" y="212948"/>
                  </a:lnTo>
                  <a:lnTo>
                    <a:pt x="861394" y="217048"/>
                  </a:lnTo>
                  <a:lnTo>
                    <a:pt x="877193" y="221028"/>
                  </a:lnTo>
                  <a:lnTo>
                    <a:pt x="892547" y="224897"/>
                  </a:lnTo>
                  <a:lnTo>
                    <a:pt x="907480" y="228660"/>
                  </a:lnTo>
                  <a:lnTo>
                    <a:pt x="922015" y="232322"/>
                  </a:lnTo>
                  <a:lnTo>
                    <a:pt x="936173" y="235890"/>
                  </a:lnTo>
                  <a:lnTo>
                    <a:pt x="949972" y="239367"/>
                  </a:lnTo>
                  <a:lnTo>
                    <a:pt x="963430" y="242758"/>
                  </a:lnTo>
                  <a:lnTo>
                    <a:pt x="976564" y="246067"/>
                  </a:lnTo>
                  <a:lnTo>
                    <a:pt x="989389" y="249299"/>
                  </a:lnTo>
                  <a:lnTo>
                    <a:pt x="1001919" y="252456"/>
                  </a:lnTo>
                  <a:lnTo>
                    <a:pt x="1014167" y="255542"/>
                  </a:lnTo>
                  <a:lnTo>
                    <a:pt x="1026146" y="258561"/>
                  </a:lnTo>
                  <a:lnTo>
                    <a:pt x="1037868" y="261514"/>
                  </a:lnTo>
                  <a:lnTo>
                    <a:pt x="1049342" y="264406"/>
                  </a:lnTo>
                  <a:lnTo>
                    <a:pt x="1060581" y="267237"/>
                  </a:lnTo>
                  <a:lnTo>
                    <a:pt x="1071592" y="270012"/>
                  </a:lnTo>
                  <a:lnTo>
                    <a:pt x="1082385" y="272731"/>
                  </a:lnTo>
                  <a:lnTo>
                    <a:pt x="1092968" y="275398"/>
                  </a:lnTo>
                  <a:lnTo>
                    <a:pt x="1103350" y="278014"/>
                  </a:lnTo>
                  <a:lnTo>
                    <a:pt x="1113538" y="280581"/>
                  </a:lnTo>
                  <a:lnTo>
                    <a:pt x="1123539" y="283101"/>
                  </a:lnTo>
                  <a:lnTo>
                    <a:pt x="1133359" y="285576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856266" y="4778761"/>
              <a:ext cx="1133359" cy="40947"/>
            </a:xfrm>
            <a:custGeom>
              <a:avLst/>
              <a:pathLst>
                <a:path w="1133359" h="40947">
                  <a:moveTo>
                    <a:pt x="0" y="0"/>
                  </a:moveTo>
                  <a:lnTo>
                    <a:pt x="72778" y="2629"/>
                  </a:lnTo>
                  <a:lnTo>
                    <a:pt x="136974" y="4948"/>
                  </a:lnTo>
                  <a:lnTo>
                    <a:pt x="194398" y="7023"/>
                  </a:lnTo>
                  <a:lnTo>
                    <a:pt x="246345" y="8900"/>
                  </a:lnTo>
                  <a:lnTo>
                    <a:pt x="293769" y="10613"/>
                  </a:lnTo>
                  <a:lnTo>
                    <a:pt x="337395" y="12189"/>
                  </a:lnTo>
                  <a:lnTo>
                    <a:pt x="377786" y="13649"/>
                  </a:lnTo>
                  <a:lnTo>
                    <a:pt x="415389" y="15007"/>
                  </a:lnTo>
                  <a:lnTo>
                    <a:pt x="450565" y="16278"/>
                  </a:lnTo>
                  <a:lnTo>
                    <a:pt x="483607" y="17472"/>
                  </a:lnTo>
                  <a:lnTo>
                    <a:pt x="514760" y="18597"/>
                  </a:lnTo>
                  <a:lnTo>
                    <a:pt x="544229" y="19662"/>
                  </a:lnTo>
                  <a:lnTo>
                    <a:pt x="572185" y="20672"/>
                  </a:lnTo>
                  <a:lnTo>
                    <a:pt x="598777" y="21633"/>
                  </a:lnTo>
                  <a:lnTo>
                    <a:pt x="624132" y="22549"/>
                  </a:lnTo>
                  <a:lnTo>
                    <a:pt x="648360" y="23424"/>
                  </a:lnTo>
                  <a:lnTo>
                    <a:pt x="671556" y="24262"/>
                  </a:lnTo>
                  <a:lnTo>
                    <a:pt x="693805" y="25066"/>
                  </a:lnTo>
                  <a:lnTo>
                    <a:pt x="715182" y="25838"/>
                  </a:lnTo>
                  <a:lnTo>
                    <a:pt x="735751" y="26582"/>
                  </a:lnTo>
                  <a:lnTo>
                    <a:pt x="755573" y="27298"/>
                  </a:lnTo>
                  <a:lnTo>
                    <a:pt x="774699" y="27989"/>
                  </a:lnTo>
                  <a:lnTo>
                    <a:pt x="793176" y="28656"/>
                  </a:lnTo>
                  <a:lnTo>
                    <a:pt x="811047" y="29302"/>
                  </a:lnTo>
                  <a:lnTo>
                    <a:pt x="828351" y="29927"/>
                  </a:lnTo>
                  <a:lnTo>
                    <a:pt x="845123" y="30533"/>
                  </a:lnTo>
                  <a:lnTo>
                    <a:pt x="861394" y="31121"/>
                  </a:lnTo>
                  <a:lnTo>
                    <a:pt x="877193" y="31692"/>
                  </a:lnTo>
                  <a:lnTo>
                    <a:pt x="892547" y="32246"/>
                  </a:lnTo>
                  <a:lnTo>
                    <a:pt x="907480" y="32786"/>
                  </a:lnTo>
                  <a:lnTo>
                    <a:pt x="922015" y="33311"/>
                  </a:lnTo>
                  <a:lnTo>
                    <a:pt x="936173" y="33823"/>
                  </a:lnTo>
                  <a:lnTo>
                    <a:pt x="949972" y="34321"/>
                  </a:lnTo>
                  <a:lnTo>
                    <a:pt x="963430" y="34807"/>
                  </a:lnTo>
                  <a:lnTo>
                    <a:pt x="976564" y="35282"/>
                  </a:lnTo>
                  <a:lnTo>
                    <a:pt x="989389" y="35745"/>
                  </a:lnTo>
                  <a:lnTo>
                    <a:pt x="1001919" y="36198"/>
                  </a:lnTo>
                  <a:lnTo>
                    <a:pt x="1014167" y="36640"/>
                  </a:lnTo>
                  <a:lnTo>
                    <a:pt x="1026146" y="37073"/>
                  </a:lnTo>
                  <a:lnTo>
                    <a:pt x="1037868" y="37497"/>
                  </a:lnTo>
                  <a:lnTo>
                    <a:pt x="1049342" y="37911"/>
                  </a:lnTo>
                  <a:lnTo>
                    <a:pt x="1060581" y="38317"/>
                  </a:lnTo>
                  <a:lnTo>
                    <a:pt x="1071592" y="38715"/>
                  </a:lnTo>
                  <a:lnTo>
                    <a:pt x="1082385" y="39105"/>
                  </a:lnTo>
                  <a:lnTo>
                    <a:pt x="1092968" y="39488"/>
                  </a:lnTo>
                  <a:lnTo>
                    <a:pt x="1103350" y="39863"/>
                  </a:lnTo>
                  <a:lnTo>
                    <a:pt x="1113538" y="40231"/>
                  </a:lnTo>
                  <a:lnTo>
                    <a:pt x="1123539" y="40592"/>
                  </a:lnTo>
                  <a:lnTo>
                    <a:pt x="1133359" y="40947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856266" y="4543068"/>
              <a:ext cx="1133359" cy="243971"/>
            </a:xfrm>
            <a:custGeom>
              <a:avLst/>
              <a:pathLst>
                <a:path w="1133359" h="243971">
                  <a:moveTo>
                    <a:pt x="0" y="0"/>
                  </a:moveTo>
                  <a:lnTo>
                    <a:pt x="72778" y="15666"/>
                  </a:lnTo>
                  <a:lnTo>
                    <a:pt x="136974" y="29485"/>
                  </a:lnTo>
                  <a:lnTo>
                    <a:pt x="194398" y="41847"/>
                  </a:lnTo>
                  <a:lnTo>
                    <a:pt x="246345" y="53029"/>
                  </a:lnTo>
                  <a:lnTo>
                    <a:pt x="293769" y="63237"/>
                  </a:lnTo>
                  <a:lnTo>
                    <a:pt x="337395" y="72628"/>
                  </a:lnTo>
                  <a:lnTo>
                    <a:pt x="377786" y="81323"/>
                  </a:lnTo>
                  <a:lnTo>
                    <a:pt x="415389" y="89418"/>
                  </a:lnTo>
                  <a:lnTo>
                    <a:pt x="450565" y="96990"/>
                  </a:lnTo>
                  <a:lnTo>
                    <a:pt x="483607" y="104103"/>
                  </a:lnTo>
                  <a:lnTo>
                    <a:pt x="514760" y="110809"/>
                  </a:lnTo>
                  <a:lnTo>
                    <a:pt x="544229" y="117152"/>
                  </a:lnTo>
                  <a:lnTo>
                    <a:pt x="572185" y="123170"/>
                  </a:lnTo>
                  <a:lnTo>
                    <a:pt x="598777" y="128895"/>
                  </a:lnTo>
                  <a:lnTo>
                    <a:pt x="624132" y="134353"/>
                  </a:lnTo>
                  <a:lnTo>
                    <a:pt x="648360" y="139568"/>
                  </a:lnTo>
                  <a:lnTo>
                    <a:pt x="671556" y="144561"/>
                  </a:lnTo>
                  <a:lnTo>
                    <a:pt x="693805" y="149351"/>
                  </a:lnTo>
                  <a:lnTo>
                    <a:pt x="715182" y="153952"/>
                  </a:lnTo>
                  <a:lnTo>
                    <a:pt x="735751" y="158380"/>
                  </a:lnTo>
                  <a:lnTo>
                    <a:pt x="755573" y="162647"/>
                  </a:lnTo>
                  <a:lnTo>
                    <a:pt x="774699" y="166764"/>
                  </a:lnTo>
                  <a:lnTo>
                    <a:pt x="793176" y="170742"/>
                  </a:lnTo>
                  <a:lnTo>
                    <a:pt x="811047" y="174589"/>
                  </a:lnTo>
                  <a:lnTo>
                    <a:pt x="828351" y="178314"/>
                  </a:lnTo>
                  <a:lnTo>
                    <a:pt x="845123" y="181924"/>
                  </a:lnTo>
                  <a:lnTo>
                    <a:pt x="861394" y="185426"/>
                  </a:lnTo>
                  <a:lnTo>
                    <a:pt x="877193" y="188827"/>
                  </a:lnTo>
                  <a:lnTo>
                    <a:pt x="892547" y="192132"/>
                  </a:lnTo>
                  <a:lnTo>
                    <a:pt x="907480" y="195347"/>
                  </a:lnTo>
                  <a:lnTo>
                    <a:pt x="922015" y="198476"/>
                  </a:lnTo>
                  <a:lnTo>
                    <a:pt x="936173" y="201524"/>
                  </a:lnTo>
                  <a:lnTo>
                    <a:pt x="949972" y="204494"/>
                  </a:lnTo>
                  <a:lnTo>
                    <a:pt x="963430" y="207391"/>
                  </a:lnTo>
                  <a:lnTo>
                    <a:pt x="976564" y="210218"/>
                  </a:lnTo>
                  <a:lnTo>
                    <a:pt x="989389" y="212979"/>
                  </a:lnTo>
                  <a:lnTo>
                    <a:pt x="1001919" y="215676"/>
                  </a:lnTo>
                  <a:lnTo>
                    <a:pt x="1014167" y="218313"/>
                  </a:lnTo>
                  <a:lnTo>
                    <a:pt x="1026146" y="220892"/>
                  </a:lnTo>
                  <a:lnTo>
                    <a:pt x="1037868" y="223415"/>
                  </a:lnTo>
                  <a:lnTo>
                    <a:pt x="1049342" y="225885"/>
                  </a:lnTo>
                  <a:lnTo>
                    <a:pt x="1060581" y="228304"/>
                  </a:lnTo>
                  <a:lnTo>
                    <a:pt x="1071592" y="230674"/>
                  </a:lnTo>
                  <a:lnTo>
                    <a:pt x="1082385" y="232998"/>
                  </a:lnTo>
                  <a:lnTo>
                    <a:pt x="1092968" y="235276"/>
                  </a:lnTo>
                  <a:lnTo>
                    <a:pt x="1103350" y="237511"/>
                  </a:lnTo>
                  <a:lnTo>
                    <a:pt x="1113538" y="239704"/>
                  </a:lnTo>
                  <a:lnTo>
                    <a:pt x="1123539" y="241857"/>
                  </a:lnTo>
                  <a:lnTo>
                    <a:pt x="1133359" y="24397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856266" y="4507548"/>
              <a:ext cx="1133359" cy="493648"/>
            </a:xfrm>
            <a:custGeom>
              <a:avLst/>
              <a:pathLst>
                <a:path w="1133359" h="493648">
                  <a:moveTo>
                    <a:pt x="0" y="0"/>
                  </a:moveTo>
                  <a:lnTo>
                    <a:pt x="72778" y="31699"/>
                  </a:lnTo>
                  <a:lnTo>
                    <a:pt x="136974" y="59660"/>
                  </a:lnTo>
                  <a:lnTo>
                    <a:pt x="194398" y="84672"/>
                  </a:lnTo>
                  <a:lnTo>
                    <a:pt x="246345" y="107298"/>
                  </a:lnTo>
                  <a:lnTo>
                    <a:pt x="293769" y="127954"/>
                  </a:lnTo>
                  <a:lnTo>
                    <a:pt x="337395" y="146956"/>
                  </a:lnTo>
                  <a:lnTo>
                    <a:pt x="377786" y="164549"/>
                  </a:lnTo>
                  <a:lnTo>
                    <a:pt x="415389" y="180928"/>
                  </a:lnTo>
                  <a:lnTo>
                    <a:pt x="450565" y="196249"/>
                  </a:lnTo>
                  <a:lnTo>
                    <a:pt x="483607" y="210641"/>
                  </a:lnTo>
                  <a:lnTo>
                    <a:pt x="514760" y="224210"/>
                  </a:lnTo>
                  <a:lnTo>
                    <a:pt x="544229" y="237045"/>
                  </a:lnTo>
                  <a:lnTo>
                    <a:pt x="572185" y="249222"/>
                  </a:lnTo>
                  <a:lnTo>
                    <a:pt x="598777" y="260804"/>
                  </a:lnTo>
                  <a:lnTo>
                    <a:pt x="624132" y="271848"/>
                  </a:lnTo>
                  <a:lnTo>
                    <a:pt x="648360" y="282401"/>
                  </a:lnTo>
                  <a:lnTo>
                    <a:pt x="671556" y="292504"/>
                  </a:lnTo>
                  <a:lnTo>
                    <a:pt x="693805" y="302195"/>
                  </a:lnTo>
                  <a:lnTo>
                    <a:pt x="715182" y="311506"/>
                  </a:lnTo>
                  <a:lnTo>
                    <a:pt x="735751" y="320465"/>
                  </a:lnTo>
                  <a:lnTo>
                    <a:pt x="755573" y="329099"/>
                  </a:lnTo>
                  <a:lnTo>
                    <a:pt x="774699" y="337429"/>
                  </a:lnTo>
                  <a:lnTo>
                    <a:pt x="793176" y="345477"/>
                  </a:lnTo>
                  <a:lnTo>
                    <a:pt x="811047" y="353261"/>
                  </a:lnTo>
                  <a:lnTo>
                    <a:pt x="828351" y="360798"/>
                  </a:lnTo>
                  <a:lnTo>
                    <a:pt x="845123" y="368103"/>
                  </a:lnTo>
                  <a:lnTo>
                    <a:pt x="861394" y="375190"/>
                  </a:lnTo>
                  <a:lnTo>
                    <a:pt x="877193" y="382072"/>
                  </a:lnTo>
                  <a:lnTo>
                    <a:pt x="892547" y="388759"/>
                  </a:lnTo>
                  <a:lnTo>
                    <a:pt x="907480" y="395264"/>
                  </a:lnTo>
                  <a:lnTo>
                    <a:pt x="922015" y="401595"/>
                  </a:lnTo>
                  <a:lnTo>
                    <a:pt x="936173" y="407761"/>
                  </a:lnTo>
                  <a:lnTo>
                    <a:pt x="949972" y="413771"/>
                  </a:lnTo>
                  <a:lnTo>
                    <a:pt x="963430" y="419633"/>
                  </a:lnTo>
                  <a:lnTo>
                    <a:pt x="976564" y="425354"/>
                  </a:lnTo>
                  <a:lnTo>
                    <a:pt x="989389" y="430940"/>
                  </a:lnTo>
                  <a:lnTo>
                    <a:pt x="1001919" y="436398"/>
                  </a:lnTo>
                  <a:lnTo>
                    <a:pt x="1014167" y="441732"/>
                  </a:lnTo>
                  <a:lnTo>
                    <a:pt x="1026146" y="446950"/>
                  </a:lnTo>
                  <a:lnTo>
                    <a:pt x="1037868" y="452056"/>
                  </a:lnTo>
                  <a:lnTo>
                    <a:pt x="1049342" y="457054"/>
                  </a:lnTo>
                  <a:lnTo>
                    <a:pt x="1060581" y="461949"/>
                  </a:lnTo>
                  <a:lnTo>
                    <a:pt x="1071592" y="466745"/>
                  </a:lnTo>
                  <a:lnTo>
                    <a:pt x="1082385" y="471446"/>
                  </a:lnTo>
                  <a:lnTo>
                    <a:pt x="1092968" y="476055"/>
                  </a:lnTo>
                  <a:lnTo>
                    <a:pt x="1103350" y="480577"/>
                  </a:lnTo>
                  <a:lnTo>
                    <a:pt x="1113538" y="485015"/>
                  </a:lnTo>
                  <a:lnTo>
                    <a:pt x="1123539" y="489371"/>
                  </a:lnTo>
                  <a:lnTo>
                    <a:pt x="1133359" y="49364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856266" y="4956508"/>
              <a:ext cx="1133359" cy="13573"/>
            </a:xfrm>
            <a:custGeom>
              <a:avLst/>
              <a:pathLst>
                <a:path w="1133359" h="13573">
                  <a:moveTo>
                    <a:pt x="0" y="0"/>
                  </a:moveTo>
                  <a:lnTo>
                    <a:pt x="72778" y="871"/>
                  </a:lnTo>
                  <a:lnTo>
                    <a:pt x="136974" y="1640"/>
                  </a:lnTo>
                  <a:lnTo>
                    <a:pt x="194398" y="2328"/>
                  </a:lnTo>
                  <a:lnTo>
                    <a:pt x="246345" y="2950"/>
                  </a:lnTo>
                  <a:lnTo>
                    <a:pt x="293769" y="3518"/>
                  </a:lnTo>
                  <a:lnTo>
                    <a:pt x="337395" y="4040"/>
                  </a:lnTo>
                  <a:lnTo>
                    <a:pt x="377786" y="4524"/>
                  </a:lnTo>
                  <a:lnTo>
                    <a:pt x="415389" y="4974"/>
                  </a:lnTo>
                  <a:lnTo>
                    <a:pt x="450565" y="5396"/>
                  </a:lnTo>
                  <a:lnTo>
                    <a:pt x="483607" y="5791"/>
                  </a:lnTo>
                  <a:lnTo>
                    <a:pt x="514760" y="6164"/>
                  </a:lnTo>
                  <a:lnTo>
                    <a:pt x="544229" y="6517"/>
                  </a:lnTo>
                  <a:lnTo>
                    <a:pt x="572185" y="6852"/>
                  </a:lnTo>
                  <a:lnTo>
                    <a:pt x="598777" y="7171"/>
                  </a:lnTo>
                  <a:lnTo>
                    <a:pt x="624132" y="7474"/>
                  </a:lnTo>
                  <a:lnTo>
                    <a:pt x="648360" y="7765"/>
                  </a:lnTo>
                  <a:lnTo>
                    <a:pt x="671556" y="8042"/>
                  </a:lnTo>
                  <a:lnTo>
                    <a:pt x="693805" y="8309"/>
                  </a:lnTo>
                  <a:lnTo>
                    <a:pt x="715182" y="8565"/>
                  </a:lnTo>
                  <a:lnTo>
                    <a:pt x="735751" y="8811"/>
                  </a:lnTo>
                  <a:lnTo>
                    <a:pt x="755573" y="9049"/>
                  </a:lnTo>
                  <a:lnTo>
                    <a:pt x="774699" y="9278"/>
                  </a:lnTo>
                  <a:lnTo>
                    <a:pt x="793176" y="9499"/>
                  </a:lnTo>
                  <a:lnTo>
                    <a:pt x="811047" y="9713"/>
                  </a:lnTo>
                  <a:lnTo>
                    <a:pt x="828351" y="9920"/>
                  </a:lnTo>
                  <a:lnTo>
                    <a:pt x="845123" y="10121"/>
                  </a:lnTo>
                  <a:lnTo>
                    <a:pt x="861394" y="10316"/>
                  </a:lnTo>
                  <a:lnTo>
                    <a:pt x="877193" y="10505"/>
                  </a:lnTo>
                  <a:lnTo>
                    <a:pt x="892547" y="10689"/>
                  </a:lnTo>
                  <a:lnTo>
                    <a:pt x="907480" y="10868"/>
                  </a:lnTo>
                  <a:lnTo>
                    <a:pt x="922015" y="11042"/>
                  </a:lnTo>
                  <a:lnTo>
                    <a:pt x="936173" y="11211"/>
                  </a:lnTo>
                  <a:lnTo>
                    <a:pt x="949972" y="11377"/>
                  </a:lnTo>
                  <a:lnTo>
                    <a:pt x="963430" y="11538"/>
                  </a:lnTo>
                  <a:lnTo>
                    <a:pt x="976564" y="11695"/>
                  </a:lnTo>
                  <a:lnTo>
                    <a:pt x="989389" y="11849"/>
                  </a:lnTo>
                  <a:lnTo>
                    <a:pt x="1001919" y="11999"/>
                  </a:lnTo>
                  <a:lnTo>
                    <a:pt x="1014167" y="12146"/>
                  </a:lnTo>
                  <a:lnTo>
                    <a:pt x="1026146" y="12289"/>
                  </a:lnTo>
                  <a:lnTo>
                    <a:pt x="1037868" y="12429"/>
                  </a:lnTo>
                  <a:lnTo>
                    <a:pt x="1049342" y="12567"/>
                  </a:lnTo>
                  <a:lnTo>
                    <a:pt x="1060581" y="12701"/>
                  </a:lnTo>
                  <a:lnTo>
                    <a:pt x="1071592" y="12833"/>
                  </a:lnTo>
                  <a:lnTo>
                    <a:pt x="1082385" y="12963"/>
                  </a:lnTo>
                  <a:lnTo>
                    <a:pt x="1092968" y="13089"/>
                  </a:lnTo>
                  <a:lnTo>
                    <a:pt x="1103350" y="13214"/>
                  </a:lnTo>
                  <a:lnTo>
                    <a:pt x="1113538" y="13336"/>
                  </a:lnTo>
                  <a:lnTo>
                    <a:pt x="1123539" y="13455"/>
                  </a:lnTo>
                  <a:lnTo>
                    <a:pt x="1133359" y="13573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856266" y="4742243"/>
              <a:ext cx="1133359" cy="72496"/>
            </a:xfrm>
            <a:custGeom>
              <a:avLst/>
              <a:pathLst>
                <a:path w="1133359" h="72496">
                  <a:moveTo>
                    <a:pt x="0" y="72496"/>
                  </a:moveTo>
                  <a:lnTo>
                    <a:pt x="72778" y="67841"/>
                  </a:lnTo>
                  <a:lnTo>
                    <a:pt x="136974" y="63734"/>
                  </a:lnTo>
                  <a:lnTo>
                    <a:pt x="194398" y="60061"/>
                  </a:lnTo>
                  <a:lnTo>
                    <a:pt x="246345" y="56738"/>
                  </a:lnTo>
                  <a:lnTo>
                    <a:pt x="293769" y="53705"/>
                  </a:lnTo>
                  <a:lnTo>
                    <a:pt x="337395" y="50914"/>
                  </a:lnTo>
                  <a:lnTo>
                    <a:pt x="377786" y="48331"/>
                  </a:lnTo>
                  <a:lnTo>
                    <a:pt x="415389" y="45925"/>
                  </a:lnTo>
                  <a:lnTo>
                    <a:pt x="450565" y="43675"/>
                  </a:lnTo>
                  <a:lnTo>
                    <a:pt x="483607" y="41562"/>
                  </a:lnTo>
                  <a:lnTo>
                    <a:pt x="514760" y="39569"/>
                  </a:lnTo>
                  <a:lnTo>
                    <a:pt x="544229" y="37684"/>
                  </a:lnTo>
                  <a:lnTo>
                    <a:pt x="572185" y="35896"/>
                  </a:lnTo>
                  <a:lnTo>
                    <a:pt x="598777" y="34195"/>
                  </a:lnTo>
                  <a:lnTo>
                    <a:pt x="624132" y="32573"/>
                  </a:lnTo>
                  <a:lnTo>
                    <a:pt x="648360" y="31023"/>
                  </a:lnTo>
                  <a:lnTo>
                    <a:pt x="671556" y="29539"/>
                  </a:lnTo>
                  <a:lnTo>
                    <a:pt x="693805" y="28116"/>
                  </a:lnTo>
                  <a:lnTo>
                    <a:pt x="715182" y="26749"/>
                  </a:lnTo>
                  <a:lnTo>
                    <a:pt x="735751" y="25433"/>
                  </a:lnTo>
                  <a:lnTo>
                    <a:pt x="755573" y="24165"/>
                  </a:lnTo>
                  <a:lnTo>
                    <a:pt x="774699" y="22942"/>
                  </a:lnTo>
                  <a:lnTo>
                    <a:pt x="793176" y="21760"/>
                  </a:lnTo>
                  <a:lnTo>
                    <a:pt x="811047" y="20617"/>
                  </a:lnTo>
                  <a:lnTo>
                    <a:pt x="828351" y="19510"/>
                  </a:lnTo>
                  <a:lnTo>
                    <a:pt x="845123" y="18437"/>
                  </a:lnTo>
                  <a:lnTo>
                    <a:pt x="861394" y="17396"/>
                  </a:lnTo>
                  <a:lnTo>
                    <a:pt x="877193" y="16385"/>
                  </a:lnTo>
                  <a:lnTo>
                    <a:pt x="892547" y="15403"/>
                  </a:lnTo>
                  <a:lnTo>
                    <a:pt x="907480" y="14448"/>
                  </a:lnTo>
                  <a:lnTo>
                    <a:pt x="922015" y="13518"/>
                  </a:lnTo>
                  <a:lnTo>
                    <a:pt x="936173" y="12613"/>
                  </a:lnTo>
                  <a:lnTo>
                    <a:pt x="949972" y="11730"/>
                  </a:lnTo>
                  <a:lnTo>
                    <a:pt x="963430" y="10869"/>
                  </a:lnTo>
                  <a:lnTo>
                    <a:pt x="976564" y="10029"/>
                  </a:lnTo>
                  <a:lnTo>
                    <a:pt x="989389" y="9209"/>
                  </a:lnTo>
                  <a:lnTo>
                    <a:pt x="1001919" y="8407"/>
                  </a:lnTo>
                  <a:lnTo>
                    <a:pt x="1014167" y="7624"/>
                  </a:lnTo>
                  <a:lnTo>
                    <a:pt x="1026146" y="6858"/>
                  </a:lnTo>
                  <a:lnTo>
                    <a:pt x="1037868" y="6108"/>
                  </a:lnTo>
                  <a:lnTo>
                    <a:pt x="1049342" y="5374"/>
                  </a:lnTo>
                  <a:lnTo>
                    <a:pt x="1060581" y="4655"/>
                  </a:lnTo>
                  <a:lnTo>
                    <a:pt x="1071592" y="3951"/>
                  </a:lnTo>
                  <a:lnTo>
                    <a:pt x="1082385" y="3260"/>
                  </a:lnTo>
                  <a:lnTo>
                    <a:pt x="1092968" y="2583"/>
                  </a:lnTo>
                  <a:lnTo>
                    <a:pt x="1103350" y="1919"/>
                  </a:lnTo>
                  <a:lnTo>
                    <a:pt x="1113538" y="1267"/>
                  </a:lnTo>
                  <a:lnTo>
                    <a:pt x="1123539" y="628"/>
                  </a:lnTo>
                  <a:lnTo>
                    <a:pt x="113335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856266" y="4445625"/>
              <a:ext cx="1133359" cy="315730"/>
            </a:xfrm>
            <a:custGeom>
              <a:avLst/>
              <a:pathLst>
                <a:path w="1133359" h="315730">
                  <a:moveTo>
                    <a:pt x="0" y="0"/>
                  </a:moveTo>
                  <a:lnTo>
                    <a:pt x="72778" y="20274"/>
                  </a:lnTo>
                  <a:lnTo>
                    <a:pt x="136974" y="38158"/>
                  </a:lnTo>
                  <a:lnTo>
                    <a:pt x="194398" y="54155"/>
                  </a:lnTo>
                  <a:lnTo>
                    <a:pt x="246345" y="68626"/>
                  </a:lnTo>
                  <a:lnTo>
                    <a:pt x="293769" y="81838"/>
                  </a:lnTo>
                  <a:lnTo>
                    <a:pt x="337395" y="93991"/>
                  </a:lnTo>
                  <a:lnTo>
                    <a:pt x="377786" y="105243"/>
                  </a:lnTo>
                  <a:lnTo>
                    <a:pt x="415389" y="115718"/>
                  </a:lnTo>
                  <a:lnTo>
                    <a:pt x="450565" y="125518"/>
                  </a:lnTo>
                  <a:lnTo>
                    <a:pt x="483607" y="134722"/>
                  </a:lnTo>
                  <a:lnTo>
                    <a:pt x="514760" y="143401"/>
                  </a:lnTo>
                  <a:lnTo>
                    <a:pt x="544229" y="151610"/>
                  </a:lnTo>
                  <a:lnTo>
                    <a:pt x="572185" y="159398"/>
                  </a:lnTo>
                  <a:lnTo>
                    <a:pt x="598777" y="166806"/>
                  </a:lnTo>
                  <a:lnTo>
                    <a:pt x="624132" y="173870"/>
                  </a:lnTo>
                  <a:lnTo>
                    <a:pt x="648360" y="180619"/>
                  </a:lnTo>
                  <a:lnTo>
                    <a:pt x="671556" y="187081"/>
                  </a:lnTo>
                  <a:lnTo>
                    <a:pt x="693805" y="193279"/>
                  </a:lnTo>
                  <a:lnTo>
                    <a:pt x="715182" y="199234"/>
                  </a:lnTo>
                  <a:lnTo>
                    <a:pt x="735751" y="204964"/>
                  </a:lnTo>
                  <a:lnTo>
                    <a:pt x="755573" y="210486"/>
                  </a:lnTo>
                  <a:lnTo>
                    <a:pt x="774699" y="215814"/>
                  </a:lnTo>
                  <a:lnTo>
                    <a:pt x="793176" y="220962"/>
                  </a:lnTo>
                  <a:lnTo>
                    <a:pt x="811047" y="225940"/>
                  </a:lnTo>
                  <a:lnTo>
                    <a:pt x="828351" y="230761"/>
                  </a:lnTo>
                  <a:lnTo>
                    <a:pt x="845123" y="235433"/>
                  </a:lnTo>
                  <a:lnTo>
                    <a:pt x="861394" y="239966"/>
                  </a:lnTo>
                  <a:lnTo>
                    <a:pt x="877193" y="244367"/>
                  </a:lnTo>
                  <a:lnTo>
                    <a:pt x="892547" y="248644"/>
                  </a:lnTo>
                  <a:lnTo>
                    <a:pt x="907480" y="252804"/>
                  </a:lnTo>
                  <a:lnTo>
                    <a:pt x="922015" y="256854"/>
                  </a:lnTo>
                  <a:lnTo>
                    <a:pt x="936173" y="260798"/>
                  </a:lnTo>
                  <a:lnTo>
                    <a:pt x="949972" y="264642"/>
                  </a:lnTo>
                  <a:lnTo>
                    <a:pt x="963430" y="268391"/>
                  </a:lnTo>
                  <a:lnTo>
                    <a:pt x="976564" y="272050"/>
                  </a:lnTo>
                  <a:lnTo>
                    <a:pt x="989389" y="275622"/>
                  </a:lnTo>
                  <a:lnTo>
                    <a:pt x="1001919" y="279113"/>
                  </a:lnTo>
                  <a:lnTo>
                    <a:pt x="1014167" y="282525"/>
                  </a:lnTo>
                  <a:lnTo>
                    <a:pt x="1026146" y="285862"/>
                  </a:lnTo>
                  <a:lnTo>
                    <a:pt x="1037868" y="289128"/>
                  </a:lnTo>
                  <a:lnTo>
                    <a:pt x="1049342" y="292324"/>
                  </a:lnTo>
                  <a:lnTo>
                    <a:pt x="1060581" y="295455"/>
                  </a:lnTo>
                  <a:lnTo>
                    <a:pt x="1071592" y="298523"/>
                  </a:lnTo>
                  <a:lnTo>
                    <a:pt x="1082385" y="301529"/>
                  </a:lnTo>
                  <a:lnTo>
                    <a:pt x="1092968" y="304478"/>
                  </a:lnTo>
                  <a:lnTo>
                    <a:pt x="1103350" y="307370"/>
                  </a:lnTo>
                  <a:lnTo>
                    <a:pt x="1113538" y="310208"/>
                  </a:lnTo>
                  <a:lnTo>
                    <a:pt x="1123539" y="312994"/>
                  </a:lnTo>
                  <a:lnTo>
                    <a:pt x="1133359" y="31573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rc874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773505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6"/>
            <p:cNvSpPr/>
            <p:nvPr/>
          </p:nvSpPr>
          <p:spPr>
            <a:xfrm>
              <a:off x="2741874" y="52039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741874" y="48397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741874" y="44755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773505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5626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323405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361183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98962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tx884"/>
            <p:cNvSpPr/>
            <p:nvPr/>
          </p:nvSpPr>
          <p:spPr>
            <a:xfrm>
              <a:off x="282449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6" name="tx885"/>
            <p:cNvSpPr/>
            <p:nvPr/>
          </p:nvSpPr>
          <p:spPr>
            <a:xfrm>
              <a:off x="320227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7" name="tx886"/>
            <p:cNvSpPr/>
            <p:nvPr/>
          </p:nvSpPr>
          <p:spPr>
            <a:xfrm>
              <a:off x="358006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95785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135196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2773505" y="3937978"/>
              <a:ext cx="37252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1" name="rc890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253396" y="505881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268348" y="493254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252068" y="508278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281287" y="431113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234865" y="483222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259701" y="46478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255382" y="522252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64205" y="494870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252471" y="48155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39001" y="449430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636845" y="47880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615453" y="455735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11709" y="506457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39775" y="512537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52225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25789" y="433306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35832" y="518056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35681" y="50966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52513" y="51391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34459" y="505013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50248" y="50125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53847" y="51548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45779" y="491328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28575" y="494546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55145" y="471421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18806" y="482273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42150" y="515877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62395" y="503457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031806" y="506496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030325" y="501613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038185" y="501876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98952" y="498441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035659" y="499718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995255" y="506862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023592" y="504425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033156" y="475963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985407" y="511254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5018209" y="486502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5023647" y="509595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5038399" y="49076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998605" y="508102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96362" y="511917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5031417" y="466563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5008917" y="50370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5036692" y="48044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4991213" y="495731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5032156" y="485015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986493" y="486055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405109" y="515437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5377087" y="497069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68491" y="480757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84769" y="495939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400491" y="484130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83670" y="503390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405053" y="493395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75397" y="504827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84821" y="47726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99496" y="479459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414856" y="497866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405264" y="508070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83323" y="492631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68495" y="50923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394152" y="490566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412192" y="513971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69060" y="468900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388799" y="50771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381784" y="503760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87666" y="49295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410685" y="485807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412211" y="494692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89018" y="499544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407868" y="50606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4288928" y="4824891"/>
              <a:ext cx="1127461" cy="212284"/>
            </a:xfrm>
            <a:custGeom>
              <a:avLst/>
              <a:pathLst>
                <a:path w="1127461" h="212284">
                  <a:moveTo>
                    <a:pt x="0" y="0"/>
                  </a:moveTo>
                  <a:lnTo>
                    <a:pt x="72399" y="13631"/>
                  </a:lnTo>
                  <a:lnTo>
                    <a:pt x="136261" y="25656"/>
                  </a:lnTo>
                  <a:lnTo>
                    <a:pt x="193387" y="36412"/>
                  </a:lnTo>
                  <a:lnTo>
                    <a:pt x="245063" y="46141"/>
                  </a:lnTo>
                  <a:lnTo>
                    <a:pt x="292240" y="55024"/>
                  </a:lnTo>
                  <a:lnTo>
                    <a:pt x="335639" y="63196"/>
                  </a:lnTo>
                  <a:lnTo>
                    <a:pt x="375820" y="70761"/>
                  </a:lnTo>
                  <a:lnTo>
                    <a:pt x="413227" y="77804"/>
                  </a:lnTo>
                  <a:lnTo>
                    <a:pt x="448220" y="84393"/>
                  </a:lnTo>
                  <a:lnTo>
                    <a:pt x="481090" y="90582"/>
                  </a:lnTo>
                  <a:lnTo>
                    <a:pt x="512081" y="96417"/>
                  </a:lnTo>
                  <a:lnTo>
                    <a:pt x="541396" y="101937"/>
                  </a:lnTo>
                  <a:lnTo>
                    <a:pt x="569207" y="107173"/>
                  </a:lnTo>
                  <a:lnTo>
                    <a:pt x="595661" y="112154"/>
                  </a:lnTo>
                  <a:lnTo>
                    <a:pt x="620884" y="116903"/>
                  </a:lnTo>
                  <a:lnTo>
                    <a:pt x="644985" y="121441"/>
                  </a:lnTo>
                  <a:lnTo>
                    <a:pt x="668061" y="125786"/>
                  </a:lnTo>
                  <a:lnTo>
                    <a:pt x="690194" y="129953"/>
                  </a:lnTo>
                  <a:lnTo>
                    <a:pt x="711459" y="133957"/>
                  </a:lnTo>
                  <a:lnTo>
                    <a:pt x="731922" y="137810"/>
                  </a:lnTo>
                  <a:lnTo>
                    <a:pt x="751640" y="141523"/>
                  </a:lnTo>
                  <a:lnTo>
                    <a:pt x="770667" y="145105"/>
                  </a:lnTo>
                  <a:lnTo>
                    <a:pt x="789048" y="148566"/>
                  </a:lnTo>
                  <a:lnTo>
                    <a:pt x="806826" y="151913"/>
                  </a:lnTo>
                  <a:lnTo>
                    <a:pt x="824040" y="155155"/>
                  </a:lnTo>
                  <a:lnTo>
                    <a:pt x="840724" y="158296"/>
                  </a:lnTo>
                  <a:lnTo>
                    <a:pt x="856911" y="161344"/>
                  </a:lnTo>
                  <a:lnTo>
                    <a:pt x="872627" y="164303"/>
                  </a:lnTo>
                  <a:lnTo>
                    <a:pt x="887901" y="167179"/>
                  </a:lnTo>
                  <a:lnTo>
                    <a:pt x="902757" y="169976"/>
                  </a:lnTo>
                  <a:lnTo>
                    <a:pt x="917216" y="172698"/>
                  </a:lnTo>
                  <a:lnTo>
                    <a:pt x="931300" y="175350"/>
                  </a:lnTo>
                  <a:lnTo>
                    <a:pt x="945027" y="177935"/>
                  </a:lnTo>
                  <a:lnTo>
                    <a:pt x="958416" y="180456"/>
                  </a:lnTo>
                  <a:lnTo>
                    <a:pt x="971481" y="182916"/>
                  </a:lnTo>
                  <a:lnTo>
                    <a:pt x="984239" y="185318"/>
                  </a:lnTo>
                  <a:lnTo>
                    <a:pt x="996704" y="187665"/>
                  </a:lnTo>
                  <a:lnTo>
                    <a:pt x="1008889" y="189959"/>
                  </a:lnTo>
                  <a:lnTo>
                    <a:pt x="1020805" y="192203"/>
                  </a:lnTo>
                  <a:lnTo>
                    <a:pt x="1032466" y="194398"/>
                  </a:lnTo>
                  <a:lnTo>
                    <a:pt x="1043881" y="196547"/>
                  </a:lnTo>
                  <a:lnTo>
                    <a:pt x="1055061" y="198652"/>
                  </a:lnTo>
                  <a:lnTo>
                    <a:pt x="1066014" y="200715"/>
                  </a:lnTo>
                  <a:lnTo>
                    <a:pt x="1076751" y="202736"/>
                  </a:lnTo>
                  <a:lnTo>
                    <a:pt x="1087280" y="204719"/>
                  </a:lnTo>
                  <a:lnTo>
                    <a:pt x="1097608" y="206663"/>
                  </a:lnTo>
                  <a:lnTo>
                    <a:pt x="1107742" y="208572"/>
                  </a:lnTo>
                  <a:lnTo>
                    <a:pt x="1117691" y="210445"/>
                  </a:lnTo>
                  <a:lnTo>
                    <a:pt x="1127461" y="21228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4288928" y="4405577"/>
              <a:ext cx="1127461" cy="706055"/>
            </a:xfrm>
            <a:custGeom>
              <a:avLst/>
              <a:pathLst>
                <a:path w="1127461" h="706055">
                  <a:moveTo>
                    <a:pt x="0" y="0"/>
                  </a:moveTo>
                  <a:lnTo>
                    <a:pt x="72399" y="45339"/>
                  </a:lnTo>
                  <a:lnTo>
                    <a:pt x="136261" y="85331"/>
                  </a:lnTo>
                  <a:lnTo>
                    <a:pt x="193387" y="121105"/>
                  </a:lnTo>
                  <a:lnTo>
                    <a:pt x="245063" y="153467"/>
                  </a:lnTo>
                  <a:lnTo>
                    <a:pt x="292240" y="183011"/>
                  </a:lnTo>
                  <a:lnTo>
                    <a:pt x="335639" y="210189"/>
                  </a:lnTo>
                  <a:lnTo>
                    <a:pt x="375820" y="235351"/>
                  </a:lnTo>
                  <a:lnTo>
                    <a:pt x="413227" y="258777"/>
                  </a:lnTo>
                  <a:lnTo>
                    <a:pt x="448220" y="280691"/>
                  </a:lnTo>
                  <a:lnTo>
                    <a:pt x="481090" y="301275"/>
                  </a:lnTo>
                  <a:lnTo>
                    <a:pt x="512081" y="320683"/>
                  </a:lnTo>
                  <a:lnTo>
                    <a:pt x="541396" y="339041"/>
                  </a:lnTo>
                  <a:lnTo>
                    <a:pt x="569207" y="356457"/>
                  </a:lnTo>
                  <a:lnTo>
                    <a:pt x="595661" y="373023"/>
                  </a:lnTo>
                  <a:lnTo>
                    <a:pt x="620884" y="388819"/>
                  </a:lnTo>
                  <a:lnTo>
                    <a:pt x="644985" y="403912"/>
                  </a:lnTo>
                  <a:lnTo>
                    <a:pt x="668061" y="418363"/>
                  </a:lnTo>
                  <a:lnTo>
                    <a:pt x="690194" y="432223"/>
                  </a:lnTo>
                  <a:lnTo>
                    <a:pt x="711459" y="445541"/>
                  </a:lnTo>
                  <a:lnTo>
                    <a:pt x="731922" y="458355"/>
                  </a:lnTo>
                  <a:lnTo>
                    <a:pt x="751640" y="470703"/>
                  </a:lnTo>
                  <a:lnTo>
                    <a:pt x="770667" y="482618"/>
                  </a:lnTo>
                  <a:lnTo>
                    <a:pt x="789048" y="494129"/>
                  </a:lnTo>
                  <a:lnTo>
                    <a:pt x="806826" y="505263"/>
                  </a:lnTo>
                  <a:lnTo>
                    <a:pt x="824040" y="516043"/>
                  </a:lnTo>
                  <a:lnTo>
                    <a:pt x="840724" y="526491"/>
                  </a:lnTo>
                  <a:lnTo>
                    <a:pt x="856911" y="536627"/>
                  </a:lnTo>
                  <a:lnTo>
                    <a:pt x="872627" y="546470"/>
                  </a:lnTo>
                  <a:lnTo>
                    <a:pt x="887901" y="556035"/>
                  </a:lnTo>
                  <a:lnTo>
                    <a:pt x="902757" y="565338"/>
                  </a:lnTo>
                  <a:lnTo>
                    <a:pt x="917216" y="574393"/>
                  </a:lnTo>
                  <a:lnTo>
                    <a:pt x="931300" y="583213"/>
                  </a:lnTo>
                  <a:lnTo>
                    <a:pt x="945027" y="591809"/>
                  </a:lnTo>
                  <a:lnTo>
                    <a:pt x="958416" y="600193"/>
                  </a:lnTo>
                  <a:lnTo>
                    <a:pt x="971481" y="608375"/>
                  </a:lnTo>
                  <a:lnTo>
                    <a:pt x="984239" y="616365"/>
                  </a:lnTo>
                  <a:lnTo>
                    <a:pt x="996704" y="624171"/>
                  </a:lnTo>
                  <a:lnTo>
                    <a:pt x="1008889" y="631801"/>
                  </a:lnTo>
                  <a:lnTo>
                    <a:pt x="1020805" y="639264"/>
                  </a:lnTo>
                  <a:lnTo>
                    <a:pt x="1032466" y="646566"/>
                  </a:lnTo>
                  <a:lnTo>
                    <a:pt x="1043881" y="653715"/>
                  </a:lnTo>
                  <a:lnTo>
                    <a:pt x="1055061" y="660716"/>
                  </a:lnTo>
                  <a:lnTo>
                    <a:pt x="1066014" y="667575"/>
                  </a:lnTo>
                  <a:lnTo>
                    <a:pt x="1076751" y="674299"/>
                  </a:lnTo>
                  <a:lnTo>
                    <a:pt x="1087280" y="680892"/>
                  </a:lnTo>
                  <a:lnTo>
                    <a:pt x="1097608" y="687360"/>
                  </a:lnTo>
                  <a:lnTo>
                    <a:pt x="1107742" y="693707"/>
                  </a:lnTo>
                  <a:lnTo>
                    <a:pt x="1117691" y="699937"/>
                  </a:lnTo>
                  <a:lnTo>
                    <a:pt x="1127461" y="70605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288928" y="5059140"/>
              <a:ext cx="1127461" cy="43324"/>
            </a:xfrm>
            <a:custGeom>
              <a:avLst/>
              <a:pathLst>
                <a:path w="1127461" h="43324">
                  <a:moveTo>
                    <a:pt x="0" y="43324"/>
                  </a:moveTo>
                  <a:lnTo>
                    <a:pt x="72399" y="40542"/>
                  </a:lnTo>
                  <a:lnTo>
                    <a:pt x="136261" y="38088"/>
                  </a:lnTo>
                  <a:lnTo>
                    <a:pt x="193387" y="35893"/>
                  </a:lnTo>
                  <a:lnTo>
                    <a:pt x="245063" y="33907"/>
                  </a:lnTo>
                  <a:lnTo>
                    <a:pt x="292240" y="32094"/>
                  </a:lnTo>
                  <a:lnTo>
                    <a:pt x="335639" y="30426"/>
                  </a:lnTo>
                  <a:lnTo>
                    <a:pt x="375820" y="28882"/>
                  </a:lnTo>
                  <a:lnTo>
                    <a:pt x="413227" y="27445"/>
                  </a:lnTo>
                  <a:lnTo>
                    <a:pt x="448220" y="26100"/>
                  </a:lnTo>
                  <a:lnTo>
                    <a:pt x="481090" y="24837"/>
                  </a:lnTo>
                  <a:lnTo>
                    <a:pt x="512081" y="23646"/>
                  </a:lnTo>
                  <a:lnTo>
                    <a:pt x="541396" y="22520"/>
                  </a:lnTo>
                  <a:lnTo>
                    <a:pt x="569207" y="21451"/>
                  </a:lnTo>
                  <a:lnTo>
                    <a:pt x="595661" y="20435"/>
                  </a:lnTo>
                  <a:lnTo>
                    <a:pt x="620884" y="19466"/>
                  </a:lnTo>
                  <a:lnTo>
                    <a:pt x="644985" y="18539"/>
                  </a:lnTo>
                  <a:lnTo>
                    <a:pt x="668061" y="17653"/>
                  </a:lnTo>
                  <a:lnTo>
                    <a:pt x="690194" y="16802"/>
                  </a:lnTo>
                  <a:lnTo>
                    <a:pt x="711459" y="15985"/>
                  </a:lnTo>
                  <a:lnTo>
                    <a:pt x="731922" y="15199"/>
                  </a:lnTo>
                  <a:lnTo>
                    <a:pt x="751640" y="14441"/>
                  </a:lnTo>
                  <a:lnTo>
                    <a:pt x="770667" y="13710"/>
                  </a:lnTo>
                  <a:lnTo>
                    <a:pt x="789048" y="13004"/>
                  </a:lnTo>
                  <a:lnTo>
                    <a:pt x="806826" y="12320"/>
                  </a:lnTo>
                  <a:lnTo>
                    <a:pt x="824040" y="11659"/>
                  </a:lnTo>
                  <a:lnTo>
                    <a:pt x="840724" y="11018"/>
                  </a:lnTo>
                  <a:lnTo>
                    <a:pt x="856911" y="10396"/>
                  </a:lnTo>
                  <a:lnTo>
                    <a:pt x="872627" y="9792"/>
                  </a:lnTo>
                  <a:lnTo>
                    <a:pt x="887901" y="9205"/>
                  </a:lnTo>
                  <a:lnTo>
                    <a:pt x="902757" y="8634"/>
                  </a:lnTo>
                  <a:lnTo>
                    <a:pt x="917216" y="8078"/>
                  </a:lnTo>
                  <a:lnTo>
                    <a:pt x="931300" y="7537"/>
                  </a:lnTo>
                  <a:lnTo>
                    <a:pt x="945027" y="7010"/>
                  </a:lnTo>
                  <a:lnTo>
                    <a:pt x="958416" y="6495"/>
                  </a:lnTo>
                  <a:lnTo>
                    <a:pt x="971481" y="5993"/>
                  </a:lnTo>
                  <a:lnTo>
                    <a:pt x="984239" y="5503"/>
                  </a:lnTo>
                  <a:lnTo>
                    <a:pt x="996704" y="5024"/>
                  </a:lnTo>
                  <a:lnTo>
                    <a:pt x="1008889" y="4556"/>
                  </a:lnTo>
                  <a:lnTo>
                    <a:pt x="1020805" y="4098"/>
                  </a:lnTo>
                  <a:lnTo>
                    <a:pt x="1032466" y="3650"/>
                  </a:lnTo>
                  <a:lnTo>
                    <a:pt x="1043881" y="3211"/>
                  </a:lnTo>
                  <a:lnTo>
                    <a:pt x="1055061" y="2782"/>
                  </a:lnTo>
                  <a:lnTo>
                    <a:pt x="1066014" y="2361"/>
                  </a:lnTo>
                  <a:lnTo>
                    <a:pt x="1076751" y="1948"/>
                  </a:lnTo>
                  <a:lnTo>
                    <a:pt x="1087280" y="1544"/>
                  </a:lnTo>
                  <a:lnTo>
                    <a:pt x="1097608" y="1147"/>
                  </a:lnTo>
                  <a:lnTo>
                    <a:pt x="1107742" y="757"/>
                  </a:lnTo>
                  <a:lnTo>
                    <a:pt x="1117691" y="375"/>
                  </a:lnTo>
                  <a:lnTo>
                    <a:pt x="1127461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288928" y="4792014"/>
              <a:ext cx="1127461" cy="181158"/>
            </a:xfrm>
            <a:custGeom>
              <a:avLst/>
              <a:pathLst>
                <a:path w="1127461" h="181158">
                  <a:moveTo>
                    <a:pt x="0" y="181158"/>
                  </a:moveTo>
                  <a:lnTo>
                    <a:pt x="72399" y="169525"/>
                  </a:lnTo>
                  <a:lnTo>
                    <a:pt x="136261" y="159264"/>
                  </a:lnTo>
                  <a:lnTo>
                    <a:pt x="193387" y="150085"/>
                  </a:lnTo>
                  <a:lnTo>
                    <a:pt x="245063" y="141781"/>
                  </a:lnTo>
                  <a:lnTo>
                    <a:pt x="292240" y="134201"/>
                  </a:lnTo>
                  <a:lnTo>
                    <a:pt x="335639" y="127228"/>
                  </a:lnTo>
                  <a:lnTo>
                    <a:pt x="375820" y="120772"/>
                  </a:lnTo>
                  <a:lnTo>
                    <a:pt x="413227" y="114761"/>
                  </a:lnTo>
                  <a:lnTo>
                    <a:pt x="448220" y="109139"/>
                  </a:lnTo>
                  <a:lnTo>
                    <a:pt x="481090" y="103857"/>
                  </a:lnTo>
                  <a:lnTo>
                    <a:pt x="512081" y="98878"/>
                  </a:lnTo>
                  <a:lnTo>
                    <a:pt x="541396" y="94167"/>
                  </a:lnTo>
                  <a:lnTo>
                    <a:pt x="569207" y="89699"/>
                  </a:lnTo>
                  <a:lnTo>
                    <a:pt x="595661" y="85448"/>
                  </a:lnTo>
                  <a:lnTo>
                    <a:pt x="620884" y="81395"/>
                  </a:lnTo>
                  <a:lnTo>
                    <a:pt x="644985" y="77523"/>
                  </a:lnTo>
                  <a:lnTo>
                    <a:pt x="668061" y="73815"/>
                  </a:lnTo>
                  <a:lnTo>
                    <a:pt x="690194" y="70259"/>
                  </a:lnTo>
                  <a:lnTo>
                    <a:pt x="711459" y="66842"/>
                  </a:lnTo>
                  <a:lnTo>
                    <a:pt x="731922" y="63554"/>
                  </a:lnTo>
                  <a:lnTo>
                    <a:pt x="751640" y="60386"/>
                  </a:lnTo>
                  <a:lnTo>
                    <a:pt x="770667" y="57329"/>
                  </a:lnTo>
                  <a:lnTo>
                    <a:pt x="789048" y="54375"/>
                  </a:lnTo>
                  <a:lnTo>
                    <a:pt x="806826" y="51518"/>
                  </a:lnTo>
                  <a:lnTo>
                    <a:pt x="824040" y="48753"/>
                  </a:lnTo>
                  <a:lnTo>
                    <a:pt x="840724" y="46072"/>
                  </a:lnTo>
                  <a:lnTo>
                    <a:pt x="856911" y="43471"/>
                  </a:lnTo>
                  <a:lnTo>
                    <a:pt x="872627" y="40946"/>
                  </a:lnTo>
                  <a:lnTo>
                    <a:pt x="887901" y="38491"/>
                  </a:lnTo>
                  <a:lnTo>
                    <a:pt x="902757" y="36104"/>
                  </a:lnTo>
                  <a:lnTo>
                    <a:pt x="917216" y="33781"/>
                  </a:lnTo>
                  <a:lnTo>
                    <a:pt x="931300" y="31518"/>
                  </a:lnTo>
                  <a:lnTo>
                    <a:pt x="945027" y="29313"/>
                  </a:lnTo>
                  <a:lnTo>
                    <a:pt x="958416" y="27161"/>
                  </a:lnTo>
                  <a:lnTo>
                    <a:pt x="971481" y="25062"/>
                  </a:lnTo>
                  <a:lnTo>
                    <a:pt x="984239" y="23012"/>
                  </a:lnTo>
                  <a:lnTo>
                    <a:pt x="996704" y="21009"/>
                  </a:lnTo>
                  <a:lnTo>
                    <a:pt x="1008889" y="19051"/>
                  </a:lnTo>
                  <a:lnTo>
                    <a:pt x="1020805" y="17137"/>
                  </a:lnTo>
                  <a:lnTo>
                    <a:pt x="1032466" y="15263"/>
                  </a:lnTo>
                  <a:lnTo>
                    <a:pt x="1043881" y="13429"/>
                  </a:lnTo>
                  <a:lnTo>
                    <a:pt x="1055061" y="11633"/>
                  </a:lnTo>
                  <a:lnTo>
                    <a:pt x="1066014" y="9873"/>
                  </a:lnTo>
                  <a:lnTo>
                    <a:pt x="1076751" y="8147"/>
                  </a:lnTo>
                  <a:lnTo>
                    <a:pt x="1087280" y="6456"/>
                  </a:lnTo>
                  <a:lnTo>
                    <a:pt x="1097608" y="4796"/>
                  </a:lnTo>
                  <a:lnTo>
                    <a:pt x="1107742" y="3168"/>
                  </a:lnTo>
                  <a:lnTo>
                    <a:pt x="1117691" y="1569"/>
                  </a:lnTo>
                  <a:lnTo>
                    <a:pt x="112746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288928" y="4836478"/>
              <a:ext cx="1127461" cy="112300"/>
            </a:xfrm>
            <a:custGeom>
              <a:avLst/>
              <a:pathLst>
                <a:path w="1127461" h="112300">
                  <a:moveTo>
                    <a:pt x="0" y="112300"/>
                  </a:moveTo>
                  <a:lnTo>
                    <a:pt x="72399" y="105089"/>
                  </a:lnTo>
                  <a:lnTo>
                    <a:pt x="136261" y="98728"/>
                  </a:lnTo>
                  <a:lnTo>
                    <a:pt x="193387" y="93038"/>
                  </a:lnTo>
                  <a:lnTo>
                    <a:pt x="245063" y="87891"/>
                  </a:lnTo>
                  <a:lnTo>
                    <a:pt x="292240" y="83192"/>
                  </a:lnTo>
                  <a:lnTo>
                    <a:pt x="335639" y="78869"/>
                  </a:lnTo>
                  <a:lnTo>
                    <a:pt x="375820" y="74867"/>
                  </a:lnTo>
                  <a:lnTo>
                    <a:pt x="413227" y="71141"/>
                  </a:lnTo>
                  <a:lnTo>
                    <a:pt x="448220" y="67655"/>
                  </a:lnTo>
                  <a:lnTo>
                    <a:pt x="481090" y="64381"/>
                  </a:lnTo>
                  <a:lnTo>
                    <a:pt x="512081" y="61294"/>
                  </a:lnTo>
                  <a:lnTo>
                    <a:pt x="541396" y="58374"/>
                  </a:lnTo>
                  <a:lnTo>
                    <a:pt x="569207" y="55604"/>
                  </a:lnTo>
                  <a:lnTo>
                    <a:pt x="595661" y="52969"/>
                  </a:lnTo>
                  <a:lnTo>
                    <a:pt x="620884" y="50457"/>
                  </a:lnTo>
                  <a:lnTo>
                    <a:pt x="644985" y="48057"/>
                  </a:lnTo>
                  <a:lnTo>
                    <a:pt x="668061" y="45758"/>
                  </a:lnTo>
                  <a:lnTo>
                    <a:pt x="690194" y="43553"/>
                  </a:lnTo>
                  <a:lnTo>
                    <a:pt x="711459" y="41435"/>
                  </a:lnTo>
                  <a:lnTo>
                    <a:pt x="731922" y="39397"/>
                  </a:lnTo>
                  <a:lnTo>
                    <a:pt x="751640" y="37433"/>
                  </a:lnTo>
                  <a:lnTo>
                    <a:pt x="770667" y="35538"/>
                  </a:lnTo>
                  <a:lnTo>
                    <a:pt x="789048" y="33707"/>
                  </a:lnTo>
                  <a:lnTo>
                    <a:pt x="806826" y="31936"/>
                  </a:lnTo>
                  <a:lnTo>
                    <a:pt x="824040" y="30222"/>
                  </a:lnTo>
                  <a:lnTo>
                    <a:pt x="840724" y="28560"/>
                  </a:lnTo>
                  <a:lnTo>
                    <a:pt x="856911" y="26948"/>
                  </a:lnTo>
                  <a:lnTo>
                    <a:pt x="872627" y="25382"/>
                  </a:lnTo>
                  <a:lnTo>
                    <a:pt x="887901" y="23861"/>
                  </a:lnTo>
                  <a:lnTo>
                    <a:pt x="902757" y="22381"/>
                  </a:lnTo>
                  <a:lnTo>
                    <a:pt x="917216" y="20941"/>
                  </a:lnTo>
                  <a:lnTo>
                    <a:pt x="931300" y="19538"/>
                  </a:lnTo>
                  <a:lnTo>
                    <a:pt x="945027" y="18171"/>
                  </a:lnTo>
                  <a:lnTo>
                    <a:pt x="958416" y="16837"/>
                  </a:lnTo>
                  <a:lnTo>
                    <a:pt x="971481" y="15536"/>
                  </a:lnTo>
                  <a:lnTo>
                    <a:pt x="984239" y="14265"/>
                  </a:lnTo>
                  <a:lnTo>
                    <a:pt x="996704" y="13024"/>
                  </a:lnTo>
                  <a:lnTo>
                    <a:pt x="1008889" y="11810"/>
                  </a:lnTo>
                  <a:lnTo>
                    <a:pt x="1020805" y="10623"/>
                  </a:lnTo>
                  <a:lnTo>
                    <a:pt x="1032466" y="9461"/>
                  </a:lnTo>
                  <a:lnTo>
                    <a:pt x="1043881" y="8324"/>
                  </a:lnTo>
                  <a:lnTo>
                    <a:pt x="1055061" y="7211"/>
                  </a:lnTo>
                  <a:lnTo>
                    <a:pt x="1066014" y="6120"/>
                  </a:lnTo>
                  <a:lnTo>
                    <a:pt x="1076751" y="5050"/>
                  </a:lnTo>
                  <a:lnTo>
                    <a:pt x="1087280" y="4002"/>
                  </a:lnTo>
                  <a:lnTo>
                    <a:pt x="1097608" y="2973"/>
                  </a:lnTo>
                  <a:lnTo>
                    <a:pt x="1107742" y="1964"/>
                  </a:lnTo>
                  <a:lnTo>
                    <a:pt x="1117691" y="973"/>
                  </a:lnTo>
                  <a:lnTo>
                    <a:pt x="112746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288928" y="4831059"/>
              <a:ext cx="1127461" cy="123616"/>
            </a:xfrm>
            <a:custGeom>
              <a:avLst/>
              <a:pathLst>
                <a:path w="1127461" h="123616">
                  <a:moveTo>
                    <a:pt x="0" y="0"/>
                  </a:moveTo>
                  <a:lnTo>
                    <a:pt x="72399" y="7938"/>
                  </a:lnTo>
                  <a:lnTo>
                    <a:pt x="136261" y="14939"/>
                  </a:lnTo>
                  <a:lnTo>
                    <a:pt x="193387" y="21203"/>
                  </a:lnTo>
                  <a:lnTo>
                    <a:pt x="245063" y="26869"/>
                  </a:lnTo>
                  <a:lnTo>
                    <a:pt x="292240" y="32041"/>
                  </a:lnTo>
                  <a:lnTo>
                    <a:pt x="335639" y="36799"/>
                  </a:lnTo>
                  <a:lnTo>
                    <a:pt x="375820" y="41205"/>
                  </a:lnTo>
                  <a:lnTo>
                    <a:pt x="413227" y="45306"/>
                  </a:lnTo>
                  <a:lnTo>
                    <a:pt x="448220" y="49143"/>
                  </a:lnTo>
                  <a:lnTo>
                    <a:pt x="481090" y="52747"/>
                  </a:lnTo>
                  <a:lnTo>
                    <a:pt x="512081" y="56145"/>
                  </a:lnTo>
                  <a:lnTo>
                    <a:pt x="541396" y="59359"/>
                  </a:lnTo>
                  <a:lnTo>
                    <a:pt x="569207" y="62408"/>
                  </a:lnTo>
                  <a:lnTo>
                    <a:pt x="595661" y="65309"/>
                  </a:lnTo>
                  <a:lnTo>
                    <a:pt x="620884" y="68074"/>
                  </a:lnTo>
                  <a:lnTo>
                    <a:pt x="644985" y="70717"/>
                  </a:lnTo>
                  <a:lnTo>
                    <a:pt x="668061" y="73247"/>
                  </a:lnTo>
                  <a:lnTo>
                    <a:pt x="690194" y="75673"/>
                  </a:lnTo>
                  <a:lnTo>
                    <a:pt x="711459" y="78005"/>
                  </a:lnTo>
                  <a:lnTo>
                    <a:pt x="731922" y="80248"/>
                  </a:lnTo>
                  <a:lnTo>
                    <a:pt x="751640" y="82410"/>
                  </a:lnTo>
                  <a:lnTo>
                    <a:pt x="770667" y="84496"/>
                  </a:lnTo>
                  <a:lnTo>
                    <a:pt x="789048" y="86512"/>
                  </a:lnTo>
                  <a:lnTo>
                    <a:pt x="806826" y="88461"/>
                  </a:lnTo>
                  <a:lnTo>
                    <a:pt x="824040" y="90348"/>
                  </a:lnTo>
                  <a:lnTo>
                    <a:pt x="840724" y="92178"/>
                  </a:lnTo>
                  <a:lnTo>
                    <a:pt x="856911" y="93952"/>
                  </a:lnTo>
                  <a:lnTo>
                    <a:pt x="872627" y="95676"/>
                  </a:lnTo>
                  <a:lnTo>
                    <a:pt x="887901" y="97350"/>
                  </a:lnTo>
                  <a:lnTo>
                    <a:pt x="902757" y="98979"/>
                  </a:lnTo>
                  <a:lnTo>
                    <a:pt x="917216" y="100564"/>
                  </a:lnTo>
                  <a:lnTo>
                    <a:pt x="931300" y="102109"/>
                  </a:lnTo>
                  <a:lnTo>
                    <a:pt x="945027" y="103614"/>
                  </a:lnTo>
                  <a:lnTo>
                    <a:pt x="958416" y="105081"/>
                  </a:lnTo>
                  <a:lnTo>
                    <a:pt x="971481" y="106514"/>
                  </a:lnTo>
                  <a:lnTo>
                    <a:pt x="984239" y="107913"/>
                  </a:lnTo>
                  <a:lnTo>
                    <a:pt x="996704" y="109279"/>
                  </a:lnTo>
                  <a:lnTo>
                    <a:pt x="1008889" y="110615"/>
                  </a:lnTo>
                  <a:lnTo>
                    <a:pt x="1020805" y="111922"/>
                  </a:lnTo>
                  <a:lnTo>
                    <a:pt x="1032466" y="113200"/>
                  </a:lnTo>
                  <a:lnTo>
                    <a:pt x="1043881" y="114452"/>
                  </a:lnTo>
                  <a:lnTo>
                    <a:pt x="1055061" y="115678"/>
                  </a:lnTo>
                  <a:lnTo>
                    <a:pt x="1066014" y="116879"/>
                  </a:lnTo>
                  <a:lnTo>
                    <a:pt x="1076751" y="118056"/>
                  </a:lnTo>
                  <a:lnTo>
                    <a:pt x="1087280" y="119210"/>
                  </a:lnTo>
                  <a:lnTo>
                    <a:pt x="1097608" y="120343"/>
                  </a:lnTo>
                  <a:lnTo>
                    <a:pt x="1107742" y="121454"/>
                  </a:lnTo>
                  <a:lnTo>
                    <a:pt x="1117691" y="122545"/>
                  </a:lnTo>
                  <a:lnTo>
                    <a:pt x="1127461" y="12361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288928" y="4813307"/>
              <a:ext cx="1127461" cy="215155"/>
            </a:xfrm>
            <a:custGeom>
              <a:avLst/>
              <a:pathLst>
                <a:path w="1127461" h="215155">
                  <a:moveTo>
                    <a:pt x="0" y="0"/>
                  </a:moveTo>
                  <a:lnTo>
                    <a:pt x="72399" y="13816"/>
                  </a:lnTo>
                  <a:lnTo>
                    <a:pt x="136261" y="26003"/>
                  </a:lnTo>
                  <a:lnTo>
                    <a:pt x="193387" y="36904"/>
                  </a:lnTo>
                  <a:lnTo>
                    <a:pt x="245063" y="46766"/>
                  </a:lnTo>
                  <a:lnTo>
                    <a:pt x="292240" y="55768"/>
                  </a:lnTo>
                  <a:lnTo>
                    <a:pt x="335639" y="64050"/>
                  </a:lnTo>
                  <a:lnTo>
                    <a:pt x="375820" y="71718"/>
                  </a:lnTo>
                  <a:lnTo>
                    <a:pt x="413227" y="78857"/>
                  </a:lnTo>
                  <a:lnTo>
                    <a:pt x="448220" y="85534"/>
                  </a:lnTo>
                  <a:lnTo>
                    <a:pt x="481090" y="91807"/>
                  </a:lnTo>
                  <a:lnTo>
                    <a:pt x="512081" y="97721"/>
                  </a:lnTo>
                  <a:lnTo>
                    <a:pt x="541396" y="103315"/>
                  </a:lnTo>
                  <a:lnTo>
                    <a:pt x="569207" y="108623"/>
                  </a:lnTo>
                  <a:lnTo>
                    <a:pt x="595661" y="113671"/>
                  </a:lnTo>
                  <a:lnTo>
                    <a:pt x="620884" y="118484"/>
                  </a:lnTo>
                  <a:lnTo>
                    <a:pt x="644985" y="123083"/>
                  </a:lnTo>
                  <a:lnTo>
                    <a:pt x="668061" y="127487"/>
                  </a:lnTo>
                  <a:lnTo>
                    <a:pt x="690194" y="131711"/>
                  </a:lnTo>
                  <a:lnTo>
                    <a:pt x="711459" y="135769"/>
                  </a:lnTo>
                  <a:lnTo>
                    <a:pt x="731922" y="139674"/>
                  </a:lnTo>
                  <a:lnTo>
                    <a:pt x="751640" y="143437"/>
                  </a:lnTo>
                  <a:lnTo>
                    <a:pt x="770667" y="147068"/>
                  </a:lnTo>
                  <a:lnTo>
                    <a:pt x="789048" y="150575"/>
                  </a:lnTo>
                  <a:lnTo>
                    <a:pt x="806826" y="153968"/>
                  </a:lnTo>
                  <a:lnTo>
                    <a:pt x="824040" y="157253"/>
                  </a:lnTo>
                  <a:lnTo>
                    <a:pt x="840724" y="160437"/>
                  </a:lnTo>
                  <a:lnTo>
                    <a:pt x="856911" y="163526"/>
                  </a:lnTo>
                  <a:lnTo>
                    <a:pt x="872627" y="166525"/>
                  </a:lnTo>
                  <a:lnTo>
                    <a:pt x="887901" y="169440"/>
                  </a:lnTo>
                  <a:lnTo>
                    <a:pt x="902757" y="172275"/>
                  </a:lnTo>
                  <a:lnTo>
                    <a:pt x="917216" y="175034"/>
                  </a:lnTo>
                  <a:lnTo>
                    <a:pt x="931300" y="177722"/>
                  </a:lnTo>
                  <a:lnTo>
                    <a:pt x="945027" y="180341"/>
                  </a:lnTo>
                  <a:lnTo>
                    <a:pt x="958416" y="182896"/>
                  </a:lnTo>
                  <a:lnTo>
                    <a:pt x="971481" y="185389"/>
                  </a:lnTo>
                  <a:lnTo>
                    <a:pt x="984239" y="187824"/>
                  </a:lnTo>
                  <a:lnTo>
                    <a:pt x="996704" y="190203"/>
                  </a:lnTo>
                  <a:lnTo>
                    <a:pt x="1008889" y="192528"/>
                  </a:lnTo>
                  <a:lnTo>
                    <a:pt x="1020805" y="194802"/>
                  </a:lnTo>
                  <a:lnTo>
                    <a:pt x="1032466" y="197027"/>
                  </a:lnTo>
                  <a:lnTo>
                    <a:pt x="1043881" y="199206"/>
                  </a:lnTo>
                  <a:lnTo>
                    <a:pt x="1055061" y="201339"/>
                  </a:lnTo>
                  <a:lnTo>
                    <a:pt x="1066014" y="203429"/>
                  </a:lnTo>
                  <a:lnTo>
                    <a:pt x="1076751" y="205478"/>
                  </a:lnTo>
                  <a:lnTo>
                    <a:pt x="1087280" y="207488"/>
                  </a:lnTo>
                  <a:lnTo>
                    <a:pt x="1097608" y="209458"/>
                  </a:lnTo>
                  <a:lnTo>
                    <a:pt x="1107742" y="211392"/>
                  </a:lnTo>
                  <a:lnTo>
                    <a:pt x="1117691" y="213291"/>
                  </a:lnTo>
                  <a:lnTo>
                    <a:pt x="1127461" y="21515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288928" y="5015822"/>
              <a:ext cx="1127461" cy="95008"/>
            </a:xfrm>
            <a:custGeom>
              <a:avLst/>
              <a:pathLst>
                <a:path w="1127461" h="95008">
                  <a:moveTo>
                    <a:pt x="0" y="0"/>
                  </a:moveTo>
                  <a:lnTo>
                    <a:pt x="72399" y="6101"/>
                  </a:lnTo>
                  <a:lnTo>
                    <a:pt x="136261" y="11482"/>
                  </a:lnTo>
                  <a:lnTo>
                    <a:pt x="193387" y="16296"/>
                  </a:lnTo>
                  <a:lnTo>
                    <a:pt x="245063" y="20651"/>
                  </a:lnTo>
                  <a:lnTo>
                    <a:pt x="292240" y="24626"/>
                  </a:lnTo>
                  <a:lnTo>
                    <a:pt x="335639" y="28283"/>
                  </a:lnTo>
                  <a:lnTo>
                    <a:pt x="375820" y="31669"/>
                  </a:lnTo>
                  <a:lnTo>
                    <a:pt x="413227" y="34821"/>
                  </a:lnTo>
                  <a:lnTo>
                    <a:pt x="448220" y="37770"/>
                  </a:lnTo>
                  <a:lnTo>
                    <a:pt x="481090" y="40540"/>
                  </a:lnTo>
                  <a:lnTo>
                    <a:pt x="512081" y="43152"/>
                  </a:lnTo>
                  <a:lnTo>
                    <a:pt x="541396" y="45622"/>
                  </a:lnTo>
                  <a:lnTo>
                    <a:pt x="569207" y="47965"/>
                  </a:lnTo>
                  <a:lnTo>
                    <a:pt x="595661" y="50195"/>
                  </a:lnTo>
                  <a:lnTo>
                    <a:pt x="620884" y="52320"/>
                  </a:lnTo>
                  <a:lnTo>
                    <a:pt x="644985" y="54351"/>
                  </a:lnTo>
                  <a:lnTo>
                    <a:pt x="668061" y="56296"/>
                  </a:lnTo>
                  <a:lnTo>
                    <a:pt x="690194" y="58161"/>
                  </a:lnTo>
                  <a:lnTo>
                    <a:pt x="711459" y="59953"/>
                  </a:lnTo>
                  <a:lnTo>
                    <a:pt x="731922" y="61677"/>
                  </a:lnTo>
                  <a:lnTo>
                    <a:pt x="751640" y="63339"/>
                  </a:lnTo>
                  <a:lnTo>
                    <a:pt x="770667" y="64942"/>
                  </a:lnTo>
                  <a:lnTo>
                    <a:pt x="789048" y="66491"/>
                  </a:lnTo>
                  <a:lnTo>
                    <a:pt x="806826" y="67989"/>
                  </a:lnTo>
                  <a:lnTo>
                    <a:pt x="824040" y="69440"/>
                  </a:lnTo>
                  <a:lnTo>
                    <a:pt x="840724" y="70846"/>
                  </a:lnTo>
                  <a:lnTo>
                    <a:pt x="856911" y="72210"/>
                  </a:lnTo>
                  <a:lnTo>
                    <a:pt x="872627" y="73534"/>
                  </a:lnTo>
                  <a:lnTo>
                    <a:pt x="887901" y="74821"/>
                  </a:lnTo>
                  <a:lnTo>
                    <a:pt x="902757" y="76073"/>
                  </a:lnTo>
                  <a:lnTo>
                    <a:pt x="917216" y="77292"/>
                  </a:lnTo>
                  <a:lnTo>
                    <a:pt x="931300" y="78478"/>
                  </a:lnTo>
                  <a:lnTo>
                    <a:pt x="945027" y="79635"/>
                  </a:lnTo>
                  <a:lnTo>
                    <a:pt x="958416" y="80763"/>
                  </a:lnTo>
                  <a:lnTo>
                    <a:pt x="971481" y="81864"/>
                  </a:lnTo>
                  <a:lnTo>
                    <a:pt x="984239" y="82939"/>
                  </a:lnTo>
                  <a:lnTo>
                    <a:pt x="996704" y="83990"/>
                  </a:lnTo>
                  <a:lnTo>
                    <a:pt x="1008889" y="85017"/>
                  </a:lnTo>
                  <a:lnTo>
                    <a:pt x="1020805" y="86021"/>
                  </a:lnTo>
                  <a:lnTo>
                    <a:pt x="1032466" y="87003"/>
                  </a:lnTo>
                  <a:lnTo>
                    <a:pt x="1043881" y="87965"/>
                  </a:lnTo>
                  <a:lnTo>
                    <a:pt x="1055061" y="88907"/>
                  </a:lnTo>
                  <a:lnTo>
                    <a:pt x="1066014" y="89830"/>
                  </a:lnTo>
                  <a:lnTo>
                    <a:pt x="1076751" y="90735"/>
                  </a:lnTo>
                  <a:lnTo>
                    <a:pt x="1087280" y="91622"/>
                  </a:lnTo>
                  <a:lnTo>
                    <a:pt x="1097608" y="92493"/>
                  </a:lnTo>
                  <a:lnTo>
                    <a:pt x="1107742" y="93347"/>
                  </a:lnTo>
                  <a:lnTo>
                    <a:pt x="1117691" y="94185"/>
                  </a:lnTo>
                  <a:lnTo>
                    <a:pt x="1127461" y="9500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288928" y="4993274"/>
              <a:ext cx="1127461" cy="43732"/>
            </a:xfrm>
            <a:custGeom>
              <a:avLst/>
              <a:pathLst>
                <a:path w="1127461" h="43732">
                  <a:moveTo>
                    <a:pt x="0" y="0"/>
                  </a:moveTo>
                  <a:lnTo>
                    <a:pt x="72399" y="2808"/>
                  </a:lnTo>
                  <a:lnTo>
                    <a:pt x="136261" y="5285"/>
                  </a:lnTo>
                  <a:lnTo>
                    <a:pt x="193387" y="7501"/>
                  </a:lnTo>
                  <a:lnTo>
                    <a:pt x="245063" y="9505"/>
                  </a:lnTo>
                  <a:lnTo>
                    <a:pt x="292240" y="11335"/>
                  </a:lnTo>
                  <a:lnTo>
                    <a:pt x="335639" y="13018"/>
                  </a:lnTo>
                  <a:lnTo>
                    <a:pt x="375820" y="14577"/>
                  </a:lnTo>
                  <a:lnTo>
                    <a:pt x="413227" y="16028"/>
                  </a:lnTo>
                  <a:lnTo>
                    <a:pt x="448220" y="17385"/>
                  </a:lnTo>
                  <a:lnTo>
                    <a:pt x="481090" y="18660"/>
                  </a:lnTo>
                  <a:lnTo>
                    <a:pt x="512081" y="19862"/>
                  </a:lnTo>
                  <a:lnTo>
                    <a:pt x="541396" y="20999"/>
                  </a:lnTo>
                  <a:lnTo>
                    <a:pt x="569207" y="22078"/>
                  </a:lnTo>
                  <a:lnTo>
                    <a:pt x="595661" y="23104"/>
                  </a:lnTo>
                  <a:lnTo>
                    <a:pt x="620884" y="24083"/>
                  </a:lnTo>
                  <a:lnTo>
                    <a:pt x="644985" y="25017"/>
                  </a:lnTo>
                  <a:lnTo>
                    <a:pt x="668061" y="25912"/>
                  </a:lnTo>
                  <a:lnTo>
                    <a:pt x="690194" y="26771"/>
                  </a:lnTo>
                  <a:lnTo>
                    <a:pt x="711459" y="27596"/>
                  </a:lnTo>
                  <a:lnTo>
                    <a:pt x="731922" y="28390"/>
                  </a:lnTo>
                  <a:lnTo>
                    <a:pt x="751640" y="29154"/>
                  </a:lnTo>
                  <a:lnTo>
                    <a:pt x="770667" y="29892"/>
                  </a:lnTo>
                  <a:lnTo>
                    <a:pt x="789048" y="30605"/>
                  </a:lnTo>
                  <a:lnTo>
                    <a:pt x="806826" y="31295"/>
                  </a:lnTo>
                  <a:lnTo>
                    <a:pt x="824040" y="31963"/>
                  </a:lnTo>
                  <a:lnTo>
                    <a:pt x="840724" y="32610"/>
                  </a:lnTo>
                  <a:lnTo>
                    <a:pt x="856911" y="33238"/>
                  </a:lnTo>
                  <a:lnTo>
                    <a:pt x="872627" y="33847"/>
                  </a:lnTo>
                  <a:lnTo>
                    <a:pt x="887901" y="34440"/>
                  </a:lnTo>
                  <a:lnTo>
                    <a:pt x="902757" y="35016"/>
                  </a:lnTo>
                  <a:lnTo>
                    <a:pt x="917216" y="35577"/>
                  </a:lnTo>
                  <a:lnTo>
                    <a:pt x="931300" y="36123"/>
                  </a:lnTo>
                  <a:lnTo>
                    <a:pt x="945027" y="36656"/>
                  </a:lnTo>
                  <a:lnTo>
                    <a:pt x="958416" y="37175"/>
                  </a:lnTo>
                  <a:lnTo>
                    <a:pt x="971481" y="37682"/>
                  </a:lnTo>
                  <a:lnTo>
                    <a:pt x="984239" y="38177"/>
                  </a:lnTo>
                  <a:lnTo>
                    <a:pt x="996704" y="38660"/>
                  </a:lnTo>
                  <a:lnTo>
                    <a:pt x="1008889" y="39133"/>
                  </a:lnTo>
                  <a:lnTo>
                    <a:pt x="1020805" y="39595"/>
                  </a:lnTo>
                  <a:lnTo>
                    <a:pt x="1032466" y="40047"/>
                  </a:lnTo>
                  <a:lnTo>
                    <a:pt x="1043881" y="40490"/>
                  </a:lnTo>
                  <a:lnTo>
                    <a:pt x="1055061" y="40924"/>
                  </a:lnTo>
                  <a:lnTo>
                    <a:pt x="1066014" y="41348"/>
                  </a:lnTo>
                  <a:lnTo>
                    <a:pt x="1076751" y="41765"/>
                  </a:lnTo>
                  <a:lnTo>
                    <a:pt x="1087280" y="42173"/>
                  </a:lnTo>
                  <a:lnTo>
                    <a:pt x="1097608" y="42574"/>
                  </a:lnTo>
                  <a:lnTo>
                    <a:pt x="1107742" y="42967"/>
                  </a:lnTo>
                  <a:lnTo>
                    <a:pt x="1117691" y="43353"/>
                  </a:lnTo>
                  <a:lnTo>
                    <a:pt x="1127461" y="4373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288928" y="4977060"/>
              <a:ext cx="1127461" cy="10938"/>
            </a:xfrm>
            <a:custGeom>
              <a:avLst/>
              <a:pathLst>
                <a:path w="1127461" h="10938">
                  <a:moveTo>
                    <a:pt x="0" y="0"/>
                  </a:moveTo>
                  <a:lnTo>
                    <a:pt x="72399" y="702"/>
                  </a:lnTo>
                  <a:lnTo>
                    <a:pt x="136261" y="1322"/>
                  </a:lnTo>
                  <a:lnTo>
                    <a:pt x="193387" y="1876"/>
                  </a:lnTo>
                  <a:lnTo>
                    <a:pt x="245063" y="2377"/>
                  </a:lnTo>
                  <a:lnTo>
                    <a:pt x="292240" y="2835"/>
                  </a:lnTo>
                  <a:lnTo>
                    <a:pt x="335639" y="3256"/>
                  </a:lnTo>
                  <a:lnTo>
                    <a:pt x="375820" y="3646"/>
                  </a:lnTo>
                  <a:lnTo>
                    <a:pt x="413227" y="4009"/>
                  </a:lnTo>
                  <a:lnTo>
                    <a:pt x="448220" y="4348"/>
                  </a:lnTo>
                  <a:lnTo>
                    <a:pt x="481090" y="4667"/>
                  </a:lnTo>
                  <a:lnTo>
                    <a:pt x="512081" y="4968"/>
                  </a:lnTo>
                  <a:lnTo>
                    <a:pt x="541396" y="5252"/>
                  </a:lnTo>
                  <a:lnTo>
                    <a:pt x="569207" y="5522"/>
                  </a:lnTo>
                  <a:lnTo>
                    <a:pt x="595661" y="5779"/>
                  </a:lnTo>
                  <a:lnTo>
                    <a:pt x="620884" y="6023"/>
                  </a:lnTo>
                  <a:lnTo>
                    <a:pt x="644985" y="6257"/>
                  </a:lnTo>
                  <a:lnTo>
                    <a:pt x="668061" y="6481"/>
                  </a:lnTo>
                  <a:lnTo>
                    <a:pt x="690194" y="6696"/>
                  </a:lnTo>
                  <a:lnTo>
                    <a:pt x="711459" y="6902"/>
                  </a:lnTo>
                  <a:lnTo>
                    <a:pt x="731922" y="7101"/>
                  </a:lnTo>
                  <a:lnTo>
                    <a:pt x="751640" y="7292"/>
                  </a:lnTo>
                  <a:lnTo>
                    <a:pt x="770667" y="7477"/>
                  </a:lnTo>
                  <a:lnTo>
                    <a:pt x="789048" y="7655"/>
                  </a:lnTo>
                  <a:lnTo>
                    <a:pt x="806826" y="7827"/>
                  </a:lnTo>
                  <a:lnTo>
                    <a:pt x="824040" y="7994"/>
                  </a:lnTo>
                  <a:lnTo>
                    <a:pt x="840724" y="8156"/>
                  </a:lnTo>
                  <a:lnTo>
                    <a:pt x="856911" y="8313"/>
                  </a:lnTo>
                  <a:lnTo>
                    <a:pt x="872627" y="8466"/>
                  </a:lnTo>
                  <a:lnTo>
                    <a:pt x="887901" y="8614"/>
                  </a:lnTo>
                  <a:lnTo>
                    <a:pt x="902757" y="8758"/>
                  </a:lnTo>
                  <a:lnTo>
                    <a:pt x="917216" y="8898"/>
                  </a:lnTo>
                  <a:lnTo>
                    <a:pt x="931300" y="9035"/>
                  </a:lnTo>
                  <a:lnTo>
                    <a:pt x="945027" y="9168"/>
                  </a:lnTo>
                  <a:lnTo>
                    <a:pt x="958416" y="9298"/>
                  </a:lnTo>
                  <a:lnTo>
                    <a:pt x="971481" y="9425"/>
                  </a:lnTo>
                  <a:lnTo>
                    <a:pt x="984239" y="9549"/>
                  </a:lnTo>
                  <a:lnTo>
                    <a:pt x="996704" y="9670"/>
                  </a:lnTo>
                  <a:lnTo>
                    <a:pt x="1008889" y="9788"/>
                  </a:lnTo>
                  <a:lnTo>
                    <a:pt x="1020805" y="9903"/>
                  </a:lnTo>
                  <a:lnTo>
                    <a:pt x="1032466" y="10017"/>
                  </a:lnTo>
                  <a:lnTo>
                    <a:pt x="1043881" y="10127"/>
                  </a:lnTo>
                  <a:lnTo>
                    <a:pt x="1055061" y="10236"/>
                  </a:lnTo>
                  <a:lnTo>
                    <a:pt x="1066014" y="10342"/>
                  </a:lnTo>
                  <a:lnTo>
                    <a:pt x="1076751" y="10446"/>
                  </a:lnTo>
                  <a:lnTo>
                    <a:pt x="1087280" y="10548"/>
                  </a:lnTo>
                  <a:lnTo>
                    <a:pt x="1097608" y="10649"/>
                  </a:lnTo>
                  <a:lnTo>
                    <a:pt x="1107742" y="10747"/>
                  </a:lnTo>
                  <a:lnTo>
                    <a:pt x="1117691" y="10843"/>
                  </a:lnTo>
                  <a:lnTo>
                    <a:pt x="1127461" y="1093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rc973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204347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5"/>
            <p:cNvSpPr/>
            <p:nvPr/>
          </p:nvSpPr>
          <p:spPr>
            <a:xfrm>
              <a:off x="4172716" y="51917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172716" y="49369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172716" y="468225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172716" y="44275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172716" y="41727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204347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8892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66474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504056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541638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tx985"/>
            <p:cNvSpPr/>
            <p:nvPr/>
          </p:nvSpPr>
          <p:spPr>
            <a:xfrm>
              <a:off x="425715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7" name="tx986"/>
            <p:cNvSpPr/>
            <p:nvPr/>
          </p:nvSpPr>
          <p:spPr>
            <a:xfrm>
              <a:off x="463297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88" name="tx987"/>
            <p:cNvSpPr/>
            <p:nvPr/>
          </p:nvSpPr>
          <p:spPr>
            <a:xfrm>
              <a:off x="500879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538461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566038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4204347" y="3937978"/>
              <a:ext cx="457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2" name="rc991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5701169" y="493046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5684425" y="499767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684103" y="505904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702507" y="466026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705622" y="496770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665707" y="469307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666893" y="520140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711307" y="506003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690376" y="46980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694136" y="460242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077258" y="48728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072093" y="466311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79179" y="502556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73050" y="519204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44944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50243" y="424598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79244" y="513053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54268" y="52213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63501" y="520820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44654" y="509312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64657" y="514127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78263" y="51803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42962" y="51475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52017" y="51403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48211" y="50912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88137" y="500126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62610" y="52066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56924" y="503818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458997" y="502547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431797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38249" y="513570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41802" y="516853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28209" y="493131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417669" y="507063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57521" y="488803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45702" y="502545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60677" y="508411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465123" y="497428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420340" y="517768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56691" y="471290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59414" y="512874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67484" y="51854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33583" y="46374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33811" y="495846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40065" y="486821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26452" y="511857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46456" y="502965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420518" y="488608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821761" y="509599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820460" y="505763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837366" y="496850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805254" y="50860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832296" y="493035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842763" y="50341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830720" y="49748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845697" y="500723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802422" y="50531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829868" y="479418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839678" y="51572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804911" y="506695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816651" y="5066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838513" y="51911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820627" y="501915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796268" y="519119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843739" y="491835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812645" y="505725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829327" y="506970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807469" y="498482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831005" y="503809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819849" y="501545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821903" y="504524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807648" y="517051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l1064"/>
            <p:cNvSpPr/>
            <p:nvPr/>
          </p:nvSpPr>
          <p:spPr>
            <a:xfrm>
              <a:off x="5719063" y="4671742"/>
              <a:ext cx="1128779" cy="376355"/>
            </a:xfrm>
            <a:custGeom>
              <a:avLst/>
              <a:pathLst>
                <a:path w="1128779" h="376355">
                  <a:moveTo>
                    <a:pt x="0" y="0"/>
                  </a:moveTo>
                  <a:lnTo>
                    <a:pt x="72484" y="24167"/>
                  </a:lnTo>
                  <a:lnTo>
                    <a:pt x="136420" y="45485"/>
                  </a:lnTo>
                  <a:lnTo>
                    <a:pt x="193613" y="64554"/>
                  </a:lnTo>
                  <a:lnTo>
                    <a:pt x="245350" y="81804"/>
                  </a:lnTo>
                  <a:lnTo>
                    <a:pt x="292582" y="97552"/>
                  </a:lnTo>
                  <a:lnTo>
                    <a:pt x="336031" y="112039"/>
                  </a:lnTo>
                  <a:lnTo>
                    <a:pt x="376259" y="125451"/>
                  </a:lnTo>
                  <a:lnTo>
                    <a:pt x="413711" y="137938"/>
                  </a:lnTo>
                  <a:lnTo>
                    <a:pt x="448744" y="149619"/>
                  </a:lnTo>
                  <a:lnTo>
                    <a:pt x="481653" y="160591"/>
                  </a:lnTo>
                  <a:lnTo>
                    <a:pt x="512680" y="170936"/>
                  </a:lnTo>
                  <a:lnTo>
                    <a:pt x="542029" y="180722"/>
                  </a:lnTo>
                  <a:lnTo>
                    <a:pt x="569873" y="190005"/>
                  </a:lnTo>
                  <a:lnTo>
                    <a:pt x="596357" y="198836"/>
                  </a:lnTo>
                  <a:lnTo>
                    <a:pt x="621610" y="207256"/>
                  </a:lnTo>
                  <a:lnTo>
                    <a:pt x="645739" y="215301"/>
                  </a:lnTo>
                  <a:lnTo>
                    <a:pt x="668842" y="223004"/>
                  </a:lnTo>
                  <a:lnTo>
                    <a:pt x="691001" y="230392"/>
                  </a:lnTo>
                  <a:lnTo>
                    <a:pt x="712291" y="237490"/>
                  </a:lnTo>
                  <a:lnTo>
                    <a:pt x="732778" y="244321"/>
                  </a:lnTo>
                  <a:lnTo>
                    <a:pt x="752519" y="250903"/>
                  </a:lnTo>
                  <a:lnTo>
                    <a:pt x="771568" y="257254"/>
                  </a:lnTo>
                  <a:lnTo>
                    <a:pt x="789971" y="263390"/>
                  </a:lnTo>
                  <a:lnTo>
                    <a:pt x="807770" y="269325"/>
                  </a:lnTo>
                  <a:lnTo>
                    <a:pt x="825004" y="275071"/>
                  </a:lnTo>
                  <a:lnTo>
                    <a:pt x="841708" y="280640"/>
                  </a:lnTo>
                  <a:lnTo>
                    <a:pt x="857913" y="286043"/>
                  </a:lnTo>
                  <a:lnTo>
                    <a:pt x="873648" y="291290"/>
                  </a:lnTo>
                  <a:lnTo>
                    <a:pt x="888940" y="296388"/>
                  </a:lnTo>
                  <a:lnTo>
                    <a:pt x="903813" y="301347"/>
                  </a:lnTo>
                  <a:lnTo>
                    <a:pt x="918289" y="306174"/>
                  </a:lnTo>
                  <a:lnTo>
                    <a:pt x="932389" y="310875"/>
                  </a:lnTo>
                  <a:lnTo>
                    <a:pt x="946132" y="315457"/>
                  </a:lnTo>
                  <a:lnTo>
                    <a:pt x="959536" y="319926"/>
                  </a:lnTo>
                  <a:lnTo>
                    <a:pt x="972617" y="324288"/>
                  </a:lnTo>
                  <a:lnTo>
                    <a:pt x="985390" y="328547"/>
                  </a:lnTo>
                  <a:lnTo>
                    <a:pt x="997870" y="332707"/>
                  </a:lnTo>
                  <a:lnTo>
                    <a:pt x="1010068" y="336775"/>
                  </a:lnTo>
                  <a:lnTo>
                    <a:pt x="1021999" y="340753"/>
                  </a:lnTo>
                  <a:lnTo>
                    <a:pt x="1033673" y="344645"/>
                  </a:lnTo>
                  <a:lnTo>
                    <a:pt x="1045102" y="348455"/>
                  </a:lnTo>
                  <a:lnTo>
                    <a:pt x="1056295" y="352187"/>
                  </a:lnTo>
                  <a:lnTo>
                    <a:pt x="1067261" y="355844"/>
                  </a:lnTo>
                  <a:lnTo>
                    <a:pt x="1078011" y="359428"/>
                  </a:lnTo>
                  <a:lnTo>
                    <a:pt x="1088551" y="362942"/>
                  </a:lnTo>
                  <a:lnTo>
                    <a:pt x="1098891" y="366390"/>
                  </a:lnTo>
                  <a:lnTo>
                    <a:pt x="1109038" y="369773"/>
                  </a:lnTo>
                  <a:lnTo>
                    <a:pt x="1118998" y="373094"/>
                  </a:lnTo>
                  <a:lnTo>
                    <a:pt x="1128779" y="37635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6" name="pl1065"/>
            <p:cNvSpPr/>
            <p:nvPr/>
          </p:nvSpPr>
          <p:spPr>
            <a:xfrm>
              <a:off x="5719063" y="4581578"/>
              <a:ext cx="1128779" cy="494021"/>
            </a:xfrm>
            <a:custGeom>
              <a:avLst/>
              <a:pathLst>
                <a:path w="1128779" h="494021">
                  <a:moveTo>
                    <a:pt x="0" y="0"/>
                  </a:moveTo>
                  <a:lnTo>
                    <a:pt x="72484" y="31723"/>
                  </a:lnTo>
                  <a:lnTo>
                    <a:pt x="136420" y="59705"/>
                  </a:lnTo>
                  <a:lnTo>
                    <a:pt x="193613" y="84736"/>
                  </a:lnTo>
                  <a:lnTo>
                    <a:pt x="245350" y="107380"/>
                  </a:lnTo>
                  <a:lnTo>
                    <a:pt x="292582" y="128051"/>
                  </a:lnTo>
                  <a:lnTo>
                    <a:pt x="336031" y="147067"/>
                  </a:lnTo>
                  <a:lnTo>
                    <a:pt x="376259" y="164673"/>
                  </a:lnTo>
                  <a:lnTo>
                    <a:pt x="413711" y="181064"/>
                  </a:lnTo>
                  <a:lnTo>
                    <a:pt x="448744" y="196397"/>
                  </a:lnTo>
                  <a:lnTo>
                    <a:pt x="481653" y="210800"/>
                  </a:lnTo>
                  <a:lnTo>
                    <a:pt x="512680" y="224379"/>
                  </a:lnTo>
                  <a:lnTo>
                    <a:pt x="542029" y="237224"/>
                  </a:lnTo>
                  <a:lnTo>
                    <a:pt x="569873" y="249410"/>
                  </a:lnTo>
                  <a:lnTo>
                    <a:pt x="596357" y="261001"/>
                  </a:lnTo>
                  <a:lnTo>
                    <a:pt x="621610" y="272053"/>
                  </a:lnTo>
                  <a:lnTo>
                    <a:pt x="645739" y="282614"/>
                  </a:lnTo>
                  <a:lnTo>
                    <a:pt x="668842" y="292725"/>
                  </a:lnTo>
                  <a:lnTo>
                    <a:pt x="691001" y="302423"/>
                  </a:lnTo>
                  <a:lnTo>
                    <a:pt x="712291" y="311741"/>
                  </a:lnTo>
                  <a:lnTo>
                    <a:pt x="732778" y="320707"/>
                  </a:lnTo>
                  <a:lnTo>
                    <a:pt x="752519" y="329347"/>
                  </a:lnTo>
                  <a:lnTo>
                    <a:pt x="771568" y="337684"/>
                  </a:lnTo>
                  <a:lnTo>
                    <a:pt x="789971" y="345738"/>
                  </a:lnTo>
                  <a:lnTo>
                    <a:pt x="807770" y="353528"/>
                  </a:lnTo>
                  <a:lnTo>
                    <a:pt x="825004" y="361071"/>
                  </a:lnTo>
                  <a:lnTo>
                    <a:pt x="841708" y="368381"/>
                  </a:lnTo>
                  <a:lnTo>
                    <a:pt x="857913" y="375474"/>
                  </a:lnTo>
                  <a:lnTo>
                    <a:pt x="873648" y="382360"/>
                  </a:lnTo>
                  <a:lnTo>
                    <a:pt x="888940" y="389053"/>
                  </a:lnTo>
                  <a:lnTo>
                    <a:pt x="903813" y="395562"/>
                  </a:lnTo>
                  <a:lnTo>
                    <a:pt x="918289" y="401898"/>
                  </a:lnTo>
                  <a:lnTo>
                    <a:pt x="932389" y="408069"/>
                  </a:lnTo>
                  <a:lnTo>
                    <a:pt x="946132" y="414084"/>
                  </a:lnTo>
                  <a:lnTo>
                    <a:pt x="959536" y="419950"/>
                  </a:lnTo>
                  <a:lnTo>
                    <a:pt x="972617" y="425675"/>
                  </a:lnTo>
                  <a:lnTo>
                    <a:pt x="985390" y="431266"/>
                  </a:lnTo>
                  <a:lnTo>
                    <a:pt x="997870" y="436727"/>
                  </a:lnTo>
                  <a:lnTo>
                    <a:pt x="1010068" y="442066"/>
                  </a:lnTo>
                  <a:lnTo>
                    <a:pt x="1021999" y="447288"/>
                  </a:lnTo>
                  <a:lnTo>
                    <a:pt x="1033673" y="452397"/>
                  </a:lnTo>
                  <a:lnTo>
                    <a:pt x="1045102" y="457399"/>
                  </a:lnTo>
                  <a:lnTo>
                    <a:pt x="1056295" y="462298"/>
                  </a:lnTo>
                  <a:lnTo>
                    <a:pt x="1067261" y="467097"/>
                  </a:lnTo>
                  <a:lnTo>
                    <a:pt x="1078011" y="471802"/>
                  </a:lnTo>
                  <a:lnTo>
                    <a:pt x="1088551" y="476415"/>
                  </a:lnTo>
                  <a:lnTo>
                    <a:pt x="1098891" y="480940"/>
                  </a:lnTo>
                  <a:lnTo>
                    <a:pt x="1109038" y="485381"/>
                  </a:lnTo>
                  <a:lnTo>
                    <a:pt x="1118998" y="489740"/>
                  </a:lnTo>
                  <a:lnTo>
                    <a:pt x="1128779" y="49402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19063" y="5083369"/>
              <a:ext cx="1128779" cy="27985"/>
            </a:xfrm>
            <a:custGeom>
              <a:avLst/>
              <a:pathLst>
                <a:path w="1128779" h="27985">
                  <a:moveTo>
                    <a:pt x="0" y="27985"/>
                  </a:moveTo>
                  <a:lnTo>
                    <a:pt x="72484" y="26188"/>
                  </a:lnTo>
                  <a:lnTo>
                    <a:pt x="136420" y="24602"/>
                  </a:lnTo>
                  <a:lnTo>
                    <a:pt x="193613" y="23184"/>
                  </a:lnTo>
                  <a:lnTo>
                    <a:pt x="245350" y="21902"/>
                  </a:lnTo>
                  <a:lnTo>
                    <a:pt x="292582" y="20731"/>
                  </a:lnTo>
                  <a:lnTo>
                    <a:pt x="336031" y="19654"/>
                  </a:lnTo>
                  <a:lnTo>
                    <a:pt x="376259" y="18656"/>
                  </a:lnTo>
                  <a:lnTo>
                    <a:pt x="413711" y="17728"/>
                  </a:lnTo>
                  <a:lnTo>
                    <a:pt x="448744" y="16859"/>
                  </a:lnTo>
                  <a:lnTo>
                    <a:pt x="481653" y="16043"/>
                  </a:lnTo>
                  <a:lnTo>
                    <a:pt x="512680" y="15274"/>
                  </a:lnTo>
                  <a:lnTo>
                    <a:pt x="542029" y="14546"/>
                  </a:lnTo>
                  <a:lnTo>
                    <a:pt x="569873" y="13856"/>
                  </a:lnTo>
                  <a:lnTo>
                    <a:pt x="596357" y="13199"/>
                  </a:lnTo>
                  <a:lnTo>
                    <a:pt x="621610" y="12573"/>
                  </a:lnTo>
                  <a:lnTo>
                    <a:pt x="645739" y="11975"/>
                  </a:lnTo>
                  <a:lnTo>
                    <a:pt x="668842" y="11402"/>
                  </a:lnTo>
                  <a:lnTo>
                    <a:pt x="691001" y="10853"/>
                  </a:lnTo>
                  <a:lnTo>
                    <a:pt x="712291" y="10325"/>
                  </a:lnTo>
                  <a:lnTo>
                    <a:pt x="732778" y="9817"/>
                  </a:lnTo>
                  <a:lnTo>
                    <a:pt x="752519" y="9328"/>
                  </a:lnTo>
                  <a:lnTo>
                    <a:pt x="771568" y="8856"/>
                  </a:lnTo>
                  <a:lnTo>
                    <a:pt x="789971" y="8399"/>
                  </a:lnTo>
                  <a:lnTo>
                    <a:pt x="807770" y="7958"/>
                  </a:lnTo>
                  <a:lnTo>
                    <a:pt x="825004" y="7531"/>
                  </a:lnTo>
                  <a:lnTo>
                    <a:pt x="841708" y="7117"/>
                  </a:lnTo>
                  <a:lnTo>
                    <a:pt x="857913" y="6715"/>
                  </a:lnTo>
                  <a:lnTo>
                    <a:pt x="873648" y="6325"/>
                  </a:lnTo>
                  <a:lnTo>
                    <a:pt x="888940" y="5946"/>
                  </a:lnTo>
                  <a:lnTo>
                    <a:pt x="903813" y="5577"/>
                  </a:lnTo>
                  <a:lnTo>
                    <a:pt x="918289" y="5218"/>
                  </a:lnTo>
                  <a:lnTo>
                    <a:pt x="932389" y="4868"/>
                  </a:lnTo>
                  <a:lnTo>
                    <a:pt x="946132" y="4528"/>
                  </a:lnTo>
                  <a:lnTo>
                    <a:pt x="959536" y="4195"/>
                  </a:lnTo>
                  <a:lnTo>
                    <a:pt x="972617" y="3871"/>
                  </a:lnTo>
                  <a:lnTo>
                    <a:pt x="985390" y="3554"/>
                  </a:lnTo>
                  <a:lnTo>
                    <a:pt x="997870" y="3245"/>
                  </a:lnTo>
                  <a:lnTo>
                    <a:pt x="1010068" y="2943"/>
                  </a:lnTo>
                  <a:lnTo>
                    <a:pt x="1021999" y="2647"/>
                  </a:lnTo>
                  <a:lnTo>
                    <a:pt x="1033673" y="2357"/>
                  </a:lnTo>
                  <a:lnTo>
                    <a:pt x="1045102" y="2074"/>
                  </a:lnTo>
                  <a:lnTo>
                    <a:pt x="1056295" y="1797"/>
                  </a:lnTo>
                  <a:lnTo>
                    <a:pt x="1067261" y="1525"/>
                  </a:lnTo>
                  <a:lnTo>
                    <a:pt x="1078011" y="1258"/>
                  </a:lnTo>
                  <a:lnTo>
                    <a:pt x="1088551" y="997"/>
                  </a:lnTo>
                  <a:lnTo>
                    <a:pt x="1098891" y="740"/>
                  </a:lnTo>
                  <a:lnTo>
                    <a:pt x="1109038" y="489"/>
                  </a:lnTo>
                  <a:lnTo>
                    <a:pt x="1118998" y="242"/>
                  </a:lnTo>
                  <a:lnTo>
                    <a:pt x="112877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19063" y="4936040"/>
              <a:ext cx="1128779" cy="90043"/>
            </a:xfrm>
            <a:custGeom>
              <a:avLst/>
              <a:pathLst>
                <a:path w="1128779" h="90043">
                  <a:moveTo>
                    <a:pt x="0" y="90043"/>
                  </a:moveTo>
                  <a:lnTo>
                    <a:pt x="72484" y="84261"/>
                  </a:lnTo>
                  <a:lnTo>
                    <a:pt x="136420" y="79160"/>
                  </a:lnTo>
                  <a:lnTo>
                    <a:pt x="193613" y="74598"/>
                  </a:lnTo>
                  <a:lnTo>
                    <a:pt x="245350" y="70471"/>
                  </a:lnTo>
                  <a:lnTo>
                    <a:pt x="292582" y="66703"/>
                  </a:lnTo>
                  <a:lnTo>
                    <a:pt x="336031" y="63237"/>
                  </a:lnTo>
                  <a:lnTo>
                    <a:pt x="376259" y="60028"/>
                  </a:lnTo>
                  <a:lnTo>
                    <a:pt x="413711" y="57041"/>
                  </a:lnTo>
                  <a:lnTo>
                    <a:pt x="448744" y="54246"/>
                  </a:lnTo>
                  <a:lnTo>
                    <a:pt x="481653" y="51621"/>
                  </a:lnTo>
                  <a:lnTo>
                    <a:pt x="512680" y="49146"/>
                  </a:lnTo>
                  <a:lnTo>
                    <a:pt x="542029" y="46805"/>
                  </a:lnTo>
                  <a:lnTo>
                    <a:pt x="569873" y="44584"/>
                  </a:lnTo>
                  <a:lnTo>
                    <a:pt x="596357" y="42471"/>
                  </a:lnTo>
                  <a:lnTo>
                    <a:pt x="621610" y="40457"/>
                  </a:lnTo>
                  <a:lnTo>
                    <a:pt x="645739" y="38532"/>
                  </a:lnTo>
                  <a:lnTo>
                    <a:pt x="668842" y="36689"/>
                  </a:lnTo>
                  <a:lnTo>
                    <a:pt x="691001" y="34921"/>
                  </a:lnTo>
                  <a:lnTo>
                    <a:pt x="712291" y="33223"/>
                  </a:lnTo>
                  <a:lnTo>
                    <a:pt x="732778" y="31589"/>
                  </a:lnTo>
                  <a:lnTo>
                    <a:pt x="752519" y="30014"/>
                  </a:lnTo>
                  <a:lnTo>
                    <a:pt x="771568" y="28494"/>
                  </a:lnTo>
                  <a:lnTo>
                    <a:pt x="789971" y="27026"/>
                  </a:lnTo>
                  <a:lnTo>
                    <a:pt x="807770" y="25607"/>
                  </a:lnTo>
                  <a:lnTo>
                    <a:pt x="825004" y="24232"/>
                  </a:lnTo>
                  <a:lnTo>
                    <a:pt x="841708" y="22899"/>
                  </a:lnTo>
                  <a:lnTo>
                    <a:pt x="857913" y="21607"/>
                  </a:lnTo>
                  <a:lnTo>
                    <a:pt x="873648" y="20351"/>
                  </a:lnTo>
                  <a:lnTo>
                    <a:pt x="888940" y="19132"/>
                  </a:lnTo>
                  <a:lnTo>
                    <a:pt x="903813" y="17945"/>
                  </a:lnTo>
                  <a:lnTo>
                    <a:pt x="918289" y="16790"/>
                  </a:lnTo>
                  <a:lnTo>
                    <a:pt x="932389" y="15666"/>
                  </a:lnTo>
                  <a:lnTo>
                    <a:pt x="946132" y="14569"/>
                  </a:lnTo>
                  <a:lnTo>
                    <a:pt x="959536" y="13500"/>
                  </a:lnTo>
                  <a:lnTo>
                    <a:pt x="972617" y="12457"/>
                  </a:lnTo>
                  <a:lnTo>
                    <a:pt x="985390" y="11438"/>
                  </a:lnTo>
                  <a:lnTo>
                    <a:pt x="997870" y="10442"/>
                  </a:lnTo>
                  <a:lnTo>
                    <a:pt x="1010068" y="9469"/>
                  </a:lnTo>
                  <a:lnTo>
                    <a:pt x="1021999" y="8517"/>
                  </a:lnTo>
                  <a:lnTo>
                    <a:pt x="1033673" y="7586"/>
                  </a:lnTo>
                  <a:lnTo>
                    <a:pt x="1045102" y="6674"/>
                  </a:lnTo>
                  <a:lnTo>
                    <a:pt x="1056295" y="5782"/>
                  </a:lnTo>
                  <a:lnTo>
                    <a:pt x="1067261" y="4907"/>
                  </a:lnTo>
                  <a:lnTo>
                    <a:pt x="1078011" y="4049"/>
                  </a:lnTo>
                  <a:lnTo>
                    <a:pt x="1088551" y="3208"/>
                  </a:lnTo>
                  <a:lnTo>
                    <a:pt x="1098891" y="2384"/>
                  </a:lnTo>
                  <a:lnTo>
                    <a:pt x="1109038" y="1574"/>
                  </a:lnTo>
                  <a:lnTo>
                    <a:pt x="1118998" y="780"/>
                  </a:lnTo>
                  <a:lnTo>
                    <a:pt x="112877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19063" y="4997643"/>
              <a:ext cx="1128779" cy="135065"/>
            </a:xfrm>
            <a:custGeom>
              <a:avLst/>
              <a:pathLst>
                <a:path w="1128779" h="135065">
                  <a:moveTo>
                    <a:pt x="0" y="135065"/>
                  </a:moveTo>
                  <a:lnTo>
                    <a:pt x="72484" y="126392"/>
                  </a:lnTo>
                  <a:lnTo>
                    <a:pt x="136420" y="118742"/>
                  </a:lnTo>
                  <a:lnTo>
                    <a:pt x="193613" y="111898"/>
                  </a:lnTo>
                  <a:lnTo>
                    <a:pt x="245350" y="105708"/>
                  </a:lnTo>
                  <a:lnTo>
                    <a:pt x="292582" y="100056"/>
                  </a:lnTo>
                  <a:lnTo>
                    <a:pt x="336031" y="94857"/>
                  </a:lnTo>
                  <a:lnTo>
                    <a:pt x="376259" y="90043"/>
                  </a:lnTo>
                  <a:lnTo>
                    <a:pt x="413711" y="85562"/>
                  </a:lnTo>
                  <a:lnTo>
                    <a:pt x="448744" y="81370"/>
                  </a:lnTo>
                  <a:lnTo>
                    <a:pt x="481653" y="77432"/>
                  </a:lnTo>
                  <a:lnTo>
                    <a:pt x="512680" y="73720"/>
                  </a:lnTo>
                  <a:lnTo>
                    <a:pt x="542029" y="70208"/>
                  </a:lnTo>
                  <a:lnTo>
                    <a:pt x="569873" y="66876"/>
                  </a:lnTo>
                  <a:lnTo>
                    <a:pt x="596357" y="63707"/>
                  </a:lnTo>
                  <a:lnTo>
                    <a:pt x="621610" y="60686"/>
                  </a:lnTo>
                  <a:lnTo>
                    <a:pt x="645739" y="57798"/>
                  </a:lnTo>
                  <a:lnTo>
                    <a:pt x="668842" y="55034"/>
                  </a:lnTo>
                  <a:lnTo>
                    <a:pt x="691001" y="52383"/>
                  </a:lnTo>
                  <a:lnTo>
                    <a:pt x="712291" y="49835"/>
                  </a:lnTo>
                  <a:lnTo>
                    <a:pt x="732778" y="47384"/>
                  </a:lnTo>
                  <a:lnTo>
                    <a:pt x="752519" y="45021"/>
                  </a:lnTo>
                  <a:lnTo>
                    <a:pt x="771568" y="42742"/>
                  </a:lnTo>
                  <a:lnTo>
                    <a:pt x="789971" y="40540"/>
                  </a:lnTo>
                  <a:lnTo>
                    <a:pt x="807770" y="38410"/>
                  </a:lnTo>
                  <a:lnTo>
                    <a:pt x="825004" y="36348"/>
                  </a:lnTo>
                  <a:lnTo>
                    <a:pt x="841708" y="34350"/>
                  </a:lnTo>
                  <a:lnTo>
                    <a:pt x="857913" y="32410"/>
                  </a:lnTo>
                  <a:lnTo>
                    <a:pt x="873648" y="30528"/>
                  </a:lnTo>
                  <a:lnTo>
                    <a:pt x="888940" y="28698"/>
                  </a:lnTo>
                  <a:lnTo>
                    <a:pt x="903813" y="26918"/>
                  </a:lnTo>
                  <a:lnTo>
                    <a:pt x="918289" y="25186"/>
                  </a:lnTo>
                  <a:lnTo>
                    <a:pt x="932389" y="23499"/>
                  </a:lnTo>
                  <a:lnTo>
                    <a:pt x="946132" y="21854"/>
                  </a:lnTo>
                  <a:lnTo>
                    <a:pt x="959536" y="20251"/>
                  </a:lnTo>
                  <a:lnTo>
                    <a:pt x="972617" y="18685"/>
                  </a:lnTo>
                  <a:lnTo>
                    <a:pt x="985390" y="17157"/>
                  </a:lnTo>
                  <a:lnTo>
                    <a:pt x="997870" y="15664"/>
                  </a:lnTo>
                  <a:lnTo>
                    <a:pt x="1010068" y="14204"/>
                  </a:lnTo>
                  <a:lnTo>
                    <a:pt x="1021999" y="12776"/>
                  </a:lnTo>
                  <a:lnTo>
                    <a:pt x="1033673" y="11380"/>
                  </a:lnTo>
                  <a:lnTo>
                    <a:pt x="1045102" y="10012"/>
                  </a:lnTo>
                  <a:lnTo>
                    <a:pt x="1056295" y="8673"/>
                  </a:lnTo>
                  <a:lnTo>
                    <a:pt x="1067261" y="7361"/>
                  </a:lnTo>
                  <a:lnTo>
                    <a:pt x="1078011" y="6074"/>
                  </a:lnTo>
                  <a:lnTo>
                    <a:pt x="1088551" y="4813"/>
                  </a:lnTo>
                  <a:lnTo>
                    <a:pt x="1098891" y="3576"/>
                  </a:lnTo>
                  <a:lnTo>
                    <a:pt x="1109038" y="2362"/>
                  </a:lnTo>
                  <a:lnTo>
                    <a:pt x="1118998" y="1170"/>
                  </a:lnTo>
                  <a:lnTo>
                    <a:pt x="112877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19063" y="4873642"/>
              <a:ext cx="1128779" cy="114442"/>
            </a:xfrm>
            <a:custGeom>
              <a:avLst/>
              <a:pathLst>
                <a:path w="1128779" h="114442">
                  <a:moveTo>
                    <a:pt x="0" y="0"/>
                  </a:moveTo>
                  <a:lnTo>
                    <a:pt x="72484" y="7348"/>
                  </a:lnTo>
                  <a:lnTo>
                    <a:pt x="136420" y="13831"/>
                  </a:lnTo>
                  <a:lnTo>
                    <a:pt x="193613" y="19629"/>
                  </a:lnTo>
                  <a:lnTo>
                    <a:pt x="245350" y="24875"/>
                  </a:lnTo>
                  <a:lnTo>
                    <a:pt x="292582" y="29663"/>
                  </a:lnTo>
                  <a:lnTo>
                    <a:pt x="336031" y="34068"/>
                  </a:lnTo>
                  <a:lnTo>
                    <a:pt x="376259" y="38147"/>
                  </a:lnTo>
                  <a:lnTo>
                    <a:pt x="413711" y="41944"/>
                  </a:lnTo>
                  <a:lnTo>
                    <a:pt x="448744" y="45496"/>
                  </a:lnTo>
                  <a:lnTo>
                    <a:pt x="481653" y="48832"/>
                  </a:lnTo>
                  <a:lnTo>
                    <a:pt x="512680" y="51978"/>
                  </a:lnTo>
                  <a:lnTo>
                    <a:pt x="542029" y="54954"/>
                  </a:lnTo>
                  <a:lnTo>
                    <a:pt x="569873" y="57777"/>
                  </a:lnTo>
                  <a:lnTo>
                    <a:pt x="596357" y="60462"/>
                  </a:lnTo>
                  <a:lnTo>
                    <a:pt x="621610" y="63022"/>
                  </a:lnTo>
                  <a:lnTo>
                    <a:pt x="645739" y="65468"/>
                  </a:lnTo>
                  <a:lnTo>
                    <a:pt x="668842" y="67811"/>
                  </a:lnTo>
                  <a:lnTo>
                    <a:pt x="691001" y="70057"/>
                  </a:lnTo>
                  <a:lnTo>
                    <a:pt x="712291" y="72216"/>
                  </a:lnTo>
                  <a:lnTo>
                    <a:pt x="732778" y="74293"/>
                  </a:lnTo>
                  <a:lnTo>
                    <a:pt x="752519" y="76294"/>
                  </a:lnTo>
                  <a:lnTo>
                    <a:pt x="771568" y="78226"/>
                  </a:lnTo>
                  <a:lnTo>
                    <a:pt x="789971" y="80091"/>
                  </a:lnTo>
                  <a:lnTo>
                    <a:pt x="807770" y="81896"/>
                  </a:lnTo>
                  <a:lnTo>
                    <a:pt x="825004" y="83643"/>
                  </a:lnTo>
                  <a:lnTo>
                    <a:pt x="841708" y="85337"/>
                  </a:lnTo>
                  <a:lnTo>
                    <a:pt x="857913" y="86980"/>
                  </a:lnTo>
                  <a:lnTo>
                    <a:pt x="873648" y="88575"/>
                  </a:lnTo>
                  <a:lnTo>
                    <a:pt x="888940" y="90126"/>
                  </a:lnTo>
                  <a:lnTo>
                    <a:pt x="903813" y="91633"/>
                  </a:lnTo>
                  <a:lnTo>
                    <a:pt x="918289" y="93101"/>
                  </a:lnTo>
                  <a:lnTo>
                    <a:pt x="932389" y="94531"/>
                  </a:lnTo>
                  <a:lnTo>
                    <a:pt x="946132" y="95924"/>
                  </a:lnTo>
                  <a:lnTo>
                    <a:pt x="959536" y="97283"/>
                  </a:lnTo>
                  <a:lnTo>
                    <a:pt x="972617" y="98609"/>
                  </a:lnTo>
                  <a:lnTo>
                    <a:pt x="985390" y="99904"/>
                  </a:lnTo>
                  <a:lnTo>
                    <a:pt x="997870" y="101170"/>
                  </a:lnTo>
                  <a:lnTo>
                    <a:pt x="1010068" y="102406"/>
                  </a:lnTo>
                  <a:lnTo>
                    <a:pt x="1021999" y="103616"/>
                  </a:lnTo>
                  <a:lnTo>
                    <a:pt x="1033673" y="104800"/>
                  </a:lnTo>
                  <a:lnTo>
                    <a:pt x="1045102" y="105958"/>
                  </a:lnTo>
                  <a:lnTo>
                    <a:pt x="1056295" y="107093"/>
                  </a:lnTo>
                  <a:lnTo>
                    <a:pt x="1067261" y="108205"/>
                  </a:lnTo>
                  <a:lnTo>
                    <a:pt x="1078011" y="109295"/>
                  </a:lnTo>
                  <a:lnTo>
                    <a:pt x="1088551" y="110363"/>
                  </a:lnTo>
                  <a:lnTo>
                    <a:pt x="1098891" y="111412"/>
                  </a:lnTo>
                  <a:lnTo>
                    <a:pt x="1109038" y="112440"/>
                  </a:lnTo>
                  <a:lnTo>
                    <a:pt x="1118998" y="113450"/>
                  </a:lnTo>
                  <a:lnTo>
                    <a:pt x="1128779" y="11444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19063" y="4880683"/>
              <a:ext cx="1128779" cy="253702"/>
            </a:xfrm>
            <a:custGeom>
              <a:avLst/>
              <a:pathLst>
                <a:path w="1128779" h="253702">
                  <a:moveTo>
                    <a:pt x="0" y="0"/>
                  </a:moveTo>
                  <a:lnTo>
                    <a:pt x="72484" y="16291"/>
                  </a:lnTo>
                  <a:lnTo>
                    <a:pt x="136420" y="30661"/>
                  </a:lnTo>
                  <a:lnTo>
                    <a:pt x="193613" y="43516"/>
                  </a:lnTo>
                  <a:lnTo>
                    <a:pt x="245350" y="55144"/>
                  </a:lnTo>
                  <a:lnTo>
                    <a:pt x="292582" y="65760"/>
                  </a:lnTo>
                  <a:lnTo>
                    <a:pt x="336031" y="75525"/>
                  </a:lnTo>
                  <a:lnTo>
                    <a:pt x="376259" y="84567"/>
                  </a:lnTo>
                  <a:lnTo>
                    <a:pt x="413711" y="92984"/>
                  </a:lnTo>
                  <a:lnTo>
                    <a:pt x="448744" y="100858"/>
                  </a:lnTo>
                  <a:lnTo>
                    <a:pt x="481653" y="108255"/>
                  </a:lnTo>
                  <a:lnTo>
                    <a:pt x="512680" y="115229"/>
                  </a:lnTo>
                  <a:lnTo>
                    <a:pt x="542029" y="121825"/>
                  </a:lnTo>
                  <a:lnTo>
                    <a:pt x="569873" y="128083"/>
                  </a:lnTo>
                  <a:lnTo>
                    <a:pt x="596357" y="134036"/>
                  </a:lnTo>
                  <a:lnTo>
                    <a:pt x="621610" y="139711"/>
                  </a:lnTo>
                  <a:lnTo>
                    <a:pt x="645739" y="145135"/>
                  </a:lnTo>
                  <a:lnTo>
                    <a:pt x="668842" y="150327"/>
                  </a:lnTo>
                  <a:lnTo>
                    <a:pt x="691001" y="155308"/>
                  </a:lnTo>
                  <a:lnTo>
                    <a:pt x="712291" y="160093"/>
                  </a:lnTo>
                  <a:lnTo>
                    <a:pt x="732778" y="164697"/>
                  </a:lnTo>
                  <a:lnTo>
                    <a:pt x="752519" y="169134"/>
                  </a:lnTo>
                  <a:lnTo>
                    <a:pt x="771568" y="173416"/>
                  </a:lnTo>
                  <a:lnTo>
                    <a:pt x="789971" y="177552"/>
                  </a:lnTo>
                  <a:lnTo>
                    <a:pt x="807770" y="181552"/>
                  </a:lnTo>
                  <a:lnTo>
                    <a:pt x="825004" y="185426"/>
                  </a:lnTo>
                  <a:lnTo>
                    <a:pt x="841708" y="189180"/>
                  </a:lnTo>
                  <a:lnTo>
                    <a:pt x="857913" y="192822"/>
                  </a:lnTo>
                  <a:lnTo>
                    <a:pt x="873648" y="196359"/>
                  </a:lnTo>
                  <a:lnTo>
                    <a:pt x="888940" y="199796"/>
                  </a:lnTo>
                  <a:lnTo>
                    <a:pt x="903813" y="203139"/>
                  </a:lnTo>
                  <a:lnTo>
                    <a:pt x="918289" y="206392"/>
                  </a:lnTo>
                  <a:lnTo>
                    <a:pt x="932389" y="209562"/>
                  </a:lnTo>
                  <a:lnTo>
                    <a:pt x="946132" y="212650"/>
                  </a:lnTo>
                  <a:lnTo>
                    <a:pt x="959536" y="215663"/>
                  </a:lnTo>
                  <a:lnTo>
                    <a:pt x="972617" y="218603"/>
                  </a:lnTo>
                  <a:lnTo>
                    <a:pt x="985390" y="221474"/>
                  </a:lnTo>
                  <a:lnTo>
                    <a:pt x="997870" y="224279"/>
                  </a:lnTo>
                  <a:lnTo>
                    <a:pt x="1010068" y="227021"/>
                  </a:lnTo>
                  <a:lnTo>
                    <a:pt x="1021999" y="229702"/>
                  </a:lnTo>
                  <a:lnTo>
                    <a:pt x="1033673" y="232326"/>
                  </a:lnTo>
                  <a:lnTo>
                    <a:pt x="1045102" y="234895"/>
                  </a:lnTo>
                  <a:lnTo>
                    <a:pt x="1056295" y="237410"/>
                  </a:lnTo>
                  <a:lnTo>
                    <a:pt x="1067261" y="239875"/>
                  </a:lnTo>
                  <a:lnTo>
                    <a:pt x="1078011" y="242291"/>
                  </a:lnTo>
                  <a:lnTo>
                    <a:pt x="1088551" y="244660"/>
                  </a:lnTo>
                  <a:lnTo>
                    <a:pt x="1098891" y="246984"/>
                  </a:lnTo>
                  <a:lnTo>
                    <a:pt x="1109038" y="249265"/>
                  </a:lnTo>
                  <a:lnTo>
                    <a:pt x="1118998" y="251503"/>
                  </a:lnTo>
                  <a:lnTo>
                    <a:pt x="1128779" y="25370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19063" y="5011479"/>
              <a:ext cx="1128779" cy="231535"/>
            </a:xfrm>
            <a:custGeom>
              <a:avLst/>
              <a:pathLst>
                <a:path w="1128779" h="231535">
                  <a:moveTo>
                    <a:pt x="0" y="0"/>
                  </a:moveTo>
                  <a:lnTo>
                    <a:pt x="72484" y="14868"/>
                  </a:lnTo>
                  <a:lnTo>
                    <a:pt x="136420" y="27982"/>
                  </a:lnTo>
                  <a:lnTo>
                    <a:pt x="193613" y="39713"/>
                  </a:lnTo>
                  <a:lnTo>
                    <a:pt x="245350" y="50326"/>
                  </a:lnTo>
                  <a:lnTo>
                    <a:pt x="292582" y="60014"/>
                  </a:lnTo>
                  <a:lnTo>
                    <a:pt x="336031" y="68926"/>
                  </a:lnTo>
                  <a:lnTo>
                    <a:pt x="376259" y="77178"/>
                  </a:lnTo>
                  <a:lnTo>
                    <a:pt x="413711" y="84860"/>
                  </a:lnTo>
                  <a:lnTo>
                    <a:pt x="448744" y="92046"/>
                  </a:lnTo>
                  <a:lnTo>
                    <a:pt x="481653" y="98796"/>
                  </a:lnTo>
                  <a:lnTo>
                    <a:pt x="512680" y="105160"/>
                  </a:lnTo>
                  <a:lnTo>
                    <a:pt x="542029" y="111181"/>
                  </a:lnTo>
                  <a:lnTo>
                    <a:pt x="569873" y="116892"/>
                  </a:lnTo>
                  <a:lnTo>
                    <a:pt x="596357" y="122324"/>
                  </a:lnTo>
                  <a:lnTo>
                    <a:pt x="621610" y="127504"/>
                  </a:lnTo>
                  <a:lnTo>
                    <a:pt x="645739" y="132454"/>
                  </a:lnTo>
                  <a:lnTo>
                    <a:pt x="668842" y="137192"/>
                  </a:lnTo>
                  <a:lnTo>
                    <a:pt x="691001" y="141738"/>
                  </a:lnTo>
                  <a:lnTo>
                    <a:pt x="712291" y="146105"/>
                  </a:lnTo>
                  <a:lnTo>
                    <a:pt x="732778" y="150307"/>
                  </a:lnTo>
                  <a:lnTo>
                    <a:pt x="752519" y="154356"/>
                  </a:lnTo>
                  <a:lnTo>
                    <a:pt x="771568" y="158264"/>
                  </a:lnTo>
                  <a:lnTo>
                    <a:pt x="789971" y="162038"/>
                  </a:lnTo>
                  <a:lnTo>
                    <a:pt x="807770" y="165689"/>
                  </a:lnTo>
                  <a:lnTo>
                    <a:pt x="825004" y="169224"/>
                  </a:lnTo>
                  <a:lnTo>
                    <a:pt x="841708" y="172651"/>
                  </a:lnTo>
                  <a:lnTo>
                    <a:pt x="857913" y="175975"/>
                  </a:lnTo>
                  <a:lnTo>
                    <a:pt x="873648" y="179202"/>
                  </a:lnTo>
                  <a:lnTo>
                    <a:pt x="888940" y="182339"/>
                  </a:lnTo>
                  <a:lnTo>
                    <a:pt x="903813" y="185390"/>
                  </a:lnTo>
                  <a:lnTo>
                    <a:pt x="918289" y="188359"/>
                  </a:lnTo>
                  <a:lnTo>
                    <a:pt x="932389" y="191251"/>
                  </a:lnTo>
                  <a:lnTo>
                    <a:pt x="946132" y="194070"/>
                  </a:lnTo>
                  <a:lnTo>
                    <a:pt x="959536" y="196820"/>
                  </a:lnTo>
                  <a:lnTo>
                    <a:pt x="972617" y="199503"/>
                  </a:lnTo>
                  <a:lnTo>
                    <a:pt x="985390" y="202123"/>
                  </a:lnTo>
                  <a:lnTo>
                    <a:pt x="997870" y="204683"/>
                  </a:lnTo>
                  <a:lnTo>
                    <a:pt x="1010068" y="207185"/>
                  </a:lnTo>
                  <a:lnTo>
                    <a:pt x="1021999" y="209632"/>
                  </a:lnTo>
                  <a:lnTo>
                    <a:pt x="1033673" y="212027"/>
                  </a:lnTo>
                  <a:lnTo>
                    <a:pt x="1045102" y="214371"/>
                  </a:lnTo>
                  <a:lnTo>
                    <a:pt x="1056295" y="216667"/>
                  </a:lnTo>
                  <a:lnTo>
                    <a:pt x="1067261" y="218916"/>
                  </a:lnTo>
                  <a:lnTo>
                    <a:pt x="1078011" y="221121"/>
                  </a:lnTo>
                  <a:lnTo>
                    <a:pt x="1088551" y="223283"/>
                  </a:lnTo>
                  <a:lnTo>
                    <a:pt x="1098891" y="225404"/>
                  </a:lnTo>
                  <a:lnTo>
                    <a:pt x="1109038" y="227485"/>
                  </a:lnTo>
                  <a:lnTo>
                    <a:pt x="1118998" y="229528"/>
                  </a:lnTo>
                  <a:lnTo>
                    <a:pt x="1128779" y="23153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19063" y="5000477"/>
              <a:ext cx="1128779" cy="92950"/>
            </a:xfrm>
            <a:custGeom>
              <a:avLst/>
              <a:pathLst>
                <a:path w="1128779" h="92950">
                  <a:moveTo>
                    <a:pt x="0" y="0"/>
                  </a:moveTo>
                  <a:lnTo>
                    <a:pt x="72484" y="5968"/>
                  </a:lnTo>
                  <a:lnTo>
                    <a:pt x="136420" y="11233"/>
                  </a:lnTo>
                  <a:lnTo>
                    <a:pt x="193613" y="15943"/>
                  </a:lnTo>
                  <a:lnTo>
                    <a:pt x="245350" y="20203"/>
                  </a:lnTo>
                  <a:lnTo>
                    <a:pt x="292582" y="24093"/>
                  </a:lnTo>
                  <a:lnTo>
                    <a:pt x="336031" y="27670"/>
                  </a:lnTo>
                  <a:lnTo>
                    <a:pt x="376259" y="30983"/>
                  </a:lnTo>
                  <a:lnTo>
                    <a:pt x="413711" y="34067"/>
                  </a:lnTo>
                  <a:lnTo>
                    <a:pt x="448744" y="36952"/>
                  </a:lnTo>
                  <a:lnTo>
                    <a:pt x="481653" y="39662"/>
                  </a:lnTo>
                  <a:lnTo>
                    <a:pt x="512680" y="42217"/>
                  </a:lnTo>
                  <a:lnTo>
                    <a:pt x="542029" y="44634"/>
                  </a:lnTo>
                  <a:lnTo>
                    <a:pt x="569873" y="46926"/>
                  </a:lnTo>
                  <a:lnTo>
                    <a:pt x="596357" y="49107"/>
                  </a:lnTo>
                  <a:lnTo>
                    <a:pt x="621610" y="51187"/>
                  </a:lnTo>
                  <a:lnTo>
                    <a:pt x="645739" y="53174"/>
                  </a:lnTo>
                  <a:lnTo>
                    <a:pt x="668842" y="55076"/>
                  </a:lnTo>
                  <a:lnTo>
                    <a:pt x="691001" y="56901"/>
                  </a:lnTo>
                  <a:lnTo>
                    <a:pt x="712291" y="58654"/>
                  </a:lnTo>
                  <a:lnTo>
                    <a:pt x="732778" y="60341"/>
                  </a:lnTo>
                  <a:lnTo>
                    <a:pt x="752519" y="61967"/>
                  </a:lnTo>
                  <a:lnTo>
                    <a:pt x="771568" y="63535"/>
                  </a:lnTo>
                  <a:lnTo>
                    <a:pt x="789971" y="65051"/>
                  </a:lnTo>
                  <a:lnTo>
                    <a:pt x="807770" y="66516"/>
                  </a:lnTo>
                  <a:lnTo>
                    <a:pt x="825004" y="67935"/>
                  </a:lnTo>
                  <a:lnTo>
                    <a:pt x="841708" y="69311"/>
                  </a:lnTo>
                  <a:lnTo>
                    <a:pt x="857913" y="70645"/>
                  </a:lnTo>
                  <a:lnTo>
                    <a:pt x="873648" y="71941"/>
                  </a:lnTo>
                  <a:lnTo>
                    <a:pt x="888940" y="73200"/>
                  </a:lnTo>
                  <a:lnTo>
                    <a:pt x="903813" y="74425"/>
                  </a:lnTo>
                  <a:lnTo>
                    <a:pt x="918289" y="75617"/>
                  </a:lnTo>
                  <a:lnTo>
                    <a:pt x="932389" y="76778"/>
                  </a:lnTo>
                  <a:lnTo>
                    <a:pt x="946132" y="77910"/>
                  </a:lnTo>
                  <a:lnTo>
                    <a:pt x="959536" y="79014"/>
                  </a:lnTo>
                  <a:lnTo>
                    <a:pt x="972617" y="80091"/>
                  </a:lnTo>
                  <a:lnTo>
                    <a:pt x="985390" y="81143"/>
                  </a:lnTo>
                  <a:lnTo>
                    <a:pt x="997870" y="82170"/>
                  </a:lnTo>
                  <a:lnTo>
                    <a:pt x="1010068" y="83175"/>
                  </a:lnTo>
                  <a:lnTo>
                    <a:pt x="1021999" y="84157"/>
                  </a:lnTo>
                  <a:lnTo>
                    <a:pt x="1033673" y="85118"/>
                  </a:lnTo>
                  <a:lnTo>
                    <a:pt x="1045102" y="86060"/>
                  </a:lnTo>
                  <a:lnTo>
                    <a:pt x="1056295" y="86981"/>
                  </a:lnTo>
                  <a:lnTo>
                    <a:pt x="1067261" y="87884"/>
                  </a:lnTo>
                  <a:lnTo>
                    <a:pt x="1078011" y="88769"/>
                  </a:lnTo>
                  <a:lnTo>
                    <a:pt x="1088551" y="89637"/>
                  </a:lnTo>
                  <a:lnTo>
                    <a:pt x="1098891" y="90489"/>
                  </a:lnTo>
                  <a:lnTo>
                    <a:pt x="1109038" y="91324"/>
                  </a:lnTo>
                  <a:lnTo>
                    <a:pt x="1118998" y="92145"/>
                  </a:lnTo>
                  <a:lnTo>
                    <a:pt x="1128779" y="9295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19063" y="5077545"/>
              <a:ext cx="1128779" cy="22955"/>
            </a:xfrm>
            <a:custGeom>
              <a:avLst/>
              <a:pathLst>
                <a:path w="1128779" h="22955">
                  <a:moveTo>
                    <a:pt x="0" y="0"/>
                  </a:moveTo>
                  <a:lnTo>
                    <a:pt x="72484" y="1474"/>
                  </a:lnTo>
                  <a:lnTo>
                    <a:pt x="136420" y="2774"/>
                  </a:lnTo>
                  <a:lnTo>
                    <a:pt x="193613" y="3937"/>
                  </a:lnTo>
                  <a:lnTo>
                    <a:pt x="245350" y="4989"/>
                  </a:lnTo>
                  <a:lnTo>
                    <a:pt x="292582" y="5950"/>
                  </a:lnTo>
                  <a:lnTo>
                    <a:pt x="336031" y="6833"/>
                  </a:lnTo>
                  <a:lnTo>
                    <a:pt x="376259" y="7651"/>
                  </a:lnTo>
                  <a:lnTo>
                    <a:pt x="413711" y="8413"/>
                  </a:lnTo>
                  <a:lnTo>
                    <a:pt x="448744" y="9125"/>
                  </a:lnTo>
                  <a:lnTo>
                    <a:pt x="481653" y="9795"/>
                  </a:lnTo>
                  <a:lnTo>
                    <a:pt x="512680" y="10426"/>
                  </a:lnTo>
                  <a:lnTo>
                    <a:pt x="542029" y="11022"/>
                  </a:lnTo>
                  <a:lnTo>
                    <a:pt x="569873" y="11589"/>
                  </a:lnTo>
                  <a:lnTo>
                    <a:pt x="596357" y="12127"/>
                  </a:lnTo>
                  <a:lnTo>
                    <a:pt x="621610" y="12641"/>
                  </a:lnTo>
                  <a:lnTo>
                    <a:pt x="645739" y="13132"/>
                  </a:lnTo>
                  <a:lnTo>
                    <a:pt x="668842" y="13601"/>
                  </a:lnTo>
                  <a:lnTo>
                    <a:pt x="691001" y="14052"/>
                  </a:lnTo>
                  <a:lnTo>
                    <a:pt x="712291" y="14485"/>
                  </a:lnTo>
                  <a:lnTo>
                    <a:pt x="732778" y="14902"/>
                  </a:lnTo>
                  <a:lnTo>
                    <a:pt x="752519" y="15303"/>
                  </a:lnTo>
                  <a:lnTo>
                    <a:pt x="771568" y="15691"/>
                  </a:lnTo>
                  <a:lnTo>
                    <a:pt x="789971" y="16065"/>
                  </a:lnTo>
                  <a:lnTo>
                    <a:pt x="807770" y="16427"/>
                  </a:lnTo>
                  <a:lnTo>
                    <a:pt x="825004" y="16777"/>
                  </a:lnTo>
                  <a:lnTo>
                    <a:pt x="841708" y="17117"/>
                  </a:lnTo>
                  <a:lnTo>
                    <a:pt x="857913" y="17446"/>
                  </a:lnTo>
                  <a:lnTo>
                    <a:pt x="873648" y="17766"/>
                  </a:lnTo>
                  <a:lnTo>
                    <a:pt x="888940" y="18077"/>
                  </a:lnTo>
                  <a:lnTo>
                    <a:pt x="903813" y="18380"/>
                  </a:lnTo>
                  <a:lnTo>
                    <a:pt x="918289" y="18674"/>
                  </a:lnTo>
                  <a:lnTo>
                    <a:pt x="932389" y="18961"/>
                  </a:lnTo>
                  <a:lnTo>
                    <a:pt x="946132" y="19241"/>
                  </a:lnTo>
                  <a:lnTo>
                    <a:pt x="959536" y="19513"/>
                  </a:lnTo>
                  <a:lnTo>
                    <a:pt x="972617" y="19779"/>
                  </a:lnTo>
                  <a:lnTo>
                    <a:pt x="985390" y="20039"/>
                  </a:lnTo>
                  <a:lnTo>
                    <a:pt x="997870" y="20293"/>
                  </a:lnTo>
                  <a:lnTo>
                    <a:pt x="1010068" y="20541"/>
                  </a:lnTo>
                  <a:lnTo>
                    <a:pt x="1021999" y="20783"/>
                  </a:lnTo>
                  <a:lnTo>
                    <a:pt x="1033673" y="21021"/>
                  </a:lnTo>
                  <a:lnTo>
                    <a:pt x="1045102" y="21253"/>
                  </a:lnTo>
                  <a:lnTo>
                    <a:pt x="1056295" y="21481"/>
                  </a:lnTo>
                  <a:lnTo>
                    <a:pt x="1067261" y="21704"/>
                  </a:lnTo>
                  <a:lnTo>
                    <a:pt x="1078011" y="21922"/>
                  </a:lnTo>
                  <a:lnTo>
                    <a:pt x="1088551" y="22137"/>
                  </a:lnTo>
                  <a:lnTo>
                    <a:pt x="1098891" y="22347"/>
                  </a:lnTo>
                  <a:lnTo>
                    <a:pt x="1109038" y="22553"/>
                  </a:lnTo>
                  <a:lnTo>
                    <a:pt x="1118998" y="22756"/>
                  </a:lnTo>
                  <a:lnTo>
                    <a:pt x="1128779" y="2295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rc1074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635189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5603558" y="506681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603558" y="466883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603558" y="427085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35189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71906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609532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647158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84784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4"/>
            <p:cNvSpPr/>
            <p:nvPr/>
          </p:nvSpPr>
          <p:spPr>
            <a:xfrm>
              <a:off x="568728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606354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643980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81606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5996880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5635189" y="3937978"/>
              <a:ext cx="50456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1" name="rc1090"/>
            <p:cNvSpPr/>
            <p:nvPr/>
          </p:nvSpPr>
          <p:spPr>
            <a:xfrm>
              <a:off x="1548979" y="5770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tx1091"/>
            <p:cNvSpPr/>
            <p:nvPr/>
          </p:nvSpPr>
          <p:spPr>
            <a:xfrm>
              <a:off x="1548979" y="5814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209248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154002" y="5832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2110484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rc1095"/>
            <p:cNvSpPr/>
            <p:nvPr/>
          </p:nvSpPr>
          <p:spPr>
            <a:xfrm>
              <a:off x="2570460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631978" y="5832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l1097"/>
            <p:cNvSpPr/>
            <p:nvPr/>
          </p:nvSpPr>
          <p:spPr>
            <a:xfrm>
              <a:off x="2588460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rc1098"/>
            <p:cNvSpPr/>
            <p:nvPr/>
          </p:nvSpPr>
          <p:spPr>
            <a:xfrm>
              <a:off x="3054745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3116263" y="583200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3072745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rc1101"/>
            <p:cNvSpPr/>
            <p:nvPr/>
          </p:nvSpPr>
          <p:spPr>
            <a:xfrm>
              <a:off x="352010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3581620" y="58320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3538102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rc1104"/>
            <p:cNvSpPr/>
            <p:nvPr/>
          </p:nvSpPr>
          <p:spPr>
            <a:xfrm>
              <a:off x="399807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4059595" y="5832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4016077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rc1107"/>
            <p:cNvSpPr/>
            <p:nvPr/>
          </p:nvSpPr>
          <p:spPr>
            <a:xfrm>
              <a:off x="446343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4524952" y="5832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l1109"/>
            <p:cNvSpPr/>
            <p:nvPr/>
          </p:nvSpPr>
          <p:spPr>
            <a:xfrm>
              <a:off x="448143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rc1110"/>
            <p:cNvSpPr/>
            <p:nvPr/>
          </p:nvSpPr>
          <p:spPr>
            <a:xfrm>
              <a:off x="492879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4990309" y="58320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l1112"/>
            <p:cNvSpPr/>
            <p:nvPr/>
          </p:nvSpPr>
          <p:spPr>
            <a:xfrm>
              <a:off x="4946791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rc1113"/>
            <p:cNvSpPr/>
            <p:nvPr/>
          </p:nvSpPr>
          <p:spPr>
            <a:xfrm>
              <a:off x="538143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5442955" y="5832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l1115"/>
            <p:cNvSpPr/>
            <p:nvPr/>
          </p:nvSpPr>
          <p:spPr>
            <a:xfrm>
              <a:off x="5399437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rc1116"/>
            <p:cNvSpPr/>
            <p:nvPr/>
          </p:nvSpPr>
          <p:spPr>
            <a:xfrm>
              <a:off x="585941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5920931" y="5832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l1118"/>
            <p:cNvSpPr/>
            <p:nvPr/>
          </p:nvSpPr>
          <p:spPr>
            <a:xfrm>
              <a:off x="5877413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19"/>
            <p:cNvSpPr/>
            <p:nvPr/>
          </p:nvSpPr>
          <p:spPr>
            <a:xfrm>
              <a:off x="633107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6392597" y="5832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l1121"/>
            <p:cNvSpPr/>
            <p:nvPr/>
          </p:nvSpPr>
          <p:spPr>
            <a:xfrm>
              <a:off x="6349079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tx1122"/>
            <p:cNvSpPr/>
            <p:nvPr/>
          </p:nvSpPr>
          <p:spPr>
            <a:xfrm>
              <a:off x="2335747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4" name="tx1123"/>
            <p:cNvSpPr/>
            <p:nvPr/>
          </p:nvSpPr>
          <p:spPr>
            <a:xfrm>
              <a:off x="2813723" y="5819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5" name="tx1124"/>
            <p:cNvSpPr/>
            <p:nvPr/>
          </p:nvSpPr>
          <p:spPr>
            <a:xfrm>
              <a:off x="329800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763364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4241340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470669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5172053" y="5819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5624700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6102676" y="5819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6574342" y="5819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2026-07-20T15:32:40Z</dcterms:modified>
  <cp:category/>
</cp:coreProperties>
</file>