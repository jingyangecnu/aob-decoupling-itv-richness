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44021" y="18744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58760" y="17348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2002" y="180238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28999" y="16043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46346" y="20900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29427" y="17933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47011" y="19510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55140" y="18530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63473" y="16940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61313" y="18092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0416" y="17280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06915" y="16403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68656" y="16266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71458" y="18313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08181" y="17870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4831" y="16883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63304" y="17639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89990" y="19100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83173" y="18568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94833" y="16050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84588" y="16278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96140" y="18127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73228" y="18582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86703" y="19541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84002" y="18500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72002" y="17342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76863" y="18455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82265" y="17462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17908" y="17276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7513" y="17506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16668" y="187153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7636" y="16555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23572" y="17462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0618" y="17591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18249" y="17951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36466" y="17471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1742" y="18331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02803" y="15197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14592" y="15828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17274" y="15609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37291" y="15294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93272" y="17256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37782" y="17010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4636" y="16280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01659" y="18636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26778" y="17684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18151" y="17270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94189" y="16714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40614" y="16276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26453" y="16624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56180" y="18223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31927" y="1683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55353" y="17989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63900" y="18711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34886" y="17322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37281" y="172103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47042" y="16790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46139" y="17952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33904" y="16954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52102" y="13508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54300" y="18063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40351" y="14192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29719" y="17415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6825" y="15499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48507" y="152613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50970" y="15391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71908" y="17872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28460" y="16598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70537" y="17642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71904" y="17089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34580" y="14573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47893" y="12985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80122" y="1755654"/>
              <a:ext cx="997070" cy="107019"/>
            </a:xfrm>
            <a:custGeom>
              <a:avLst/>
              <a:pathLst>
                <a:path w="997070" h="107019">
                  <a:moveTo>
                    <a:pt x="0" y="107019"/>
                  </a:moveTo>
                  <a:lnTo>
                    <a:pt x="64026" y="100147"/>
                  </a:lnTo>
                  <a:lnTo>
                    <a:pt x="120502" y="94085"/>
                  </a:lnTo>
                  <a:lnTo>
                    <a:pt x="171021" y="88662"/>
                  </a:lnTo>
                  <a:lnTo>
                    <a:pt x="216722" y="83757"/>
                  </a:lnTo>
                  <a:lnTo>
                    <a:pt x="258443" y="79279"/>
                  </a:lnTo>
                  <a:lnTo>
                    <a:pt x="296822" y="75160"/>
                  </a:lnTo>
                  <a:lnTo>
                    <a:pt x="332356" y="71346"/>
                  </a:lnTo>
                  <a:lnTo>
                    <a:pt x="365438" y="67795"/>
                  </a:lnTo>
                  <a:lnTo>
                    <a:pt x="396383" y="64473"/>
                  </a:lnTo>
                  <a:lnTo>
                    <a:pt x="425452" y="61353"/>
                  </a:lnTo>
                  <a:lnTo>
                    <a:pt x="452859" y="58412"/>
                  </a:lnTo>
                  <a:lnTo>
                    <a:pt x="478784" y="55629"/>
                  </a:lnTo>
                  <a:lnTo>
                    <a:pt x="503378" y="52989"/>
                  </a:lnTo>
                  <a:lnTo>
                    <a:pt x="526773" y="50478"/>
                  </a:lnTo>
                  <a:lnTo>
                    <a:pt x="549079" y="48084"/>
                  </a:lnTo>
                  <a:lnTo>
                    <a:pt x="570393" y="45796"/>
                  </a:lnTo>
                  <a:lnTo>
                    <a:pt x="590800" y="43606"/>
                  </a:lnTo>
                  <a:lnTo>
                    <a:pt x="610373" y="41505"/>
                  </a:lnTo>
                  <a:lnTo>
                    <a:pt x="629179" y="39487"/>
                  </a:lnTo>
                  <a:lnTo>
                    <a:pt x="647275" y="37544"/>
                  </a:lnTo>
                  <a:lnTo>
                    <a:pt x="664713" y="35673"/>
                  </a:lnTo>
                  <a:lnTo>
                    <a:pt x="681539" y="33867"/>
                  </a:lnTo>
                  <a:lnTo>
                    <a:pt x="697795" y="32122"/>
                  </a:lnTo>
                  <a:lnTo>
                    <a:pt x="713517" y="30434"/>
                  </a:lnTo>
                  <a:lnTo>
                    <a:pt x="728740" y="28800"/>
                  </a:lnTo>
                  <a:lnTo>
                    <a:pt x="743495" y="27217"/>
                  </a:lnTo>
                  <a:lnTo>
                    <a:pt x="757809" y="25680"/>
                  </a:lnTo>
                  <a:lnTo>
                    <a:pt x="771708" y="24188"/>
                  </a:lnTo>
                  <a:lnTo>
                    <a:pt x="785216" y="22739"/>
                  </a:lnTo>
                  <a:lnTo>
                    <a:pt x="798354" y="21329"/>
                  </a:lnTo>
                  <a:lnTo>
                    <a:pt x="811141" y="19956"/>
                  </a:lnTo>
                  <a:lnTo>
                    <a:pt x="823596" y="18619"/>
                  </a:lnTo>
                  <a:lnTo>
                    <a:pt x="835735" y="17316"/>
                  </a:lnTo>
                  <a:lnTo>
                    <a:pt x="847575" y="16045"/>
                  </a:lnTo>
                  <a:lnTo>
                    <a:pt x="859130" y="14805"/>
                  </a:lnTo>
                  <a:lnTo>
                    <a:pt x="870412" y="13594"/>
                  </a:lnTo>
                  <a:lnTo>
                    <a:pt x="881436" y="12411"/>
                  </a:lnTo>
                  <a:lnTo>
                    <a:pt x="892211" y="11254"/>
                  </a:lnTo>
                  <a:lnTo>
                    <a:pt x="902750" y="10123"/>
                  </a:lnTo>
                  <a:lnTo>
                    <a:pt x="913062" y="9016"/>
                  </a:lnTo>
                  <a:lnTo>
                    <a:pt x="923157" y="7933"/>
                  </a:lnTo>
                  <a:lnTo>
                    <a:pt x="933043" y="6872"/>
                  </a:lnTo>
                  <a:lnTo>
                    <a:pt x="942730" y="5832"/>
                  </a:lnTo>
                  <a:lnTo>
                    <a:pt x="952225" y="4813"/>
                  </a:lnTo>
                  <a:lnTo>
                    <a:pt x="961536" y="3813"/>
                  </a:lnTo>
                  <a:lnTo>
                    <a:pt x="970670" y="2833"/>
                  </a:lnTo>
                  <a:lnTo>
                    <a:pt x="979632" y="1871"/>
                  </a:lnTo>
                  <a:lnTo>
                    <a:pt x="988431" y="927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0122" y="1550296"/>
              <a:ext cx="997070" cy="240516"/>
            </a:xfrm>
            <a:custGeom>
              <a:avLst/>
              <a:pathLst>
                <a:path w="997070" h="240516">
                  <a:moveTo>
                    <a:pt x="0" y="240516"/>
                  </a:moveTo>
                  <a:lnTo>
                    <a:pt x="64026" y="225071"/>
                  </a:lnTo>
                  <a:lnTo>
                    <a:pt x="120502" y="211448"/>
                  </a:lnTo>
                  <a:lnTo>
                    <a:pt x="171021" y="199261"/>
                  </a:lnTo>
                  <a:lnTo>
                    <a:pt x="216722" y="188237"/>
                  </a:lnTo>
                  <a:lnTo>
                    <a:pt x="258443" y="178173"/>
                  </a:lnTo>
                  <a:lnTo>
                    <a:pt x="296822" y="168915"/>
                  </a:lnTo>
                  <a:lnTo>
                    <a:pt x="332356" y="160344"/>
                  </a:lnTo>
                  <a:lnTo>
                    <a:pt x="365438" y="152364"/>
                  </a:lnTo>
                  <a:lnTo>
                    <a:pt x="396383" y="144899"/>
                  </a:lnTo>
                  <a:lnTo>
                    <a:pt x="425452" y="137887"/>
                  </a:lnTo>
                  <a:lnTo>
                    <a:pt x="452859" y="131276"/>
                  </a:lnTo>
                  <a:lnTo>
                    <a:pt x="478784" y="125022"/>
                  </a:lnTo>
                  <a:lnTo>
                    <a:pt x="503378" y="119089"/>
                  </a:lnTo>
                  <a:lnTo>
                    <a:pt x="526773" y="113446"/>
                  </a:lnTo>
                  <a:lnTo>
                    <a:pt x="549079" y="108065"/>
                  </a:lnTo>
                  <a:lnTo>
                    <a:pt x="570393" y="102924"/>
                  </a:lnTo>
                  <a:lnTo>
                    <a:pt x="590800" y="98001"/>
                  </a:lnTo>
                  <a:lnTo>
                    <a:pt x="610373" y="93280"/>
                  </a:lnTo>
                  <a:lnTo>
                    <a:pt x="629179" y="88743"/>
                  </a:lnTo>
                  <a:lnTo>
                    <a:pt x="647275" y="84378"/>
                  </a:lnTo>
                  <a:lnTo>
                    <a:pt x="664713" y="80172"/>
                  </a:lnTo>
                  <a:lnTo>
                    <a:pt x="681539" y="76113"/>
                  </a:lnTo>
                  <a:lnTo>
                    <a:pt x="697795" y="72192"/>
                  </a:lnTo>
                  <a:lnTo>
                    <a:pt x="713517" y="68399"/>
                  </a:lnTo>
                  <a:lnTo>
                    <a:pt x="728740" y="64727"/>
                  </a:lnTo>
                  <a:lnTo>
                    <a:pt x="743495" y="61168"/>
                  </a:lnTo>
                  <a:lnTo>
                    <a:pt x="757809" y="57715"/>
                  </a:lnTo>
                  <a:lnTo>
                    <a:pt x="771708" y="54362"/>
                  </a:lnTo>
                  <a:lnTo>
                    <a:pt x="785216" y="51104"/>
                  </a:lnTo>
                  <a:lnTo>
                    <a:pt x="798354" y="47935"/>
                  </a:lnTo>
                  <a:lnTo>
                    <a:pt x="811141" y="44850"/>
                  </a:lnTo>
                  <a:lnTo>
                    <a:pt x="823596" y="41846"/>
                  </a:lnTo>
                  <a:lnTo>
                    <a:pt x="835735" y="38917"/>
                  </a:lnTo>
                  <a:lnTo>
                    <a:pt x="847575" y="36061"/>
                  </a:lnTo>
                  <a:lnTo>
                    <a:pt x="859130" y="33274"/>
                  </a:lnTo>
                  <a:lnTo>
                    <a:pt x="870412" y="30552"/>
                  </a:lnTo>
                  <a:lnTo>
                    <a:pt x="881436" y="27893"/>
                  </a:lnTo>
                  <a:lnTo>
                    <a:pt x="892211" y="25294"/>
                  </a:lnTo>
                  <a:lnTo>
                    <a:pt x="902750" y="22752"/>
                  </a:lnTo>
                  <a:lnTo>
                    <a:pt x="913062" y="20264"/>
                  </a:lnTo>
                  <a:lnTo>
                    <a:pt x="923157" y="17829"/>
                  </a:lnTo>
                  <a:lnTo>
                    <a:pt x="933043" y="15444"/>
                  </a:lnTo>
                  <a:lnTo>
                    <a:pt x="942730" y="13108"/>
                  </a:lnTo>
                  <a:lnTo>
                    <a:pt x="952225" y="10817"/>
                  </a:lnTo>
                  <a:lnTo>
                    <a:pt x="961536" y="8571"/>
                  </a:lnTo>
                  <a:lnTo>
                    <a:pt x="970670" y="6368"/>
                  </a:lnTo>
                  <a:lnTo>
                    <a:pt x="979632" y="4206"/>
                  </a:lnTo>
                  <a:lnTo>
                    <a:pt x="988431" y="2084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0122" y="1802010"/>
              <a:ext cx="997070" cy="54885"/>
            </a:xfrm>
            <a:custGeom>
              <a:avLst/>
              <a:pathLst>
                <a:path w="997070" h="54885">
                  <a:moveTo>
                    <a:pt x="0" y="54885"/>
                  </a:moveTo>
                  <a:lnTo>
                    <a:pt x="64026" y="51361"/>
                  </a:lnTo>
                  <a:lnTo>
                    <a:pt x="120502" y="48252"/>
                  </a:lnTo>
                  <a:lnTo>
                    <a:pt x="171021" y="45471"/>
                  </a:lnTo>
                  <a:lnTo>
                    <a:pt x="216722" y="42955"/>
                  </a:lnTo>
                  <a:lnTo>
                    <a:pt x="258443" y="40659"/>
                  </a:lnTo>
                  <a:lnTo>
                    <a:pt x="296822" y="38546"/>
                  </a:lnTo>
                  <a:lnTo>
                    <a:pt x="332356" y="36590"/>
                  </a:lnTo>
                  <a:lnTo>
                    <a:pt x="365438" y="34769"/>
                  </a:lnTo>
                  <a:lnTo>
                    <a:pt x="396383" y="33065"/>
                  </a:lnTo>
                  <a:lnTo>
                    <a:pt x="425452" y="31465"/>
                  </a:lnTo>
                  <a:lnTo>
                    <a:pt x="452859" y="29957"/>
                  </a:lnTo>
                  <a:lnTo>
                    <a:pt x="478784" y="28530"/>
                  </a:lnTo>
                  <a:lnTo>
                    <a:pt x="503378" y="27176"/>
                  </a:lnTo>
                  <a:lnTo>
                    <a:pt x="526773" y="25888"/>
                  </a:lnTo>
                  <a:lnTo>
                    <a:pt x="549079" y="24660"/>
                  </a:lnTo>
                  <a:lnTo>
                    <a:pt x="570393" y="23487"/>
                  </a:lnTo>
                  <a:lnTo>
                    <a:pt x="590800" y="22363"/>
                  </a:lnTo>
                  <a:lnTo>
                    <a:pt x="610373" y="21286"/>
                  </a:lnTo>
                  <a:lnTo>
                    <a:pt x="629179" y="20251"/>
                  </a:lnTo>
                  <a:lnTo>
                    <a:pt x="647275" y="19255"/>
                  </a:lnTo>
                  <a:lnTo>
                    <a:pt x="664713" y="18295"/>
                  </a:lnTo>
                  <a:lnTo>
                    <a:pt x="681539" y="17369"/>
                  </a:lnTo>
                  <a:lnTo>
                    <a:pt x="697795" y="16474"/>
                  </a:lnTo>
                  <a:lnTo>
                    <a:pt x="713517" y="15608"/>
                  </a:lnTo>
                  <a:lnTo>
                    <a:pt x="728740" y="14770"/>
                  </a:lnTo>
                  <a:lnTo>
                    <a:pt x="743495" y="13958"/>
                  </a:lnTo>
                  <a:lnTo>
                    <a:pt x="757809" y="13170"/>
                  </a:lnTo>
                  <a:lnTo>
                    <a:pt x="771708" y="12405"/>
                  </a:lnTo>
                  <a:lnTo>
                    <a:pt x="785216" y="11661"/>
                  </a:lnTo>
                  <a:lnTo>
                    <a:pt x="798354" y="10938"/>
                  </a:lnTo>
                  <a:lnTo>
                    <a:pt x="811141" y="10234"/>
                  </a:lnTo>
                  <a:lnTo>
                    <a:pt x="823596" y="9549"/>
                  </a:lnTo>
                  <a:lnTo>
                    <a:pt x="835735" y="8880"/>
                  </a:lnTo>
                  <a:lnTo>
                    <a:pt x="847575" y="8229"/>
                  </a:lnTo>
                  <a:lnTo>
                    <a:pt x="859130" y="7593"/>
                  </a:lnTo>
                  <a:lnTo>
                    <a:pt x="870412" y="6972"/>
                  </a:lnTo>
                  <a:lnTo>
                    <a:pt x="881436" y="6365"/>
                  </a:lnTo>
                  <a:lnTo>
                    <a:pt x="892211" y="5772"/>
                  </a:lnTo>
                  <a:lnTo>
                    <a:pt x="902750" y="5192"/>
                  </a:lnTo>
                  <a:lnTo>
                    <a:pt x="913062" y="4624"/>
                  </a:lnTo>
                  <a:lnTo>
                    <a:pt x="923157" y="4068"/>
                  </a:lnTo>
                  <a:lnTo>
                    <a:pt x="933043" y="3524"/>
                  </a:lnTo>
                  <a:lnTo>
                    <a:pt x="942730" y="2991"/>
                  </a:lnTo>
                  <a:lnTo>
                    <a:pt x="952225" y="2468"/>
                  </a:lnTo>
                  <a:lnTo>
                    <a:pt x="961536" y="1956"/>
                  </a:lnTo>
                  <a:lnTo>
                    <a:pt x="970670" y="1453"/>
                  </a:lnTo>
                  <a:lnTo>
                    <a:pt x="979632" y="959"/>
                  </a:lnTo>
                  <a:lnTo>
                    <a:pt x="988431" y="475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0122" y="1521565"/>
              <a:ext cx="997070" cy="530002"/>
            </a:xfrm>
            <a:custGeom>
              <a:avLst/>
              <a:pathLst>
                <a:path w="997070" h="530002">
                  <a:moveTo>
                    <a:pt x="0" y="530002"/>
                  </a:moveTo>
                  <a:lnTo>
                    <a:pt x="64026" y="495968"/>
                  </a:lnTo>
                  <a:lnTo>
                    <a:pt x="120502" y="465948"/>
                  </a:lnTo>
                  <a:lnTo>
                    <a:pt x="171021" y="439094"/>
                  </a:lnTo>
                  <a:lnTo>
                    <a:pt x="216722" y="414801"/>
                  </a:lnTo>
                  <a:lnTo>
                    <a:pt x="258443" y="392624"/>
                  </a:lnTo>
                  <a:lnTo>
                    <a:pt x="296822" y="372223"/>
                  </a:lnTo>
                  <a:lnTo>
                    <a:pt x="332356" y="353334"/>
                  </a:lnTo>
                  <a:lnTo>
                    <a:pt x="365438" y="335750"/>
                  </a:lnTo>
                  <a:lnTo>
                    <a:pt x="396383" y="319300"/>
                  </a:lnTo>
                  <a:lnTo>
                    <a:pt x="425452" y="303848"/>
                  </a:lnTo>
                  <a:lnTo>
                    <a:pt x="452859" y="289280"/>
                  </a:lnTo>
                  <a:lnTo>
                    <a:pt x="478784" y="275500"/>
                  </a:lnTo>
                  <a:lnTo>
                    <a:pt x="503378" y="262426"/>
                  </a:lnTo>
                  <a:lnTo>
                    <a:pt x="526773" y="249991"/>
                  </a:lnTo>
                  <a:lnTo>
                    <a:pt x="549079" y="238134"/>
                  </a:lnTo>
                  <a:lnTo>
                    <a:pt x="570393" y="226804"/>
                  </a:lnTo>
                  <a:lnTo>
                    <a:pt x="590800" y="215956"/>
                  </a:lnTo>
                  <a:lnTo>
                    <a:pt x="610373" y="205552"/>
                  </a:lnTo>
                  <a:lnTo>
                    <a:pt x="629179" y="195555"/>
                  </a:lnTo>
                  <a:lnTo>
                    <a:pt x="647275" y="185936"/>
                  </a:lnTo>
                  <a:lnTo>
                    <a:pt x="664713" y="176667"/>
                  </a:lnTo>
                  <a:lnTo>
                    <a:pt x="681539" y="167723"/>
                  </a:lnTo>
                  <a:lnTo>
                    <a:pt x="697795" y="159082"/>
                  </a:lnTo>
                  <a:lnTo>
                    <a:pt x="713517" y="150725"/>
                  </a:lnTo>
                  <a:lnTo>
                    <a:pt x="728740" y="142633"/>
                  </a:lnTo>
                  <a:lnTo>
                    <a:pt x="743495" y="134790"/>
                  </a:lnTo>
                  <a:lnTo>
                    <a:pt x="757809" y="127181"/>
                  </a:lnTo>
                  <a:lnTo>
                    <a:pt x="771708" y="119793"/>
                  </a:lnTo>
                  <a:lnTo>
                    <a:pt x="785216" y="112613"/>
                  </a:lnTo>
                  <a:lnTo>
                    <a:pt x="798354" y="105629"/>
                  </a:lnTo>
                  <a:lnTo>
                    <a:pt x="811141" y="98832"/>
                  </a:lnTo>
                  <a:lnTo>
                    <a:pt x="823596" y="92212"/>
                  </a:lnTo>
                  <a:lnTo>
                    <a:pt x="835735" y="85759"/>
                  </a:lnTo>
                  <a:lnTo>
                    <a:pt x="847575" y="79465"/>
                  </a:lnTo>
                  <a:lnTo>
                    <a:pt x="859130" y="73323"/>
                  </a:lnTo>
                  <a:lnTo>
                    <a:pt x="870412" y="67326"/>
                  </a:lnTo>
                  <a:lnTo>
                    <a:pt x="881436" y="61466"/>
                  </a:lnTo>
                  <a:lnTo>
                    <a:pt x="892211" y="55738"/>
                  </a:lnTo>
                  <a:lnTo>
                    <a:pt x="902750" y="50136"/>
                  </a:lnTo>
                  <a:lnTo>
                    <a:pt x="913062" y="44655"/>
                  </a:lnTo>
                  <a:lnTo>
                    <a:pt x="923157" y="39289"/>
                  </a:lnTo>
                  <a:lnTo>
                    <a:pt x="933043" y="34034"/>
                  </a:lnTo>
                  <a:lnTo>
                    <a:pt x="942730" y="28884"/>
                  </a:lnTo>
                  <a:lnTo>
                    <a:pt x="952225" y="23837"/>
                  </a:lnTo>
                  <a:lnTo>
                    <a:pt x="961536" y="18888"/>
                  </a:lnTo>
                  <a:lnTo>
                    <a:pt x="970670" y="14033"/>
                  </a:lnTo>
                  <a:lnTo>
                    <a:pt x="979632" y="9269"/>
                  </a:lnTo>
                  <a:lnTo>
                    <a:pt x="988431" y="4592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80122" y="1760759"/>
              <a:ext cx="997070" cy="83639"/>
            </a:xfrm>
            <a:custGeom>
              <a:avLst/>
              <a:pathLst>
                <a:path w="997070" h="83639">
                  <a:moveTo>
                    <a:pt x="0" y="83639"/>
                  </a:moveTo>
                  <a:lnTo>
                    <a:pt x="64026" y="78268"/>
                  </a:lnTo>
                  <a:lnTo>
                    <a:pt x="120502" y="73530"/>
                  </a:lnTo>
                  <a:lnTo>
                    <a:pt x="171021" y="69292"/>
                  </a:lnTo>
                  <a:lnTo>
                    <a:pt x="216722" y="65459"/>
                  </a:lnTo>
                  <a:lnTo>
                    <a:pt x="258443" y="61959"/>
                  </a:lnTo>
                  <a:lnTo>
                    <a:pt x="296822" y="58740"/>
                  </a:lnTo>
                  <a:lnTo>
                    <a:pt x="332356" y="55759"/>
                  </a:lnTo>
                  <a:lnTo>
                    <a:pt x="365438" y="52984"/>
                  </a:lnTo>
                  <a:lnTo>
                    <a:pt x="396383" y="50388"/>
                  </a:lnTo>
                  <a:lnTo>
                    <a:pt x="425452" y="47950"/>
                  </a:lnTo>
                  <a:lnTo>
                    <a:pt x="452859" y="45651"/>
                  </a:lnTo>
                  <a:lnTo>
                    <a:pt x="478784" y="43476"/>
                  </a:lnTo>
                  <a:lnTo>
                    <a:pt x="503378" y="41413"/>
                  </a:lnTo>
                  <a:lnTo>
                    <a:pt x="526773" y="39450"/>
                  </a:lnTo>
                  <a:lnTo>
                    <a:pt x="549079" y="37579"/>
                  </a:lnTo>
                  <a:lnTo>
                    <a:pt x="570393" y="35791"/>
                  </a:lnTo>
                  <a:lnTo>
                    <a:pt x="590800" y="34079"/>
                  </a:lnTo>
                  <a:lnTo>
                    <a:pt x="610373" y="32438"/>
                  </a:lnTo>
                  <a:lnTo>
                    <a:pt x="629179" y="30860"/>
                  </a:lnTo>
                  <a:lnTo>
                    <a:pt x="647275" y="29342"/>
                  </a:lnTo>
                  <a:lnTo>
                    <a:pt x="664713" y="27879"/>
                  </a:lnTo>
                  <a:lnTo>
                    <a:pt x="681539" y="26468"/>
                  </a:lnTo>
                  <a:lnTo>
                    <a:pt x="697795" y="25104"/>
                  </a:lnTo>
                  <a:lnTo>
                    <a:pt x="713517" y="23785"/>
                  </a:lnTo>
                  <a:lnTo>
                    <a:pt x="728740" y="22508"/>
                  </a:lnTo>
                  <a:lnTo>
                    <a:pt x="743495" y="21271"/>
                  </a:lnTo>
                  <a:lnTo>
                    <a:pt x="757809" y="20070"/>
                  </a:lnTo>
                  <a:lnTo>
                    <a:pt x="771708" y="18904"/>
                  </a:lnTo>
                  <a:lnTo>
                    <a:pt x="785216" y="17771"/>
                  </a:lnTo>
                  <a:lnTo>
                    <a:pt x="798354" y="16669"/>
                  </a:lnTo>
                  <a:lnTo>
                    <a:pt x="811141" y="15596"/>
                  </a:lnTo>
                  <a:lnTo>
                    <a:pt x="823596" y="14551"/>
                  </a:lnTo>
                  <a:lnTo>
                    <a:pt x="835735" y="13533"/>
                  </a:lnTo>
                  <a:lnTo>
                    <a:pt x="847575" y="12540"/>
                  </a:lnTo>
                  <a:lnTo>
                    <a:pt x="859130" y="11571"/>
                  </a:lnTo>
                  <a:lnTo>
                    <a:pt x="870412" y="10624"/>
                  </a:lnTo>
                  <a:lnTo>
                    <a:pt x="881436" y="9700"/>
                  </a:lnTo>
                  <a:lnTo>
                    <a:pt x="892211" y="8796"/>
                  </a:lnTo>
                  <a:lnTo>
                    <a:pt x="902750" y="7912"/>
                  </a:lnTo>
                  <a:lnTo>
                    <a:pt x="913062" y="7047"/>
                  </a:lnTo>
                  <a:lnTo>
                    <a:pt x="923157" y="6200"/>
                  </a:lnTo>
                  <a:lnTo>
                    <a:pt x="933043" y="5370"/>
                  </a:lnTo>
                  <a:lnTo>
                    <a:pt x="942730" y="4558"/>
                  </a:lnTo>
                  <a:lnTo>
                    <a:pt x="952225" y="3761"/>
                  </a:lnTo>
                  <a:lnTo>
                    <a:pt x="961536" y="2980"/>
                  </a:lnTo>
                  <a:lnTo>
                    <a:pt x="970670" y="2214"/>
                  </a:lnTo>
                  <a:lnTo>
                    <a:pt x="979632" y="1462"/>
                  </a:lnTo>
                  <a:lnTo>
                    <a:pt x="988431" y="724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80122" y="1722681"/>
              <a:ext cx="997070" cy="16747"/>
            </a:xfrm>
            <a:custGeom>
              <a:avLst/>
              <a:pathLst>
                <a:path w="997070" h="16747">
                  <a:moveTo>
                    <a:pt x="0" y="0"/>
                  </a:moveTo>
                  <a:lnTo>
                    <a:pt x="64026" y="1075"/>
                  </a:lnTo>
                  <a:lnTo>
                    <a:pt x="120502" y="2024"/>
                  </a:lnTo>
                  <a:lnTo>
                    <a:pt x="171021" y="2872"/>
                  </a:lnTo>
                  <a:lnTo>
                    <a:pt x="216722" y="3640"/>
                  </a:lnTo>
                  <a:lnTo>
                    <a:pt x="258443" y="4341"/>
                  </a:lnTo>
                  <a:lnTo>
                    <a:pt x="296822" y="4985"/>
                  </a:lnTo>
                  <a:lnTo>
                    <a:pt x="332356" y="5582"/>
                  </a:lnTo>
                  <a:lnTo>
                    <a:pt x="365438" y="6138"/>
                  </a:lnTo>
                  <a:lnTo>
                    <a:pt x="396383" y="6658"/>
                  </a:lnTo>
                  <a:lnTo>
                    <a:pt x="425452" y="7146"/>
                  </a:lnTo>
                  <a:lnTo>
                    <a:pt x="452859" y="7606"/>
                  </a:lnTo>
                  <a:lnTo>
                    <a:pt x="478784" y="8042"/>
                  </a:lnTo>
                  <a:lnTo>
                    <a:pt x="503378" y="8455"/>
                  </a:lnTo>
                  <a:lnTo>
                    <a:pt x="526773" y="8848"/>
                  </a:lnTo>
                  <a:lnTo>
                    <a:pt x="549079" y="9222"/>
                  </a:lnTo>
                  <a:lnTo>
                    <a:pt x="570393" y="9580"/>
                  </a:lnTo>
                  <a:lnTo>
                    <a:pt x="590800" y="9923"/>
                  </a:lnTo>
                  <a:lnTo>
                    <a:pt x="610373" y="10252"/>
                  </a:lnTo>
                  <a:lnTo>
                    <a:pt x="629179" y="10568"/>
                  </a:lnTo>
                  <a:lnTo>
                    <a:pt x="647275" y="10872"/>
                  </a:lnTo>
                  <a:lnTo>
                    <a:pt x="664713" y="11165"/>
                  </a:lnTo>
                  <a:lnTo>
                    <a:pt x="681539" y="11447"/>
                  </a:lnTo>
                  <a:lnTo>
                    <a:pt x="697795" y="11720"/>
                  </a:lnTo>
                  <a:lnTo>
                    <a:pt x="713517" y="11985"/>
                  </a:lnTo>
                  <a:lnTo>
                    <a:pt x="728740" y="12240"/>
                  </a:lnTo>
                  <a:lnTo>
                    <a:pt x="743495" y="12488"/>
                  </a:lnTo>
                  <a:lnTo>
                    <a:pt x="757809" y="12729"/>
                  </a:lnTo>
                  <a:lnTo>
                    <a:pt x="771708" y="12962"/>
                  </a:lnTo>
                  <a:lnTo>
                    <a:pt x="785216" y="13189"/>
                  </a:lnTo>
                  <a:lnTo>
                    <a:pt x="798354" y="13410"/>
                  </a:lnTo>
                  <a:lnTo>
                    <a:pt x="811141" y="13624"/>
                  </a:lnTo>
                  <a:lnTo>
                    <a:pt x="823596" y="13834"/>
                  </a:lnTo>
                  <a:lnTo>
                    <a:pt x="835735" y="14037"/>
                  </a:lnTo>
                  <a:lnTo>
                    <a:pt x="847575" y="14236"/>
                  </a:lnTo>
                  <a:lnTo>
                    <a:pt x="859130" y="14430"/>
                  </a:lnTo>
                  <a:lnTo>
                    <a:pt x="870412" y="14620"/>
                  </a:lnTo>
                  <a:lnTo>
                    <a:pt x="881436" y="14805"/>
                  </a:lnTo>
                  <a:lnTo>
                    <a:pt x="892211" y="14986"/>
                  </a:lnTo>
                  <a:lnTo>
                    <a:pt x="902750" y="15163"/>
                  </a:lnTo>
                  <a:lnTo>
                    <a:pt x="913062" y="15336"/>
                  </a:lnTo>
                  <a:lnTo>
                    <a:pt x="923157" y="15506"/>
                  </a:lnTo>
                  <a:lnTo>
                    <a:pt x="933043" y="15672"/>
                  </a:lnTo>
                  <a:lnTo>
                    <a:pt x="942730" y="15835"/>
                  </a:lnTo>
                  <a:lnTo>
                    <a:pt x="952225" y="15994"/>
                  </a:lnTo>
                  <a:lnTo>
                    <a:pt x="961536" y="16151"/>
                  </a:lnTo>
                  <a:lnTo>
                    <a:pt x="970670" y="16304"/>
                  </a:lnTo>
                  <a:lnTo>
                    <a:pt x="979632" y="16454"/>
                  </a:lnTo>
                  <a:lnTo>
                    <a:pt x="988431" y="16602"/>
                  </a:lnTo>
                  <a:lnTo>
                    <a:pt x="997070" y="1674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80122" y="1712748"/>
              <a:ext cx="997070" cy="101092"/>
            </a:xfrm>
            <a:custGeom>
              <a:avLst/>
              <a:pathLst>
                <a:path w="997070" h="101092">
                  <a:moveTo>
                    <a:pt x="0" y="101092"/>
                  </a:moveTo>
                  <a:lnTo>
                    <a:pt x="64026" y="94600"/>
                  </a:lnTo>
                  <a:lnTo>
                    <a:pt x="120502" y="88874"/>
                  </a:lnTo>
                  <a:lnTo>
                    <a:pt x="171021" y="83752"/>
                  </a:lnTo>
                  <a:lnTo>
                    <a:pt x="216722" y="79119"/>
                  </a:lnTo>
                  <a:lnTo>
                    <a:pt x="258443" y="74889"/>
                  </a:lnTo>
                  <a:lnTo>
                    <a:pt x="296822" y="70997"/>
                  </a:lnTo>
                  <a:lnTo>
                    <a:pt x="332356" y="67394"/>
                  </a:lnTo>
                  <a:lnTo>
                    <a:pt x="365438" y="64040"/>
                  </a:lnTo>
                  <a:lnTo>
                    <a:pt x="396383" y="60903"/>
                  </a:lnTo>
                  <a:lnTo>
                    <a:pt x="425452" y="57956"/>
                  </a:lnTo>
                  <a:lnTo>
                    <a:pt x="452859" y="55177"/>
                  </a:lnTo>
                  <a:lnTo>
                    <a:pt x="478784" y="52548"/>
                  </a:lnTo>
                  <a:lnTo>
                    <a:pt x="503378" y="50055"/>
                  </a:lnTo>
                  <a:lnTo>
                    <a:pt x="526773" y="47683"/>
                  </a:lnTo>
                  <a:lnTo>
                    <a:pt x="549079" y="45421"/>
                  </a:lnTo>
                  <a:lnTo>
                    <a:pt x="570393" y="43260"/>
                  </a:lnTo>
                  <a:lnTo>
                    <a:pt x="590800" y="41191"/>
                  </a:lnTo>
                  <a:lnTo>
                    <a:pt x="610373" y="39206"/>
                  </a:lnTo>
                  <a:lnTo>
                    <a:pt x="629179" y="37300"/>
                  </a:lnTo>
                  <a:lnTo>
                    <a:pt x="647275" y="35465"/>
                  </a:lnTo>
                  <a:lnTo>
                    <a:pt x="664713" y="33697"/>
                  </a:lnTo>
                  <a:lnTo>
                    <a:pt x="681539" y="31991"/>
                  </a:lnTo>
                  <a:lnTo>
                    <a:pt x="697795" y="30343"/>
                  </a:lnTo>
                  <a:lnTo>
                    <a:pt x="713517" y="28749"/>
                  </a:lnTo>
                  <a:lnTo>
                    <a:pt x="728740" y="27205"/>
                  </a:lnTo>
                  <a:lnTo>
                    <a:pt x="743495" y="25709"/>
                  </a:lnTo>
                  <a:lnTo>
                    <a:pt x="757809" y="24258"/>
                  </a:lnTo>
                  <a:lnTo>
                    <a:pt x="771708" y="22849"/>
                  </a:lnTo>
                  <a:lnTo>
                    <a:pt x="785216" y="21479"/>
                  </a:lnTo>
                  <a:lnTo>
                    <a:pt x="798354" y="20147"/>
                  </a:lnTo>
                  <a:lnTo>
                    <a:pt x="811141" y="18851"/>
                  </a:lnTo>
                  <a:lnTo>
                    <a:pt x="823596" y="17588"/>
                  </a:lnTo>
                  <a:lnTo>
                    <a:pt x="835735" y="16357"/>
                  </a:lnTo>
                  <a:lnTo>
                    <a:pt x="847575" y="15157"/>
                  </a:lnTo>
                  <a:lnTo>
                    <a:pt x="859130" y="13985"/>
                  </a:lnTo>
                  <a:lnTo>
                    <a:pt x="870412" y="12841"/>
                  </a:lnTo>
                  <a:lnTo>
                    <a:pt x="881436" y="11724"/>
                  </a:lnTo>
                  <a:lnTo>
                    <a:pt x="892211" y="10631"/>
                  </a:lnTo>
                  <a:lnTo>
                    <a:pt x="902750" y="9563"/>
                  </a:lnTo>
                  <a:lnTo>
                    <a:pt x="913062" y="8517"/>
                  </a:lnTo>
                  <a:lnTo>
                    <a:pt x="923157" y="7494"/>
                  </a:lnTo>
                  <a:lnTo>
                    <a:pt x="933043" y="6491"/>
                  </a:lnTo>
                  <a:lnTo>
                    <a:pt x="942730" y="5509"/>
                  </a:lnTo>
                  <a:lnTo>
                    <a:pt x="952225" y="4546"/>
                  </a:lnTo>
                  <a:lnTo>
                    <a:pt x="961536" y="3602"/>
                  </a:lnTo>
                  <a:lnTo>
                    <a:pt x="970670" y="2676"/>
                  </a:lnTo>
                  <a:lnTo>
                    <a:pt x="979632" y="1768"/>
                  </a:lnTo>
                  <a:lnTo>
                    <a:pt x="988431" y="875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80122" y="1561638"/>
              <a:ext cx="997070" cy="373429"/>
            </a:xfrm>
            <a:custGeom>
              <a:avLst/>
              <a:pathLst>
                <a:path w="997070" h="373429">
                  <a:moveTo>
                    <a:pt x="0" y="373429"/>
                  </a:moveTo>
                  <a:lnTo>
                    <a:pt x="64026" y="349449"/>
                  </a:lnTo>
                  <a:lnTo>
                    <a:pt x="120502" y="328297"/>
                  </a:lnTo>
                  <a:lnTo>
                    <a:pt x="171021" y="309377"/>
                  </a:lnTo>
                  <a:lnTo>
                    <a:pt x="216722" y="292261"/>
                  </a:lnTo>
                  <a:lnTo>
                    <a:pt x="258443" y="276635"/>
                  </a:lnTo>
                  <a:lnTo>
                    <a:pt x="296822" y="262261"/>
                  </a:lnTo>
                  <a:lnTo>
                    <a:pt x="332356" y="248952"/>
                  </a:lnTo>
                  <a:lnTo>
                    <a:pt x="365438" y="236563"/>
                  </a:lnTo>
                  <a:lnTo>
                    <a:pt x="396383" y="224973"/>
                  </a:lnTo>
                  <a:lnTo>
                    <a:pt x="425452" y="214086"/>
                  </a:lnTo>
                  <a:lnTo>
                    <a:pt x="452859" y="203821"/>
                  </a:lnTo>
                  <a:lnTo>
                    <a:pt x="478784" y="194112"/>
                  </a:lnTo>
                  <a:lnTo>
                    <a:pt x="503378" y="184900"/>
                  </a:lnTo>
                  <a:lnTo>
                    <a:pt x="526773" y="176138"/>
                  </a:lnTo>
                  <a:lnTo>
                    <a:pt x="549079" y="167784"/>
                  </a:lnTo>
                  <a:lnTo>
                    <a:pt x="570393" y="159802"/>
                  </a:lnTo>
                  <a:lnTo>
                    <a:pt x="590800" y="152159"/>
                  </a:lnTo>
                  <a:lnTo>
                    <a:pt x="610373" y="144828"/>
                  </a:lnTo>
                  <a:lnTo>
                    <a:pt x="629179" y="137784"/>
                  </a:lnTo>
                  <a:lnTo>
                    <a:pt x="647275" y="131007"/>
                  </a:lnTo>
                  <a:lnTo>
                    <a:pt x="664713" y="124476"/>
                  </a:lnTo>
                  <a:lnTo>
                    <a:pt x="681539" y="118174"/>
                  </a:lnTo>
                  <a:lnTo>
                    <a:pt x="697795" y="112086"/>
                  </a:lnTo>
                  <a:lnTo>
                    <a:pt x="713517" y="106198"/>
                  </a:lnTo>
                  <a:lnTo>
                    <a:pt x="728740" y="100496"/>
                  </a:lnTo>
                  <a:lnTo>
                    <a:pt x="743495" y="94970"/>
                  </a:lnTo>
                  <a:lnTo>
                    <a:pt x="757809" y="89609"/>
                  </a:lnTo>
                  <a:lnTo>
                    <a:pt x="771708" y="84404"/>
                  </a:lnTo>
                  <a:lnTo>
                    <a:pt x="785216" y="79345"/>
                  </a:lnTo>
                  <a:lnTo>
                    <a:pt x="798354" y="74424"/>
                  </a:lnTo>
                  <a:lnTo>
                    <a:pt x="811141" y="69635"/>
                  </a:lnTo>
                  <a:lnTo>
                    <a:pt x="823596" y="64970"/>
                  </a:lnTo>
                  <a:lnTo>
                    <a:pt x="835735" y="60424"/>
                  </a:lnTo>
                  <a:lnTo>
                    <a:pt x="847575" y="55989"/>
                  </a:lnTo>
                  <a:lnTo>
                    <a:pt x="859130" y="51662"/>
                  </a:lnTo>
                  <a:lnTo>
                    <a:pt x="870412" y="47436"/>
                  </a:lnTo>
                  <a:lnTo>
                    <a:pt x="881436" y="43308"/>
                  </a:lnTo>
                  <a:lnTo>
                    <a:pt x="892211" y="39272"/>
                  </a:lnTo>
                  <a:lnTo>
                    <a:pt x="902750" y="35325"/>
                  </a:lnTo>
                  <a:lnTo>
                    <a:pt x="913062" y="31463"/>
                  </a:lnTo>
                  <a:lnTo>
                    <a:pt x="923157" y="27682"/>
                  </a:lnTo>
                  <a:lnTo>
                    <a:pt x="933043" y="23979"/>
                  </a:lnTo>
                  <a:lnTo>
                    <a:pt x="942730" y="20351"/>
                  </a:lnTo>
                  <a:lnTo>
                    <a:pt x="952225" y="16795"/>
                  </a:lnTo>
                  <a:lnTo>
                    <a:pt x="961536" y="13308"/>
                  </a:lnTo>
                  <a:lnTo>
                    <a:pt x="970670" y="9887"/>
                  </a:lnTo>
                  <a:lnTo>
                    <a:pt x="979632" y="6530"/>
                  </a:lnTo>
                  <a:lnTo>
                    <a:pt x="988431" y="3235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80122" y="1624264"/>
              <a:ext cx="997070" cy="275266"/>
            </a:xfrm>
            <a:custGeom>
              <a:avLst/>
              <a:pathLst>
                <a:path w="997070" h="275266">
                  <a:moveTo>
                    <a:pt x="0" y="275266"/>
                  </a:moveTo>
                  <a:lnTo>
                    <a:pt x="64026" y="257589"/>
                  </a:lnTo>
                  <a:lnTo>
                    <a:pt x="120502" y="241998"/>
                  </a:lnTo>
                  <a:lnTo>
                    <a:pt x="171021" y="228051"/>
                  </a:lnTo>
                  <a:lnTo>
                    <a:pt x="216722" y="215434"/>
                  </a:lnTo>
                  <a:lnTo>
                    <a:pt x="258443" y="203916"/>
                  </a:lnTo>
                  <a:lnTo>
                    <a:pt x="296822" y="193320"/>
                  </a:lnTo>
                  <a:lnTo>
                    <a:pt x="332356" y="183510"/>
                  </a:lnTo>
                  <a:lnTo>
                    <a:pt x="365438" y="174377"/>
                  </a:lnTo>
                  <a:lnTo>
                    <a:pt x="396383" y="165834"/>
                  </a:lnTo>
                  <a:lnTo>
                    <a:pt x="425452" y="157809"/>
                  </a:lnTo>
                  <a:lnTo>
                    <a:pt x="452859" y="150243"/>
                  </a:lnTo>
                  <a:lnTo>
                    <a:pt x="478784" y="143085"/>
                  </a:lnTo>
                  <a:lnTo>
                    <a:pt x="503378" y="136295"/>
                  </a:lnTo>
                  <a:lnTo>
                    <a:pt x="526773" y="129837"/>
                  </a:lnTo>
                  <a:lnTo>
                    <a:pt x="549079" y="123679"/>
                  </a:lnTo>
                  <a:lnTo>
                    <a:pt x="570393" y="117794"/>
                  </a:lnTo>
                  <a:lnTo>
                    <a:pt x="590800" y="112161"/>
                  </a:lnTo>
                  <a:lnTo>
                    <a:pt x="610373" y="106757"/>
                  </a:lnTo>
                  <a:lnTo>
                    <a:pt x="629179" y="101565"/>
                  </a:lnTo>
                  <a:lnTo>
                    <a:pt x="647275" y="96569"/>
                  </a:lnTo>
                  <a:lnTo>
                    <a:pt x="664713" y="91755"/>
                  </a:lnTo>
                  <a:lnTo>
                    <a:pt x="681539" y="87110"/>
                  </a:lnTo>
                  <a:lnTo>
                    <a:pt x="697795" y="82622"/>
                  </a:lnTo>
                  <a:lnTo>
                    <a:pt x="713517" y="78281"/>
                  </a:lnTo>
                  <a:lnTo>
                    <a:pt x="728740" y="74079"/>
                  </a:lnTo>
                  <a:lnTo>
                    <a:pt x="743495" y="70005"/>
                  </a:lnTo>
                  <a:lnTo>
                    <a:pt x="757809" y="66053"/>
                  </a:lnTo>
                  <a:lnTo>
                    <a:pt x="771708" y="62216"/>
                  </a:lnTo>
                  <a:lnTo>
                    <a:pt x="785216" y="58487"/>
                  </a:lnTo>
                  <a:lnTo>
                    <a:pt x="798354" y="54860"/>
                  </a:lnTo>
                  <a:lnTo>
                    <a:pt x="811141" y="51330"/>
                  </a:lnTo>
                  <a:lnTo>
                    <a:pt x="823596" y="47891"/>
                  </a:lnTo>
                  <a:lnTo>
                    <a:pt x="835735" y="44540"/>
                  </a:lnTo>
                  <a:lnTo>
                    <a:pt x="847575" y="41271"/>
                  </a:lnTo>
                  <a:lnTo>
                    <a:pt x="859130" y="38081"/>
                  </a:lnTo>
                  <a:lnTo>
                    <a:pt x="870412" y="34967"/>
                  </a:lnTo>
                  <a:lnTo>
                    <a:pt x="881436" y="31923"/>
                  </a:lnTo>
                  <a:lnTo>
                    <a:pt x="892211" y="28948"/>
                  </a:lnTo>
                  <a:lnTo>
                    <a:pt x="902750" y="26039"/>
                  </a:lnTo>
                  <a:lnTo>
                    <a:pt x="913062" y="23192"/>
                  </a:lnTo>
                  <a:lnTo>
                    <a:pt x="923157" y="20405"/>
                  </a:lnTo>
                  <a:lnTo>
                    <a:pt x="933043" y="17676"/>
                  </a:lnTo>
                  <a:lnTo>
                    <a:pt x="942730" y="15001"/>
                  </a:lnTo>
                  <a:lnTo>
                    <a:pt x="952225" y="12380"/>
                  </a:lnTo>
                  <a:lnTo>
                    <a:pt x="961536" y="9810"/>
                  </a:lnTo>
                  <a:lnTo>
                    <a:pt x="970670" y="7288"/>
                  </a:lnTo>
                  <a:lnTo>
                    <a:pt x="979632" y="4814"/>
                  </a:lnTo>
                  <a:lnTo>
                    <a:pt x="988431" y="2385"/>
                  </a:lnTo>
                  <a:lnTo>
                    <a:pt x="99707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80122" y="1780364"/>
              <a:ext cx="997070" cy="36500"/>
            </a:xfrm>
            <a:custGeom>
              <a:avLst/>
              <a:pathLst>
                <a:path w="997070" h="36500">
                  <a:moveTo>
                    <a:pt x="0" y="0"/>
                  </a:moveTo>
                  <a:lnTo>
                    <a:pt x="64026" y="2343"/>
                  </a:lnTo>
                  <a:lnTo>
                    <a:pt x="120502" y="4411"/>
                  </a:lnTo>
                  <a:lnTo>
                    <a:pt x="171021" y="6260"/>
                  </a:lnTo>
                  <a:lnTo>
                    <a:pt x="216722" y="7933"/>
                  </a:lnTo>
                  <a:lnTo>
                    <a:pt x="258443" y="9460"/>
                  </a:lnTo>
                  <a:lnTo>
                    <a:pt x="296822" y="10865"/>
                  </a:lnTo>
                  <a:lnTo>
                    <a:pt x="332356" y="12166"/>
                  </a:lnTo>
                  <a:lnTo>
                    <a:pt x="365438" y="13377"/>
                  </a:lnTo>
                  <a:lnTo>
                    <a:pt x="396383" y="14510"/>
                  </a:lnTo>
                  <a:lnTo>
                    <a:pt x="425452" y="15574"/>
                  </a:lnTo>
                  <a:lnTo>
                    <a:pt x="452859" y="16577"/>
                  </a:lnTo>
                  <a:lnTo>
                    <a:pt x="478784" y="17527"/>
                  </a:lnTo>
                  <a:lnTo>
                    <a:pt x="503378" y="18427"/>
                  </a:lnTo>
                  <a:lnTo>
                    <a:pt x="526773" y="19283"/>
                  </a:lnTo>
                  <a:lnTo>
                    <a:pt x="549079" y="20100"/>
                  </a:lnTo>
                  <a:lnTo>
                    <a:pt x="570393" y="20880"/>
                  </a:lnTo>
                  <a:lnTo>
                    <a:pt x="590800" y="21627"/>
                  </a:lnTo>
                  <a:lnTo>
                    <a:pt x="610373" y="22344"/>
                  </a:lnTo>
                  <a:lnTo>
                    <a:pt x="629179" y="23032"/>
                  </a:lnTo>
                  <a:lnTo>
                    <a:pt x="647275" y="23695"/>
                  </a:lnTo>
                  <a:lnTo>
                    <a:pt x="664713" y="24333"/>
                  </a:lnTo>
                  <a:lnTo>
                    <a:pt x="681539" y="24949"/>
                  </a:lnTo>
                  <a:lnTo>
                    <a:pt x="697795" y="25544"/>
                  </a:lnTo>
                  <a:lnTo>
                    <a:pt x="713517" y="26119"/>
                  </a:lnTo>
                  <a:lnTo>
                    <a:pt x="728740" y="26677"/>
                  </a:lnTo>
                  <a:lnTo>
                    <a:pt x="743495" y="27217"/>
                  </a:lnTo>
                  <a:lnTo>
                    <a:pt x="757809" y="27741"/>
                  </a:lnTo>
                  <a:lnTo>
                    <a:pt x="771708" y="28250"/>
                  </a:lnTo>
                  <a:lnTo>
                    <a:pt x="785216" y="28744"/>
                  </a:lnTo>
                  <a:lnTo>
                    <a:pt x="798354" y="29225"/>
                  </a:lnTo>
                  <a:lnTo>
                    <a:pt x="811141" y="29693"/>
                  </a:lnTo>
                  <a:lnTo>
                    <a:pt x="823596" y="30149"/>
                  </a:lnTo>
                  <a:lnTo>
                    <a:pt x="835735" y="30594"/>
                  </a:lnTo>
                  <a:lnTo>
                    <a:pt x="847575" y="31027"/>
                  </a:lnTo>
                  <a:lnTo>
                    <a:pt x="859130" y="31450"/>
                  </a:lnTo>
                  <a:lnTo>
                    <a:pt x="870412" y="31863"/>
                  </a:lnTo>
                  <a:lnTo>
                    <a:pt x="881436" y="32267"/>
                  </a:lnTo>
                  <a:lnTo>
                    <a:pt x="892211" y="32661"/>
                  </a:lnTo>
                  <a:lnTo>
                    <a:pt x="902750" y="33047"/>
                  </a:lnTo>
                  <a:lnTo>
                    <a:pt x="913062" y="33424"/>
                  </a:lnTo>
                  <a:lnTo>
                    <a:pt x="923157" y="33794"/>
                  </a:lnTo>
                  <a:lnTo>
                    <a:pt x="933043" y="34156"/>
                  </a:lnTo>
                  <a:lnTo>
                    <a:pt x="942730" y="34510"/>
                  </a:lnTo>
                  <a:lnTo>
                    <a:pt x="952225" y="34858"/>
                  </a:lnTo>
                  <a:lnTo>
                    <a:pt x="961536" y="35199"/>
                  </a:lnTo>
                  <a:lnTo>
                    <a:pt x="970670" y="35533"/>
                  </a:lnTo>
                  <a:lnTo>
                    <a:pt x="979632" y="35861"/>
                  </a:lnTo>
                  <a:lnTo>
                    <a:pt x="988431" y="36183"/>
                  </a:lnTo>
                  <a:lnTo>
                    <a:pt x="997070" y="3650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35360" y="208956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35360" y="18823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35360" y="16751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35360" y="14679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35360" y="12607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76458" y="21260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76458" y="19188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76458" y="17116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76458" y="15044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76458" y="12972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8012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1247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4483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7719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85263" y="18413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61330" y="18296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92136" y="17593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64727" y="17069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85765" y="20303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84144" y="20809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57718" y="17616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60772" y="20420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62917" y="17577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76228" y="16383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93175" y="1771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89259" y="18014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6397" y="13848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21354" y="17521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13584" y="14496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94598" y="16893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25644" y="16455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24126" y="18331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22918" y="17726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5604" y="19555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19039" y="19652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26734" y="19066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7533" y="20861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95925" y="19924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04516" y="20280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32875" y="18991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02353" y="19697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207730" y="17849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22485" y="14922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45172" y="1839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21185" y="163383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4888" y="18236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30360" y="16937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5271" y="18220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19602" y="14589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4248" y="16880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21044" y="17472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0415" y="19233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19571" y="17537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35862" y="13706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5262" y="16436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57458" y="18218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23036" y="18294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2479" y="19187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43152" y="20671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40576" y="19697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35531" y="19415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24932" y="16736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00628" y="16354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66886" y="15669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54025" y="17374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6776" y="17985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56121" y="20900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75225" y="18033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68127" y="20883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87886" y="175147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71533" y="18086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58137" y="20122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59616" y="17047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87468" y="12985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0461" y="18511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59411" y="16345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63331" y="16676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62698" y="15631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63099" y="17131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71189" y="15797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66459" y="186470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892552" y="16854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54704" y="18300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72732" y="20025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53137" y="14289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897791" y="16252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903793" y="1671850"/>
              <a:ext cx="1000868" cy="120492"/>
            </a:xfrm>
            <a:custGeom>
              <a:avLst/>
              <a:pathLst>
                <a:path w="1000868" h="120492">
                  <a:moveTo>
                    <a:pt x="0" y="120492"/>
                  </a:moveTo>
                  <a:lnTo>
                    <a:pt x="64270" y="112754"/>
                  </a:lnTo>
                  <a:lnTo>
                    <a:pt x="120961" y="105929"/>
                  </a:lnTo>
                  <a:lnTo>
                    <a:pt x="171673" y="99824"/>
                  </a:lnTo>
                  <a:lnTo>
                    <a:pt x="217547" y="94302"/>
                  </a:lnTo>
                  <a:lnTo>
                    <a:pt x="259427" y="89260"/>
                  </a:lnTo>
                  <a:lnTo>
                    <a:pt x="297953" y="84622"/>
                  </a:lnTo>
                  <a:lnTo>
                    <a:pt x="333622" y="80328"/>
                  </a:lnTo>
                  <a:lnTo>
                    <a:pt x="366830" y="76330"/>
                  </a:lnTo>
                  <a:lnTo>
                    <a:pt x="397893" y="72590"/>
                  </a:lnTo>
                  <a:lnTo>
                    <a:pt x="427073" y="69077"/>
                  </a:lnTo>
                  <a:lnTo>
                    <a:pt x="454584" y="65765"/>
                  </a:lnTo>
                  <a:lnTo>
                    <a:pt x="480607" y="62632"/>
                  </a:lnTo>
                  <a:lnTo>
                    <a:pt x="505296" y="59660"/>
                  </a:lnTo>
                  <a:lnTo>
                    <a:pt x="528779" y="56833"/>
                  </a:lnTo>
                  <a:lnTo>
                    <a:pt x="551170" y="54138"/>
                  </a:lnTo>
                  <a:lnTo>
                    <a:pt x="572565" y="51562"/>
                  </a:lnTo>
                  <a:lnTo>
                    <a:pt x="593050" y="49096"/>
                  </a:lnTo>
                  <a:lnTo>
                    <a:pt x="612698" y="46730"/>
                  </a:lnTo>
                  <a:lnTo>
                    <a:pt x="631576" y="44458"/>
                  </a:lnTo>
                  <a:lnTo>
                    <a:pt x="649741" y="42271"/>
                  </a:lnTo>
                  <a:lnTo>
                    <a:pt x="667245" y="40164"/>
                  </a:lnTo>
                  <a:lnTo>
                    <a:pt x="684135" y="38130"/>
                  </a:lnTo>
                  <a:lnTo>
                    <a:pt x="700453" y="36166"/>
                  </a:lnTo>
                  <a:lnTo>
                    <a:pt x="716235" y="34266"/>
                  </a:lnTo>
                  <a:lnTo>
                    <a:pt x="731516" y="32426"/>
                  </a:lnTo>
                  <a:lnTo>
                    <a:pt x="746327" y="30643"/>
                  </a:lnTo>
                  <a:lnTo>
                    <a:pt x="760696" y="28913"/>
                  </a:lnTo>
                  <a:lnTo>
                    <a:pt x="774648" y="27234"/>
                  </a:lnTo>
                  <a:lnTo>
                    <a:pt x="788207" y="25601"/>
                  </a:lnTo>
                  <a:lnTo>
                    <a:pt x="801394" y="24014"/>
                  </a:lnTo>
                  <a:lnTo>
                    <a:pt x="814230" y="22468"/>
                  </a:lnTo>
                  <a:lnTo>
                    <a:pt x="826733" y="20963"/>
                  </a:lnTo>
                  <a:lnTo>
                    <a:pt x="838918" y="19496"/>
                  </a:lnTo>
                  <a:lnTo>
                    <a:pt x="850803" y="18065"/>
                  </a:lnTo>
                  <a:lnTo>
                    <a:pt x="862402" y="16669"/>
                  </a:lnTo>
                  <a:lnTo>
                    <a:pt x="873728" y="15306"/>
                  </a:lnTo>
                  <a:lnTo>
                    <a:pt x="884793" y="13974"/>
                  </a:lnTo>
                  <a:lnTo>
                    <a:pt x="895609" y="12671"/>
                  </a:lnTo>
                  <a:lnTo>
                    <a:pt x="906188" y="11398"/>
                  </a:lnTo>
                  <a:lnTo>
                    <a:pt x="916539" y="10152"/>
                  </a:lnTo>
                  <a:lnTo>
                    <a:pt x="926673" y="8932"/>
                  </a:lnTo>
                  <a:lnTo>
                    <a:pt x="936597" y="7737"/>
                  </a:lnTo>
                  <a:lnTo>
                    <a:pt x="946321" y="6566"/>
                  </a:lnTo>
                  <a:lnTo>
                    <a:pt x="955852" y="5419"/>
                  </a:lnTo>
                  <a:lnTo>
                    <a:pt x="965199" y="4294"/>
                  </a:lnTo>
                  <a:lnTo>
                    <a:pt x="974367" y="3190"/>
                  </a:lnTo>
                  <a:lnTo>
                    <a:pt x="983364" y="2107"/>
                  </a:lnTo>
                  <a:lnTo>
                    <a:pt x="992195" y="1044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903793" y="1477696"/>
              <a:ext cx="1000868" cy="208961"/>
            </a:xfrm>
            <a:custGeom>
              <a:avLst/>
              <a:pathLst>
                <a:path w="1000868" h="208961">
                  <a:moveTo>
                    <a:pt x="0" y="208961"/>
                  </a:moveTo>
                  <a:lnTo>
                    <a:pt x="64270" y="195543"/>
                  </a:lnTo>
                  <a:lnTo>
                    <a:pt x="120961" y="183707"/>
                  </a:lnTo>
                  <a:lnTo>
                    <a:pt x="171673" y="173119"/>
                  </a:lnTo>
                  <a:lnTo>
                    <a:pt x="217547" y="163542"/>
                  </a:lnTo>
                  <a:lnTo>
                    <a:pt x="259427" y="154798"/>
                  </a:lnTo>
                  <a:lnTo>
                    <a:pt x="297953" y="146755"/>
                  </a:lnTo>
                  <a:lnTo>
                    <a:pt x="333622" y="139307"/>
                  </a:lnTo>
                  <a:lnTo>
                    <a:pt x="366830" y="132374"/>
                  </a:lnTo>
                  <a:lnTo>
                    <a:pt x="397893" y="125889"/>
                  </a:lnTo>
                  <a:lnTo>
                    <a:pt x="427073" y="119797"/>
                  </a:lnTo>
                  <a:lnTo>
                    <a:pt x="454584" y="114053"/>
                  </a:lnTo>
                  <a:lnTo>
                    <a:pt x="480607" y="108620"/>
                  </a:lnTo>
                  <a:lnTo>
                    <a:pt x="505296" y="103465"/>
                  </a:lnTo>
                  <a:lnTo>
                    <a:pt x="528779" y="98562"/>
                  </a:lnTo>
                  <a:lnTo>
                    <a:pt x="551170" y="93888"/>
                  </a:lnTo>
                  <a:lnTo>
                    <a:pt x="572565" y="89421"/>
                  </a:lnTo>
                  <a:lnTo>
                    <a:pt x="593050" y="85144"/>
                  </a:lnTo>
                  <a:lnTo>
                    <a:pt x="612698" y="81042"/>
                  </a:lnTo>
                  <a:lnTo>
                    <a:pt x="631576" y="77101"/>
                  </a:lnTo>
                  <a:lnTo>
                    <a:pt x="649741" y="73308"/>
                  </a:lnTo>
                  <a:lnTo>
                    <a:pt x="667245" y="69653"/>
                  </a:lnTo>
                  <a:lnTo>
                    <a:pt x="684135" y="66127"/>
                  </a:lnTo>
                  <a:lnTo>
                    <a:pt x="700453" y="62720"/>
                  </a:lnTo>
                  <a:lnTo>
                    <a:pt x="716235" y="59425"/>
                  </a:lnTo>
                  <a:lnTo>
                    <a:pt x="731516" y="56235"/>
                  </a:lnTo>
                  <a:lnTo>
                    <a:pt x="746327" y="53143"/>
                  </a:lnTo>
                  <a:lnTo>
                    <a:pt x="760696" y="50143"/>
                  </a:lnTo>
                  <a:lnTo>
                    <a:pt x="774648" y="47230"/>
                  </a:lnTo>
                  <a:lnTo>
                    <a:pt x="788207" y="44399"/>
                  </a:lnTo>
                  <a:lnTo>
                    <a:pt x="801394" y="41646"/>
                  </a:lnTo>
                  <a:lnTo>
                    <a:pt x="814230" y="38966"/>
                  </a:lnTo>
                  <a:lnTo>
                    <a:pt x="826733" y="36356"/>
                  </a:lnTo>
                  <a:lnTo>
                    <a:pt x="838918" y="33811"/>
                  </a:lnTo>
                  <a:lnTo>
                    <a:pt x="850803" y="31330"/>
                  </a:lnTo>
                  <a:lnTo>
                    <a:pt x="862402" y="28909"/>
                  </a:lnTo>
                  <a:lnTo>
                    <a:pt x="873728" y="26544"/>
                  </a:lnTo>
                  <a:lnTo>
                    <a:pt x="884793" y="24234"/>
                  </a:lnTo>
                  <a:lnTo>
                    <a:pt x="895609" y="21975"/>
                  </a:lnTo>
                  <a:lnTo>
                    <a:pt x="906188" y="19767"/>
                  </a:lnTo>
                  <a:lnTo>
                    <a:pt x="916539" y="17606"/>
                  </a:lnTo>
                  <a:lnTo>
                    <a:pt x="926673" y="15490"/>
                  </a:lnTo>
                  <a:lnTo>
                    <a:pt x="936597" y="13418"/>
                  </a:lnTo>
                  <a:lnTo>
                    <a:pt x="946321" y="11388"/>
                  </a:lnTo>
                  <a:lnTo>
                    <a:pt x="955852" y="9398"/>
                  </a:lnTo>
                  <a:lnTo>
                    <a:pt x="965199" y="7447"/>
                  </a:lnTo>
                  <a:lnTo>
                    <a:pt x="974367" y="5532"/>
                  </a:lnTo>
                  <a:lnTo>
                    <a:pt x="983364" y="3654"/>
                  </a:lnTo>
                  <a:lnTo>
                    <a:pt x="992195" y="1810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903793" y="1727999"/>
              <a:ext cx="1000868" cy="33673"/>
            </a:xfrm>
            <a:custGeom>
              <a:avLst/>
              <a:pathLst>
                <a:path w="1000868" h="33673">
                  <a:moveTo>
                    <a:pt x="0" y="33673"/>
                  </a:moveTo>
                  <a:lnTo>
                    <a:pt x="64270" y="31511"/>
                  </a:lnTo>
                  <a:lnTo>
                    <a:pt x="120961" y="29603"/>
                  </a:lnTo>
                  <a:lnTo>
                    <a:pt x="171673" y="27897"/>
                  </a:lnTo>
                  <a:lnTo>
                    <a:pt x="217547" y="26354"/>
                  </a:lnTo>
                  <a:lnTo>
                    <a:pt x="259427" y="24945"/>
                  </a:lnTo>
                  <a:lnTo>
                    <a:pt x="297953" y="23649"/>
                  </a:lnTo>
                  <a:lnTo>
                    <a:pt x="333622" y="22449"/>
                  </a:lnTo>
                  <a:lnTo>
                    <a:pt x="366830" y="21331"/>
                  </a:lnTo>
                  <a:lnTo>
                    <a:pt x="397893" y="20286"/>
                  </a:lnTo>
                  <a:lnTo>
                    <a:pt x="427073" y="19304"/>
                  </a:lnTo>
                  <a:lnTo>
                    <a:pt x="454584" y="18379"/>
                  </a:lnTo>
                  <a:lnTo>
                    <a:pt x="480607" y="17503"/>
                  </a:lnTo>
                  <a:lnTo>
                    <a:pt x="505296" y="16673"/>
                  </a:lnTo>
                  <a:lnTo>
                    <a:pt x="528779" y="15883"/>
                  </a:lnTo>
                  <a:lnTo>
                    <a:pt x="551170" y="15129"/>
                  </a:lnTo>
                  <a:lnTo>
                    <a:pt x="572565" y="14409"/>
                  </a:lnTo>
                  <a:lnTo>
                    <a:pt x="593050" y="13720"/>
                  </a:lnTo>
                  <a:lnTo>
                    <a:pt x="612698" y="13059"/>
                  </a:lnTo>
                  <a:lnTo>
                    <a:pt x="631576" y="12424"/>
                  </a:lnTo>
                  <a:lnTo>
                    <a:pt x="649741" y="11813"/>
                  </a:lnTo>
                  <a:lnTo>
                    <a:pt x="667245" y="11224"/>
                  </a:lnTo>
                  <a:lnTo>
                    <a:pt x="684135" y="10656"/>
                  </a:lnTo>
                  <a:lnTo>
                    <a:pt x="700453" y="10107"/>
                  </a:lnTo>
                  <a:lnTo>
                    <a:pt x="716235" y="9576"/>
                  </a:lnTo>
                  <a:lnTo>
                    <a:pt x="731516" y="9062"/>
                  </a:lnTo>
                  <a:lnTo>
                    <a:pt x="746327" y="8563"/>
                  </a:lnTo>
                  <a:lnTo>
                    <a:pt x="760696" y="8080"/>
                  </a:lnTo>
                  <a:lnTo>
                    <a:pt x="774648" y="7611"/>
                  </a:lnTo>
                  <a:lnTo>
                    <a:pt x="788207" y="7154"/>
                  </a:lnTo>
                  <a:lnTo>
                    <a:pt x="801394" y="6711"/>
                  </a:lnTo>
                  <a:lnTo>
                    <a:pt x="814230" y="6279"/>
                  </a:lnTo>
                  <a:lnTo>
                    <a:pt x="826733" y="5858"/>
                  </a:lnTo>
                  <a:lnTo>
                    <a:pt x="838918" y="5448"/>
                  </a:lnTo>
                  <a:lnTo>
                    <a:pt x="850803" y="5048"/>
                  </a:lnTo>
                  <a:lnTo>
                    <a:pt x="862402" y="4658"/>
                  </a:lnTo>
                  <a:lnTo>
                    <a:pt x="873728" y="4277"/>
                  </a:lnTo>
                  <a:lnTo>
                    <a:pt x="884793" y="3905"/>
                  </a:lnTo>
                  <a:lnTo>
                    <a:pt x="895609" y="3541"/>
                  </a:lnTo>
                  <a:lnTo>
                    <a:pt x="906188" y="3185"/>
                  </a:lnTo>
                  <a:lnTo>
                    <a:pt x="916539" y="2837"/>
                  </a:lnTo>
                  <a:lnTo>
                    <a:pt x="926673" y="2496"/>
                  </a:lnTo>
                  <a:lnTo>
                    <a:pt x="936597" y="2162"/>
                  </a:lnTo>
                  <a:lnTo>
                    <a:pt x="946321" y="1835"/>
                  </a:lnTo>
                  <a:lnTo>
                    <a:pt x="955852" y="1514"/>
                  </a:lnTo>
                  <a:lnTo>
                    <a:pt x="965199" y="1200"/>
                  </a:lnTo>
                  <a:lnTo>
                    <a:pt x="974367" y="891"/>
                  </a:lnTo>
                  <a:lnTo>
                    <a:pt x="983364" y="588"/>
                  </a:lnTo>
                  <a:lnTo>
                    <a:pt x="992195" y="291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903793" y="1669192"/>
              <a:ext cx="1000868" cy="318869"/>
            </a:xfrm>
            <a:custGeom>
              <a:avLst/>
              <a:pathLst>
                <a:path w="1000868" h="318869">
                  <a:moveTo>
                    <a:pt x="0" y="318869"/>
                  </a:moveTo>
                  <a:lnTo>
                    <a:pt x="64270" y="298393"/>
                  </a:lnTo>
                  <a:lnTo>
                    <a:pt x="120961" y="280331"/>
                  </a:lnTo>
                  <a:lnTo>
                    <a:pt x="171673" y="264175"/>
                  </a:lnTo>
                  <a:lnTo>
                    <a:pt x="217547" y="249560"/>
                  </a:lnTo>
                  <a:lnTo>
                    <a:pt x="259427" y="236217"/>
                  </a:lnTo>
                  <a:lnTo>
                    <a:pt x="297953" y="223943"/>
                  </a:lnTo>
                  <a:lnTo>
                    <a:pt x="333622" y="212579"/>
                  </a:lnTo>
                  <a:lnTo>
                    <a:pt x="366830" y="202000"/>
                  </a:lnTo>
                  <a:lnTo>
                    <a:pt x="397893" y="192103"/>
                  </a:lnTo>
                  <a:lnTo>
                    <a:pt x="427073" y="182807"/>
                  </a:lnTo>
                  <a:lnTo>
                    <a:pt x="454584" y="174042"/>
                  </a:lnTo>
                  <a:lnTo>
                    <a:pt x="480607" y="165751"/>
                  </a:lnTo>
                  <a:lnTo>
                    <a:pt x="505296" y="157885"/>
                  </a:lnTo>
                  <a:lnTo>
                    <a:pt x="528779" y="150404"/>
                  </a:lnTo>
                  <a:lnTo>
                    <a:pt x="551170" y="143270"/>
                  </a:lnTo>
                  <a:lnTo>
                    <a:pt x="572565" y="136454"/>
                  </a:lnTo>
                  <a:lnTo>
                    <a:pt x="593050" y="129927"/>
                  </a:lnTo>
                  <a:lnTo>
                    <a:pt x="612698" y="123668"/>
                  </a:lnTo>
                  <a:lnTo>
                    <a:pt x="631576" y="117653"/>
                  </a:lnTo>
                  <a:lnTo>
                    <a:pt x="649741" y="111866"/>
                  </a:lnTo>
                  <a:lnTo>
                    <a:pt x="667245" y="106289"/>
                  </a:lnTo>
                  <a:lnTo>
                    <a:pt x="684135" y="100908"/>
                  </a:lnTo>
                  <a:lnTo>
                    <a:pt x="700453" y="95710"/>
                  </a:lnTo>
                  <a:lnTo>
                    <a:pt x="716235" y="90682"/>
                  </a:lnTo>
                  <a:lnTo>
                    <a:pt x="731516" y="85813"/>
                  </a:lnTo>
                  <a:lnTo>
                    <a:pt x="746327" y="81094"/>
                  </a:lnTo>
                  <a:lnTo>
                    <a:pt x="760696" y="76517"/>
                  </a:lnTo>
                  <a:lnTo>
                    <a:pt x="774648" y="72072"/>
                  </a:lnTo>
                  <a:lnTo>
                    <a:pt x="788207" y="67752"/>
                  </a:lnTo>
                  <a:lnTo>
                    <a:pt x="801394" y="63550"/>
                  </a:lnTo>
                  <a:lnTo>
                    <a:pt x="814230" y="59461"/>
                  </a:lnTo>
                  <a:lnTo>
                    <a:pt x="826733" y="55478"/>
                  </a:lnTo>
                  <a:lnTo>
                    <a:pt x="838918" y="51595"/>
                  </a:lnTo>
                  <a:lnTo>
                    <a:pt x="850803" y="47809"/>
                  </a:lnTo>
                  <a:lnTo>
                    <a:pt x="862402" y="44114"/>
                  </a:lnTo>
                  <a:lnTo>
                    <a:pt x="873728" y="40506"/>
                  </a:lnTo>
                  <a:lnTo>
                    <a:pt x="884793" y="36980"/>
                  </a:lnTo>
                  <a:lnTo>
                    <a:pt x="895609" y="33534"/>
                  </a:lnTo>
                  <a:lnTo>
                    <a:pt x="906188" y="30164"/>
                  </a:lnTo>
                  <a:lnTo>
                    <a:pt x="916539" y="26866"/>
                  </a:lnTo>
                  <a:lnTo>
                    <a:pt x="926673" y="23638"/>
                  </a:lnTo>
                  <a:lnTo>
                    <a:pt x="936597" y="20476"/>
                  </a:lnTo>
                  <a:lnTo>
                    <a:pt x="946321" y="17378"/>
                  </a:lnTo>
                  <a:lnTo>
                    <a:pt x="955852" y="14341"/>
                  </a:lnTo>
                  <a:lnTo>
                    <a:pt x="965199" y="11363"/>
                  </a:lnTo>
                  <a:lnTo>
                    <a:pt x="974367" y="8443"/>
                  </a:lnTo>
                  <a:lnTo>
                    <a:pt x="983364" y="5576"/>
                  </a:lnTo>
                  <a:lnTo>
                    <a:pt x="992195" y="2763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903793" y="1923553"/>
              <a:ext cx="1000868" cy="160931"/>
            </a:xfrm>
            <a:custGeom>
              <a:avLst/>
              <a:pathLst>
                <a:path w="1000868" h="160931">
                  <a:moveTo>
                    <a:pt x="0" y="160931"/>
                  </a:moveTo>
                  <a:lnTo>
                    <a:pt x="64270" y="150597"/>
                  </a:lnTo>
                  <a:lnTo>
                    <a:pt x="120961" y="141482"/>
                  </a:lnTo>
                  <a:lnTo>
                    <a:pt x="171673" y="133328"/>
                  </a:lnTo>
                  <a:lnTo>
                    <a:pt x="217547" y="125951"/>
                  </a:lnTo>
                  <a:lnTo>
                    <a:pt x="259427" y="119217"/>
                  </a:lnTo>
                  <a:lnTo>
                    <a:pt x="297953" y="113023"/>
                  </a:lnTo>
                  <a:lnTo>
                    <a:pt x="333622" y="107287"/>
                  </a:lnTo>
                  <a:lnTo>
                    <a:pt x="366830" y="101948"/>
                  </a:lnTo>
                  <a:lnTo>
                    <a:pt x="397893" y="96953"/>
                  </a:lnTo>
                  <a:lnTo>
                    <a:pt x="427073" y="92261"/>
                  </a:lnTo>
                  <a:lnTo>
                    <a:pt x="454584" y="87838"/>
                  </a:lnTo>
                  <a:lnTo>
                    <a:pt x="480607" y="83653"/>
                  </a:lnTo>
                  <a:lnTo>
                    <a:pt x="505296" y="79684"/>
                  </a:lnTo>
                  <a:lnTo>
                    <a:pt x="528779" y="75908"/>
                  </a:lnTo>
                  <a:lnTo>
                    <a:pt x="551170" y="72307"/>
                  </a:lnTo>
                  <a:lnTo>
                    <a:pt x="572565" y="68867"/>
                  </a:lnTo>
                  <a:lnTo>
                    <a:pt x="593050" y="65573"/>
                  </a:lnTo>
                  <a:lnTo>
                    <a:pt x="612698" y="62414"/>
                  </a:lnTo>
                  <a:lnTo>
                    <a:pt x="631576" y="59379"/>
                  </a:lnTo>
                  <a:lnTo>
                    <a:pt x="649741" y="56458"/>
                  </a:lnTo>
                  <a:lnTo>
                    <a:pt x="667245" y="53643"/>
                  </a:lnTo>
                  <a:lnTo>
                    <a:pt x="684135" y="50928"/>
                  </a:lnTo>
                  <a:lnTo>
                    <a:pt x="700453" y="48304"/>
                  </a:lnTo>
                  <a:lnTo>
                    <a:pt x="716235" y="45766"/>
                  </a:lnTo>
                  <a:lnTo>
                    <a:pt x="731516" y="43309"/>
                  </a:lnTo>
                  <a:lnTo>
                    <a:pt x="746327" y="40928"/>
                  </a:lnTo>
                  <a:lnTo>
                    <a:pt x="760696" y="38617"/>
                  </a:lnTo>
                  <a:lnTo>
                    <a:pt x="774648" y="36374"/>
                  </a:lnTo>
                  <a:lnTo>
                    <a:pt x="788207" y="34194"/>
                  </a:lnTo>
                  <a:lnTo>
                    <a:pt x="801394" y="32073"/>
                  </a:lnTo>
                  <a:lnTo>
                    <a:pt x="814230" y="30009"/>
                  </a:lnTo>
                  <a:lnTo>
                    <a:pt x="826733" y="27999"/>
                  </a:lnTo>
                  <a:lnTo>
                    <a:pt x="838918" y="26040"/>
                  </a:lnTo>
                  <a:lnTo>
                    <a:pt x="850803" y="24129"/>
                  </a:lnTo>
                  <a:lnTo>
                    <a:pt x="862402" y="22264"/>
                  </a:lnTo>
                  <a:lnTo>
                    <a:pt x="873728" y="20443"/>
                  </a:lnTo>
                  <a:lnTo>
                    <a:pt x="884793" y="18663"/>
                  </a:lnTo>
                  <a:lnTo>
                    <a:pt x="895609" y="16924"/>
                  </a:lnTo>
                  <a:lnTo>
                    <a:pt x="906188" y="15223"/>
                  </a:lnTo>
                  <a:lnTo>
                    <a:pt x="916539" y="13559"/>
                  </a:lnTo>
                  <a:lnTo>
                    <a:pt x="926673" y="11930"/>
                  </a:lnTo>
                  <a:lnTo>
                    <a:pt x="936597" y="10334"/>
                  </a:lnTo>
                  <a:lnTo>
                    <a:pt x="946321" y="8770"/>
                  </a:lnTo>
                  <a:lnTo>
                    <a:pt x="955852" y="7238"/>
                  </a:lnTo>
                  <a:lnTo>
                    <a:pt x="965199" y="5735"/>
                  </a:lnTo>
                  <a:lnTo>
                    <a:pt x="974367" y="4261"/>
                  </a:lnTo>
                  <a:lnTo>
                    <a:pt x="983364" y="2814"/>
                  </a:lnTo>
                  <a:lnTo>
                    <a:pt x="992195" y="1394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903793" y="2032402"/>
              <a:ext cx="1000868" cy="5320"/>
            </a:xfrm>
            <a:custGeom>
              <a:avLst/>
              <a:pathLst>
                <a:path w="1000868" h="5320">
                  <a:moveTo>
                    <a:pt x="0" y="5320"/>
                  </a:moveTo>
                  <a:lnTo>
                    <a:pt x="64270" y="4978"/>
                  </a:lnTo>
                  <a:lnTo>
                    <a:pt x="120961" y="4677"/>
                  </a:lnTo>
                  <a:lnTo>
                    <a:pt x="171673" y="4408"/>
                  </a:lnTo>
                  <a:lnTo>
                    <a:pt x="217547" y="4164"/>
                  </a:lnTo>
                  <a:lnTo>
                    <a:pt x="259427" y="3941"/>
                  </a:lnTo>
                  <a:lnTo>
                    <a:pt x="297953" y="3736"/>
                  </a:lnTo>
                  <a:lnTo>
                    <a:pt x="333622" y="3547"/>
                  </a:lnTo>
                  <a:lnTo>
                    <a:pt x="366830" y="3370"/>
                  </a:lnTo>
                  <a:lnTo>
                    <a:pt x="397893" y="3205"/>
                  </a:lnTo>
                  <a:lnTo>
                    <a:pt x="427073" y="3050"/>
                  </a:lnTo>
                  <a:lnTo>
                    <a:pt x="454584" y="2904"/>
                  </a:lnTo>
                  <a:lnTo>
                    <a:pt x="480607" y="2765"/>
                  </a:lnTo>
                  <a:lnTo>
                    <a:pt x="505296" y="2634"/>
                  </a:lnTo>
                  <a:lnTo>
                    <a:pt x="528779" y="2509"/>
                  </a:lnTo>
                  <a:lnTo>
                    <a:pt x="551170" y="2390"/>
                  </a:lnTo>
                  <a:lnTo>
                    <a:pt x="572565" y="2276"/>
                  </a:lnTo>
                  <a:lnTo>
                    <a:pt x="593050" y="2167"/>
                  </a:lnTo>
                  <a:lnTo>
                    <a:pt x="612698" y="2063"/>
                  </a:lnTo>
                  <a:lnTo>
                    <a:pt x="631576" y="1963"/>
                  </a:lnTo>
                  <a:lnTo>
                    <a:pt x="649741" y="1866"/>
                  </a:lnTo>
                  <a:lnTo>
                    <a:pt x="667245" y="1773"/>
                  </a:lnTo>
                  <a:lnTo>
                    <a:pt x="684135" y="1683"/>
                  </a:lnTo>
                  <a:lnTo>
                    <a:pt x="700453" y="1597"/>
                  </a:lnTo>
                  <a:lnTo>
                    <a:pt x="716235" y="1513"/>
                  </a:lnTo>
                  <a:lnTo>
                    <a:pt x="731516" y="1431"/>
                  </a:lnTo>
                  <a:lnTo>
                    <a:pt x="746327" y="1353"/>
                  </a:lnTo>
                  <a:lnTo>
                    <a:pt x="760696" y="1276"/>
                  </a:lnTo>
                  <a:lnTo>
                    <a:pt x="774648" y="1202"/>
                  </a:lnTo>
                  <a:lnTo>
                    <a:pt x="788207" y="1130"/>
                  </a:lnTo>
                  <a:lnTo>
                    <a:pt x="801394" y="1060"/>
                  </a:lnTo>
                  <a:lnTo>
                    <a:pt x="814230" y="992"/>
                  </a:lnTo>
                  <a:lnTo>
                    <a:pt x="826733" y="925"/>
                  </a:lnTo>
                  <a:lnTo>
                    <a:pt x="838918" y="860"/>
                  </a:lnTo>
                  <a:lnTo>
                    <a:pt x="850803" y="797"/>
                  </a:lnTo>
                  <a:lnTo>
                    <a:pt x="862402" y="736"/>
                  </a:lnTo>
                  <a:lnTo>
                    <a:pt x="873728" y="675"/>
                  </a:lnTo>
                  <a:lnTo>
                    <a:pt x="884793" y="617"/>
                  </a:lnTo>
                  <a:lnTo>
                    <a:pt x="895609" y="559"/>
                  </a:lnTo>
                  <a:lnTo>
                    <a:pt x="906188" y="503"/>
                  </a:lnTo>
                  <a:lnTo>
                    <a:pt x="916539" y="448"/>
                  </a:lnTo>
                  <a:lnTo>
                    <a:pt x="926673" y="394"/>
                  </a:lnTo>
                  <a:lnTo>
                    <a:pt x="936597" y="341"/>
                  </a:lnTo>
                  <a:lnTo>
                    <a:pt x="946321" y="289"/>
                  </a:lnTo>
                  <a:lnTo>
                    <a:pt x="955852" y="239"/>
                  </a:lnTo>
                  <a:lnTo>
                    <a:pt x="965199" y="189"/>
                  </a:lnTo>
                  <a:lnTo>
                    <a:pt x="974367" y="140"/>
                  </a:lnTo>
                  <a:lnTo>
                    <a:pt x="983364" y="93"/>
                  </a:lnTo>
                  <a:lnTo>
                    <a:pt x="992195" y="46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3793" y="1691582"/>
              <a:ext cx="1000868" cy="58721"/>
            </a:xfrm>
            <a:custGeom>
              <a:avLst/>
              <a:pathLst>
                <a:path w="1000868" h="58721">
                  <a:moveTo>
                    <a:pt x="0" y="0"/>
                  </a:moveTo>
                  <a:lnTo>
                    <a:pt x="64270" y="3770"/>
                  </a:lnTo>
                  <a:lnTo>
                    <a:pt x="120961" y="7096"/>
                  </a:lnTo>
                  <a:lnTo>
                    <a:pt x="171673" y="10072"/>
                  </a:lnTo>
                  <a:lnTo>
                    <a:pt x="217547" y="12763"/>
                  </a:lnTo>
                  <a:lnTo>
                    <a:pt x="259427" y="15220"/>
                  </a:lnTo>
                  <a:lnTo>
                    <a:pt x="297953" y="17481"/>
                  </a:lnTo>
                  <a:lnTo>
                    <a:pt x="333622" y="19573"/>
                  </a:lnTo>
                  <a:lnTo>
                    <a:pt x="366830" y="21522"/>
                  </a:lnTo>
                  <a:lnTo>
                    <a:pt x="397893" y="23344"/>
                  </a:lnTo>
                  <a:lnTo>
                    <a:pt x="427073" y="25056"/>
                  </a:lnTo>
                  <a:lnTo>
                    <a:pt x="454584" y="26670"/>
                  </a:lnTo>
                  <a:lnTo>
                    <a:pt x="480607" y="28197"/>
                  </a:lnTo>
                  <a:lnTo>
                    <a:pt x="505296" y="29646"/>
                  </a:lnTo>
                  <a:lnTo>
                    <a:pt x="528779" y="31023"/>
                  </a:lnTo>
                  <a:lnTo>
                    <a:pt x="551170" y="32337"/>
                  </a:lnTo>
                  <a:lnTo>
                    <a:pt x="572565" y="33592"/>
                  </a:lnTo>
                  <a:lnTo>
                    <a:pt x="593050" y="34794"/>
                  </a:lnTo>
                  <a:lnTo>
                    <a:pt x="612698" y="35947"/>
                  </a:lnTo>
                  <a:lnTo>
                    <a:pt x="631576" y="37054"/>
                  </a:lnTo>
                  <a:lnTo>
                    <a:pt x="649741" y="38120"/>
                  </a:lnTo>
                  <a:lnTo>
                    <a:pt x="667245" y="39147"/>
                  </a:lnTo>
                  <a:lnTo>
                    <a:pt x="684135" y="40138"/>
                  </a:lnTo>
                  <a:lnTo>
                    <a:pt x="700453" y="41096"/>
                  </a:lnTo>
                  <a:lnTo>
                    <a:pt x="716235" y="42021"/>
                  </a:lnTo>
                  <a:lnTo>
                    <a:pt x="731516" y="42918"/>
                  </a:lnTo>
                  <a:lnTo>
                    <a:pt x="746327" y="43787"/>
                  </a:lnTo>
                  <a:lnTo>
                    <a:pt x="760696" y="44630"/>
                  </a:lnTo>
                  <a:lnTo>
                    <a:pt x="774648" y="45449"/>
                  </a:lnTo>
                  <a:lnTo>
                    <a:pt x="788207" y="46244"/>
                  </a:lnTo>
                  <a:lnTo>
                    <a:pt x="801394" y="47018"/>
                  </a:lnTo>
                  <a:lnTo>
                    <a:pt x="814230" y="47771"/>
                  </a:lnTo>
                  <a:lnTo>
                    <a:pt x="826733" y="48504"/>
                  </a:lnTo>
                  <a:lnTo>
                    <a:pt x="838918" y="49219"/>
                  </a:lnTo>
                  <a:lnTo>
                    <a:pt x="850803" y="49917"/>
                  </a:lnTo>
                  <a:lnTo>
                    <a:pt x="862402" y="50597"/>
                  </a:lnTo>
                  <a:lnTo>
                    <a:pt x="873728" y="51262"/>
                  </a:lnTo>
                  <a:lnTo>
                    <a:pt x="884793" y="51911"/>
                  </a:lnTo>
                  <a:lnTo>
                    <a:pt x="895609" y="52545"/>
                  </a:lnTo>
                  <a:lnTo>
                    <a:pt x="906188" y="53166"/>
                  </a:lnTo>
                  <a:lnTo>
                    <a:pt x="916539" y="53773"/>
                  </a:lnTo>
                  <a:lnTo>
                    <a:pt x="926673" y="54368"/>
                  </a:lnTo>
                  <a:lnTo>
                    <a:pt x="936597" y="54950"/>
                  </a:lnTo>
                  <a:lnTo>
                    <a:pt x="946321" y="55521"/>
                  </a:lnTo>
                  <a:lnTo>
                    <a:pt x="955852" y="56080"/>
                  </a:lnTo>
                  <a:lnTo>
                    <a:pt x="965199" y="56628"/>
                  </a:lnTo>
                  <a:lnTo>
                    <a:pt x="974367" y="57166"/>
                  </a:lnTo>
                  <a:lnTo>
                    <a:pt x="983364" y="57694"/>
                  </a:lnTo>
                  <a:lnTo>
                    <a:pt x="992195" y="58212"/>
                  </a:lnTo>
                  <a:lnTo>
                    <a:pt x="1000868" y="5872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903793" y="1757009"/>
              <a:ext cx="1000868" cy="108331"/>
            </a:xfrm>
            <a:custGeom>
              <a:avLst/>
              <a:pathLst>
                <a:path w="1000868" h="108331">
                  <a:moveTo>
                    <a:pt x="0" y="108331"/>
                  </a:moveTo>
                  <a:lnTo>
                    <a:pt x="64270" y="101375"/>
                  </a:lnTo>
                  <a:lnTo>
                    <a:pt x="120961" y="95239"/>
                  </a:lnTo>
                  <a:lnTo>
                    <a:pt x="171673" y="89750"/>
                  </a:lnTo>
                  <a:lnTo>
                    <a:pt x="217547" y="84784"/>
                  </a:lnTo>
                  <a:lnTo>
                    <a:pt x="259427" y="80251"/>
                  </a:lnTo>
                  <a:lnTo>
                    <a:pt x="297953" y="76082"/>
                  </a:lnTo>
                  <a:lnTo>
                    <a:pt x="333622" y="72221"/>
                  </a:lnTo>
                  <a:lnTo>
                    <a:pt x="366830" y="68626"/>
                  </a:lnTo>
                  <a:lnTo>
                    <a:pt x="397893" y="65264"/>
                  </a:lnTo>
                  <a:lnTo>
                    <a:pt x="427073" y="62106"/>
                  </a:lnTo>
                  <a:lnTo>
                    <a:pt x="454584" y="59128"/>
                  </a:lnTo>
                  <a:lnTo>
                    <a:pt x="480607" y="56311"/>
                  </a:lnTo>
                  <a:lnTo>
                    <a:pt x="505296" y="53639"/>
                  </a:lnTo>
                  <a:lnTo>
                    <a:pt x="528779" y="51097"/>
                  </a:lnTo>
                  <a:lnTo>
                    <a:pt x="551170" y="48674"/>
                  </a:lnTo>
                  <a:lnTo>
                    <a:pt x="572565" y="46358"/>
                  </a:lnTo>
                  <a:lnTo>
                    <a:pt x="593050" y="44141"/>
                  </a:lnTo>
                  <a:lnTo>
                    <a:pt x="612698" y="42014"/>
                  </a:lnTo>
                  <a:lnTo>
                    <a:pt x="631576" y="39971"/>
                  </a:lnTo>
                  <a:lnTo>
                    <a:pt x="649741" y="38005"/>
                  </a:lnTo>
                  <a:lnTo>
                    <a:pt x="667245" y="36110"/>
                  </a:lnTo>
                  <a:lnTo>
                    <a:pt x="684135" y="34282"/>
                  </a:lnTo>
                  <a:lnTo>
                    <a:pt x="700453" y="32516"/>
                  </a:lnTo>
                  <a:lnTo>
                    <a:pt x="716235" y="30808"/>
                  </a:lnTo>
                  <a:lnTo>
                    <a:pt x="731516" y="29154"/>
                  </a:lnTo>
                  <a:lnTo>
                    <a:pt x="746327" y="27550"/>
                  </a:lnTo>
                  <a:lnTo>
                    <a:pt x="760696" y="25995"/>
                  </a:lnTo>
                  <a:lnTo>
                    <a:pt x="774648" y="24485"/>
                  </a:lnTo>
                  <a:lnTo>
                    <a:pt x="788207" y="23017"/>
                  </a:lnTo>
                  <a:lnTo>
                    <a:pt x="801394" y="21590"/>
                  </a:lnTo>
                  <a:lnTo>
                    <a:pt x="814230" y="20201"/>
                  </a:lnTo>
                  <a:lnTo>
                    <a:pt x="826733" y="18848"/>
                  </a:lnTo>
                  <a:lnTo>
                    <a:pt x="838918" y="17529"/>
                  </a:lnTo>
                  <a:lnTo>
                    <a:pt x="850803" y="16242"/>
                  </a:lnTo>
                  <a:lnTo>
                    <a:pt x="862402" y="14987"/>
                  </a:lnTo>
                  <a:lnTo>
                    <a:pt x="873728" y="13761"/>
                  </a:lnTo>
                  <a:lnTo>
                    <a:pt x="884793" y="12563"/>
                  </a:lnTo>
                  <a:lnTo>
                    <a:pt x="895609" y="11392"/>
                  </a:lnTo>
                  <a:lnTo>
                    <a:pt x="906188" y="10247"/>
                  </a:lnTo>
                  <a:lnTo>
                    <a:pt x="916539" y="9127"/>
                  </a:lnTo>
                  <a:lnTo>
                    <a:pt x="926673" y="8030"/>
                  </a:lnTo>
                  <a:lnTo>
                    <a:pt x="936597" y="6956"/>
                  </a:lnTo>
                  <a:lnTo>
                    <a:pt x="946321" y="5904"/>
                  </a:lnTo>
                  <a:lnTo>
                    <a:pt x="955852" y="4872"/>
                  </a:lnTo>
                  <a:lnTo>
                    <a:pt x="965199" y="3860"/>
                  </a:lnTo>
                  <a:lnTo>
                    <a:pt x="974367" y="2868"/>
                  </a:lnTo>
                  <a:lnTo>
                    <a:pt x="983364" y="1894"/>
                  </a:lnTo>
                  <a:lnTo>
                    <a:pt x="992195" y="938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903793" y="1566785"/>
              <a:ext cx="1000868" cy="245925"/>
            </a:xfrm>
            <a:custGeom>
              <a:avLst/>
              <a:pathLst>
                <a:path w="1000868" h="245925">
                  <a:moveTo>
                    <a:pt x="0" y="245925"/>
                  </a:moveTo>
                  <a:lnTo>
                    <a:pt x="64270" y="230132"/>
                  </a:lnTo>
                  <a:lnTo>
                    <a:pt x="120961" y="216203"/>
                  </a:lnTo>
                  <a:lnTo>
                    <a:pt x="171673" y="203742"/>
                  </a:lnTo>
                  <a:lnTo>
                    <a:pt x="217547" y="192471"/>
                  </a:lnTo>
                  <a:lnTo>
                    <a:pt x="259427" y="182180"/>
                  </a:lnTo>
                  <a:lnTo>
                    <a:pt x="297953" y="172714"/>
                  </a:lnTo>
                  <a:lnTo>
                    <a:pt x="333622" y="163950"/>
                  </a:lnTo>
                  <a:lnTo>
                    <a:pt x="366830" y="155790"/>
                  </a:lnTo>
                  <a:lnTo>
                    <a:pt x="397893" y="148157"/>
                  </a:lnTo>
                  <a:lnTo>
                    <a:pt x="427073" y="140988"/>
                  </a:lnTo>
                  <a:lnTo>
                    <a:pt x="454584" y="134228"/>
                  </a:lnTo>
                  <a:lnTo>
                    <a:pt x="480607" y="127834"/>
                  </a:lnTo>
                  <a:lnTo>
                    <a:pt x="505296" y="121767"/>
                  </a:lnTo>
                  <a:lnTo>
                    <a:pt x="528779" y="115997"/>
                  </a:lnTo>
                  <a:lnTo>
                    <a:pt x="551170" y="110496"/>
                  </a:lnTo>
                  <a:lnTo>
                    <a:pt x="572565" y="105238"/>
                  </a:lnTo>
                  <a:lnTo>
                    <a:pt x="593050" y="100205"/>
                  </a:lnTo>
                  <a:lnTo>
                    <a:pt x="612698" y="95377"/>
                  </a:lnTo>
                  <a:lnTo>
                    <a:pt x="631576" y="90739"/>
                  </a:lnTo>
                  <a:lnTo>
                    <a:pt x="649741" y="86276"/>
                  </a:lnTo>
                  <a:lnTo>
                    <a:pt x="667245" y="81975"/>
                  </a:lnTo>
                  <a:lnTo>
                    <a:pt x="684135" y="77824"/>
                  </a:lnTo>
                  <a:lnTo>
                    <a:pt x="700453" y="73815"/>
                  </a:lnTo>
                  <a:lnTo>
                    <a:pt x="716235" y="69937"/>
                  </a:lnTo>
                  <a:lnTo>
                    <a:pt x="731516" y="66182"/>
                  </a:lnTo>
                  <a:lnTo>
                    <a:pt x="746327" y="62543"/>
                  </a:lnTo>
                  <a:lnTo>
                    <a:pt x="760696" y="59013"/>
                  </a:lnTo>
                  <a:lnTo>
                    <a:pt x="774648" y="55584"/>
                  </a:lnTo>
                  <a:lnTo>
                    <a:pt x="788207" y="52253"/>
                  </a:lnTo>
                  <a:lnTo>
                    <a:pt x="801394" y="49012"/>
                  </a:lnTo>
                  <a:lnTo>
                    <a:pt x="814230" y="45859"/>
                  </a:lnTo>
                  <a:lnTo>
                    <a:pt x="826733" y="42787"/>
                  </a:lnTo>
                  <a:lnTo>
                    <a:pt x="838918" y="39792"/>
                  </a:lnTo>
                  <a:lnTo>
                    <a:pt x="850803" y="36872"/>
                  </a:lnTo>
                  <a:lnTo>
                    <a:pt x="862402" y="34022"/>
                  </a:lnTo>
                  <a:lnTo>
                    <a:pt x="873728" y="31239"/>
                  </a:lnTo>
                  <a:lnTo>
                    <a:pt x="884793" y="28521"/>
                  </a:lnTo>
                  <a:lnTo>
                    <a:pt x="895609" y="25863"/>
                  </a:lnTo>
                  <a:lnTo>
                    <a:pt x="906188" y="23263"/>
                  </a:lnTo>
                  <a:lnTo>
                    <a:pt x="916539" y="20720"/>
                  </a:lnTo>
                  <a:lnTo>
                    <a:pt x="926673" y="18230"/>
                  </a:lnTo>
                  <a:lnTo>
                    <a:pt x="936597" y="15792"/>
                  </a:lnTo>
                  <a:lnTo>
                    <a:pt x="946321" y="13402"/>
                  </a:lnTo>
                  <a:lnTo>
                    <a:pt x="955852" y="11060"/>
                  </a:lnTo>
                  <a:lnTo>
                    <a:pt x="965199" y="8764"/>
                  </a:lnTo>
                  <a:lnTo>
                    <a:pt x="974367" y="6511"/>
                  </a:lnTo>
                  <a:lnTo>
                    <a:pt x="983364" y="4301"/>
                  </a:lnTo>
                  <a:lnTo>
                    <a:pt x="992195" y="2130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903793" y="1915822"/>
              <a:ext cx="1000868" cy="11086"/>
            </a:xfrm>
            <a:custGeom>
              <a:avLst/>
              <a:pathLst>
                <a:path w="1000868" h="11086">
                  <a:moveTo>
                    <a:pt x="0" y="11086"/>
                  </a:moveTo>
                  <a:lnTo>
                    <a:pt x="64270" y="10374"/>
                  </a:lnTo>
                  <a:lnTo>
                    <a:pt x="120961" y="9746"/>
                  </a:lnTo>
                  <a:lnTo>
                    <a:pt x="171673" y="9185"/>
                  </a:lnTo>
                  <a:lnTo>
                    <a:pt x="217547" y="8677"/>
                  </a:lnTo>
                  <a:lnTo>
                    <a:pt x="259427" y="8213"/>
                  </a:lnTo>
                  <a:lnTo>
                    <a:pt x="297953" y="7786"/>
                  </a:lnTo>
                  <a:lnTo>
                    <a:pt x="333622" y="7391"/>
                  </a:lnTo>
                  <a:lnTo>
                    <a:pt x="366830" y="7023"/>
                  </a:lnTo>
                  <a:lnTo>
                    <a:pt x="397893" y="6679"/>
                  </a:lnTo>
                  <a:lnTo>
                    <a:pt x="427073" y="6356"/>
                  </a:lnTo>
                  <a:lnTo>
                    <a:pt x="454584" y="6051"/>
                  </a:lnTo>
                  <a:lnTo>
                    <a:pt x="480607" y="5763"/>
                  </a:lnTo>
                  <a:lnTo>
                    <a:pt x="505296" y="5489"/>
                  </a:lnTo>
                  <a:lnTo>
                    <a:pt x="528779" y="5229"/>
                  </a:lnTo>
                  <a:lnTo>
                    <a:pt x="551170" y="4981"/>
                  </a:lnTo>
                  <a:lnTo>
                    <a:pt x="572565" y="4744"/>
                  </a:lnTo>
                  <a:lnTo>
                    <a:pt x="593050" y="4517"/>
                  </a:lnTo>
                  <a:lnTo>
                    <a:pt x="612698" y="4299"/>
                  </a:lnTo>
                  <a:lnTo>
                    <a:pt x="631576" y="4090"/>
                  </a:lnTo>
                  <a:lnTo>
                    <a:pt x="649741" y="3889"/>
                  </a:lnTo>
                  <a:lnTo>
                    <a:pt x="667245" y="3695"/>
                  </a:lnTo>
                  <a:lnTo>
                    <a:pt x="684135" y="3508"/>
                  </a:lnTo>
                  <a:lnTo>
                    <a:pt x="700453" y="3327"/>
                  </a:lnTo>
                  <a:lnTo>
                    <a:pt x="716235" y="3152"/>
                  </a:lnTo>
                  <a:lnTo>
                    <a:pt x="731516" y="2983"/>
                  </a:lnTo>
                  <a:lnTo>
                    <a:pt x="746327" y="2819"/>
                  </a:lnTo>
                  <a:lnTo>
                    <a:pt x="760696" y="2660"/>
                  </a:lnTo>
                  <a:lnTo>
                    <a:pt x="774648" y="2505"/>
                  </a:lnTo>
                  <a:lnTo>
                    <a:pt x="788207" y="2355"/>
                  </a:lnTo>
                  <a:lnTo>
                    <a:pt x="801394" y="2209"/>
                  </a:lnTo>
                  <a:lnTo>
                    <a:pt x="814230" y="2067"/>
                  </a:lnTo>
                  <a:lnTo>
                    <a:pt x="826733" y="1928"/>
                  </a:lnTo>
                  <a:lnTo>
                    <a:pt x="838918" y="1793"/>
                  </a:lnTo>
                  <a:lnTo>
                    <a:pt x="850803" y="1662"/>
                  </a:lnTo>
                  <a:lnTo>
                    <a:pt x="862402" y="1533"/>
                  </a:lnTo>
                  <a:lnTo>
                    <a:pt x="873728" y="1408"/>
                  </a:lnTo>
                  <a:lnTo>
                    <a:pt x="884793" y="1285"/>
                  </a:lnTo>
                  <a:lnTo>
                    <a:pt x="895609" y="1165"/>
                  </a:lnTo>
                  <a:lnTo>
                    <a:pt x="906188" y="1048"/>
                  </a:lnTo>
                  <a:lnTo>
                    <a:pt x="916539" y="934"/>
                  </a:lnTo>
                  <a:lnTo>
                    <a:pt x="926673" y="821"/>
                  </a:lnTo>
                  <a:lnTo>
                    <a:pt x="936597" y="711"/>
                  </a:lnTo>
                  <a:lnTo>
                    <a:pt x="946321" y="604"/>
                  </a:lnTo>
                  <a:lnTo>
                    <a:pt x="955852" y="498"/>
                  </a:lnTo>
                  <a:lnTo>
                    <a:pt x="965199" y="395"/>
                  </a:lnTo>
                  <a:lnTo>
                    <a:pt x="974367" y="293"/>
                  </a:lnTo>
                  <a:lnTo>
                    <a:pt x="983364" y="193"/>
                  </a:lnTo>
                  <a:lnTo>
                    <a:pt x="992195" y="96"/>
                  </a:lnTo>
                  <a:lnTo>
                    <a:pt x="100086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805178" y="19499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805178" y="16748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805178" y="13997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90379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3741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7103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0466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14952" y="19405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86438" y="19556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19097" y="20317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94109" y="18086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87793" y="18331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16225" y="17994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16191" y="20092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306945" y="19122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13923" y="19785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12626" y="16756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30393" y="2058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40829" y="19195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61059" y="16313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8310" y="19240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26666" y="20896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7760" y="20865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17467" y="19658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25056" y="20665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53224" y="16173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57872" y="12985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17179" y="18920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47175" y="19794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20061" y="19613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50175" y="19985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44812" y="19063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21641" y="18124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47699" y="18632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31800" y="19238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81602" y="20440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74000" y="20533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50210" y="19743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91999" y="19563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48677" y="13529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95248" y="19741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96310" y="16296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53287" y="17054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50593" y="20525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96084" y="13337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72690" y="20547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60412" y="20205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71772" y="16890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61400" y="19139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52991" y="19420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60557" y="14008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65374" y="19698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51398" y="19807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92450" y="17911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74620" y="181774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17200" y="20057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19655" y="20256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27767" y="20509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6616" y="20043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01647" y="16125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11756" y="20187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96494" y="17148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14294" y="20567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20837" y="13803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18157" y="14105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25557" y="19428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94936" y="19469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02188" y="18496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15915" y="19394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297179" y="18767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283642" y="20365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287836" y="20275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25809" y="18882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293927" y="19254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07430" y="17854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04650" y="13237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23080" y="17528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22266" y="19797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29347" y="17286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333572" y="1932675"/>
              <a:ext cx="1000823" cy="68904"/>
            </a:xfrm>
            <a:custGeom>
              <a:avLst/>
              <a:pathLst>
                <a:path w="1000823" h="68904">
                  <a:moveTo>
                    <a:pt x="0" y="68904"/>
                  </a:moveTo>
                  <a:lnTo>
                    <a:pt x="64267" y="64480"/>
                  </a:lnTo>
                  <a:lnTo>
                    <a:pt x="120956" y="60577"/>
                  </a:lnTo>
                  <a:lnTo>
                    <a:pt x="171665" y="57085"/>
                  </a:lnTo>
                  <a:lnTo>
                    <a:pt x="217537" y="53927"/>
                  </a:lnTo>
                  <a:lnTo>
                    <a:pt x="259415" y="51044"/>
                  </a:lnTo>
                  <a:lnTo>
                    <a:pt x="297940" y="48392"/>
                  </a:lnTo>
                  <a:lnTo>
                    <a:pt x="333607" y="45936"/>
                  </a:lnTo>
                  <a:lnTo>
                    <a:pt x="366813" y="43650"/>
                  </a:lnTo>
                  <a:lnTo>
                    <a:pt x="397875" y="41511"/>
                  </a:lnTo>
                  <a:lnTo>
                    <a:pt x="427054" y="39502"/>
                  </a:lnTo>
                  <a:lnTo>
                    <a:pt x="454564" y="37608"/>
                  </a:lnTo>
                  <a:lnTo>
                    <a:pt x="480586" y="35817"/>
                  </a:lnTo>
                  <a:lnTo>
                    <a:pt x="505273" y="34117"/>
                  </a:lnTo>
                  <a:lnTo>
                    <a:pt x="528755" y="32500"/>
                  </a:lnTo>
                  <a:lnTo>
                    <a:pt x="551145" y="30959"/>
                  </a:lnTo>
                  <a:lnTo>
                    <a:pt x="572540" y="29486"/>
                  </a:lnTo>
                  <a:lnTo>
                    <a:pt x="593023" y="28076"/>
                  </a:lnTo>
                  <a:lnTo>
                    <a:pt x="612671" y="26723"/>
                  </a:lnTo>
                  <a:lnTo>
                    <a:pt x="631547" y="25423"/>
                  </a:lnTo>
                  <a:lnTo>
                    <a:pt x="649712" y="24173"/>
                  </a:lnTo>
                  <a:lnTo>
                    <a:pt x="667215" y="22968"/>
                  </a:lnTo>
                  <a:lnTo>
                    <a:pt x="684104" y="21805"/>
                  </a:lnTo>
                  <a:lnTo>
                    <a:pt x="700421" y="20682"/>
                  </a:lnTo>
                  <a:lnTo>
                    <a:pt x="716203" y="19595"/>
                  </a:lnTo>
                  <a:lnTo>
                    <a:pt x="731483" y="18543"/>
                  </a:lnTo>
                  <a:lnTo>
                    <a:pt x="746293" y="17523"/>
                  </a:lnTo>
                  <a:lnTo>
                    <a:pt x="760661" y="16534"/>
                  </a:lnTo>
                  <a:lnTo>
                    <a:pt x="774613" y="15574"/>
                  </a:lnTo>
                  <a:lnTo>
                    <a:pt x="788171" y="14640"/>
                  </a:lnTo>
                  <a:lnTo>
                    <a:pt x="801358" y="13732"/>
                  </a:lnTo>
                  <a:lnTo>
                    <a:pt x="814194" y="12849"/>
                  </a:lnTo>
                  <a:lnTo>
                    <a:pt x="826696" y="11988"/>
                  </a:lnTo>
                  <a:lnTo>
                    <a:pt x="838881" y="11149"/>
                  </a:lnTo>
                  <a:lnTo>
                    <a:pt x="850765" y="10331"/>
                  </a:lnTo>
                  <a:lnTo>
                    <a:pt x="862363" y="9532"/>
                  </a:lnTo>
                  <a:lnTo>
                    <a:pt x="873688" y="8752"/>
                  </a:lnTo>
                  <a:lnTo>
                    <a:pt x="884753" y="7991"/>
                  </a:lnTo>
                  <a:lnTo>
                    <a:pt x="895569" y="7246"/>
                  </a:lnTo>
                  <a:lnTo>
                    <a:pt x="906148" y="6518"/>
                  </a:lnTo>
                  <a:lnTo>
                    <a:pt x="916498" y="5805"/>
                  </a:lnTo>
                  <a:lnTo>
                    <a:pt x="926631" y="5107"/>
                  </a:lnTo>
                  <a:lnTo>
                    <a:pt x="936555" y="4424"/>
                  </a:lnTo>
                  <a:lnTo>
                    <a:pt x="946279" y="3755"/>
                  </a:lnTo>
                  <a:lnTo>
                    <a:pt x="955810" y="3099"/>
                  </a:lnTo>
                  <a:lnTo>
                    <a:pt x="965155" y="2455"/>
                  </a:lnTo>
                  <a:lnTo>
                    <a:pt x="974323" y="1824"/>
                  </a:lnTo>
                  <a:lnTo>
                    <a:pt x="983320" y="1205"/>
                  </a:lnTo>
                  <a:lnTo>
                    <a:pt x="992151" y="597"/>
                  </a:lnTo>
                  <a:lnTo>
                    <a:pt x="100082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33572" y="1926153"/>
              <a:ext cx="1000823" cy="67574"/>
            </a:xfrm>
            <a:custGeom>
              <a:avLst/>
              <a:pathLst>
                <a:path w="1000823" h="67574">
                  <a:moveTo>
                    <a:pt x="0" y="0"/>
                  </a:moveTo>
                  <a:lnTo>
                    <a:pt x="64267" y="4339"/>
                  </a:lnTo>
                  <a:lnTo>
                    <a:pt x="120956" y="8166"/>
                  </a:lnTo>
                  <a:lnTo>
                    <a:pt x="171665" y="11590"/>
                  </a:lnTo>
                  <a:lnTo>
                    <a:pt x="217537" y="14687"/>
                  </a:lnTo>
                  <a:lnTo>
                    <a:pt x="259415" y="17515"/>
                  </a:lnTo>
                  <a:lnTo>
                    <a:pt x="297940" y="20116"/>
                  </a:lnTo>
                  <a:lnTo>
                    <a:pt x="333607" y="22524"/>
                  </a:lnTo>
                  <a:lnTo>
                    <a:pt x="366813" y="24766"/>
                  </a:lnTo>
                  <a:lnTo>
                    <a:pt x="397875" y="26863"/>
                  </a:lnTo>
                  <a:lnTo>
                    <a:pt x="427054" y="28834"/>
                  </a:lnTo>
                  <a:lnTo>
                    <a:pt x="454564" y="30691"/>
                  </a:lnTo>
                  <a:lnTo>
                    <a:pt x="480586" y="32448"/>
                  </a:lnTo>
                  <a:lnTo>
                    <a:pt x="505273" y="34115"/>
                  </a:lnTo>
                  <a:lnTo>
                    <a:pt x="528755" y="35700"/>
                  </a:lnTo>
                  <a:lnTo>
                    <a:pt x="551145" y="37212"/>
                  </a:lnTo>
                  <a:lnTo>
                    <a:pt x="572540" y="38657"/>
                  </a:lnTo>
                  <a:lnTo>
                    <a:pt x="593023" y="40040"/>
                  </a:lnTo>
                  <a:lnTo>
                    <a:pt x="612671" y="41366"/>
                  </a:lnTo>
                  <a:lnTo>
                    <a:pt x="631547" y="42641"/>
                  </a:lnTo>
                  <a:lnTo>
                    <a:pt x="649712" y="43867"/>
                  </a:lnTo>
                  <a:lnTo>
                    <a:pt x="667215" y="45049"/>
                  </a:lnTo>
                  <a:lnTo>
                    <a:pt x="684104" y="46189"/>
                  </a:lnTo>
                  <a:lnTo>
                    <a:pt x="700421" y="47291"/>
                  </a:lnTo>
                  <a:lnTo>
                    <a:pt x="716203" y="48356"/>
                  </a:lnTo>
                  <a:lnTo>
                    <a:pt x="731483" y="49388"/>
                  </a:lnTo>
                  <a:lnTo>
                    <a:pt x="746293" y="50388"/>
                  </a:lnTo>
                  <a:lnTo>
                    <a:pt x="760661" y="51358"/>
                  </a:lnTo>
                  <a:lnTo>
                    <a:pt x="774613" y="52300"/>
                  </a:lnTo>
                  <a:lnTo>
                    <a:pt x="788171" y="53216"/>
                  </a:lnTo>
                  <a:lnTo>
                    <a:pt x="801358" y="54106"/>
                  </a:lnTo>
                  <a:lnTo>
                    <a:pt x="814194" y="54973"/>
                  </a:lnTo>
                  <a:lnTo>
                    <a:pt x="826696" y="55817"/>
                  </a:lnTo>
                  <a:lnTo>
                    <a:pt x="838881" y="56639"/>
                  </a:lnTo>
                  <a:lnTo>
                    <a:pt x="850765" y="57442"/>
                  </a:lnTo>
                  <a:lnTo>
                    <a:pt x="862363" y="58225"/>
                  </a:lnTo>
                  <a:lnTo>
                    <a:pt x="873688" y="58990"/>
                  </a:lnTo>
                  <a:lnTo>
                    <a:pt x="884753" y="59737"/>
                  </a:lnTo>
                  <a:lnTo>
                    <a:pt x="895569" y="60467"/>
                  </a:lnTo>
                  <a:lnTo>
                    <a:pt x="906148" y="61181"/>
                  </a:lnTo>
                  <a:lnTo>
                    <a:pt x="916498" y="61880"/>
                  </a:lnTo>
                  <a:lnTo>
                    <a:pt x="926631" y="62564"/>
                  </a:lnTo>
                  <a:lnTo>
                    <a:pt x="936555" y="63234"/>
                  </a:lnTo>
                  <a:lnTo>
                    <a:pt x="946279" y="63891"/>
                  </a:lnTo>
                  <a:lnTo>
                    <a:pt x="955810" y="64534"/>
                  </a:lnTo>
                  <a:lnTo>
                    <a:pt x="965155" y="65165"/>
                  </a:lnTo>
                  <a:lnTo>
                    <a:pt x="974323" y="65784"/>
                  </a:lnTo>
                  <a:lnTo>
                    <a:pt x="983320" y="66392"/>
                  </a:lnTo>
                  <a:lnTo>
                    <a:pt x="992151" y="66988"/>
                  </a:lnTo>
                  <a:lnTo>
                    <a:pt x="1000823" y="6757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33572" y="2043962"/>
              <a:ext cx="1000823" cy="9105"/>
            </a:xfrm>
            <a:custGeom>
              <a:avLst/>
              <a:pathLst>
                <a:path w="1000823" h="9105">
                  <a:moveTo>
                    <a:pt x="0" y="0"/>
                  </a:moveTo>
                  <a:lnTo>
                    <a:pt x="64267" y="584"/>
                  </a:lnTo>
                  <a:lnTo>
                    <a:pt x="120956" y="1100"/>
                  </a:lnTo>
                  <a:lnTo>
                    <a:pt x="171665" y="1561"/>
                  </a:lnTo>
                  <a:lnTo>
                    <a:pt x="217537" y="1979"/>
                  </a:lnTo>
                  <a:lnTo>
                    <a:pt x="259415" y="2360"/>
                  </a:lnTo>
                  <a:lnTo>
                    <a:pt x="297940" y="2710"/>
                  </a:lnTo>
                  <a:lnTo>
                    <a:pt x="333607" y="3035"/>
                  </a:lnTo>
                  <a:lnTo>
                    <a:pt x="366813" y="3337"/>
                  </a:lnTo>
                  <a:lnTo>
                    <a:pt x="397875" y="3619"/>
                  </a:lnTo>
                  <a:lnTo>
                    <a:pt x="427054" y="3885"/>
                  </a:lnTo>
                  <a:lnTo>
                    <a:pt x="454564" y="4135"/>
                  </a:lnTo>
                  <a:lnTo>
                    <a:pt x="480586" y="4372"/>
                  </a:lnTo>
                  <a:lnTo>
                    <a:pt x="505273" y="4596"/>
                  </a:lnTo>
                  <a:lnTo>
                    <a:pt x="528755" y="4810"/>
                  </a:lnTo>
                  <a:lnTo>
                    <a:pt x="551145" y="5014"/>
                  </a:lnTo>
                  <a:lnTo>
                    <a:pt x="572540" y="5208"/>
                  </a:lnTo>
                  <a:lnTo>
                    <a:pt x="593023" y="5395"/>
                  </a:lnTo>
                  <a:lnTo>
                    <a:pt x="612671" y="5573"/>
                  </a:lnTo>
                  <a:lnTo>
                    <a:pt x="631547" y="5745"/>
                  </a:lnTo>
                  <a:lnTo>
                    <a:pt x="649712" y="5910"/>
                  </a:lnTo>
                  <a:lnTo>
                    <a:pt x="667215" y="6070"/>
                  </a:lnTo>
                  <a:lnTo>
                    <a:pt x="684104" y="6223"/>
                  </a:lnTo>
                  <a:lnTo>
                    <a:pt x="700421" y="6372"/>
                  </a:lnTo>
                  <a:lnTo>
                    <a:pt x="716203" y="6515"/>
                  </a:lnTo>
                  <a:lnTo>
                    <a:pt x="731483" y="6654"/>
                  </a:lnTo>
                  <a:lnTo>
                    <a:pt x="746293" y="6789"/>
                  </a:lnTo>
                  <a:lnTo>
                    <a:pt x="760661" y="6920"/>
                  </a:lnTo>
                  <a:lnTo>
                    <a:pt x="774613" y="7047"/>
                  </a:lnTo>
                  <a:lnTo>
                    <a:pt x="788171" y="7170"/>
                  </a:lnTo>
                  <a:lnTo>
                    <a:pt x="801358" y="7290"/>
                  </a:lnTo>
                  <a:lnTo>
                    <a:pt x="814194" y="7407"/>
                  </a:lnTo>
                  <a:lnTo>
                    <a:pt x="826696" y="7521"/>
                  </a:lnTo>
                  <a:lnTo>
                    <a:pt x="838881" y="7631"/>
                  </a:lnTo>
                  <a:lnTo>
                    <a:pt x="850765" y="7740"/>
                  </a:lnTo>
                  <a:lnTo>
                    <a:pt x="862363" y="7845"/>
                  </a:lnTo>
                  <a:lnTo>
                    <a:pt x="873688" y="7948"/>
                  </a:lnTo>
                  <a:lnTo>
                    <a:pt x="884753" y="8049"/>
                  </a:lnTo>
                  <a:lnTo>
                    <a:pt x="895569" y="8147"/>
                  </a:lnTo>
                  <a:lnTo>
                    <a:pt x="906148" y="8243"/>
                  </a:lnTo>
                  <a:lnTo>
                    <a:pt x="916498" y="8338"/>
                  </a:lnTo>
                  <a:lnTo>
                    <a:pt x="926631" y="8430"/>
                  </a:lnTo>
                  <a:lnTo>
                    <a:pt x="936555" y="8520"/>
                  </a:lnTo>
                  <a:lnTo>
                    <a:pt x="946279" y="8608"/>
                  </a:lnTo>
                  <a:lnTo>
                    <a:pt x="955810" y="8695"/>
                  </a:lnTo>
                  <a:lnTo>
                    <a:pt x="965155" y="8780"/>
                  </a:lnTo>
                  <a:lnTo>
                    <a:pt x="974323" y="8864"/>
                  </a:lnTo>
                  <a:lnTo>
                    <a:pt x="983320" y="8945"/>
                  </a:lnTo>
                  <a:lnTo>
                    <a:pt x="992151" y="9026"/>
                  </a:lnTo>
                  <a:lnTo>
                    <a:pt x="1000823" y="910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33572" y="1857034"/>
              <a:ext cx="1000823" cy="143197"/>
            </a:xfrm>
            <a:custGeom>
              <a:avLst/>
              <a:pathLst>
                <a:path w="1000823" h="143197">
                  <a:moveTo>
                    <a:pt x="0" y="0"/>
                  </a:moveTo>
                  <a:lnTo>
                    <a:pt x="64267" y="9195"/>
                  </a:lnTo>
                  <a:lnTo>
                    <a:pt x="120956" y="17306"/>
                  </a:lnTo>
                  <a:lnTo>
                    <a:pt x="171665" y="24561"/>
                  </a:lnTo>
                  <a:lnTo>
                    <a:pt x="217537" y="31125"/>
                  </a:lnTo>
                  <a:lnTo>
                    <a:pt x="259415" y="37117"/>
                  </a:lnTo>
                  <a:lnTo>
                    <a:pt x="297940" y="42629"/>
                  </a:lnTo>
                  <a:lnTo>
                    <a:pt x="333607" y="47732"/>
                  </a:lnTo>
                  <a:lnTo>
                    <a:pt x="366813" y="52483"/>
                  </a:lnTo>
                  <a:lnTo>
                    <a:pt x="397875" y="56927"/>
                  </a:lnTo>
                  <a:lnTo>
                    <a:pt x="427054" y="61102"/>
                  </a:lnTo>
                  <a:lnTo>
                    <a:pt x="454564" y="65038"/>
                  </a:lnTo>
                  <a:lnTo>
                    <a:pt x="480586" y="68761"/>
                  </a:lnTo>
                  <a:lnTo>
                    <a:pt x="505273" y="72294"/>
                  </a:lnTo>
                  <a:lnTo>
                    <a:pt x="528755" y="75653"/>
                  </a:lnTo>
                  <a:lnTo>
                    <a:pt x="551145" y="78857"/>
                  </a:lnTo>
                  <a:lnTo>
                    <a:pt x="572540" y="81918"/>
                  </a:lnTo>
                  <a:lnTo>
                    <a:pt x="593023" y="84849"/>
                  </a:lnTo>
                  <a:lnTo>
                    <a:pt x="612671" y="87660"/>
                  </a:lnTo>
                  <a:lnTo>
                    <a:pt x="631547" y="90361"/>
                  </a:lnTo>
                  <a:lnTo>
                    <a:pt x="649712" y="92960"/>
                  </a:lnTo>
                  <a:lnTo>
                    <a:pt x="667215" y="95464"/>
                  </a:lnTo>
                  <a:lnTo>
                    <a:pt x="684104" y="97881"/>
                  </a:lnTo>
                  <a:lnTo>
                    <a:pt x="700421" y="100215"/>
                  </a:lnTo>
                  <a:lnTo>
                    <a:pt x="716203" y="102473"/>
                  </a:lnTo>
                  <a:lnTo>
                    <a:pt x="731483" y="104660"/>
                  </a:lnTo>
                  <a:lnTo>
                    <a:pt x="746293" y="106779"/>
                  </a:lnTo>
                  <a:lnTo>
                    <a:pt x="760661" y="108834"/>
                  </a:lnTo>
                  <a:lnTo>
                    <a:pt x="774613" y="110831"/>
                  </a:lnTo>
                  <a:lnTo>
                    <a:pt x="788171" y="112771"/>
                  </a:lnTo>
                  <a:lnTo>
                    <a:pt x="801358" y="114657"/>
                  </a:lnTo>
                  <a:lnTo>
                    <a:pt x="814194" y="116494"/>
                  </a:lnTo>
                  <a:lnTo>
                    <a:pt x="826696" y="118283"/>
                  </a:lnTo>
                  <a:lnTo>
                    <a:pt x="838881" y="120026"/>
                  </a:lnTo>
                  <a:lnTo>
                    <a:pt x="850765" y="121726"/>
                  </a:lnTo>
                  <a:lnTo>
                    <a:pt x="862363" y="123386"/>
                  </a:lnTo>
                  <a:lnTo>
                    <a:pt x="873688" y="125006"/>
                  </a:lnTo>
                  <a:lnTo>
                    <a:pt x="884753" y="126589"/>
                  </a:lnTo>
                  <a:lnTo>
                    <a:pt x="895569" y="128137"/>
                  </a:lnTo>
                  <a:lnTo>
                    <a:pt x="906148" y="129650"/>
                  </a:lnTo>
                  <a:lnTo>
                    <a:pt x="916498" y="131131"/>
                  </a:lnTo>
                  <a:lnTo>
                    <a:pt x="926631" y="132581"/>
                  </a:lnTo>
                  <a:lnTo>
                    <a:pt x="936555" y="134001"/>
                  </a:lnTo>
                  <a:lnTo>
                    <a:pt x="946279" y="135392"/>
                  </a:lnTo>
                  <a:lnTo>
                    <a:pt x="955810" y="136756"/>
                  </a:lnTo>
                  <a:lnTo>
                    <a:pt x="965155" y="138093"/>
                  </a:lnTo>
                  <a:lnTo>
                    <a:pt x="974323" y="139405"/>
                  </a:lnTo>
                  <a:lnTo>
                    <a:pt x="983320" y="140692"/>
                  </a:lnTo>
                  <a:lnTo>
                    <a:pt x="992151" y="141956"/>
                  </a:lnTo>
                  <a:lnTo>
                    <a:pt x="1000823" y="143197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33572" y="1574542"/>
              <a:ext cx="1000823" cy="543610"/>
            </a:xfrm>
            <a:custGeom>
              <a:avLst/>
              <a:pathLst>
                <a:path w="1000823" h="543610">
                  <a:moveTo>
                    <a:pt x="0" y="543610"/>
                  </a:moveTo>
                  <a:lnTo>
                    <a:pt x="64267" y="508702"/>
                  </a:lnTo>
                  <a:lnTo>
                    <a:pt x="120956" y="477911"/>
                  </a:lnTo>
                  <a:lnTo>
                    <a:pt x="171665" y="450368"/>
                  </a:lnTo>
                  <a:lnTo>
                    <a:pt x="217537" y="425452"/>
                  </a:lnTo>
                  <a:lnTo>
                    <a:pt x="259415" y="402705"/>
                  </a:lnTo>
                  <a:lnTo>
                    <a:pt x="297940" y="381780"/>
                  </a:lnTo>
                  <a:lnTo>
                    <a:pt x="333607" y="362407"/>
                  </a:lnTo>
                  <a:lnTo>
                    <a:pt x="366813" y="344371"/>
                  </a:lnTo>
                  <a:lnTo>
                    <a:pt x="397875" y="327499"/>
                  </a:lnTo>
                  <a:lnTo>
                    <a:pt x="427054" y="311650"/>
                  </a:lnTo>
                  <a:lnTo>
                    <a:pt x="454564" y="296708"/>
                  </a:lnTo>
                  <a:lnTo>
                    <a:pt x="480586" y="282573"/>
                  </a:lnTo>
                  <a:lnTo>
                    <a:pt x="505273" y="269164"/>
                  </a:lnTo>
                  <a:lnTo>
                    <a:pt x="528755" y="256409"/>
                  </a:lnTo>
                  <a:lnTo>
                    <a:pt x="551145" y="244248"/>
                  </a:lnTo>
                  <a:lnTo>
                    <a:pt x="572540" y="232627"/>
                  </a:lnTo>
                  <a:lnTo>
                    <a:pt x="593023" y="221501"/>
                  </a:lnTo>
                  <a:lnTo>
                    <a:pt x="612671" y="210830"/>
                  </a:lnTo>
                  <a:lnTo>
                    <a:pt x="631547" y="200577"/>
                  </a:lnTo>
                  <a:lnTo>
                    <a:pt x="649712" y="190710"/>
                  </a:lnTo>
                  <a:lnTo>
                    <a:pt x="667215" y="181203"/>
                  </a:lnTo>
                  <a:lnTo>
                    <a:pt x="684104" y="172030"/>
                  </a:lnTo>
                  <a:lnTo>
                    <a:pt x="700421" y="163167"/>
                  </a:lnTo>
                  <a:lnTo>
                    <a:pt x="716203" y="154595"/>
                  </a:lnTo>
                  <a:lnTo>
                    <a:pt x="731483" y="146295"/>
                  </a:lnTo>
                  <a:lnTo>
                    <a:pt x="746293" y="138251"/>
                  </a:lnTo>
                  <a:lnTo>
                    <a:pt x="760661" y="130447"/>
                  </a:lnTo>
                  <a:lnTo>
                    <a:pt x="774613" y="122869"/>
                  </a:lnTo>
                  <a:lnTo>
                    <a:pt x="788171" y="115504"/>
                  </a:lnTo>
                  <a:lnTo>
                    <a:pt x="801358" y="108341"/>
                  </a:lnTo>
                  <a:lnTo>
                    <a:pt x="814194" y="101370"/>
                  </a:lnTo>
                  <a:lnTo>
                    <a:pt x="826696" y="94579"/>
                  </a:lnTo>
                  <a:lnTo>
                    <a:pt x="838881" y="87961"/>
                  </a:lnTo>
                  <a:lnTo>
                    <a:pt x="850765" y="81505"/>
                  </a:lnTo>
                  <a:lnTo>
                    <a:pt x="862363" y="75206"/>
                  </a:lnTo>
                  <a:lnTo>
                    <a:pt x="873688" y="69054"/>
                  </a:lnTo>
                  <a:lnTo>
                    <a:pt x="884753" y="63044"/>
                  </a:lnTo>
                  <a:lnTo>
                    <a:pt x="895569" y="57170"/>
                  </a:lnTo>
                  <a:lnTo>
                    <a:pt x="906148" y="51424"/>
                  </a:lnTo>
                  <a:lnTo>
                    <a:pt x="916498" y="45802"/>
                  </a:lnTo>
                  <a:lnTo>
                    <a:pt x="926631" y="40298"/>
                  </a:lnTo>
                  <a:lnTo>
                    <a:pt x="936555" y="34907"/>
                  </a:lnTo>
                  <a:lnTo>
                    <a:pt x="946279" y="29626"/>
                  </a:lnTo>
                  <a:lnTo>
                    <a:pt x="955810" y="24449"/>
                  </a:lnTo>
                  <a:lnTo>
                    <a:pt x="965155" y="19373"/>
                  </a:lnTo>
                  <a:lnTo>
                    <a:pt x="974323" y="14393"/>
                  </a:lnTo>
                  <a:lnTo>
                    <a:pt x="983320" y="9507"/>
                  </a:lnTo>
                  <a:lnTo>
                    <a:pt x="992151" y="4710"/>
                  </a:lnTo>
                  <a:lnTo>
                    <a:pt x="100082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33572" y="1610719"/>
              <a:ext cx="1000823" cy="7225"/>
            </a:xfrm>
            <a:custGeom>
              <a:avLst/>
              <a:pathLst>
                <a:path w="1000823" h="7225">
                  <a:moveTo>
                    <a:pt x="0" y="7225"/>
                  </a:moveTo>
                  <a:lnTo>
                    <a:pt x="64267" y="6761"/>
                  </a:lnTo>
                  <a:lnTo>
                    <a:pt x="120956" y="6352"/>
                  </a:lnTo>
                  <a:lnTo>
                    <a:pt x="171665" y="5986"/>
                  </a:lnTo>
                  <a:lnTo>
                    <a:pt x="217537" y="5655"/>
                  </a:lnTo>
                  <a:lnTo>
                    <a:pt x="259415" y="5352"/>
                  </a:lnTo>
                  <a:lnTo>
                    <a:pt x="297940" y="5074"/>
                  </a:lnTo>
                  <a:lnTo>
                    <a:pt x="333607" y="4817"/>
                  </a:lnTo>
                  <a:lnTo>
                    <a:pt x="366813" y="4577"/>
                  </a:lnTo>
                  <a:lnTo>
                    <a:pt x="397875" y="4353"/>
                  </a:lnTo>
                  <a:lnTo>
                    <a:pt x="427054" y="4142"/>
                  </a:lnTo>
                  <a:lnTo>
                    <a:pt x="454564" y="3943"/>
                  </a:lnTo>
                  <a:lnTo>
                    <a:pt x="480586" y="3756"/>
                  </a:lnTo>
                  <a:lnTo>
                    <a:pt x="505273" y="3577"/>
                  </a:lnTo>
                  <a:lnTo>
                    <a:pt x="528755" y="3408"/>
                  </a:lnTo>
                  <a:lnTo>
                    <a:pt x="551145" y="3246"/>
                  </a:lnTo>
                  <a:lnTo>
                    <a:pt x="572540" y="3092"/>
                  </a:lnTo>
                  <a:lnTo>
                    <a:pt x="593023" y="2944"/>
                  </a:lnTo>
                  <a:lnTo>
                    <a:pt x="612671" y="2802"/>
                  </a:lnTo>
                  <a:lnTo>
                    <a:pt x="631547" y="2666"/>
                  </a:lnTo>
                  <a:lnTo>
                    <a:pt x="649712" y="2534"/>
                  </a:lnTo>
                  <a:lnTo>
                    <a:pt x="667215" y="2408"/>
                  </a:lnTo>
                  <a:lnTo>
                    <a:pt x="684104" y="2286"/>
                  </a:lnTo>
                  <a:lnTo>
                    <a:pt x="700421" y="2168"/>
                  </a:lnTo>
                  <a:lnTo>
                    <a:pt x="716203" y="2054"/>
                  </a:lnTo>
                  <a:lnTo>
                    <a:pt x="731483" y="1944"/>
                  </a:lnTo>
                  <a:lnTo>
                    <a:pt x="746293" y="1837"/>
                  </a:lnTo>
                  <a:lnTo>
                    <a:pt x="760661" y="1733"/>
                  </a:lnTo>
                  <a:lnTo>
                    <a:pt x="774613" y="1633"/>
                  </a:lnTo>
                  <a:lnTo>
                    <a:pt x="788171" y="1535"/>
                  </a:lnTo>
                  <a:lnTo>
                    <a:pt x="801358" y="1440"/>
                  </a:lnTo>
                  <a:lnTo>
                    <a:pt x="814194" y="1347"/>
                  </a:lnTo>
                  <a:lnTo>
                    <a:pt x="826696" y="1257"/>
                  </a:lnTo>
                  <a:lnTo>
                    <a:pt x="838881" y="1169"/>
                  </a:lnTo>
                  <a:lnTo>
                    <a:pt x="850765" y="1083"/>
                  </a:lnTo>
                  <a:lnTo>
                    <a:pt x="862363" y="999"/>
                  </a:lnTo>
                  <a:lnTo>
                    <a:pt x="873688" y="917"/>
                  </a:lnTo>
                  <a:lnTo>
                    <a:pt x="884753" y="838"/>
                  </a:lnTo>
                  <a:lnTo>
                    <a:pt x="895569" y="759"/>
                  </a:lnTo>
                  <a:lnTo>
                    <a:pt x="906148" y="683"/>
                  </a:lnTo>
                  <a:lnTo>
                    <a:pt x="916498" y="608"/>
                  </a:lnTo>
                  <a:lnTo>
                    <a:pt x="926631" y="535"/>
                  </a:lnTo>
                  <a:lnTo>
                    <a:pt x="936555" y="464"/>
                  </a:lnTo>
                  <a:lnTo>
                    <a:pt x="946279" y="393"/>
                  </a:lnTo>
                  <a:lnTo>
                    <a:pt x="955810" y="324"/>
                  </a:lnTo>
                  <a:lnTo>
                    <a:pt x="965155" y="257"/>
                  </a:lnTo>
                  <a:lnTo>
                    <a:pt x="974323" y="191"/>
                  </a:lnTo>
                  <a:lnTo>
                    <a:pt x="983320" y="126"/>
                  </a:lnTo>
                  <a:lnTo>
                    <a:pt x="992151" y="62"/>
                  </a:lnTo>
                  <a:lnTo>
                    <a:pt x="100082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33572" y="1690749"/>
              <a:ext cx="1000823" cy="197517"/>
            </a:xfrm>
            <a:custGeom>
              <a:avLst/>
              <a:pathLst>
                <a:path w="1000823" h="197517">
                  <a:moveTo>
                    <a:pt x="0" y="0"/>
                  </a:moveTo>
                  <a:lnTo>
                    <a:pt x="64267" y="12683"/>
                  </a:lnTo>
                  <a:lnTo>
                    <a:pt x="120956" y="23871"/>
                  </a:lnTo>
                  <a:lnTo>
                    <a:pt x="171665" y="33879"/>
                  </a:lnTo>
                  <a:lnTo>
                    <a:pt x="217537" y="42932"/>
                  </a:lnTo>
                  <a:lnTo>
                    <a:pt x="259415" y="51197"/>
                  </a:lnTo>
                  <a:lnTo>
                    <a:pt x="297940" y="58800"/>
                  </a:lnTo>
                  <a:lnTo>
                    <a:pt x="333607" y="65839"/>
                  </a:lnTo>
                  <a:lnTo>
                    <a:pt x="366813" y="72392"/>
                  </a:lnTo>
                  <a:lnTo>
                    <a:pt x="397875" y="78522"/>
                  </a:lnTo>
                  <a:lnTo>
                    <a:pt x="427054" y="84281"/>
                  </a:lnTo>
                  <a:lnTo>
                    <a:pt x="454564" y="89710"/>
                  </a:lnTo>
                  <a:lnTo>
                    <a:pt x="480586" y="94846"/>
                  </a:lnTo>
                  <a:lnTo>
                    <a:pt x="505273" y="99718"/>
                  </a:lnTo>
                  <a:lnTo>
                    <a:pt x="528755" y="104352"/>
                  </a:lnTo>
                  <a:lnTo>
                    <a:pt x="551145" y="108771"/>
                  </a:lnTo>
                  <a:lnTo>
                    <a:pt x="572540" y="112993"/>
                  </a:lnTo>
                  <a:lnTo>
                    <a:pt x="593023" y="117036"/>
                  </a:lnTo>
                  <a:lnTo>
                    <a:pt x="612671" y="120913"/>
                  </a:lnTo>
                  <a:lnTo>
                    <a:pt x="631547" y="124639"/>
                  </a:lnTo>
                  <a:lnTo>
                    <a:pt x="649712" y="128224"/>
                  </a:lnTo>
                  <a:lnTo>
                    <a:pt x="667215" y="131678"/>
                  </a:lnTo>
                  <a:lnTo>
                    <a:pt x="684104" y="135011"/>
                  </a:lnTo>
                  <a:lnTo>
                    <a:pt x="700421" y="138231"/>
                  </a:lnTo>
                  <a:lnTo>
                    <a:pt x="716203" y="141346"/>
                  </a:lnTo>
                  <a:lnTo>
                    <a:pt x="731483" y="144362"/>
                  </a:lnTo>
                  <a:lnTo>
                    <a:pt x="746293" y="147285"/>
                  </a:lnTo>
                  <a:lnTo>
                    <a:pt x="760661" y="150120"/>
                  </a:lnTo>
                  <a:lnTo>
                    <a:pt x="774613" y="152874"/>
                  </a:lnTo>
                  <a:lnTo>
                    <a:pt x="788171" y="155549"/>
                  </a:lnTo>
                  <a:lnTo>
                    <a:pt x="801358" y="158152"/>
                  </a:lnTo>
                  <a:lnTo>
                    <a:pt x="814194" y="160685"/>
                  </a:lnTo>
                  <a:lnTo>
                    <a:pt x="826696" y="163152"/>
                  </a:lnTo>
                  <a:lnTo>
                    <a:pt x="838881" y="165557"/>
                  </a:lnTo>
                  <a:lnTo>
                    <a:pt x="850765" y="167903"/>
                  </a:lnTo>
                  <a:lnTo>
                    <a:pt x="862363" y="170192"/>
                  </a:lnTo>
                  <a:lnTo>
                    <a:pt x="873688" y="172427"/>
                  </a:lnTo>
                  <a:lnTo>
                    <a:pt x="884753" y="174610"/>
                  </a:lnTo>
                  <a:lnTo>
                    <a:pt x="895569" y="176745"/>
                  </a:lnTo>
                  <a:lnTo>
                    <a:pt x="906148" y="178833"/>
                  </a:lnTo>
                  <a:lnTo>
                    <a:pt x="916498" y="180875"/>
                  </a:lnTo>
                  <a:lnTo>
                    <a:pt x="926631" y="182875"/>
                  </a:lnTo>
                  <a:lnTo>
                    <a:pt x="936555" y="184834"/>
                  </a:lnTo>
                  <a:lnTo>
                    <a:pt x="946279" y="186753"/>
                  </a:lnTo>
                  <a:lnTo>
                    <a:pt x="955810" y="188634"/>
                  </a:lnTo>
                  <a:lnTo>
                    <a:pt x="965155" y="190478"/>
                  </a:lnTo>
                  <a:lnTo>
                    <a:pt x="974323" y="192287"/>
                  </a:lnTo>
                  <a:lnTo>
                    <a:pt x="983320" y="194063"/>
                  </a:lnTo>
                  <a:lnTo>
                    <a:pt x="992151" y="195806"/>
                  </a:lnTo>
                  <a:lnTo>
                    <a:pt x="1000823" y="19751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33572" y="1955742"/>
              <a:ext cx="1000823" cy="41223"/>
            </a:xfrm>
            <a:custGeom>
              <a:avLst/>
              <a:pathLst>
                <a:path w="1000823" h="41223">
                  <a:moveTo>
                    <a:pt x="0" y="41223"/>
                  </a:moveTo>
                  <a:lnTo>
                    <a:pt x="64267" y="38575"/>
                  </a:lnTo>
                  <a:lnTo>
                    <a:pt x="120956" y="36240"/>
                  </a:lnTo>
                  <a:lnTo>
                    <a:pt x="171665" y="34152"/>
                  </a:lnTo>
                  <a:lnTo>
                    <a:pt x="217537" y="32262"/>
                  </a:lnTo>
                  <a:lnTo>
                    <a:pt x="259415" y="30537"/>
                  </a:lnTo>
                  <a:lnTo>
                    <a:pt x="297940" y="28951"/>
                  </a:lnTo>
                  <a:lnTo>
                    <a:pt x="333607" y="27482"/>
                  </a:lnTo>
                  <a:lnTo>
                    <a:pt x="366813" y="26114"/>
                  </a:lnTo>
                  <a:lnTo>
                    <a:pt x="397875" y="24834"/>
                  </a:lnTo>
                  <a:lnTo>
                    <a:pt x="427054" y="23633"/>
                  </a:lnTo>
                  <a:lnTo>
                    <a:pt x="454564" y="22499"/>
                  </a:lnTo>
                  <a:lnTo>
                    <a:pt x="480586" y="21428"/>
                  </a:lnTo>
                  <a:lnTo>
                    <a:pt x="505273" y="20411"/>
                  </a:lnTo>
                  <a:lnTo>
                    <a:pt x="528755" y="19444"/>
                  </a:lnTo>
                  <a:lnTo>
                    <a:pt x="551145" y="18521"/>
                  </a:lnTo>
                  <a:lnTo>
                    <a:pt x="572540" y="17640"/>
                  </a:lnTo>
                  <a:lnTo>
                    <a:pt x="593023" y="16796"/>
                  </a:lnTo>
                  <a:lnTo>
                    <a:pt x="612671" y="15987"/>
                  </a:lnTo>
                  <a:lnTo>
                    <a:pt x="631547" y="15210"/>
                  </a:lnTo>
                  <a:lnTo>
                    <a:pt x="649712" y="14461"/>
                  </a:lnTo>
                  <a:lnTo>
                    <a:pt x="667215" y="13741"/>
                  </a:lnTo>
                  <a:lnTo>
                    <a:pt x="684104" y="13045"/>
                  </a:lnTo>
                  <a:lnTo>
                    <a:pt x="700421" y="12373"/>
                  </a:lnTo>
                  <a:lnTo>
                    <a:pt x="716203" y="11723"/>
                  </a:lnTo>
                  <a:lnTo>
                    <a:pt x="731483" y="11093"/>
                  </a:lnTo>
                  <a:lnTo>
                    <a:pt x="746293" y="10483"/>
                  </a:lnTo>
                  <a:lnTo>
                    <a:pt x="760661" y="9892"/>
                  </a:lnTo>
                  <a:lnTo>
                    <a:pt x="774613" y="9317"/>
                  </a:lnTo>
                  <a:lnTo>
                    <a:pt x="788171" y="8758"/>
                  </a:lnTo>
                  <a:lnTo>
                    <a:pt x="801358" y="8215"/>
                  </a:lnTo>
                  <a:lnTo>
                    <a:pt x="814194" y="7687"/>
                  </a:lnTo>
                  <a:lnTo>
                    <a:pt x="826696" y="7172"/>
                  </a:lnTo>
                  <a:lnTo>
                    <a:pt x="838881" y="6670"/>
                  </a:lnTo>
                  <a:lnTo>
                    <a:pt x="850765" y="6180"/>
                  </a:lnTo>
                  <a:lnTo>
                    <a:pt x="862363" y="5703"/>
                  </a:lnTo>
                  <a:lnTo>
                    <a:pt x="873688" y="5236"/>
                  </a:lnTo>
                  <a:lnTo>
                    <a:pt x="884753" y="4780"/>
                  </a:lnTo>
                  <a:lnTo>
                    <a:pt x="895569" y="4335"/>
                  </a:lnTo>
                  <a:lnTo>
                    <a:pt x="906148" y="3899"/>
                  </a:lnTo>
                  <a:lnTo>
                    <a:pt x="916498" y="3473"/>
                  </a:lnTo>
                  <a:lnTo>
                    <a:pt x="926631" y="3055"/>
                  </a:lnTo>
                  <a:lnTo>
                    <a:pt x="936555" y="2647"/>
                  </a:lnTo>
                  <a:lnTo>
                    <a:pt x="946279" y="2246"/>
                  </a:lnTo>
                  <a:lnTo>
                    <a:pt x="955810" y="1854"/>
                  </a:lnTo>
                  <a:lnTo>
                    <a:pt x="965155" y="1469"/>
                  </a:lnTo>
                  <a:lnTo>
                    <a:pt x="974323" y="1091"/>
                  </a:lnTo>
                  <a:lnTo>
                    <a:pt x="983320" y="720"/>
                  </a:lnTo>
                  <a:lnTo>
                    <a:pt x="992151" y="357"/>
                  </a:lnTo>
                  <a:lnTo>
                    <a:pt x="100082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33572" y="2000424"/>
              <a:ext cx="1000823" cy="57790"/>
            </a:xfrm>
            <a:custGeom>
              <a:avLst/>
              <a:pathLst>
                <a:path w="1000823" h="57790">
                  <a:moveTo>
                    <a:pt x="0" y="0"/>
                  </a:moveTo>
                  <a:lnTo>
                    <a:pt x="64267" y="3711"/>
                  </a:lnTo>
                  <a:lnTo>
                    <a:pt x="120956" y="6984"/>
                  </a:lnTo>
                  <a:lnTo>
                    <a:pt x="171665" y="9912"/>
                  </a:lnTo>
                  <a:lnTo>
                    <a:pt x="217537" y="12561"/>
                  </a:lnTo>
                  <a:lnTo>
                    <a:pt x="259415" y="14979"/>
                  </a:lnTo>
                  <a:lnTo>
                    <a:pt x="297940" y="17204"/>
                  </a:lnTo>
                  <a:lnTo>
                    <a:pt x="333607" y="19263"/>
                  </a:lnTo>
                  <a:lnTo>
                    <a:pt x="366813" y="21181"/>
                  </a:lnTo>
                  <a:lnTo>
                    <a:pt x="397875" y="22974"/>
                  </a:lnTo>
                  <a:lnTo>
                    <a:pt x="427054" y="24659"/>
                  </a:lnTo>
                  <a:lnTo>
                    <a:pt x="454564" y="26248"/>
                  </a:lnTo>
                  <a:lnTo>
                    <a:pt x="480586" y="27750"/>
                  </a:lnTo>
                  <a:lnTo>
                    <a:pt x="505273" y="29176"/>
                  </a:lnTo>
                  <a:lnTo>
                    <a:pt x="528755" y="30532"/>
                  </a:lnTo>
                  <a:lnTo>
                    <a:pt x="551145" y="31825"/>
                  </a:lnTo>
                  <a:lnTo>
                    <a:pt x="572540" y="33060"/>
                  </a:lnTo>
                  <a:lnTo>
                    <a:pt x="593023" y="34243"/>
                  </a:lnTo>
                  <a:lnTo>
                    <a:pt x="612671" y="35377"/>
                  </a:lnTo>
                  <a:lnTo>
                    <a:pt x="631547" y="36467"/>
                  </a:lnTo>
                  <a:lnTo>
                    <a:pt x="649712" y="37516"/>
                  </a:lnTo>
                  <a:lnTo>
                    <a:pt x="667215" y="38527"/>
                  </a:lnTo>
                  <a:lnTo>
                    <a:pt x="684104" y="39502"/>
                  </a:lnTo>
                  <a:lnTo>
                    <a:pt x="700421" y="40444"/>
                  </a:lnTo>
                  <a:lnTo>
                    <a:pt x="716203" y="41355"/>
                  </a:lnTo>
                  <a:lnTo>
                    <a:pt x="731483" y="42238"/>
                  </a:lnTo>
                  <a:lnTo>
                    <a:pt x="746293" y="43093"/>
                  </a:lnTo>
                  <a:lnTo>
                    <a:pt x="760661" y="43923"/>
                  </a:lnTo>
                  <a:lnTo>
                    <a:pt x="774613" y="44728"/>
                  </a:lnTo>
                  <a:lnTo>
                    <a:pt x="788171" y="45511"/>
                  </a:lnTo>
                  <a:lnTo>
                    <a:pt x="801358" y="46273"/>
                  </a:lnTo>
                  <a:lnTo>
                    <a:pt x="814194" y="47014"/>
                  </a:lnTo>
                  <a:lnTo>
                    <a:pt x="826696" y="47736"/>
                  </a:lnTo>
                  <a:lnTo>
                    <a:pt x="838881" y="48439"/>
                  </a:lnTo>
                  <a:lnTo>
                    <a:pt x="850765" y="49126"/>
                  </a:lnTo>
                  <a:lnTo>
                    <a:pt x="862363" y="49795"/>
                  </a:lnTo>
                  <a:lnTo>
                    <a:pt x="873688" y="50449"/>
                  </a:lnTo>
                  <a:lnTo>
                    <a:pt x="884753" y="51088"/>
                  </a:lnTo>
                  <a:lnTo>
                    <a:pt x="895569" y="51713"/>
                  </a:lnTo>
                  <a:lnTo>
                    <a:pt x="906148" y="52324"/>
                  </a:lnTo>
                  <a:lnTo>
                    <a:pt x="916498" y="52921"/>
                  </a:lnTo>
                  <a:lnTo>
                    <a:pt x="926631" y="53506"/>
                  </a:lnTo>
                  <a:lnTo>
                    <a:pt x="936555" y="54079"/>
                  </a:lnTo>
                  <a:lnTo>
                    <a:pt x="946279" y="54641"/>
                  </a:lnTo>
                  <a:lnTo>
                    <a:pt x="955810" y="55191"/>
                  </a:lnTo>
                  <a:lnTo>
                    <a:pt x="965155" y="55731"/>
                  </a:lnTo>
                  <a:lnTo>
                    <a:pt x="974323" y="56260"/>
                  </a:lnTo>
                  <a:lnTo>
                    <a:pt x="983320" y="56780"/>
                  </a:lnTo>
                  <a:lnTo>
                    <a:pt x="992151" y="57290"/>
                  </a:lnTo>
                  <a:lnTo>
                    <a:pt x="1000823" y="5779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33572" y="1879874"/>
              <a:ext cx="1000823" cy="32513"/>
            </a:xfrm>
            <a:custGeom>
              <a:avLst/>
              <a:pathLst>
                <a:path w="1000823" h="32513">
                  <a:moveTo>
                    <a:pt x="0" y="32513"/>
                  </a:moveTo>
                  <a:lnTo>
                    <a:pt x="64267" y="30426"/>
                  </a:lnTo>
                  <a:lnTo>
                    <a:pt x="120956" y="28584"/>
                  </a:lnTo>
                  <a:lnTo>
                    <a:pt x="171665" y="26936"/>
                  </a:lnTo>
                  <a:lnTo>
                    <a:pt x="217537" y="25446"/>
                  </a:lnTo>
                  <a:lnTo>
                    <a:pt x="259415" y="24086"/>
                  </a:lnTo>
                  <a:lnTo>
                    <a:pt x="297940" y="22834"/>
                  </a:lnTo>
                  <a:lnTo>
                    <a:pt x="333607" y="21675"/>
                  </a:lnTo>
                  <a:lnTo>
                    <a:pt x="366813" y="20597"/>
                  </a:lnTo>
                  <a:lnTo>
                    <a:pt x="397875" y="19588"/>
                  </a:lnTo>
                  <a:lnTo>
                    <a:pt x="427054" y="18640"/>
                  </a:lnTo>
                  <a:lnTo>
                    <a:pt x="454564" y="17746"/>
                  </a:lnTo>
                  <a:lnTo>
                    <a:pt x="480586" y="16901"/>
                  </a:lnTo>
                  <a:lnTo>
                    <a:pt x="505273" y="16099"/>
                  </a:lnTo>
                  <a:lnTo>
                    <a:pt x="528755" y="15336"/>
                  </a:lnTo>
                  <a:lnTo>
                    <a:pt x="551145" y="14608"/>
                  </a:lnTo>
                  <a:lnTo>
                    <a:pt x="572540" y="13913"/>
                  </a:lnTo>
                  <a:lnTo>
                    <a:pt x="593023" y="13248"/>
                  </a:lnTo>
                  <a:lnTo>
                    <a:pt x="612671" y="12609"/>
                  </a:lnTo>
                  <a:lnTo>
                    <a:pt x="631547" y="11996"/>
                  </a:lnTo>
                  <a:lnTo>
                    <a:pt x="649712" y="11406"/>
                  </a:lnTo>
                  <a:lnTo>
                    <a:pt x="667215" y="10837"/>
                  </a:lnTo>
                  <a:lnTo>
                    <a:pt x="684104" y="10289"/>
                  </a:lnTo>
                  <a:lnTo>
                    <a:pt x="700421" y="9759"/>
                  </a:lnTo>
                  <a:lnTo>
                    <a:pt x="716203" y="9246"/>
                  </a:lnTo>
                  <a:lnTo>
                    <a:pt x="731483" y="8750"/>
                  </a:lnTo>
                  <a:lnTo>
                    <a:pt x="746293" y="8268"/>
                  </a:lnTo>
                  <a:lnTo>
                    <a:pt x="760661" y="7802"/>
                  </a:lnTo>
                  <a:lnTo>
                    <a:pt x="774613" y="7348"/>
                  </a:lnTo>
                  <a:lnTo>
                    <a:pt x="788171" y="6908"/>
                  </a:lnTo>
                  <a:lnTo>
                    <a:pt x="801358" y="6480"/>
                  </a:lnTo>
                  <a:lnTo>
                    <a:pt x="814194" y="6063"/>
                  </a:lnTo>
                  <a:lnTo>
                    <a:pt x="826696" y="5656"/>
                  </a:lnTo>
                  <a:lnTo>
                    <a:pt x="838881" y="5261"/>
                  </a:lnTo>
                  <a:lnTo>
                    <a:pt x="850765" y="4874"/>
                  </a:lnTo>
                  <a:lnTo>
                    <a:pt x="862363" y="4498"/>
                  </a:lnTo>
                  <a:lnTo>
                    <a:pt x="873688" y="4130"/>
                  </a:lnTo>
                  <a:lnTo>
                    <a:pt x="884753" y="3770"/>
                  </a:lnTo>
                  <a:lnTo>
                    <a:pt x="895569" y="3419"/>
                  </a:lnTo>
                  <a:lnTo>
                    <a:pt x="906148" y="3075"/>
                  </a:lnTo>
                  <a:lnTo>
                    <a:pt x="916498" y="2739"/>
                  </a:lnTo>
                  <a:lnTo>
                    <a:pt x="926631" y="2410"/>
                  </a:lnTo>
                  <a:lnTo>
                    <a:pt x="936555" y="2087"/>
                  </a:lnTo>
                  <a:lnTo>
                    <a:pt x="946279" y="1771"/>
                  </a:lnTo>
                  <a:lnTo>
                    <a:pt x="955810" y="1462"/>
                  </a:lnTo>
                  <a:lnTo>
                    <a:pt x="965155" y="1158"/>
                  </a:lnTo>
                  <a:lnTo>
                    <a:pt x="974323" y="860"/>
                  </a:lnTo>
                  <a:lnTo>
                    <a:pt x="983320" y="568"/>
                  </a:lnTo>
                  <a:lnTo>
                    <a:pt x="992151" y="281"/>
                  </a:lnTo>
                  <a:lnTo>
                    <a:pt x="100082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233897" y="19771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33897" y="1719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33897" y="14622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33357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6718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00078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33439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42020" y="19185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49747" y="18487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39629" y="18010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752014" y="19776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15634" y="200455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22037" y="14984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15157" y="19268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48253" y="17382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30353" y="19247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43299" y="19751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65035" y="18384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58448" y="19304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57794" y="16763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71468" y="19613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48502" y="19139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49915" y="17367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58874" y="20071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72114" y="19261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59756" y="186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51435" y="13166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43248" y="15416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79116" y="18682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56447" y="18336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86609" y="20003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64751" y="18822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45624" y="18366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61839" y="19528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82195" y="19105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93938" y="20900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20343" y="19273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96394" y="19121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87626" y="18261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13798" y="14814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378034" y="14365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381507" y="16569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19736" y="17441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390891" y="17520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12084" y="16926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376899" y="17334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394732" y="16866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02869" y="19348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10291" y="18516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382652" y="19104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398726" y="16224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00996" y="16910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396356" y="18413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389830" y="17269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396950" y="12985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17351" y="17362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18867" y="18237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12581" y="17409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22711" y="17347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18777" y="17854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26333" y="17479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34071" y="16597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25635" y="17350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14610" y="19042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50852" y="15355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17309" y="19051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58067" y="18929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24679" y="18242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19560" y="17597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14990" y="17674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31459" y="19059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39883" y="167778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21325" y="17775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17762" y="18276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53601" y="17761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21918" y="18281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51064" y="15856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22065" y="17905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35238" y="17470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56027" y="1758236"/>
              <a:ext cx="1007676" cy="105397"/>
            </a:xfrm>
            <a:custGeom>
              <a:avLst/>
              <a:pathLst>
                <a:path w="1007676" h="105397">
                  <a:moveTo>
                    <a:pt x="0" y="105397"/>
                  </a:moveTo>
                  <a:lnTo>
                    <a:pt x="64707" y="98629"/>
                  </a:lnTo>
                  <a:lnTo>
                    <a:pt x="121784" y="92659"/>
                  </a:lnTo>
                  <a:lnTo>
                    <a:pt x="172841" y="87319"/>
                  </a:lnTo>
                  <a:lnTo>
                    <a:pt x="219027" y="82488"/>
                  </a:lnTo>
                  <a:lnTo>
                    <a:pt x="261192" y="78078"/>
                  </a:lnTo>
                  <a:lnTo>
                    <a:pt x="299980" y="74021"/>
                  </a:lnTo>
                  <a:lnTo>
                    <a:pt x="335892" y="70265"/>
                  </a:lnTo>
                  <a:lnTo>
                    <a:pt x="369325" y="66768"/>
                  </a:lnTo>
                  <a:lnTo>
                    <a:pt x="400600" y="63497"/>
                  </a:lnTo>
                  <a:lnTo>
                    <a:pt x="429978" y="60424"/>
                  </a:lnTo>
                  <a:lnTo>
                    <a:pt x="457676" y="57527"/>
                  </a:lnTo>
                  <a:lnTo>
                    <a:pt x="483877" y="54786"/>
                  </a:lnTo>
                  <a:lnTo>
                    <a:pt x="508733" y="52186"/>
                  </a:lnTo>
                  <a:lnTo>
                    <a:pt x="532376" y="49713"/>
                  </a:lnTo>
                  <a:lnTo>
                    <a:pt x="554919" y="47356"/>
                  </a:lnTo>
                  <a:lnTo>
                    <a:pt x="576460" y="45102"/>
                  </a:lnTo>
                  <a:lnTo>
                    <a:pt x="597084" y="42945"/>
                  </a:lnTo>
                  <a:lnTo>
                    <a:pt x="616866" y="40876"/>
                  </a:lnTo>
                  <a:lnTo>
                    <a:pt x="635872" y="38888"/>
                  </a:lnTo>
                  <a:lnTo>
                    <a:pt x="654161" y="36975"/>
                  </a:lnTo>
                  <a:lnTo>
                    <a:pt x="671784" y="35132"/>
                  </a:lnTo>
                  <a:lnTo>
                    <a:pt x="688789" y="33353"/>
                  </a:lnTo>
                  <a:lnTo>
                    <a:pt x="705217" y="31635"/>
                  </a:lnTo>
                  <a:lnTo>
                    <a:pt x="721107" y="29973"/>
                  </a:lnTo>
                  <a:lnTo>
                    <a:pt x="736492" y="28364"/>
                  </a:lnTo>
                  <a:lnTo>
                    <a:pt x="751404" y="26804"/>
                  </a:lnTo>
                  <a:lnTo>
                    <a:pt x="765870" y="25291"/>
                  </a:lnTo>
                  <a:lnTo>
                    <a:pt x="779917" y="23822"/>
                  </a:lnTo>
                  <a:lnTo>
                    <a:pt x="793569" y="22394"/>
                  </a:lnTo>
                  <a:lnTo>
                    <a:pt x="806846" y="21005"/>
                  </a:lnTo>
                  <a:lnTo>
                    <a:pt x="819769" y="19654"/>
                  </a:lnTo>
                  <a:lnTo>
                    <a:pt x="832357" y="18337"/>
                  </a:lnTo>
                  <a:lnTo>
                    <a:pt x="844625" y="17054"/>
                  </a:lnTo>
                  <a:lnTo>
                    <a:pt x="856591" y="15802"/>
                  </a:lnTo>
                  <a:lnTo>
                    <a:pt x="868269" y="14581"/>
                  </a:lnTo>
                  <a:lnTo>
                    <a:pt x="879671" y="13388"/>
                  </a:lnTo>
                  <a:lnTo>
                    <a:pt x="890812" y="12223"/>
                  </a:lnTo>
                  <a:lnTo>
                    <a:pt x="901702" y="11084"/>
                  </a:lnTo>
                  <a:lnTo>
                    <a:pt x="912353" y="9970"/>
                  </a:lnTo>
                  <a:lnTo>
                    <a:pt x="922774" y="8880"/>
                  </a:lnTo>
                  <a:lnTo>
                    <a:pt x="932977" y="7813"/>
                  </a:lnTo>
                  <a:lnTo>
                    <a:pt x="942968" y="6768"/>
                  </a:lnTo>
                  <a:lnTo>
                    <a:pt x="952758" y="5744"/>
                  </a:lnTo>
                  <a:lnTo>
                    <a:pt x="962355" y="4740"/>
                  </a:lnTo>
                  <a:lnTo>
                    <a:pt x="971764" y="3756"/>
                  </a:lnTo>
                  <a:lnTo>
                    <a:pt x="980995" y="2790"/>
                  </a:lnTo>
                  <a:lnTo>
                    <a:pt x="990053" y="1843"/>
                  </a:lnTo>
                  <a:lnTo>
                    <a:pt x="998945" y="913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56027" y="1794032"/>
              <a:ext cx="1007676" cy="207217"/>
            </a:xfrm>
            <a:custGeom>
              <a:avLst/>
              <a:pathLst>
                <a:path w="1007676" h="207217">
                  <a:moveTo>
                    <a:pt x="0" y="207217"/>
                  </a:moveTo>
                  <a:lnTo>
                    <a:pt x="64707" y="193911"/>
                  </a:lnTo>
                  <a:lnTo>
                    <a:pt x="121784" y="182174"/>
                  </a:lnTo>
                  <a:lnTo>
                    <a:pt x="172841" y="171674"/>
                  </a:lnTo>
                  <a:lnTo>
                    <a:pt x="219027" y="162177"/>
                  </a:lnTo>
                  <a:lnTo>
                    <a:pt x="261192" y="153506"/>
                  </a:lnTo>
                  <a:lnTo>
                    <a:pt x="299980" y="145530"/>
                  </a:lnTo>
                  <a:lnTo>
                    <a:pt x="335892" y="138145"/>
                  </a:lnTo>
                  <a:lnTo>
                    <a:pt x="369325" y="131269"/>
                  </a:lnTo>
                  <a:lnTo>
                    <a:pt x="400600" y="124838"/>
                  </a:lnTo>
                  <a:lnTo>
                    <a:pt x="429978" y="118797"/>
                  </a:lnTo>
                  <a:lnTo>
                    <a:pt x="457676" y="113101"/>
                  </a:lnTo>
                  <a:lnTo>
                    <a:pt x="483877" y="107713"/>
                  </a:lnTo>
                  <a:lnTo>
                    <a:pt x="508733" y="102602"/>
                  </a:lnTo>
                  <a:lnTo>
                    <a:pt x="532376" y="97740"/>
                  </a:lnTo>
                  <a:lnTo>
                    <a:pt x="554919" y="93104"/>
                  </a:lnTo>
                  <a:lnTo>
                    <a:pt x="576460" y="88674"/>
                  </a:lnTo>
                  <a:lnTo>
                    <a:pt x="597084" y="84433"/>
                  </a:lnTo>
                  <a:lnTo>
                    <a:pt x="616866" y="80365"/>
                  </a:lnTo>
                  <a:lnTo>
                    <a:pt x="635872" y="76457"/>
                  </a:lnTo>
                  <a:lnTo>
                    <a:pt x="654161" y="72696"/>
                  </a:lnTo>
                  <a:lnTo>
                    <a:pt x="671784" y="69072"/>
                  </a:lnTo>
                  <a:lnTo>
                    <a:pt x="688789" y="65575"/>
                  </a:lnTo>
                  <a:lnTo>
                    <a:pt x="705217" y="62197"/>
                  </a:lnTo>
                  <a:lnTo>
                    <a:pt x="721107" y="58929"/>
                  </a:lnTo>
                  <a:lnTo>
                    <a:pt x="736492" y="55766"/>
                  </a:lnTo>
                  <a:lnTo>
                    <a:pt x="751404" y="52699"/>
                  </a:lnTo>
                  <a:lnTo>
                    <a:pt x="765870" y="49724"/>
                  </a:lnTo>
                  <a:lnTo>
                    <a:pt x="779917" y="46836"/>
                  </a:lnTo>
                  <a:lnTo>
                    <a:pt x="793569" y="44028"/>
                  </a:lnTo>
                  <a:lnTo>
                    <a:pt x="806846" y="41298"/>
                  </a:lnTo>
                  <a:lnTo>
                    <a:pt x="819769" y="38641"/>
                  </a:lnTo>
                  <a:lnTo>
                    <a:pt x="832357" y="36052"/>
                  </a:lnTo>
                  <a:lnTo>
                    <a:pt x="844625" y="33529"/>
                  </a:lnTo>
                  <a:lnTo>
                    <a:pt x="856591" y="31069"/>
                  </a:lnTo>
                  <a:lnTo>
                    <a:pt x="868269" y="28667"/>
                  </a:lnTo>
                  <a:lnTo>
                    <a:pt x="879671" y="26322"/>
                  </a:lnTo>
                  <a:lnTo>
                    <a:pt x="890812" y="24031"/>
                  </a:lnTo>
                  <a:lnTo>
                    <a:pt x="901702" y="21792"/>
                  </a:lnTo>
                  <a:lnTo>
                    <a:pt x="912353" y="19602"/>
                  </a:lnTo>
                  <a:lnTo>
                    <a:pt x="922774" y="17459"/>
                  </a:lnTo>
                  <a:lnTo>
                    <a:pt x="932977" y="15361"/>
                  </a:lnTo>
                  <a:lnTo>
                    <a:pt x="942968" y="13306"/>
                  </a:lnTo>
                  <a:lnTo>
                    <a:pt x="952758" y="11293"/>
                  </a:lnTo>
                  <a:lnTo>
                    <a:pt x="962355" y="9319"/>
                  </a:lnTo>
                  <a:lnTo>
                    <a:pt x="971764" y="7384"/>
                  </a:lnTo>
                  <a:lnTo>
                    <a:pt x="980995" y="5486"/>
                  </a:lnTo>
                  <a:lnTo>
                    <a:pt x="990053" y="3624"/>
                  </a:lnTo>
                  <a:lnTo>
                    <a:pt x="998945" y="1795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56027" y="1829534"/>
              <a:ext cx="1007676" cy="32823"/>
            </a:xfrm>
            <a:custGeom>
              <a:avLst/>
              <a:pathLst>
                <a:path w="1007676" h="32823">
                  <a:moveTo>
                    <a:pt x="0" y="32823"/>
                  </a:moveTo>
                  <a:lnTo>
                    <a:pt x="64707" y="30715"/>
                  </a:lnTo>
                  <a:lnTo>
                    <a:pt x="121784" y="28856"/>
                  </a:lnTo>
                  <a:lnTo>
                    <a:pt x="172841" y="27193"/>
                  </a:lnTo>
                  <a:lnTo>
                    <a:pt x="219027" y="25688"/>
                  </a:lnTo>
                  <a:lnTo>
                    <a:pt x="261192" y="24315"/>
                  </a:lnTo>
                  <a:lnTo>
                    <a:pt x="299980" y="23052"/>
                  </a:lnTo>
                  <a:lnTo>
                    <a:pt x="335892" y="21882"/>
                  </a:lnTo>
                  <a:lnTo>
                    <a:pt x="369325" y="20793"/>
                  </a:lnTo>
                  <a:lnTo>
                    <a:pt x="400600" y="19774"/>
                  </a:lnTo>
                  <a:lnTo>
                    <a:pt x="429978" y="18817"/>
                  </a:lnTo>
                  <a:lnTo>
                    <a:pt x="457676" y="17915"/>
                  </a:lnTo>
                  <a:lnTo>
                    <a:pt x="483877" y="17061"/>
                  </a:lnTo>
                  <a:lnTo>
                    <a:pt x="508733" y="16252"/>
                  </a:lnTo>
                  <a:lnTo>
                    <a:pt x="532376" y="15482"/>
                  </a:lnTo>
                  <a:lnTo>
                    <a:pt x="554919" y="14747"/>
                  </a:lnTo>
                  <a:lnTo>
                    <a:pt x="576460" y="14046"/>
                  </a:lnTo>
                  <a:lnTo>
                    <a:pt x="597084" y="13374"/>
                  </a:lnTo>
                  <a:lnTo>
                    <a:pt x="616866" y="12730"/>
                  </a:lnTo>
                  <a:lnTo>
                    <a:pt x="635872" y="12110"/>
                  </a:lnTo>
                  <a:lnTo>
                    <a:pt x="654161" y="11515"/>
                  </a:lnTo>
                  <a:lnTo>
                    <a:pt x="671784" y="10941"/>
                  </a:lnTo>
                  <a:lnTo>
                    <a:pt x="688789" y="10387"/>
                  </a:lnTo>
                  <a:lnTo>
                    <a:pt x="705217" y="9852"/>
                  </a:lnTo>
                  <a:lnTo>
                    <a:pt x="721107" y="9334"/>
                  </a:lnTo>
                  <a:lnTo>
                    <a:pt x="736492" y="8833"/>
                  </a:lnTo>
                  <a:lnTo>
                    <a:pt x="751404" y="8347"/>
                  </a:lnTo>
                  <a:lnTo>
                    <a:pt x="765870" y="7876"/>
                  </a:lnTo>
                  <a:lnTo>
                    <a:pt x="779917" y="7418"/>
                  </a:lnTo>
                  <a:lnTo>
                    <a:pt x="793569" y="6974"/>
                  </a:lnTo>
                  <a:lnTo>
                    <a:pt x="806846" y="6541"/>
                  </a:lnTo>
                  <a:lnTo>
                    <a:pt x="819769" y="6120"/>
                  </a:lnTo>
                  <a:lnTo>
                    <a:pt x="832357" y="5710"/>
                  </a:lnTo>
                  <a:lnTo>
                    <a:pt x="844625" y="5311"/>
                  </a:lnTo>
                  <a:lnTo>
                    <a:pt x="856591" y="4921"/>
                  </a:lnTo>
                  <a:lnTo>
                    <a:pt x="868269" y="4540"/>
                  </a:lnTo>
                  <a:lnTo>
                    <a:pt x="879671" y="4169"/>
                  </a:lnTo>
                  <a:lnTo>
                    <a:pt x="890812" y="3806"/>
                  </a:lnTo>
                  <a:lnTo>
                    <a:pt x="901702" y="3451"/>
                  </a:lnTo>
                  <a:lnTo>
                    <a:pt x="912353" y="3105"/>
                  </a:lnTo>
                  <a:lnTo>
                    <a:pt x="922774" y="2765"/>
                  </a:lnTo>
                  <a:lnTo>
                    <a:pt x="932977" y="2433"/>
                  </a:lnTo>
                  <a:lnTo>
                    <a:pt x="942968" y="2107"/>
                  </a:lnTo>
                  <a:lnTo>
                    <a:pt x="952758" y="1788"/>
                  </a:lnTo>
                  <a:lnTo>
                    <a:pt x="962355" y="1476"/>
                  </a:lnTo>
                  <a:lnTo>
                    <a:pt x="971764" y="1169"/>
                  </a:lnTo>
                  <a:lnTo>
                    <a:pt x="980995" y="869"/>
                  </a:lnTo>
                  <a:lnTo>
                    <a:pt x="990053" y="574"/>
                  </a:lnTo>
                  <a:lnTo>
                    <a:pt x="998945" y="284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56027" y="1512085"/>
              <a:ext cx="1007676" cy="477713"/>
            </a:xfrm>
            <a:custGeom>
              <a:avLst/>
              <a:pathLst>
                <a:path w="1007676" h="477713">
                  <a:moveTo>
                    <a:pt x="0" y="477713"/>
                  </a:moveTo>
                  <a:lnTo>
                    <a:pt x="64707" y="447036"/>
                  </a:lnTo>
                  <a:lnTo>
                    <a:pt x="121784" y="419978"/>
                  </a:lnTo>
                  <a:lnTo>
                    <a:pt x="172841" y="395773"/>
                  </a:lnTo>
                  <a:lnTo>
                    <a:pt x="219027" y="373877"/>
                  </a:lnTo>
                  <a:lnTo>
                    <a:pt x="261192" y="353888"/>
                  </a:lnTo>
                  <a:lnTo>
                    <a:pt x="299980" y="335500"/>
                  </a:lnTo>
                  <a:lnTo>
                    <a:pt x="335892" y="318475"/>
                  </a:lnTo>
                  <a:lnTo>
                    <a:pt x="369325" y="302625"/>
                  </a:lnTo>
                  <a:lnTo>
                    <a:pt x="400600" y="287799"/>
                  </a:lnTo>
                  <a:lnTo>
                    <a:pt x="429978" y="273871"/>
                  </a:lnTo>
                  <a:lnTo>
                    <a:pt x="457676" y="260740"/>
                  </a:lnTo>
                  <a:lnTo>
                    <a:pt x="483877" y="248319"/>
                  </a:lnTo>
                  <a:lnTo>
                    <a:pt x="508733" y="236535"/>
                  </a:lnTo>
                  <a:lnTo>
                    <a:pt x="532376" y="225327"/>
                  </a:lnTo>
                  <a:lnTo>
                    <a:pt x="554919" y="214640"/>
                  </a:lnTo>
                  <a:lnTo>
                    <a:pt x="576460" y="204428"/>
                  </a:lnTo>
                  <a:lnTo>
                    <a:pt x="597084" y="194650"/>
                  </a:lnTo>
                  <a:lnTo>
                    <a:pt x="616866" y="185272"/>
                  </a:lnTo>
                  <a:lnTo>
                    <a:pt x="635872" y="176262"/>
                  </a:lnTo>
                  <a:lnTo>
                    <a:pt x="654161" y="167592"/>
                  </a:lnTo>
                  <a:lnTo>
                    <a:pt x="671784" y="159237"/>
                  </a:lnTo>
                  <a:lnTo>
                    <a:pt x="688789" y="151176"/>
                  </a:lnTo>
                  <a:lnTo>
                    <a:pt x="705217" y="143387"/>
                  </a:lnTo>
                  <a:lnTo>
                    <a:pt x="721107" y="135855"/>
                  </a:lnTo>
                  <a:lnTo>
                    <a:pt x="736492" y="128561"/>
                  </a:lnTo>
                  <a:lnTo>
                    <a:pt x="751404" y="121492"/>
                  </a:lnTo>
                  <a:lnTo>
                    <a:pt x="765870" y="114633"/>
                  </a:lnTo>
                  <a:lnTo>
                    <a:pt x="779917" y="107974"/>
                  </a:lnTo>
                  <a:lnTo>
                    <a:pt x="793569" y="101502"/>
                  </a:lnTo>
                  <a:lnTo>
                    <a:pt x="806846" y="95208"/>
                  </a:lnTo>
                  <a:lnTo>
                    <a:pt x="819769" y="89081"/>
                  </a:lnTo>
                  <a:lnTo>
                    <a:pt x="832357" y="83114"/>
                  </a:lnTo>
                  <a:lnTo>
                    <a:pt x="844625" y="77298"/>
                  </a:lnTo>
                  <a:lnTo>
                    <a:pt x="856591" y="71625"/>
                  </a:lnTo>
                  <a:lnTo>
                    <a:pt x="868269" y="66089"/>
                  </a:lnTo>
                  <a:lnTo>
                    <a:pt x="879671" y="60683"/>
                  </a:lnTo>
                  <a:lnTo>
                    <a:pt x="890812" y="55402"/>
                  </a:lnTo>
                  <a:lnTo>
                    <a:pt x="901702" y="50239"/>
                  </a:lnTo>
                  <a:lnTo>
                    <a:pt x="912353" y="45190"/>
                  </a:lnTo>
                  <a:lnTo>
                    <a:pt x="922774" y="40249"/>
                  </a:lnTo>
                  <a:lnTo>
                    <a:pt x="932977" y="35413"/>
                  </a:lnTo>
                  <a:lnTo>
                    <a:pt x="942968" y="30676"/>
                  </a:lnTo>
                  <a:lnTo>
                    <a:pt x="952758" y="26035"/>
                  </a:lnTo>
                  <a:lnTo>
                    <a:pt x="962355" y="21485"/>
                  </a:lnTo>
                  <a:lnTo>
                    <a:pt x="971764" y="17024"/>
                  </a:lnTo>
                  <a:lnTo>
                    <a:pt x="980995" y="12648"/>
                  </a:lnTo>
                  <a:lnTo>
                    <a:pt x="990053" y="8354"/>
                  </a:lnTo>
                  <a:lnTo>
                    <a:pt x="998945" y="4139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56027" y="1761261"/>
              <a:ext cx="1007676" cy="125033"/>
            </a:xfrm>
            <a:custGeom>
              <a:avLst/>
              <a:pathLst>
                <a:path w="1007676" h="125033">
                  <a:moveTo>
                    <a:pt x="0" y="0"/>
                  </a:moveTo>
                  <a:lnTo>
                    <a:pt x="64707" y="8029"/>
                  </a:lnTo>
                  <a:lnTo>
                    <a:pt x="121784" y="15111"/>
                  </a:lnTo>
                  <a:lnTo>
                    <a:pt x="172841" y="21446"/>
                  </a:lnTo>
                  <a:lnTo>
                    <a:pt x="219027" y="27177"/>
                  </a:lnTo>
                  <a:lnTo>
                    <a:pt x="261192" y="32409"/>
                  </a:lnTo>
                  <a:lnTo>
                    <a:pt x="299980" y="37221"/>
                  </a:lnTo>
                  <a:lnTo>
                    <a:pt x="335892" y="41677"/>
                  </a:lnTo>
                  <a:lnTo>
                    <a:pt x="369325" y="45826"/>
                  </a:lnTo>
                  <a:lnTo>
                    <a:pt x="400600" y="49706"/>
                  </a:lnTo>
                  <a:lnTo>
                    <a:pt x="429978" y="53352"/>
                  </a:lnTo>
                  <a:lnTo>
                    <a:pt x="457676" y="56789"/>
                  </a:lnTo>
                  <a:lnTo>
                    <a:pt x="483877" y="60040"/>
                  </a:lnTo>
                  <a:lnTo>
                    <a:pt x="508733" y="63124"/>
                  </a:lnTo>
                  <a:lnTo>
                    <a:pt x="532376" y="66057"/>
                  </a:lnTo>
                  <a:lnTo>
                    <a:pt x="554919" y="68855"/>
                  </a:lnTo>
                  <a:lnTo>
                    <a:pt x="576460" y="71527"/>
                  </a:lnTo>
                  <a:lnTo>
                    <a:pt x="597084" y="74087"/>
                  </a:lnTo>
                  <a:lnTo>
                    <a:pt x="616866" y="76541"/>
                  </a:lnTo>
                  <a:lnTo>
                    <a:pt x="635872" y="78899"/>
                  </a:lnTo>
                  <a:lnTo>
                    <a:pt x="654161" y="81169"/>
                  </a:lnTo>
                  <a:lnTo>
                    <a:pt x="671784" y="83355"/>
                  </a:lnTo>
                  <a:lnTo>
                    <a:pt x="688789" y="85465"/>
                  </a:lnTo>
                  <a:lnTo>
                    <a:pt x="705217" y="87504"/>
                  </a:lnTo>
                  <a:lnTo>
                    <a:pt x="721107" y="89475"/>
                  </a:lnTo>
                  <a:lnTo>
                    <a:pt x="736492" y="91384"/>
                  </a:lnTo>
                  <a:lnTo>
                    <a:pt x="751404" y="93235"/>
                  </a:lnTo>
                  <a:lnTo>
                    <a:pt x="765870" y="95030"/>
                  </a:lnTo>
                  <a:lnTo>
                    <a:pt x="779917" y="96773"/>
                  </a:lnTo>
                  <a:lnTo>
                    <a:pt x="793569" y="98467"/>
                  </a:lnTo>
                  <a:lnTo>
                    <a:pt x="806846" y="100114"/>
                  </a:lnTo>
                  <a:lnTo>
                    <a:pt x="819769" y="101718"/>
                  </a:lnTo>
                  <a:lnTo>
                    <a:pt x="832357" y="103279"/>
                  </a:lnTo>
                  <a:lnTo>
                    <a:pt x="844625" y="104802"/>
                  </a:lnTo>
                  <a:lnTo>
                    <a:pt x="856591" y="106286"/>
                  </a:lnTo>
                  <a:lnTo>
                    <a:pt x="868269" y="107735"/>
                  </a:lnTo>
                  <a:lnTo>
                    <a:pt x="879671" y="109150"/>
                  </a:lnTo>
                  <a:lnTo>
                    <a:pt x="890812" y="110533"/>
                  </a:lnTo>
                  <a:lnTo>
                    <a:pt x="901702" y="111884"/>
                  </a:lnTo>
                  <a:lnTo>
                    <a:pt x="912353" y="113205"/>
                  </a:lnTo>
                  <a:lnTo>
                    <a:pt x="922774" y="114499"/>
                  </a:lnTo>
                  <a:lnTo>
                    <a:pt x="932977" y="115764"/>
                  </a:lnTo>
                  <a:lnTo>
                    <a:pt x="942968" y="117004"/>
                  </a:lnTo>
                  <a:lnTo>
                    <a:pt x="952758" y="118219"/>
                  </a:lnTo>
                  <a:lnTo>
                    <a:pt x="962355" y="119410"/>
                  </a:lnTo>
                  <a:lnTo>
                    <a:pt x="971764" y="120577"/>
                  </a:lnTo>
                  <a:lnTo>
                    <a:pt x="980995" y="121723"/>
                  </a:lnTo>
                  <a:lnTo>
                    <a:pt x="990053" y="122847"/>
                  </a:lnTo>
                  <a:lnTo>
                    <a:pt x="998945" y="123950"/>
                  </a:lnTo>
                  <a:lnTo>
                    <a:pt x="1007676" y="125033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56027" y="1486482"/>
              <a:ext cx="1007676" cy="175295"/>
            </a:xfrm>
            <a:custGeom>
              <a:avLst/>
              <a:pathLst>
                <a:path w="1007676" h="175295">
                  <a:moveTo>
                    <a:pt x="0" y="0"/>
                  </a:moveTo>
                  <a:lnTo>
                    <a:pt x="64707" y="11256"/>
                  </a:lnTo>
                  <a:lnTo>
                    <a:pt x="121784" y="21185"/>
                  </a:lnTo>
                  <a:lnTo>
                    <a:pt x="172841" y="30067"/>
                  </a:lnTo>
                  <a:lnTo>
                    <a:pt x="219027" y="38102"/>
                  </a:lnTo>
                  <a:lnTo>
                    <a:pt x="261192" y="45437"/>
                  </a:lnTo>
                  <a:lnTo>
                    <a:pt x="299980" y="52184"/>
                  </a:lnTo>
                  <a:lnTo>
                    <a:pt x="335892" y="58431"/>
                  </a:lnTo>
                  <a:lnTo>
                    <a:pt x="369325" y="64247"/>
                  </a:lnTo>
                  <a:lnTo>
                    <a:pt x="400600" y="69688"/>
                  </a:lnTo>
                  <a:lnTo>
                    <a:pt x="429978" y="74799"/>
                  </a:lnTo>
                  <a:lnTo>
                    <a:pt x="457676" y="79617"/>
                  </a:lnTo>
                  <a:lnTo>
                    <a:pt x="483877" y="84175"/>
                  </a:lnTo>
                  <a:lnTo>
                    <a:pt x="508733" y="88499"/>
                  </a:lnTo>
                  <a:lnTo>
                    <a:pt x="532376" y="92612"/>
                  </a:lnTo>
                  <a:lnTo>
                    <a:pt x="554919" y="96534"/>
                  </a:lnTo>
                  <a:lnTo>
                    <a:pt x="576460" y="100281"/>
                  </a:lnTo>
                  <a:lnTo>
                    <a:pt x="597084" y="103869"/>
                  </a:lnTo>
                  <a:lnTo>
                    <a:pt x="616866" y="107310"/>
                  </a:lnTo>
                  <a:lnTo>
                    <a:pt x="635872" y="110616"/>
                  </a:lnTo>
                  <a:lnTo>
                    <a:pt x="654161" y="113798"/>
                  </a:lnTo>
                  <a:lnTo>
                    <a:pt x="671784" y="116863"/>
                  </a:lnTo>
                  <a:lnTo>
                    <a:pt x="688789" y="119822"/>
                  </a:lnTo>
                  <a:lnTo>
                    <a:pt x="705217" y="122679"/>
                  </a:lnTo>
                  <a:lnTo>
                    <a:pt x="721107" y="125444"/>
                  </a:lnTo>
                  <a:lnTo>
                    <a:pt x="736492" y="128120"/>
                  </a:lnTo>
                  <a:lnTo>
                    <a:pt x="751404" y="130714"/>
                  </a:lnTo>
                  <a:lnTo>
                    <a:pt x="765870" y="133231"/>
                  </a:lnTo>
                  <a:lnTo>
                    <a:pt x="779917" y="135674"/>
                  </a:lnTo>
                  <a:lnTo>
                    <a:pt x="793569" y="138049"/>
                  </a:lnTo>
                  <a:lnTo>
                    <a:pt x="806846" y="140359"/>
                  </a:lnTo>
                  <a:lnTo>
                    <a:pt x="819769" y="142607"/>
                  </a:lnTo>
                  <a:lnTo>
                    <a:pt x="832357" y="144797"/>
                  </a:lnTo>
                  <a:lnTo>
                    <a:pt x="844625" y="146931"/>
                  </a:lnTo>
                  <a:lnTo>
                    <a:pt x="856591" y="149012"/>
                  </a:lnTo>
                  <a:lnTo>
                    <a:pt x="868269" y="151044"/>
                  </a:lnTo>
                  <a:lnTo>
                    <a:pt x="879671" y="153027"/>
                  </a:lnTo>
                  <a:lnTo>
                    <a:pt x="890812" y="154965"/>
                  </a:lnTo>
                  <a:lnTo>
                    <a:pt x="901702" y="156860"/>
                  </a:lnTo>
                  <a:lnTo>
                    <a:pt x="912353" y="158713"/>
                  </a:lnTo>
                  <a:lnTo>
                    <a:pt x="922774" y="160526"/>
                  </a:lnTo>
                  <a:lnTo>
                    <a:pt x="932977" y="162300"/>
                  </a:lnTo>
                  <a:lnTo>
                    <a:pt x="942968" y="164039"/>
                  </a:lnTo>
                  <a:lnTo>
                    <a:pt x="952758" y="165742"/>
                  </a:lnTo>
                  <a:lnTo>
                    <a:pt x="962355" y="167411"/>
                  </a:lnTo>
                  <a:lnTo>
                    <a:pt x="971764" y="169048"/>
                  </a:lnTo>
                  <a:lnTo>
                    <a:pt x="980995" y="170654"/>
                  </a:lnTo>
                  <a:lnTo>
                    <a:pt x="990053" y="172229"/>
                  </a:lnTo>
                  <a:lnTo>
                    <a:pt x="998945" y="173776"/>
                  </a:lnTo>
                  <a:lnTo>
                    <a:pt x="1007676" y="17529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56027" y="1792053"/>
              <a:ext cx="1007676" cy="132234"/>
            </a:xfrm>
            <a:custGeom>
              <a:avLst/>
              <a:pathLst>
                <a:path w="1007676" h="132234">
                  <a:moveTo>
                    <a:pt x="0" y="132234"/>
                  </a:moveTo>
                  <a:lnTo>
                    <a:pt x="64707" y="123743"/>
                  </a:lnTo>
                  <a:lnTo>
                    <a:pt x="121784" y="116253"/>
                  </a:lnTo>
                  <a:lnTo>
                    <a:pt x="172841" y="109553"/>
                  </a:lnTo>
                  <a:lnTo>
                    <a:pt x="219027" y="103492"/>
                  </a:lnTo>
                  <a:lnTo>
                    <a:pt x="261192" y="97959"/>
                  </a:lnTo>
                  <a:lnTo>
                    <a:pt x="299980" y="92868"/>
                  </a:lnTo>
                  <a:lnTo>
                    <a:pt x="335892" y="88156"/>
                  </a:lnTo>
                  <a:lnTo>
                    <a:pt x="369325" y="83769"/>
                  </a:lnTo>
                  <a:lnTo>
                    <a:pt x="400600" y="79664"/>
                  </a:lnTo>
                  <a:lnTo>
                    <a:pt x="429978" y="75809"/>
                  </a:lnTo>
                  <a:lnTo>
                    <a:pt x="457676" y="72174"/>
                  </a:lnTo>
                  <a:lnTo>
                    <a:pt x="483877" y="68736"/>
                  </a:lnTo>
                  <a:lnTo>
                    <a:pt x="508733" y="65474"/>
                  </a:lnTo>
                  <a:lnTo>
                    <a:pt x="532376" y="62372"/>
                  </a:lnTo>
                  <a:lnTo>
                    <a:pt x="554919" y="59414"/>
                  </a:lnTo>
                  <a:lnTo>
                    <a:pt x="576460" y="56587"/>
                  </a:lnTo>
                  <a:lnTo>
                    <a:pt x="597084" y="53880"/>
                  </a:lnTo>
                  <a:lnTo>
                    <a:pt x="616866" y="51284"/>
                  </a:lnTo>
                  <a:lnTo>
                    <a:pt x="635872" y="48790"/>
                  </a:lnTo>
                  <a:lnTo>
                    <a:pt x="654161" y="46390"/>
                  </a:lnTo>
                  <a:lnTo>
                    <a:pt x="671784" y="44078"/>
                  </a:lnTo>
                  <a:lnTo>
                    <a:pt x="688789" y="41846"/>
                  </a:lnTo>
                  <a:lnTo>
                    <a:pt x="705217" y="39690"/>
                  </a:lnTo>
                  <a:lnTo>
                    <a:pt x="721107" y="37605"/>
                  </a:lnTo>
                  <a:lnTo>
                    <a:pt x="736492" y="35586"/>
                  </a:lnTo>
                  <a:lnTo>
                    <a:pt x="751404" y="33629"/>
                  </a:lnTo>
                  <a:lnTo>
                    <a:pt x="765870" y="31731"/>
                  </a:lnTo>
                  <a:lnTo>
                    <a:pt x="779917" y="29888"/>
                  </a:lnTo>
                  <a:lnTo>
                    <a:pt x="793569" y="28096"/>
                  </a:lnTo>
                  <a:lnTo>
                    <a:pt x="806846" y="26354"/>
                  </a:lnTo>
                  <a:lnTo>
                    <a:pt x="819769" y="24658"/>
                  </a:lnTo>
                  <a:lnTo>
                    <a:pt x="832357" y="23006"/>
                  </a:lnTo>
                  <a:lnTo>
                    <a:pt x="844625" y="21396"/>
                  </a:lnTo>
                  <a:lnTo>
                    <a:pt x="856591" y="19826"/>
                  </a:lnTo>
                  <a:lnTo>
                    <a:pt x="868269" y="18294"/>
                  </a:lnTo>
                  <a:lnTo>
                    <a:pt x="879671" y="16797"/>
                  </a:lnTo>
                  <a:lnTo>
                    <a:pt x="890812" y="15335"/>
                  </a:lnTo>
                  <a:lnTo>
                    <a:pt x="901702" y="13906"/>
                  </a:lnTo>
                  <a:lnTo>
                    <a:pt x="912353" y="12509"/>
                  </a:lnTo>
                  <a:lnTo>
                    <a:pt x="922774" y="11141"/>
                  </a:lnTo>
                  <a:lnTo>
                    <a:pt x="932977" y="9802"/>
                  </a:lnTo>
                  <a:lnTo>
                    <a:pt x="942968" y="8491"/>
                  </a:lnTo>
                  <a:lnTo>
                    <a:pt x="952758" y="7206"/>
                  </a:lnTo>
                  <a:lnTo>
                    <a:pt x="962355" y="5947"/>
                  </a:lnTo>
                  <a:lnTo>
                    <a:pt x="971764" y="4712"/>
                  </a:lnTo>
                  <a:lnTo>
                    <a:pt x="980995" y="3501"/>
                  </a:lnTo>
                  <a:lnTo>
                    <a:pt x="990053" y="2312"/>
                  </a:lnTo>
                  <a:lnTo>
                    <a:pt x="998945" y="1145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56027" y="1742736"/>
              <a:ext cx="1007676" cy="226056"/>
            </a:xfrm>
            <a:custGeom>
              <a:avLst/>
              <a:pathLst>
                <a:path w="1007676" h="226056">
                  <a:moveTo>
                    <a:pt x="0" y="226056"/>
                  </a:moveTo>
                  <a:lnTo>
                    <a:pt x="64707" y="211540"/>
                  </a:lnTo>
                  <a:lnTo>
                    <a:pt x="121784" y="198736"/>
                  </a:lnTo>
                  <a:lnTo>
                    <a:pt x="172841" y="187282"/>
                  </a:lnTo>
                  <a:lnTo>
                    <a:pt x="219027" y="176921"/>
                  </a:lnTo>
                  <a:lnTo>
                    <a:pt x="261192" y="167462"/>
                  </a:lnTo>
                  <a:lnTo>
                    <a:pt x="299980" y="158760"/>
                  </a:lnTo>
                  <a:lnTo>
                    <a:pt x="335892" y="150704"/>
                  </a:lnTo>
                  <a:lnTo>
                    <a:pt x="369325" y="143204"/>
                  </a:lnTo>
                  <a:lnTo>
                    <a:pt x="400600" y="136188"/>
                  </a:lnTo>
                  <a:lnTo>
                    <a:pt x="429978" y="129597"/>
                  </a:lnTo>
                  <a:lnTo>
                    <a:pt x="457676" y="123384"/>
                  </a:lnTo>
                  <a:lnTo>
                    <a:pt x="483877" y="117506"/>
                  </a:lnTo>
                  <a:lnTo>
                    <a:pt x="508733" y="111930"/>
                  </a:lnTo>
                  <a:lnTo>
                    <a:pt x="532376" y="106626"/>
                  </a:lnTo>
                  <a:lnTo>
                    <a:pt x="554919" y="101569"/>
                  </a:lnTo>
                  <a:lnTo>
                    <a:pt x="576460" y="96736"/>
                  </a:lnTo>
                  <a:lnTo>
                    <a:pt x="597084" y="92110"/>
                  </a:lnTo>
                  <a:lnTo>
                    <a:pt x="616866" y="87672"/>
                  </a:lnTo>
                  <a:lnTo>
                    <a:pt x="635872" y="83408"/>
                  </a:lnTo>
                  <a:lnTo>
                    <a:pt x="654161" y="79305"/>
                  </a:lnTo>
                  <a:lnTo>
                    <a:pt x="671784" y="75352"/>
                  </a:lnTo>
                  <a:lnTo>
                    <a:pt x="688789" y="71537"/>
                  </a:lnTo>
                  <a:lnTo>
                    <a:pt x="705217" y="67852"/>
                  </a:lnTo>
                  <a:lnTo>
                    <a:pt x="721107" y="64287"/>
                  </a:lnTo>
                  <a:lnTo>
                    <a:pt x="736492" y="60836"/>
                  </a:lnTo>
                  <a:lnTo>
                    <a:pt x="751404" y="57490"/>
                  </a:lnTo>
                  <a:lnTo>
                    <a:pt x="765870" y="54245"/>
                  </a:lnTo>
                  <a:lnTo>
                    <a:pt x="779917" y="51094"/>
                  </a:lnTo>
                  <a:lnTo>
                    <a:pt x="793569" y="48031"/>
                  </a:lnTo>
                  <a:lnTo>
                    <a:pt x="806846" y="45053"/>
                  </a:lnTo>
                  <a:lnTo>
                    <a:pt x="819769" y="42154"/>
                  </a:lnTo>
                  <a:lnTo>
                    <a:pt x="832357" y="39330"/>
                  </a:lnTo>
                  <a:lnTo>
                    <a:pt x="844625" y="36578"/>
                  </a:lnTo>
                  <a:lnTo>
                    <a:pt x="856591" y="33893"/>
                  </a:lnTo>
                  <a:lnTo>
                    <a:pt x="868269" y="31274"/>
                  </a:lnTo>
                  <a:lnTo>
                    <a:pt x="879671" y="28716"/>
                  </a:lnTo>
                  <a:lnTo>
                    <a:pt x="890812" y="26216"/>
                  </a:lnTo>
                  <a:lnTo>
                    <a:pt x="901702" y="23773"/>
                  </a:lnTo>
                  <a:lnTo>
                    <a:pt x="912353" y="21384"/>
                  </a:lnTo>
                  <a:lnTo>
                    <a:pt x="922774" y="19046"/>
                  </a:lnTo>
                  <a:lnTo>
                    <a:pt x="932977" y="16757"/>
                  </a:lnTo>
                  <a:lnTo>
                    <a:pt x="942968" y="14516"/>
                  </a:lnTo>
                  <a:lnTo>
                    <a:pt x="952758" y="12320"/>
                  </a:lnTo>
                  <a:lnTo>
                    <a:pt x="962355" y="10167"/>
                  </a:lnTo>
                  <a:lnTo>
                    <a:pt x="971764" y="8056"/>
                  </a:lnTo>
                  <a:lnTo>
                    <a:pt x="980995" y="5985"/>
                  </a:lnTo>
                  <a:lnTo>
                    <a:pt x="990053" y="3953"/>
                  </a:lnTo>
                  <a:lnTo>
                    <a:pt x="998945" y="1958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56027" y="1942516"/>
              <a:ext cx="1007676" cy="52468"/>
            </a:xfrm>
            <a:custGeom>
              <a:avLst/>
              <a:pathLst>
                <a:path w="1007676" h="52468">
                  <a:moveTo>
                    <a:pt x="0" y="52468"/>
                  </a:moveTo>
                  <a:lnTo>
                    <a:pt x="64707" y="49098"/>
                  </a:lnTo>
                  <a:lnTo>
                    <a:pt x="121784" y="46127"/>
                  </a:lnTo>
                  <a:lnTo>
                    <a:pt x="172841" y="43468"/>
                  </a:lnTo>
                  <a:lnTo>
                    <a:pt x="219027" y="41063"/>
                  </a:lnTo>
                  <a:lnTo>
                    <a:pt x="261192" y="38868"/>
                  </a:lnTo>
                  <a:lnTo>
                    <a:pt x="299980" y="36848"/>
                  </a:lnTo>
                  <a:lnTo>
                    <a:pt x="335892" y="34978"/>
                  </a:lnTo>
                  <a:lnTo>
                    <a:pt x="369325" y="33237"/>
                  </a:lnTo>
                  <a:lnTo>
                    <a:pt x="400600" y="31609"/>
                  </a:lnTo>
                  <a:lnTo>
                    <a:pt x="429978" y="30079"/>
                  </a:lnTo>
                  <a:lnTo>
                    <a:pt x="457676" y="28637"/>
                  </a:lnTo>
                  <a:lnTo>
                    <a:pt x="483877" y="27273"/>
                  </a:lnTo>
                  <a:lnTo>
                    <a:pt x="508733" y="25979"/>
                  </a:lnTo>
                  <a:lnTo>
                    <a:pt x="532376" y="24748"/>
                  </a:lnTo>
                  <a:lnTo>
                    <a:pt x="554919" y="23574"/>
                  </a:lnTo>
                  <a:lnTo>
                    <a:pt x="576460" y="22452"/>
                  </a:lnTo>
                  <a:lnTo>
                    <a:pt x="597084" y="21378"/>
                  </a:lnTo>
                  <a:lnTo>
                    <a:pt x="616866" y="20348"/>
                  </a:lnTo>
                  <a:lnTo>
                    <a:pt x="635872" y="19359"/>
                  </a:lnTo>
                  <a:lnTo>
                    <a:pt x="654161" y="18407"/>
                  </a:lnTo>
                  <a:lnTo>
                    <a:pt x="671784" y="17489"/>
                  </a:lnTo>
                  <a:lnTo>
                    <a:pt x="688789" y="16603"/>
                  </a:lnTo>
                  <a:lnTo>
                    <a:pt x="705217" y="15748"/>
                  </a:lnTo>
                  <a:lnTo>
                    <a:pt x="721107" y="14921"/>
                  </a:lnTo>
                  <a:lnTo>
                    <a:pt x="736492" y="14120"/>
                  </a:lnTo>
                  <a:lnTo>
                    <a:pt x="751404" y="13343"/>
                  </a:lnTo>
                  <a:lnTo>
                    <a:pt x="765870" y="12590"/>
                  </a:lnTo>
                  <a:lnTo>
                    <a:pt x="779917" y="11859"/>
                  </a:lnTo>
                  <a:lnTo>
                    <a:pt x="793569" y="11148"/>
                  </a:lnTo>
                  <a:lnTo>
                    <a:pt x="806846" y="10456"/>
                  </a:lnTo>
                  <a:lnTo>
                    <a:pt x="819769" y="9784"/>
                  </a:lnTo>
                  <a:lnTo>
                    <a:pt x="832357" y="9128"/>
                  </a:lnTo>
                  <a:lnTo>
                    <a:pt x="844625" y="8489"/>
                  </a:lnTo>
                  <a:lnTo>
                    <a:pt x="856591" y="7866"/>
                  </a:lnTo>
                  <a:lnTo>
                    <a:pt x="868269" y="7258"/>
                  </a:lnTo>
                  <a:lnTo>
                    <a:pt x="879671" y="6665"/>
                  </a:lnTo>
                  <a:lnTo>
                    <a:pt x="890812" y="6084"/>
                  </a:lnTo>
                  <a:lnTo>
                    <a:pt x="901702" y="5517"/>
                  </a:lnTo>
                  <a:lnTo>
                    <a:pt x="912353" y="4963"/>
                  </a:lnTo>
                  <a:lnTo>
                    <a:pt x="922774" y="4420"/>
                  </a:lnTo>
                  <a:lnTo>
                    <a:pt x="932977" y="3889"/>
                  </a:lnTo>
                  <a:lnTo>
                    <a:pt x="942968" y="3369"/>
                  </a:lnTo>
                  <a:lnTo>
                    <a:pt x="952758" y="2859"/>
                  </a:lnTo>
                  <a:lnTo>
                    <a:pt x="962355" y="2359"/>
                  </a:lnTo>
                  <a:lnTo>
                    <a:pt x="971764" y="1869"/>
                  </a:lnTo>
                  <a:lnTo>
                    <a:pt x="980995" y="1389"/>
                  </a:lnTo>
                  <a:lnTo>
                    <a:pt x="990053" y="917"/>
                  </a:lnTo>
                  <a:lnTo>
                    <a:pt x="998945" y="454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56027" y="1834660"/>
              <a:ext cx="1007676" cy="66597"/>
            </a:xfrm>
            <a:custGeom>
              <a:avLst/>
              <a:pathLst>
                <a:path w="1007676" h="66597">
                  <a:moveTo>
                    <a:pt x="0" y="66597"/>
                  </a:moveTo>
                  <a:lnTo>
                    <a:pt x="64707" y="62320"/>
                  </a:lnTo>
                  <a:lnTo>
                    <a:pt x="121784" y="58548"/>
                  </a:lnTo>
                  <a:lnTo>
                    <a:pt x="172841" y="55174"/>
                  </a:lnTo>
                  <a:lnTo>
                    <a:pt x="219027" y="52121"/>
                  </a:lnTo>
                  <a:lnTo>
                    <a:pt x="261192" y="49335"/>
                  </a:lnTo>
                  <a:lnTo>
                    <a:pt x="299980" y="46771"/>
                  </a:lnTo>
                  <a:lnTo>
                    <a:pt x="335892" y="44398"/>
                  </a:lnTo>
                  <a:lnTo>
                    <a:pt x="369325" y="42188"/>
                  </a:lnTo>
                  <a:lnTo>
                    <a:pt x="400600" y="40121"/>
                  </a:lnTo>
                  <a:lnTo>
                    <a:pt x="429978" y="38180"/>
                  </a:lnTo>
                  <a:lnTo>
                    <a:pt x="457676" y="36349"/>
                  </a:lnTo>
                  <a:lnTo>
                    <a:pt x="483877" y="34617"/>
                  </a:lnTo>
                  <a:lnTo>
                    <a:pt x="508733" y="32975"/>
                  </a:lnTo>
                  <a:lnTo>
                    <a:pt x="532376" y="31412"/>
                  </a:lnTo>
                  <a:lnTo>
                    <a:pt x="554919" y="29922"/>
                  </a:lnTo>
                  <a:lnTo>
                    <a:pt x="576460" y="28499"/>
                  </a:lnTo>
                  <a:lnTo>
                    <a:pt x="597084" y="27136"/>
                  </a:lnTo>
                  <a:lnTo>
                    <a:pt x="616866" y="25828"/>
                  </a:lnTo>
                  <a:lnTo>
                    <a:pt x="635872" y="24572"/>
                  </a:lnTo>
                  <a:lnTo>
                    <a:pt x="654161" y="23363"/>
                  </a:lnTo>
                  <a:lnTo>
                    <a:pt x="671784" y="22199"/>
                  </a:lnTo>
                  <a:lnTo>
                    <a:pt x="688789" y="21075"/>
                  </a:lnTo>
                  <a:lnTo>
                    <a:pt x="705217" y="19989"/>
                  </a:lnTo>
                  <a:lnTo>
                    <a:pt x="721107" y="18939"/>
                  </a:lnTo>
                  <a:lnTo>
                    <a:pt x="736492" y="17922"/>
                  </a:lnTo>
                  <a:lnTo>
                    <a:pt x="751404" y="16937"/>
                  </a:lnTo>
                  <a:lnTo>
                    <a:pt x="765870" y="15981"/>
                  </a:lnTo>
                  <a:lnTo>
                    <a:pt x="779917" y="15052"/>
                  </a:lnTo>
                  <a:lnTo>
                    <a:pt x="793569" y="14150"/>
                  </a:lnTo>
                  <a:lnTo>
                    <a:pt x="806846" y="13272"/>
                  </a:lnTo>
                  <a:lnTo>
                    <a:pt x="819769" y="12418"/>
                  </a:lnTo>
                  <a:lnTo>
                    <a:pt x="832357" y="11586"/>
                  </a:lnTo>
                  <a:lnTo>
                    <a:pt x="844625" y="10776"/>
                  </a:lnTo>
                  <a:lnTo>
                    <a:pt x="856591" y="9985"/>
                  </a:lnTo>
                  <a:lnTo>
                    <a:pt x="868269" y="9213"/>
                  </a:lnTo>
                  <a:lnTo>
                    <a:pt x="879671" y="8459"/>
                  </a:lnTo>
                  <a:lnTo>
                    <a:pt x="890812" y="7723"/>
                  </a:lnTo>
                  <a:lnTo>
                    <a:pt x="901702" y="7003"/>
                  </a:lnTo>
                  <a:lnTo>
                    <a:pt x="912353" y="6299"/>
                  </a:lnTo>
                  <a:lnTo>
                    <a:pt x="922774" y="5611"/>
                  </a:lnTo>
                  <a:lnTo>
                    <a:pt x="932977" y="4936"/>
                  </a:lnTo>
                  <a:lnTo>
                    <a:pt x="942968" y="4276"/>
                  </a:lnTo>
                  <a:lnTo>
                    <a:pt x="952758" y="3629"/>
                  </a:lnTo>
                  <a:lnTo>
                    <a:pt x="962355" y="2995"/>
                  </a:lnTo>
                  <a:lnTo>
                    <a:pt x="971764" y="2373"/>
                  </a:lnTo>
                  <a:lnTo>
                    <a:pt x="980995" y="1763"/>
                  </a:lnTo>
                  <a:lnTo>
                    <a:pt x="990053" y="1164"/>
                  </a:lnTo>
                  <a:lnTo>
                    <a:pt x="998945" y="577"/>
                  </a:lnTo>
                  <a:lnTo>
                    <a:pt x="100767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62616" y="21176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62616" y="19049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62616" y="16923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62616" y="14796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5602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9192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2781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6370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59852" y="32303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66077" y="33160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56935" y="30917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29026" y="31047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55308" y="34144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58034" y="3112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46628" y="34024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57653" y="34188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71426" y="3328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28999" y="31507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76774" y="31799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78306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64373" y="30640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76147" y="32648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71538" y="33442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75234" y="32682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00473" y="29943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92890" y="31058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71120" y="3228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67535" y="27561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71172" y="29994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66584" y="31844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70455" y="29175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94660" y="29187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81257" y="33559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99313" y="27617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73889" y="30405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67330" y="310692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96317" y="31414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34418" y="30976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97615" y="316467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14480" y="31653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9413" y="29641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94393" y="32179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31185" y="31058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24712" y="32735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19716" y="32712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34533" y="29371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06017" y="30323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29135" y="29360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17473" y="29022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24162" y="33541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27362" y="32054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25032" y="29623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38251" y="28183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8097" y="32792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095400" y="29763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91227" y="30928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66718" y="31722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71908" y="32390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7528" y="32025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3296" y="34164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66947" y="32596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44474" y="33120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67358" y="26855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59575" y="33227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56791" y="31923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45861" y="31171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62163" y="32616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69580" y="31266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56580" y="32788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58419" y="32855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61493" y="32960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46833" y="33598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65149" y="30615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63839" y="33068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25103" y="32360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66077" y="31622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54926" y="32283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58811" y="27257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32321" y="32201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63181" y="32538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76092" y="3237393"/>
              <a:ext cx="1000818" cy="69734"/>
            </a:xfrm>
            <a:custGeom>
              <a:avLst/>
              <a:pathLst>
                <a:path w="1000818" h="69734">
                  <a:moveTo>
                    <a:pt x="0" y="0"/>
                  </a:moveTo>
                  <a:lnTo>
                    <a:pt x="64267" y="4478"/>
                  </a:lnTo>
                  <a:lnTo>
                    <a:pt x="120955" y="8427"/>
                  </a:lnTo>
                  <a:lnTo>
                    <a:pt x="171664" y="11961"/>
                  </a:lnTo>
                  <a:lnTo>
                    <a:pt x="217536" y="15157"/>
                  </a:lnTo>
                  <a:lnTo>
                    <a:pt x="259414" y="18075"/>
                  </a:lnTo>
                  <a:lnTo>
                    <a:pt x="297938" y="20759"/>
                  </a:lnTo>
                  <a:lnTo>
                    <a:pt x="333606" y="23244"/>
                  </a:lnTo>
                  <a:lnTo>
                    <a:pt x="366811" y="25558"/>
                  </a:lnTo>
                  <a:lnTo>
                    <a:pt x="397873" y="27722"/>
                  </a:lnTo>
                  <a:lnTo>
                    <a:pt x="427051" y="29755"/>
                  </a:lnTo>
                  <a:lnTo>
                    <a:pt x="454561" y="31672"/>
                  </a:lnTo>
                  <a:lnTo>
                    <a:pt x="480583" y="33485"/>
                  </a:lnTo>
                  <a:lnTo>
                    <a:pt x="505270" y="35205"/>
                  </a:lnTo>
                  <a:lnTo>
                    <a:pt x="528753" y="36842"/>
                  </a:lnTo>
                  <a:lnTo>
                    <a:pt x="551142" y="38402"/>
                  </a:lnTo>
                  <a:lnTo>
                    <a:pt x="572536" y="39892"/>
                  </a:lnTo>
                  <a:lnTo>
                    <a:pt x="593020" y="41320"/>
                  </a:lnTo>
                  <a:lnTo>
                    <a:pt x="612667" y="42689"/>
                  </a:lnTo>
                  <a:lnTo>
                    <a:pt x="631544" y="44004"/>
                  </a:lnTo>
                  <a:lnTo>
                    <a:pt x="649708" y="45270"/>
                  </a:lnTo>
                  <a:lnTo>
                    <a:pt x="667212" y="46489"/>
                  </a:lnTo>
                  <a:lnTo>
                    <a:pt x="684101" y="47666"/>
                  </a:lnTo>
                  <a:lnTo>
                    <a:pt x="700417" y="48803"/>
                  </a:lnTo>
                  <a:lnTo>
                    <a:pt x="716199" y="49902"/>
                  </a:lnTo>
                  <a:lnTo>
                    <a:pt x="731479" y="50967"/>
                  </a:lnTo>
                  <a:lnTo>
                    <a:pt x="746289" y="51999"/>
                  </a:lnTo>
                  <a:lnTo>
                    <a:pt x="760657" y="53000"/>
                  </a:lnTo>
                  <a:lnTo>
                    <a:pt x="774609" y="53972"/>
                  </a:lnTo>
                  <a:lnTo>
                    <a:pt x="788167" y="54917"/>
                  </a:lnTo>
                  <a:lnTo>
                    <a:pt x="801354" y="55836"/>
                  </a:lnTo>
                  <a:lnTo>
                    <a:pt x="814189" y="56730"/>
                  </a:lnTo>
                  <a:lnTo>
                    <a:pt x="826691" y="57601"/>
                  </a:lnTo>
                  <a:lnTo>
                    <a:pt x="838876" y="58450"/>
                  </a:lnTo>
                  <a:lnTo>
                    <a:pt x="850761" y="59278"/>
                  </a:lnTo>
                  <a:lnTo>
                    <a:pt x="862359" y="60087"/>
                  </a:lnTo>
                  <a:lnTo>
                    <a:pt x="873684" y="60876"/>
                  </a:lnTo>
                  <a:lnTo>
                    <a:pt x="884748" y="61647"/>
                  </a:lnTo>
                  <a:lnTo>
                    <a:pt x="895564" y="62400"/>
                  </a:lnTo>
                  <a:lnTo>
                    <a:pt x="906143" y="63137"/>
                  </a:lnTo>
                  <a:lnTo>
                    <a:pt x="916493" y="63858"/>
                  </a:lnTo>
                  <a:lnTo>
                    <a:pt x="926626" y="64565"/>
                  </a:lnTo>
                  <a:lnTo>
                    <a:pt x="936550" y="65256"/>
                  </a:lnTo>
                  <a:lnTo>
                    <a:pt x="946273" y="65933"/>
                  </a:lnTo>
                  <a:lnTo>
                    <a:pt x="955804" y="66598"/>
                  </a:lnTo>
                  <a:lnTo>
                    <a:pt x="965150" y="67249"/>
                  </a:lnTo>
                  <a:lnTo>
                    <a:pt x="974318" y="67888"/>
                  </a:lnTo>
                  <a:lnTo>
                    <a:pt x="983314" y="68514"/>
                  </a:lnTo>
                  <a:lnTo>
                    <a:pt x="992145" y="69130"/>
                  </a:lnTo>
                  <a:lnTo>
                    <a:pt x="1000818" y="6973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76092" y="3149730"/>
              <a:ext cx="1000818" cy="39723"/>
            </a:xfrm>
            <a:custGeom>
              <a:avLst/>
              <a:pathLst>
                <a:path w="1000818" h="39723">
                  <a:moveTo>
                    <a:pt x="0" y="0"/>
                  </a:moveTo>
                  <a:lnTo>
                    <a:pt x="64267" y="2550"/>
                  </a:lnTo>
                  <a:lnTo>
                    <a:pt x="120955" y="4800"/>
                  </a:lnTo>
                  <a:lnTo>
                    <a:pt x="171664" y="6813"/>
                  </a:lnTo>
                  <a:lnTo>
                    <a:pt x="217536" y="8634"/>
                  </a:lnTo>
                  <a:lnTo>
                    <a:pt x="259414" y="10296"/>
                  </a:lnTo>
                  <a:lnTo>
                    <a:pt x="297938" y="11825"/>
                  </a:lnTo>
                  <a:lnTo>
                    <a:pt x="333606" y="13241"/>
                  </a:lnTo>
                  <a:lnTo>
                    <a:pt x="366811" y="14559"/>
                  </a:lnTo>
                  <a:lnTo>
                    <a:pt x="397873" y="15792"/>
                  </a:lnTo>
                  <a:lnTo>
                    <a:pt x="427051" y="16950"/>
                  </a:lnTo>
                  <a:lnTo>
                    <a:pt x="454561" y="18042"/>
                  </a:lnTo>
                  <a:lnTo>
                    <a:pt x="480583" y="19075"/>
                  </a:lnTo>
                  <a:lnTo>
                    <a:pt x="505270" y="20054"/>
                  </a:lnTo>
                  <a:lnTo>
                    <a:pt x="528753" y="20986"/>
                  </a:lnTo>
                  <a:lnTo>
                    <a:pt x="551142" y="21875"/>
                  </a:lnTo>
                  <a:lnTo>
                    <a:pt x="572536" y="22724"/>
                  </a:lnTo>
                  <a:lnTo>
                    <a:pt x="593020" y="23537"/>
                  </a:lnTo>
                  <a:lnTo>
                    <a:pt x="612667" y="24317"/>
                  </a:lnTo>
                  <a:lnTo>
                    <a:pt x="631544" y="25066"/>
                  </a:lnTo>
                  <a:lnTo>
                    <a:pt x="649708" y="25787"/>
                  </a:lnTo>
                  <a:lnTo>
                    <a:pt x="667212" y="26482"/>
                  </a:lnTo>
                  <a:lnTo>
                    <a:pt x="684101" y="27152"/>
                  </a:lnTo>
                  <a:lnTo>
                    <a:pt x="700417" y="27800"/>
                  </a:lnTo>
                  <a:lnTo>
                    <a:pt x="716199" y="28426"/>
                  </a:lnTo>
                  <a:lnTo>
                    <a:pt x="731479" y="29033"/>
                  </a:lnTo>
                  <a:lnTo>
                    <a:pt x="746289" y="29621"/>
                  </a:lnTo>
                  <a:lnTo>
                    <a:pt x="760657" y="30191"/>
                  </a:lnTo>
                  <a:lnTo>
                    <a:pt x="774609" y="30745"/>
                  </a:lnTo>
                  <a:lnTo>
                    <a:pt x="788167" y="31283"/>
                  </a:lnTo>
                  <a:lnTo>
                    <a:pt x="801354" y="31806"/>
                  </a:lnTo>
                  <a:lnTo>
                    <a:pt x="814189" y="32316"/>
                  </a:lnTo>
                  <a:lnTo>
                    <a:pt x="826691" y="32812"/>
                  </a:lnTo>
                  <a:lnTo>
                    <a:pt x="838876" y="33296"/>
                  </a:lnTo>
                  <a:lnTo>
                    <a:pt x="850761" y="33767"/>
                  </a:lnTo>
                  <a:lnTo>
                    <a:pt x="862359" y="34228"/>
                  </a:lnTo>
                  <a:lnTo>
                    <a:pt x="873684" y="34677"/>
                  </a:lnTo>
                  <a:lnTo>
                    <a:pt x="884748" y="35116"/>
                  </a:lnTo>
                  <a:lnTo>
                    <a:pt x="895564" y="35546"/>
                  </a:lnTo>
                  <a:lnTo>
                    <a:pt x="906143" y="35966"/>
                  </a:lnTo>
                  <a:lnTo>
                    <a:pt x="916493" y="36376"/>
                  </a:lnTo>
                  <a:lnTo>
                    <a:pt x="926626" y="36779"/>
                  </a:lnTo>
                  <a:lnTo>
                    <a:pt x="936550" y="37173"/>
                  </a:lnTo>
                  <a:lnTo>
                    <a:pt x="946273" y="37558"/>
                  </a:lnTo>
                  <a:lnTo>
                    <a:pt x="955804" y="37937"/>
                  </a:lnTo>
                  <a:lnTo>
                    <a:pt x="965150" y="38308"/>
                  </a:lnTo>
                  <a:lnTo>
                    <a:pt x="974318" y="38672"/>
                  </a:lnTo>
                  <a:lnTo>
                    <a:pt x="983314" y="39029"/>
                  </a:lnTo>
                  <a:lnTo>
                    <a:pt x="992145" y="39379"/>
                  </a:lnTo>
                  <a:lnTo>
                    <a:pt x="1000818" y="3972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76092" y="3102409"/>
              <a:ext cx="1000818" cy="213663"/>
            </a:xfrm>
            <a:custGeom>
              <a:avLst/>
              <a:pathLst>
                <a:path w="1000818" h="213663">
                  <a:moveTo>
                    <a:pt x="0" y="0"/>
                  </a:moveTo>
                  <a:lnTo>
                    <a:pt x="64267" y="13720"/>
                  </a:lnTo>
                  <a:lnTo>
                    <a:pt x="120955" y="25822"/>
                  </a:lnTo>
                  <a:lnTo>
                    <a:pt x="171664" y="36648"/>
                  </a:lnTo>
                  <a:lnTo>
                    <a:pt x="217536" y="46441"/>
                  </a:lnTo>
                  <a:lnTo>
                    <a:pt x="259414" y="55382"/>
                  </a:lnTo>
                  <a:lnTo>
                    <a:pt x="297938" y="63606"/>
                  </a:lnTo>
                  <a:lnTo>
                    <a:pt x="333606" y="71221"/>
                  </a:lnTo>
                  <a:lnTo>
                    <a:pt x="366811" y="78310"/>
                  </a:lnTo>
                  <a:lnTo>
                    <a:pt x="397873" y="84941"/>
                  </a:lnTo>
                  <a:lnTo>
                    <a:pt x="427051" y="91170"/>
                  </a:lnTo>
                  <a:lnTo>
                    <a:pt x="454561" y="97043"/>
                  </a:lnTo>
                  <a:lnTo>
                    <a:pt x="480583" y="102599"/>
                  </a:lnTo>
                  <a:lnTo>
                    <a:pt x="505270" y="107869"/>
                  </a:lnTo>
                  <a:lnTo>
                    <a:pt x="528753" y="112883"/>
                  </a:lnTo>
                  <a:lnTo>
                    <a:pt x="551142" y="117662"/>
                  </a:lnTo>
                  <a:lnTo>
                    <a:pt x="572536" y="122230"/>
                  </a:lnTo>
                  <a:lnTo>
                    <a:pt x="593020" y="126603"/>
                  </a:lnTo>
                  <a:lnTo>
                    <a:pt x="612667" y="130797"/>
                  </a:lnTo>
                  <a:lnTo>
                    <a:pt x="631544" y="134827"/>
                  </a:lnTo>
                  <a:lnTo>
                    <a:pt x="649708" y="138705"/>
                  </a:lnTo>
                  <a:lnTo>
                    <a:pt x="667212" y="142442"/>
                  </a:lnTo>
                  <a:lnTo>
                    <a:pt x="684101" y="146048"/>
                  </a:lnTo>
                  <a:lnTo>
                    <a:pt x="700417" y="149531"/>
                  </a:lnTo>
                  <a:lnTo>
                    <a:pt x="716199" y="152900"/>
                  </a:lnTo>
                  <a:lnTo>
                    <a:pt x="731479" y="156162"/>
                  </a:lnTo>
                  <a:lnTo>
                    <a:pt x="746289" y="159324"/>
                  </a:lnTo>
                  <a:lnTo>
                    <a:pt x="760657" y="162392"/>
                  </a:lnTo>
                  <a:lnTo>
                    <a:pt x="774609" y="165370"/>
                  </a:lnTo>
                  <a:lnTo>
                    <a:pt x="788167" y="168265"/>
                  </a:lnTo>
                  <a:lnTo>
                    <a:pt x="801354" y="171080"/>
                  </a:lnTo>
                  <a:lnTo>
                    <a:pt x="814189" y="173820"/>
                  </a:lnTo>
                  <a:lnTo>
                    <a:pt x="826691" y="176489"/>
                  </a:lnTo>
                  <a:lnTo>
                    <a:pt x="838876" y="179091"/>
                  </a:lnTo>
                  <a:lnTo>
                    <a:pt x="850761" y="181628"/>
                  </a:lnTo>
                  <a:lnTo>
                    <a:pt x="862359" y="184104"/>
                  </a:lnTo>
                  <a:lnTo>
                    <a:pt x="873684" y="186522"/>
                  </a:lnTo>
                  <a:lnTo>
                    <a:pt x="884748" y="188884"/>
                  </a:lnTo>
                  <a:lnTo>
                    <a:pt x="895564" y="191193"/>
                  </a:lnTo>
                  <a:lnTo>
                    <a:pt x="906143" y="193451"/>
                  </a:lnTo>
                  <a:lnTo>
                    <a:pt x="916493" y="195661"/>
                  </a:lnTo>
                  <a:lnTo>
                    <a:pt x="926626" y="197824"/>
                  </a:lnTo>
                  <a:lnTo>
                    <a:pt x="936550" y="199943"/>
                  </a:lnTo>
                  <a:lnTo>
                    <a:pt x="946273" y="202019"/>
                  </a:lnTo>
                  <a:lnTo>
                    <a:pt x="955804" y="204053"/>
                  </a:lnTo>
                  <a:lnTo>
                    <a:pt x="965150" y="206049"/>
                  </a:lnTo>
                  <a:lnTo>
                    <a:pt x="974318" y="208006"/>
                  </a:lnTo>
                  <a:lnTo>
                    <a:pt x="983314" y="209927"/>
                  </a:lnTo>
                  <a:lnTo>
                    <a:pt x="992145" y="211812"/>
                  </a:lnTo>
                  <a:lnTo>
                    <a:pt x="1000818" y="21366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76092" y="3036111"/>
              <a:ext cx="1000818" cy="321788"/>
            </a:xfrm>
            <a:custGeom>
              <a:avLst/>
              <a:pathLst>
                <a:path w="1000818" h="321788">
                  <a:moveTo>
                    <a:pt x="0" y="321788"/>
                  </a:moveTo>
                  <a:lnTo>
                    <a:pt x="64267" y="301124"/>
                  </a:lnTo>
                  <a:lnTo>
                    <a:pt x="120955" y="282897"/>
                  </a:lnTo>
                  <a:lnTo>
                    <a:pt x="171664" y="266593"/>
                  </a:lnTo>
                  <a:lnTo>
                    <a:pt x="217536" y="251844"/>
                  </a:lnTo>
                  <a:lnTo>
                    <a:pt x="259414" y="238379"/>
                  </a:lnTo>
                  <a:lnTo>
                    <a:pt x="297938" y="225993"/>
                  </a:lnTo>
                  <a:lnTo>
                    <a:pt x="333606" y="214525"/>
                  </a:lnTo>
                  <a:lnTo>
                    <a:pt x="366811" y="203848"/>
                  </a:lnTo>
                  <a:lnTo>
                    <a:pt x="397873" y="193861"/>
                  </a:lnTo>
                  <a:lnTo>
                    <a:pt x="427051" y="184480"/>
                  </a:lnTo>
                  <a:lnTo>
                    <a:pt x="454561" y="175635"/>
                  </a:lnTo>
                  <a:lnTo>
                    <a:pt x="480583" y="167268"/>
                  </a:lnTo>
                  <a:lnTo>
                    <a:pt x="505270" y="159330"/>
                  </a:lnTo>
                  <a:lnTo>
                    <a:pt x="528753" y="151780"/>
                  </a:lnTo>
                  <a:lnTo>
                    <a:pt x="551142" y="144581"/>
                  </a:lnTo>
                  <a:lnTo>
                    <a:pt x="572536" y="137703"/>
                  </a:lnTo>
                  <a:lnTo>
                    <a:pt x="593020" y="131117"/>
                  </a:lnTo>
                  <a:lnTo>
                    <a:pt x="612667" y="124800"/>
                  </a:lnTo>
                  <a:lnTo>
                    <a:pt x="631544" y="118730"/>
                  </a:lnTo>
                  <a:lnTo>
                    <a:pt x="649708" y="112890"/>
                  </a:lnTo>
                  <a:lnTo>
                    <a:pt x="667212" y="107262"/>
                  </a:lnTo>
                  <a:lnTo>
                    <a:pt x="684101" y="101832"/>
                  </a:lnTo>
                  <a:lnTo>
                    <a:pt x="700417" y="96586"/>
                  </a:lnTo>
                  <a:lnTo>
                    <a:pt x="716199" y="91512"/>
                  </a:lnTo>
                  <a:lnTo>
                    <a:pt x="731479" y="86599"/>
                  </a:lnTo>
                  <a:lnTo>
                    <a:pt x="746289" y="81837"/>
                  </a:lnTo>
                  <a:lnTo>
                    <a:pt x="760657" y="77217"/>
                  </a:lnTo>
                  <a:lnTo>
                    <a:pt x="774609" y="72731"/>
                  </a:lnTo>
                  <a:lnTo>
                    <a:pt x="788167" y="68372"/>
                  </a:lnTo>
                  <a:lnTo>
                    <a:pt x="801354" y="64132"/>
                  </a:lnTo>
                  <a:lnTo>
                    <a:pt x="814189" y="60005"/>
                  </a:lnTo>
                  <a:lnTo>
                    <a:pt x="826691" y="55986"/>
                  </a:lnTo>
                  <a:lnTo>
                    <a:pt x="838876" y="52068"/>
                  </a:lnTo>
                  <a:lnTo>
                    <a:pt x="850761" y="48247"/>
                  </a:lnTo>
                  <a:lnTo>
                    <a:pt x="862359" y="44518"/>
                  </a:lnTo>
                  <a:lnTo>
                    <a:pt x="873684" y="40876"/>
                  </a:lnTo>
                  <a:lnTo>
                    <a:pt x="884748" y="37319"/>
                  </a:lnTo>
                  <a:lnTo>
                    <a:pt x="895564" y="33841"/>
                  </a:lnTo>
                  <a:lnTo>
                    <a:pt x="906143" y="30440"/>
                  </a:lnTo>
                  <a:lnTo>
                    <a:pt x="916493" y="27112"/>
                  </a:lnTo>
                  <a:lnTo>
                    <a:pt x="926626" y="23854"/>
                  </a:lnTo>
                  <a:lnTo>
                    <a:pt x="936550" y="20663"/>
                  </a:lnTo>
                  <a:lnTo>
                    <a:pt x="946273" y="17537"/>
                  </a:lnTo>
                  <a:lnTo>
                    <a:pt x="955804" y="14472"/>
                  </a:lnTo>
                  <a:lnTo>
                    <a:pt x="965150" y="11468"/>
                  </a:lnTo>
                  <a:lnTo>
                    <a:pt x="974318" y="8520"/>
                  </a:lnTo>
                  <a:lnTo>
                    <a:pt x="983314" y="5627"/>
                  </a:lnTo>
                  <a:lnTo>
                    <a:pt x="992145" y="2788"/>
                  </a:lnTo>
                  <a:lnTo>
                    <a:pt x="100081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76092" y="3232095"/>
              <a:ext cx="1000818" cy="5585"/>
            </a:xfrm>
            <a:custGeom>
              <a:avLst/>
              <a:pathLst>
                <a:path w="1000818" h="5585">
                  <a:moveTo>
                    <a:pt x="0" y="5585"/>
                  </a:moveTo>
                  <a:lnTo>
                    <a:pt x="64267" y="5226"/>
                  </a:lnTo>
                  <a:lnTo>
                    <a:pt x="120955" y="4910"/>
                  </a:lnTo>
                  <a:lnTo>
                    <a:pt x="171664" y="4627"/>
                  </a:lnTo>
                  <a:lnTo>
                    <a:pt x="217536" y="4371"/>
                  </a:lnTo>
                  <a:lnTo>
                    <a:pt x="259414" y="4137"/>
                  </a:lnTo>
                  <a:lnTo>
                    <a:pt x="297938" y="3922"/>
                  </a:lnTo>
                  <a:lnTo>
                    <a:pt x="333606" y="3723"/>
                  </a:lnTo>
                  <a:lnTo>
                    <a:pt x="366811" y="3538"/>
                  </a:lnTo>
                  <a:lnTo>
                    <a:pt x="397873" y="3364"/>
                  </a:lnTo>
                  <a:lnTo>
                    <a:pt x="427051" y="3201"/>
                  </a:lnTo>
                  <a:lnTo>
                    <a:pt x="454561" y="3048"/>
                  </a:lnTo>
                  <a:lnTo>
                    <a:pt x="480583" y="2903"/>
                  </a:lnTo>
                  <a:lnTo>
                    <a:pt x="505270" y="2765"/>
                  </a:lnTo>
                  <a:lnTo>
                    <a:pt x="528753" y="2634"/>
                  </a:lnTo>
                  <a:lnTo>
                    <a:pt x="551142" y="2509"/>
                  </a:lnTo>
                  <a:lnTo>
                    <a:pt x="572536" y="2390"/>
                  </a:lnTo>
                  <a:lnTo>
                    <a:pt x="593020" y="2275"/>
                  </a:lnTo>
                  <a:lnTo>
                    <a:pt x="612667" y="2166"/>
                  </a:lnTo>
                  <a:lnTo>
                    <a:pt x="631544" y="2060"/>
                  </a:lnTo>
                  <a:lnTo>
                    <a:pt x="649708" y="1959"/>
                  </a:lnTo>
                  <a:lnTo>
                    <a:pt x="667212" y="1861"/>
                  </a:lnTo>
                  <a:lnTo>
                    <a:pt x="684101" y="1767"/>
                  </a:lnTo>
                  <a:lnTo>
                    <a:pt x="700417" y="1676"/>
                  </a:lnTo>
                  <a:lnTo>
                    <a:pt x="716199" y="1588"/>
                  </a:lnTo>
                  <a:lnTo>
                    <a:pt x="731479" y="1503"/>
                  </a:lnTo>
                  <a:lnTo>
                    <a:pt x="746289" y="1420"/>
                  </a:lnTo>
                  <a:lnTo>
                    <a:pt x="760657" y="1340"/>
                  </a:lnTo>
                  <a:lnTo>
                    <a:pt x="774609" y="1262"/>
                  </a:lnTo>
                  <a:lnTo>
                    <a:pt x="788167" y="1186"/>
                  </a:lnTo>
                  <a:lnTo>
                    <a:pt x="801354" y="1113"/>
                  </a:lnTo>
                  <a:lnTo>
                    <a:pt x="814189" y="1041"/>
                  </a:lnTo>
                  <a:lnTo>
                    <a:pt x="826691" y="971"/>
                  </a:lnTo>
                  <a:lnTo>
                    <a:pt x="838876" y="903"/>
                  </a:lnTo>
                  <a:lnTo>
                    <a:pt x="850761" y="837"/>
                  </a:lnTo>
                  <a:lnTo>
                    <a:pt x="862359" y="772"/>
                  </a:lnTo>
                  <a:lnTo>
                    <a:pt x="873684" y="709"/>
                  </a:lnTo>
                  <a:lnTo>
                    <a:pt x="884748" y="647"/>
                  </a:lnTo>
                  <a:lnTo>
                    <a:pt x="895564" y="587"/>
                  </a:lnTo>
                  <a:lnTo>
                    <a:pt x="906143" y="528"/>
                  </a:lnTo>
                  <a:lnTo>
                    <a:pt x="916493" y="470"/>
                  </a:lnTo>
                  <a:lnTo>
                    <a:pt x="926626" y="414"/>
                  </a:lnTo>
                  <a:lnTo>
                    <a:pt x="936550" y="358"/>
                  </a:lnTo>
                  <a:lnTo>
                    <a:pt x="946273" y="304"/>
                  </a:lnTo>
                  <a:lnTo>
                    <a:pt x="955804" y="251"/>
                  </a:lnTo>
                  <a:lnTo>
                    <a:pt x="965150" y="199"/>
                  </a:lnTo>
                  <a:lnTo>
                    <a:pt x="974318" y="147"/>
                  </a:lnTo>
                  <a:lnTo>
                    <a:pt x="983314" y="97"/>
                  </a:lnTo>
                  <a:lnTo>
                    <a:pt x="992145" y="48"/>
                  </a:lnTo>
                  <a:lnTo>
                    <a:pt x="100081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76092" y="2860874"/>
              <a:ext cx="1000818" cy="169694"/>
            </a:xfrm>
            <a:custGeom>
              <a:avLst/>
              <a:pathLst>
                <a:path w="1000818" h="169694">
                  <a:moveTo>
                    <a:pt x="0" y="169694"/>
                  </a:moveTo>
                  <a:lnTo>
                    <a:pt x="64267" y="158797"/>
                  </a:lnTo>
                  <a:lnTo>
                    <a:pt x="120955" y="149185"/>
                  </a:lnTo>
                  <a:lnTo>
                    <a:pt x="171664" y="140587"/>
                  </a:lnTo>
                  <a:lnTo>
                    <a:pt x="217536" y="132809"/>
                  </a:lnTo>
                  <a:lnTo>
                    <a:pt x="259414" y="125708"/>
                  </a:lnTo>
                  <a:lnTo>
                    <a:pt x="297938" y="119177"/>
                  </a:lnTo>
                  <a:lnTo>
                    <a:pt x="333606" y="113129"/>
                  </a:lnTo>
                  <a:lnTo>
                    <a:pt x="366811" y="107499"/>
                  </a:lnTo>
                  <a:lnTo>
                    <a:pt x="397873" y="102232"/>
                  </a:lnTo>
                  <a:lnTo>
                    <a:pt x="427051" y="97285"/>
                  </a:lnTo>
                  <a:lnTo>
                    <a:pt x="454561" y="92620"/>
                  </a:lnTo>
                  <a:lnTo>
                    <a:pt x="480583" y="88208"/>
                  </a:lnTo>
                  <a:lnTo>
                    <a:pt x="505270" y="84022"/>
                  </a:lnTo>
                  <a:lnTo>
                    <a:pt x="528753" y="80041"/>
                  </a:lnTo>
                  <a:lnTo>
                    <a:pt x="551142" y="76244"/>
                  </a:lnTo>
                  <a:lnTo>
                    <a:pt x="572536" y="72617"/>
                  </a:lnTo>
                  <a:lnTo>
                    <a:pt x="593020" y="69144"/>
                  </a:lnTo>
                  <a:lnTo>
                    <a:pt x="612667" y="65812"/>
                  </a:lnTo>
                  <a:lnTo>
                    <a:pt x="631544" y="62612"/>
                  </a:lnTo>
                  <a:lnTo>
                    <a:pt x="649708" y="59532"/>
                  </a:lnTo>
                  <a:lnTo>
                    <a:pt x="667212" y="56564"/>
                  </a:lnTo>
                  <a:lnTo>
                    <a:pt x="684101" y="53701"/>
                  </a:lnTo>
                  <a:lnTo>
                    <a:pt x="700417" y="50934"/>
                  </a:lnTo>
                  <a:lnTo>
                    <a:pt x="716199" y="48258"/>
                  </a:lnTo>
                  <a:lnTo>
                    <a:pt x="731479" y="45667"/>
                  </a:lnTo>
                  <a:lnTo>
                    <a:pt x="746289" y="43156"/>
                  </a:lnTo>
                  <a:lnTo>
                    <a:pt x="760657" y="40720"/>
                  </a:lnTo>
                  <a:lnTo>
                    <a:pt x="774609" y="38354"/>
                  </a:lnTo>
                  <a:lnTo>
                    <a:pt x="788167" y="36056"/>
                  </a:lnTo>
                  <a:lnTo>
                    <a:pt x="801354" y="33820"/>
                  </a:lnTo>
                  <a:lnTo>
                    <a:pt x="814189" y="31643"/>
                  </a:lnTo>
                  <a:lnTo>
                    <a:pt x="826691" y="29524"/>
                  </a:lnTo>
                  <a:lnTo>
                    <a:pt x="838876" y="27458"/>
                  </a:lnTo>
                  <a:lnTo>
                    <a:pt x="850761" y="25442"/>
                  </a:lnTo>
                  <a:lnTo>
                    <a:pt x="862359" y="23476"/>
                  </a:lnTo>
                  <a:lnTo>
                    <a:pt x="873684" y="21556"/>
                  </a:lnTo>
                  <a:lnTo>
                    <a:pt x="884748" y="19680"/>
                  </a:lnTo>
                  <a:lnTo>
                    <a:pt x="895564" y="17846"/>
                  </a:lnTo>
                  <a:lnTo>
                    <a:pt x="906143" y="16052"/>
                  </a:lnTo>
                  <a:lnTo>
                    <a:pt x="916493" y="14297"/>
                  </a:lnTo>
                  <a:lnTo>
                    <a:pt x="926626" y="12579"/>
                  </a:lnTo>
                  <a:lnTo>
                    <a:pt x="936550" y="10896"/>
                  </a:lnTo>
                  <a:lnTo>
                    <a:pt x="946273" y="9248"/>
                  </a:lnTo>
                  <a:lnTo>
                    <a:pt x="955804" y="7632"/>
                  </a:lnTo>
                  <a:lnTo>
                    <a:pt x="965150" y="6047"/>
                  </a:lnTo>
                  <a:lnTo>
                    <a:pt x="974318" y="4493"/>
                  </a:lnTo>
                  <a:lnTo>
                    <a:pt x="983314" y="2967"/>
                  </a:lnTo>
                  <a:lnTo>
                    <a:pt x="992145" y="1470"/>
                  </a:lnTo>
                  <a:lnTo>
                    <a:pt x="100081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76092" y="3024618"/>
              <a:ext cx="1000818" cy="145198"/>
            </a:xfrm>
            <a:custGeom>
              <a:avLst/>
              <a:pathLst>
                <a:path w="1000818" h="145198">
                  <a:moveTo>
                    <a:pt x="0" y="0"/>
                  </a:moveTo>
                  <a:lnTo>
                    <a:pt x="64267" y="9323"/>
                  </a:lnTo>
                  <a:lnTo>
                    <a:pt x="120955" y="17548"/>
                  </a:lnTo>
                  <a:lnTo>
                    <a:pt x="171664" y="24905"/>
                  </a:lnTo>
                  <a:lnTo>
                    <a:pt x="217536" y="31560"/>
                  </a:lnTo>
                  <a:lnTo>
                    <a:pt x="259414" y="37635"/>
                  </a:lnTo>
                  <a:lnTo>
                    <a:pt x="297938" y="43224"/>
                  </a:lnTo>
                  <a:lnTo>
                    <a:pt x="333606" y="48399"/>
                  </a:lnTo>
                  <a:lnTo>
                    <a:pt x="366811" y="53217"/>
                  </a:lnTo>
                  <a:lnTo>
                    <a:pt x="397873" y="57723"/>
                  </a:lnTo>
                  <a:lnTo>
                    <a:pt x="427051" y="61956"/>
                  </a:lnTo>
                  <a:lnTo>
                    <a:pt x="454561" y="65947"/>
                  </a:lnTo>
                  <a:lnTo>
                    <a:pt x="480583" y="69723"/>
                  </a:lnTo>
                  <a:lnTo>
                    <a:pt x="505270" y="73304"/>
                  </a:lnTo>
                  <a:lnTo>
                    <a:pt x="528753" y="76711"/>
                  </a:lnTo>
                  <a:lnTo>
                    <a:pt x="551142" y="79959"/>
                  </a:lnTo>
                  <a:lnTo>
                    <a:pt x="572536" y="83063"/>
                  </a:lnTo>
                  <a:lnTo>
                    <a:pt x="593020" y="86035"/>
                  </a:lnTo>
                  <a:lnTo>
                    <a:pt x="612667" y="88885"/>
                  </a:lnTo>
                  <a:lnTo>
                    <a:pt x="631544" y="91624"/>
                  </a:lnTo>
                  <a:lnTo>
                    <a:pt x="649708" y="94259"/>
                  </a:lnTo>
                  <a:lnTo>
                    <a:pt x="667212" y="96799"/>
                  </a:lnTo>
                  <a:lnTo>
                    <a:pt x="684101" y="99249"/>
                  </a:lnTo>
                  <a:lnTo>
                    <a:pt x="700417" y="101616"/>
                  </a:lnTo>
                  <a:lnTo>
                    <a:pt x="716199" y="103906"/>
                  </a:lnTo>
                  <a:lnTo>
                    <a:pt x="731479" y="106123"/>
                  </a:lnTo>
                  <a:lnTo>
                    <a:pt x="746289" y="108271"/>
                  </a:lnTo>
                  <a:lnTo>
                    <a:pt x="760657" y="110356"/>
                  </a:lnTo>
                  <a:lnTo>
                    <a:pt x="774609" y="112380"/>
                  </a:lnTo>
                  <a:lnTo>
                    <a:pt x="788167" y="114347"/>
                  </a:lnTo>
                  <a:lnTo>
                    <a:pt x="801354" y="116260"/>
                  </a:lnTo>
                  <a:lnTo>
                    <a:pt x="814189" y="118122"/>
                  </a:lnTo>
                  <a:lnTo>
                    <a:pt x="826691" y="119936"/>
                  </a:lnTo>
                  <a:lnTo>
                    <a:pt x="838876" y="121704"/>
                  </a:lnTo>
                  <a:lnTo>
                    <a:pt x="850761" y="123428"/>
                  </a:lnTo>
                  <a:lnTo>
                    <a:pt x="862359" y="125111"/>
                  </a:lnTo>
                  <a:lnTo>
                    <a:pt x="873684" y="126754"/>
                  </a:lnTo>
                  <a:lnTo>
                    <a:pt x="884748" y="128359"/>
                  </a:lnTo>
                  <a:lnTo>
                    <a:pt x="895564" y="129928"/>
                  </a:lnTo>
                  <a:lnTo>
                    <a:pt x="906143" y="131463"/>
                  </a:lnTo>
                  <a:lnTo>
                    <a:pt x="916493" y="132965"/>
                  </a:lnTo>
                  <a:lnTo>
                    <a:pt x="926626" y="134435"/>
                  </a:lnTo>
                  <a:lnTo>
                    <a:pt x="936550" y="135874"/>
                  </a:lnTo>
                  <a:lnTo>
                    <a:pt x="946273" y="137285"/>
                  </a:lnTo>
                  <a:lnTo>
                    <a:pt x="955804" y="138668"/>
                  </a:lnTo>
                  <a:lnTo>
                    <a:pt x="965150" y="140024"/>
                  </a:lnTo>
                  <a:lnTo>
                    <a:pt x="974318" y="141354"/>
                  </a:lnTo>
                  <a:lnTo>
                    <a:pt x="983314" y="142659"/>
                  </a:lnTo>
                  <a:lnTo>
                    <a:pt x="992145" y="143940"/>
                  </a:lnTo>
                  <a:lnTo>
                    <a:pt x="1000818" y="14519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76092" y="3216829"/>
              <a:ext cx="1000818" cy="67672"/>
            </a:xfrm>
            <a:custGeom>
              <a:avLst/>
              <a:pathLst>
                <a:path w="1000818" h="67672">
                  <a:moveTo>
                    <a:pt x="0" y="0"/>
                  </a:moveTo>
                  <a:lnTo>
                    <a:pt x="64267" y="4345"/>
                  </a:lnTo>
                  <a:lnTo>
                    <a:pt x="120955" y="8178"/>
                  </a:lnTo>
                  <a:lnTo>
                    <a:pt x="171664" y="11607"/>
                  </a:lnTo>
                  <a:lnTo>
                    <a:pt x="217536" y="14709"/>
                  </a:lnTo>
                  <a:lnTo>
                    <a:pt x="259414" y="17540"/>
                  </a:lnTo>
                  <a:lnTo>
                    <a:pt x="297938" y="20145"/>
                  </a:lnTo>
                  <a:lnTo>
                    <a:pt x="333606" y="22557"/>
                  </a:lnTo>
                  <a:lnTo>
                    <a:pt x="366811" y="24802"/>
                  </a:lnTo>
                  <a:lnTo>
                    <a:pt x="397873" y="26902"/>
                  </a:lnTo>
                  <a:lnTo>
                    <a:pt x="427051" y="28875"/>
                  </a:lnTo>
                  <a:lnTo>
                    <a:pt x="454561" y="30736"/>
                  </a:lnTo>
                  <a:lnTo>
                    <a:pt x="480583" y="32495"/>
                  </a:lnTo>
                  <a:lnTo>
                    <a:pt x="505270" y="34164"/>
                  </a:lnTo>
                  <a:lnTo>
                    <a:pt x="528753" y="35752"/>
                  </a:lnTo>
                  <a:lnTo>
                    <a:pt x="551142" y="37266"/>
                  </a:lnTo>
                  <a:lnTo>
                    <a:pt x="572536" y="38713"/>
                  </a:lnTo>
                  <a:lnTo>
                    <a:pt x="593020" y="40098"/>
                  </a:lnTo>
                  <a:lnTo>
                    <a:pt x="612667" y="41426"/>
                  </a:lnTo>
                  <a:lnTo>
                    <a:pt x="631544" y="42703"/>
                  </a:lnTo>
                  <a:lnTo>
                    <a:pt x="649708" y="43931"/>
                  </a:lnTo>
                  <a:lnTo>
                    <a:pt x="667212" y="45114"/>
                  </a:lnTo>
                  <a:lnTo>
                    <a:pt x="684101" y="46256"/>
                  </a:lnTo>
                  <a:lnTo>
                    <a:pt x="700417" y="47360"/>
                  </a:lnTo>
                  <a:lnTo>
                    <a:pt x="716199" y="48427"/>
                  </a:lnTo>
                  <a:lnTo>
                    <a:pt x="731479" y="49460"/>
                  </a:lnTo>
                  <a:lnTo>
                    <a:pt x="746289" y="50461"/>
                  </a:lnTo>
                  <a:lnTo>
                    <a:pt x="760657" y="51433"/>
                  </a:lnTo>
                  <a:lnTo>
                    <a:pt x="774609" y="52376"/>
                  </a:lnTo>
                  <a:lnTo>
                    <a:pt x="788167" y="53293"/>
                  </a:lnTo>
                  <a:lnTo>
                    <a:pt x="801354" y="54185"/>
                  </a:lnTo>
                  <a:lnTo>
                    <a:pt x="814189" y="55052"/>
                  </a:lnTo>
                  <a:lnTo>
                    <a:pt x="826691" y="55898"/>
                  </a:lnTo>
                  <a:lnTo>
                    <a:pt x="838876" y="56722"/>
                  </a:lnTo>
                  <a:lnTo>
                    <a:pt x="850761" y="57525"/>
                  </a:lnTo>
                  <a:lnTo>
                    <a:pt x="862359" y="58309"/>
                  </a:lnTo>
                  <a:lnTo>
                    <a:pt x="873684" y="59075"/>
                  </a:lnTo>
                  <a:lnTo>
                    <a:pt x="884748" y="59823"/>
                  </a:lnTo>
                  <a:lnTo>
                    <a:pt x="895564" y="60555"/>
                  </a:lnTo>
                  <a:lnTo>
                    <a:pt x="906143" y="61270"/>
                  </a:lnTo>
                  <a:lnTo>
                    <a:pt x="916493" y="61970"/>
                  </a:lnTo>
                  <a:lnTo>
                    <a:pt x="926626" y="62655"/>
                  </a:lnTo>
                  <a:lnTo>
                    <a:pt x="936550" y="63326"/>
                  </a:lnTo>
                  <a:lnTo>
                    <a:pt x="946273" y="63984"/>
                  </a:lnTo>
                  <a:lnTo>
                    <a:pt x="955804" y="64628"/>
                  </a:lnTo>
                  <a:lnTo>
                    <a:pt x="965150" y="65260"/>
                  </a:lnTo>
                  <a:lnTo>
                    <a:pt x="974318" y="65880"/>
                  </a:lnTo>
                  <a:lnTo>
                    <a:pt x="983314" y="66488"/>
                  </a:lnTo>
                  <a:lnTo>
                    <a:pt x="992145" y="67085"/>
                  </a:lnTo>
                  <a:lnTo>
                    <a:pt x="1000818" y="6767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76092" y="3097190"/>
              <a:ext cx="1000818" cy="141493"/>
            </a:xfrm>
            <a:custGeom>
              <a:avLst/>
              <a:pathLst>
                <a:path w="1000818" h="141493">
                  <a:moveTo>
                    <a:pt x="0" y="0"/>
                  </a:moveTo>
                  <a:lnTo>
                    <a:pt x="64267" y="9085"/>
                  </a:lnTo>
                  <a:lnTo>
                    <a:pt x="120955" y="17100"/>
                  </a:lnTo>
                  <a:lnTo>
                    <a:pt x="171664" y="24269"/>
                  </a:lnTo>
                  <a:lnTo>
                    <a:pt x="217536" y="30754"/>
                  </a:lnTo>
                  <a:lnTo>
                    <a:pt x="259414" y="36675"/>
                  </a:lnTo>
                  <a:lnTo>
                    <a:pt x="297938" y="42121"/>
                  </a:lnTo>
                  <a:lnTo>
                    <a:pt x="333606" y="47164"/>
                  </a:lnTo>
                  <a:lnTo>
                    <a:pt x="366811" y="51858"/>
                  </a:lnTo>
                  <a:lnTo>
                    <a:pt x="397873" y="56250"/>
                  </a:lnTo>
                  <a:lnTo>
                    <a:pt x="427051" y="60375"/>
                  </a:lnTo>
                  <a:lnTo>
                    <a:pt x="454561" y="64264"/>
                  </a:lnTo>
                  <a:lnTo>
                    <a:pt x="480583" y="67943"/>
                  </a:lnTo>
                  <a:lnTo>
                    <a:pt x="505270" y="71433"/>
                  </a:lnTo>
                  <a:lnTo>
                    <a:pt x="528753" y="74753"/>
                  </a:lnTo>
                  <a:lnTo>
                    <a:pt x="551142" y="77919"/>
                  </a:lnTo>
                  <a:lnTo>
                    <a:pt x="572536" y="80943"/>
                  </a:lnTo>
                  <a:lnTo>
                    <a:pt x="593020" y="83839"/>
                  </a:lnTo>
                  <a:lnTo>
                    <a:pt x="612667" y="86617"/>
                  </a:lnTo>
                  <a:lnTo>
                    <a:pt x="631544" y="89286"/>
                  </a:lnTo>
                  <a:lnTo>
                    <a:pt x="649708" y="91854"/>
                  </a:lnTo>
                  <a:lnTo>
                    <a:pt x="667212" y="94328"/>
                  </a:lnTo>
                  <a:lnTo>
                    <a:pt x="684101" y="96716"/>
                  </a:lnTo>
                  <a:lnTo>
                    <a:pt x="700417" y="99023"/>
                  </a:lnTo>
                  <a:lnTo>
                    <a:pt x="716199" y="101254"/>
                  </a:lnTo>
                  <a:lnTo>
                    <a:pt x="731479" y="103414"/>
                  </a:lnTo>
                  <a:lnTo>
                    <a:pt x="746289" y="105508"/>
                  </a:lnTo>
                  <a:lnTo>
                    <a:pt x="760657" y="107539"/>
                  </a:lnTo>
                  <a:lnTo>
                    <a:pt x="774609" y="109512"/>
                  </a:lnTo>
                  <a:lnTo>
                    <a:pt x="788167" y="111429"/>
                  </a:lnTo>
                  <a:lnTo>
                    <a:pt x="801354" y="113293"/>
                  </a:lnTo>
                  <a:lnTo>
                    <a:pt x="814189" y="115108"/>
                  </a:lnTo>
                  <a:lnTo>
                    <a:pt x="826691" y="116875"/>
                  </a:lnTo>
                  <a:lnTo>
                    <a:pt x="838876" y="118598"/>
                  </a:lnTo>
                  <a:lnTo>
                    <a:pt x="850761" y="120278"/>
                  </a:lnTo>
                  <a:lnTo>
                    <a:pt x="862359" y="121918"/>
                  </a:lnTo>
                  <a:lnTo>
                    <a:pt x="873684" y="123519"/>
                  </a:lnTo>
                  <a:lnTo>
                    <a:pt x="884748" y="125083"/>
                  </a:lnTo>
                  <a:lnTo>
                    <a:pt x="895564" y="126612"/>
                  </a:lnTo>
                  <a:lnTo>
                    <a:pt x="906143" y="128108"/>
                  </a:lnTo>
                  <a:lnTo>
                    <a:pt x="916493" y="129571"/>
                  </a:lnTo>
                  <a:lnTo>
                    <a:pt x="926626" y="131004"/>
                  </a:lnTo>
                  <a:lnTo>
                    <a:pt x="936550" y="132407"/>
                  </a:lnTo>
                  <a:lnTo>
                    <a:pt x="946273" y="133781"/>
                  </a:lnTo>
                  <a:lnTo>
                    <a:pt x="955804" y="135129"/>
                  </a:lnTo>
                  <a:lnTo>
                    <a:pt x="965150" y="136450"/>
                  </a:lnTo>
                  <a:lnTo>
                    <a:pt x="974318" y="137746"/>
                  </a:lnTo>
                  <a:lnTo>
                    <a:pt x="983314" y="139018"/>
                  </a:lnTo>
                  <a:lnTo>
                    <a:pt x="992145" y="140267"/>
                  </a:lnTo>
                  <a:lnTo>
                    <a:pt x="1000818" y="14149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76092" y="3065201"/>
              <a:ext cx="1000818" cy="116062"/>
            </a:xfrm>
            <a:custGeom>
              <a:avLst/>
              <a:pathLst>
                <a:path w="1000818" h="116062">
                  <a:moveTo>
                    <a:pt x="0" y="0"/>
                  </a:moveTo>
                  <a:lnTo>
                    <a:pt x="64267" y="7452"/>
                  </a:lnTo>
                  <a:lnTo>
                    <a:pt x="120955" y="14026"/>
                  </a:lnTo>
                  <a:lnTo>
                    <a:pt x="171664" y="19907"/>
                  </a:lnTo>
                  <a:lnTo>
                    <a:pt x="217536" y="25227"/>
                  </a:lnTo>
                  <a:lnTo>
                    <a:pt x="259414" y="30083"/>
                  </a:lnTo>
                  <a:lnTo>
                    <a:pt x="297938" y="34551"/>
                  </a:lnTo>
                  <a:lnTo>
                    <a:pt x="333606" y="38687"/>
                  </a:lnTo>
                  <a:lnTo>
                    <a:pt x="366811" y="42538"/>
                  </a:lnTo>
                  <a:lnTo>
                    <a:pt x="397873" y="46140"/>
                  </a:lnTo>
                  <a:lnTo>
                    <a:pt x="427051" y="49524"/>
                  </a:lnTo>
                  <a:lnTo>
                    <a:pt x="454561" y="52714"/>
                  </a:lnTo>
                  <a:lnTo>
                    <a:pt x="480583" y="55732"/>
                  </a:lnTo>
                  <a:lnTo>
                    <a:pt x="505270" y="58594"/>
                  </a:lnTo>
                  <a:lnTo>
                    <a:pt x="528753" y="61318"/>
                  </a:lnTo>
                  <a:lnTo>
                    <a:pt x="551142" y="63914"/>
                  </a:lnTo>
                  <a:lnTo>
                    <a:pt x="572536" y="66395"/>
                  </a:lnTo>
                  <a:lnTo>
                    <a:pt x="593020" y="68771"/>
                  </a:lnTo>
                  <a:lnTo>
                    <a:pt x="612667" y="71049"/>
                  </a:lnTo>
                  <a:lnTo>
                    <a:pt x="631544" y="73238"/>
                  </a:lnTo>
                  <a:lnTo>
                    <a:pt x="649708" y="75344"/>
                  </a:lnTo>
                  <a:lnTo>
                    <a:pt x="667212" y="77374"/>
                  </a:lnTo>
                  <a:lnTo>
                    <a:pt x="684101" y="79333"/>
                  </a:lnTo>
                  <a:lnTo>
                    <a:pt x="700417" y="81225"/>
                  </a:lnTo>
                  <a:lnTo>
                    <a:pt x="716199" y="83055"/>
                  </a:lnTo>
                  <a:lnTo>
                    <a:pt x="731479" y="84827"/>
                  </a:lnTo>
                  <a:lnTo>
                    <a:pt x="746289" y="86545"/>
                  </a:lnTo>
                  <a:lnTo>
                    <a:pt x="760657" y="88211"/>
                  </a:lnTo>
                  <a:lnTo>
                    <a:pt x="774609" y="89829"/>
                  </a:lnTo>
                  <a:lnTo>
                    <a:pt x="788167" y="91401"/>
                  </a:lnTo>
                  <a:lnTo>
                    <a:pt x="801354" y="92930"/>
                  </a:lnTo>
                  <a:lnTo>
                    <a:pt x="814189" y="94419"/>
                  </a:lnTo>
                  <a:lnTo>
                    <a:pt x="826691" y="95869"/>
                  </a:lnTo>
                  <a:lnTo>
                    <a:pt x="838876" y="97282"/>
                  </a:lnTo>
                  <a:lnTo>
                    <a:pt x="850761" y="98660"/>
                  </a:lnTo>
                  <a:lnTo>
                    <a:pt x="862359" y="100005"/>
                  </a:lnTo>
                  <a:lnTo>
                    <a:pt x="873684" y="101318"/>
                  </a:lnTo>
                  <a:lnTo>
                    <a:pt x="884748" y="102601"/>
                  </a:lnTo>
                  <a:lnTo>
                    <a:pt x="895564" y="103856"/>
                  </a:lnTo>
                  <a:lnTo>
                    <a:pt x="906143" y="105083"/>
                  </a:lnTo>
                  <a:lnTo>
                    <a:pt x="916493" y="106283"/>
                  </a:lnTo>
                  <a:lnTo>
                    <a:pt x="926626" y="107458"/>
                  </a:lnTo>
                  <a:lnTo>
                    <a:pt x="936550" y="108609"/>
                  </a:lnTo>
                  <a:lnTo>
                    <a:pt x="946273" y="109736"/>
                  </a:lnTo>
                  <a:lnTo>
                    <a:pt x="955804" y="110842"/>
                  </a:lnTo>
                  <a:lnTo>
                    <a:pt x="965150" y="111925"/>
                  </a:lnTo>
                  <a:lnTo>
                    <a:pt x="974318" y="112989"/>
                  </a:lnTo>
                  <a:lnTo>
                    <a:pt x="983314" y="114032"/>
                  </a:lnTo>
                  <a:lnTo>
                    <a:pt x="992145" y="115056"/>
                  </a:lnTo>
                  <a:lnTo>
                    <a:pt x="1000818" y="11606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35360" y="33722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35360" y="316871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29652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27617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76458" y="34086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76458" y="32051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76458" y="30016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27981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7609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809698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4330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47691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57718" y="31743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81398" y="30225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79006" y="31371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87784" y="31425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64577" y="32628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83625" y="31256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92339" y="32154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98129" y="31718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59772" y="32815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93384" y="32999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210882" y="33578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15087" y="333568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18538" y="32286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14831" y="33196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23935" y="32362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10200" y="30864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26392" y="33398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215039" y="33325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19000" y="32234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36238" y="31137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98018" y="31798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33916" y="33331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93112" y="30551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02340" y="32401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16978" y="31466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03884" y="31349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30139" y="29762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220919" y="30719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58982" y="30893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35473" y="33921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71291" y="312661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43342" y="32879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34976" y="33121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43365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44607" y="29446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41272" y="30777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46100" y="32144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65957" y="31582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49477" y="33734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51479" y="32832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40342" y="32752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33905" y="32941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61900" y="31714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25900" y="33244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25060" y="32608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42747" y="30450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55119" y="32187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37591" y="26272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865321" y="32026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84883" y="32426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75369" y="29545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66398" y="33301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94354" y="30271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80641" y="32781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94653" y="32524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91113" y="308861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97462" y="29808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85935" y="32900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78682" y="31509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92045" y="3227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00628" y="31032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67788" y="33173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65722" y="30559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86131" y="30399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59623" y="323161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97584" y="30757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84460" y="30329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82963" y="32160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84759" y="30453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85703" y="33419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68640" y="32793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97890" y="33905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907100" y="3143469"/>
              <a:ext cx="1003837" cy="9450"/>
            </a:xfrm>
            <a:custGeom>
              <a:avLst/>
              <a:pathLst>
                <a:path w="1003837" h="9450">
                  <a:moveTo>
                    <a:pt x="0" y="9450"/>
                  </a:moveTo>
                  <a:lnTo>
                    <a:pt x="64461" y="8843"/>
                  </a:lnTo>
                  <a:lnTo>
                    <a:pt x="121320" y="8308"/>
                  </a:lnTo>
                  <a:lnTo>
                    <a:pt x="172182" y="7829"/>
                  </a:lnTo>
                  <a:lnTo>
                    <a:pt x="218193" y="7396"/>
                  </a:lnTo>
                  <a:lnTo>
                    <a:pt x="260197" y="7001"/>
                  </a:lnTo>
                  <a:lnTo>
                    <a:pt x="298837" y="6637"/>
                  </a:lnTo>
                  <a:lnTo>
                    <a:pt x="334612" y="6300"/>
                  </a:lnTo>
                  <a:lnTo>
                    <a:pt x="367918" y="5986"/>
                  </a:lnTo>
                  <a:lnTo>
                    <a:pt x="399073" y="5693"/>
                  </a:lnTo>
                  <a:lnTo>
                    <a:pt x="428340" y="5418"/>
                  </a:lnTo>
                  <a:lnTo>
                    <a:pt x="455932" y="5158"/>
                  </a:lnTo>
                  <a:lnTo>
                    <a:pt x="482033" y="4912"/>
                  </a:lnTo>
                  <a:lnTo>
                    <a:pt x="506795" y="4679"/>
                  </a:lnTo>
                  <a:lnTo>
                    <a:pt x="530348" y="4457"/>
                  </a:lnTo>
                  <a:lnTo>
                    <a:pt x="552805" y="4246"/>
                  </a:lnTo>
                  <a:lnTo>
                    <a:pt x="574264" y="4044"/>
                  </a:lnTo>
                  <a:lnTo>
                    <a:pt x="594809" y="3850"/>
                  </a:lnTo>
                  <a:lnTo>
                    <a:pt x="614516" y="3665"/>
                  </a:lnTo>
                  <a:lnTo>
                    <a:pt x="633449" y="3487"/>
                  </a:lnTo>
                  <a:lnTo>
                    <a:pt x="651668" y="3315"/>
                  </a:lnTo>
                  <a:lnTo>
                    <a:pt x="669225" y="3150"/>
                  </a:lnTo>
                  <a:lnTo>
                    <a:pt x="686165" y="2990"/>
                  </a:lnTo>
                  <a:lnTo>
                    <a:pt x="702530" y="2836"/>
                  </a:lnTo>
                  <a:lnTo>
                    <a:pt x="718359" y="2687"/>
                  </a:lnTo>
                  <a:lnTo>
                    <a:pt x="733686" y="2543"/>
                  </a:lnTo>
                  <a:lnTo>
                    <a:pt x="748541" y="2403"/>
                  </a:lnTo>
                  <a:lnTo>
                    <a:pt x="762952" y="2267"/>
                  </a:lnTo>
                  <a:lnTo>
                    <a:pt x="776946" y="2136"/>
                  </a:lnTo>
                  <a:lnTo>
                    <a:pt x="790545" y="2008"/>
                  </a:lnTo>
                  <a:lnTo>
                    <a:pt x="803772" y="1883"/>
                  </a:lnTo>
                  <a:lnTo>
                    <a:pt x="816646" y="1762"/>
                  </a:lnTo>
                  <a:lnTo>
                    <a:pt x="829185" y="1644"/>
                  </a:lnTo>
                  <a:lnTo>
                    <a:pt x="841407" y="1529"/>
                  </a:lnTo>
                  <a:lnTo>
                    <a:pt x="853327" y="1416"/>
                  </a:lnTo>
                  <a:lnTo>
                    <a:pt x="864960" y="1307"/>
                  </a:lnTo>
                  <a:lnTo>
                    <a:pt x="876319" y="1200"/>
                  </a:lnTo>
                  <a:lnTo>
                    <a:pt x="887418" y="1096"/>
                  </a:lnTo>
                  <a:lnTo>
                    <a:pt x="898266" y="993"/>
                  </a:lnTo>
                  <a:lnTo>
                    <a:pt x="908876" y="894"/>
                  </a:lnTo>
                  <a:lnTo>
                    <a:pt x="919258" y="796"/>
                  </a:lnTo>
                  <a:lnTo>
                    <a:pt x="929422" y="700"/>
                  </a:lnTo>
                  <a:lnTo>
                    <a:pt x="939376" y="606"/>
                  </a:lnTo>
                  <a:lnTo>
                    <a:pt x="949128" y="515"/>
                  </a:lnTo>
                  <a:lnTo>
                    <a:pt x="958688" y="425"/>
                  </a:lnTo>
                  <a:lnTo>
                    <a:pt x="968062" y="336"/>
                  </a:lnTo>
                  <a:lnTo>
                    <a:pt x="977257" y="250"/>
                  </a:lnTo>
                  <a:lnTo>
                    <a:pt x="986281" y="165"/>
                  </a:lnTo>
                  <a:lnTo>
                    <a:pt x="995139" y="81"/>
                  </a:lnTo>
                  <a:lnTo>
                    <a:pt x="100383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907100" y="3236531"/>
              <a:ext cx="1003837" cy="24319"/>
            </a:xfrm>
            <a:custGeom>
              <a:avLst/>
              <a:pathLst>
                <a:path w="1003837" h="24319">
                  <a:moveTo>
                    <a:pt x="0" y="0"/>
                  </a:moveTo>
                  <a:lnTo>
                    <a:pt x="64461" y="1561"/>
                  </a:lnTo>
                  <a:lnTo>
                    <a:pt x="121320" y="2939"/>
                  </a:lnTo>
                  <a:lnTo>
                    <a:pt x="172182" y="4171"/>
                  </a:lnTo>
                  <a:lnTo>
                    <a:pt x="218193" y="5286"/>
                  </a:lnTo>
                  <a:lnTo>
                    <a:pt x="260197" y="6303"/>
                  </a:lnTo>
                  <a:lnTo>
                    <a:pt x="298837" y="7239"/>
                  </a:lnTo>
                  <a:lnTo>
                    <a:pt x="334612" y="8106"/>
                  </a:lnTo>
                  <a:lnTo>
                    <a:pt x="367918" y="8913"/>
                  </a:lnTo>
                  <a:lnTo>
                    <a:pt x="399073" y="9668"/>
                  </a:lnTo>
                  <a:lnTo>
                    <a:pt x="428340" y="10377"/>
                  </a:lnTo>
                  <a:lnTo>
                    <a:pt x="455932" y="11045"/>
                  </a:lnTo>
                  <a:lnTo>
                    <a:pt x="482033" y="11678"/>
                  </a:lnTo>
                  <a:lnTo>
                    <a:pt x="506795" y="12278"/>
                  </a:lnTo>
                  <a:lnTo>
                    <a:pt x="530348" y="12848"/>
                  </a:lnTo>
                  <a:lnTo>
                    <a:pt x="552805" y="13392"/>
                  </a:lnTo>
                  <a:lnTo>
                    <a:pt x="574264" y="13912"/>
                  </a:lnTo>
                  <a:lnTo>
                    <a:pt x="594809" y="14410"/>
                  </a:lnTo>
                  <a:lnTo>
                    <a:pt x="614516" y="14887"/>
                  </a:lnTo>
                  <a:lnTo>
                    <a:pt x="633449" y="15346"/>
                  </a:lnTo>
                  <a:lnTo>
                    <a:pt x="651668" y="15787"/>
                  </a:lnTo>
                  <a:lnTo>
                    <a:pt x="669225" y="16213"/>
                  </a:lnTo>
                  <a:lnTo>
                    <a:pt x="686165" y="16623"/>
                  </a:lnTo>
                  <a:lnTo>
                    <a:pt x="702530" y="17020"/>
                  </a:lnTo>
                  <a:lnTo>
                    <a:pt x="718359" y="17403"/>
                  </a:lnTo>
                  <a:lnTo>
                    <a:pt x="733686" y="17775"/>
                  </a:lnTo>
                  <a:lnTo>
                    <a:pt x="748541" y="18134"/>
                  </a:lnTo>
                  <a:lnTo>
                    <a:pt x="762952" y="18484"/>
                  </a:lnTo>
                  <a:lnTo>
                    <a:pt x="776946" y="18823"/>
                  </a:lnTo>
                  <a:lnTo>
                    <a:pt x="790545" y="19152"/>
                  </a:lnTo>
                  <a:lnTo>
                    <a:pt x="803772" y="19472"/>
                  </a:lnTo>
                  <a:lnTo>
                    <a:pt x="816646" y="19784"/>
                  </a:lnTo>
                  <a:lnTo>
                    <a:pt x="829185" y="20088"/>
                  </a:lnTo>
                  <a:lnTo>
                    <a:pt x="841407" y="20384"/>
                  </a:lnTo>
                  <a:lnTo>
                    <a:pt x="853327" y="20673"/>
                  </a:lnTo>
                  <a:lnTo>
                    <a:pt x="864960" y="20955"/>
                  </a:lnTo>
                  <a:lnTo>
                    <a:pt x="876319" y="21230"/>
                  </a:lnTo>
                  <a:lnTo>
                    <a:pt x="887418" y="21499"/>
                  </a:lnTo>
                  <a:lnTo>
                    <a:pt x="898266" y="21762"/>
                  </a:lnTo>
                  <a:lnTo>
                    <a:pt x="908876" y="22019"/>
                  </a:lnTo>
                  <a:lnTo>
                    <a:pt x="919258" y="22270"/>
                  </a:lnTo>
                  <a:lnTo>
                    <a:pt x="929422" y="22517"/>
                  </a:lnTo>
                  <a:lnTo>
                    <a:pt x="939376" y="22758"/>
                  </a:lnTo>
                  <a:lnTo>
                    <a:pt x="949128" y="22994"/>
                  </a:lnTo>
                  <a:lnTo>
                    <a:pt x="958688" y="23226"/>
                  </a:lnTo>
                  <a:lnTo>
                    <a:pt x="968062" y="23453"/>
                  </a:lnTo>
                  <a:lnTo>
                    <a:pt x="977257" y="23676"/>
                  </a:lnTo>
                  <a:lnTo>
                    <a:pt x="986281" y="23894"/>
                  </a:lnTo>
                  <a:lnTo>
                    <a:pt x="995139" y="24109"/>
                  </a:lnTo>
                  <a:lnTo>
                    <a:pt x="1003837" y="2431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907100" y="3126043"/>
              <a:ext cx="1003837" cy="43804"/>
            </a:xfrm>
            <a:custGeom>
              <a:avLst/>
              <a:pathLst>
                <a:path w="1003837" h="43804">
                  <a:moveTo>
                    <a:pt x="0" y="43804"/>
                  </a:moveTo>
                  <a:lnTo>
                    <a:pt x="64461" y="40991"/>
                  </a:lnTo>
                  <a:lnTo>
                    <a:pt x="121320" y="38510"/>
                  </a:lnTo>
                  <a:lnTo>
                    <a:pt x="172182" y="36290"/>
                  </a:lnTo>
                  <a:lnTo>
                    <a:pt x="218193" y="34282"/>
                  </a:lnTo>
                  <a:lnTo>
                    <a:pt x="260197" y="32450"/>
                  </a:lnTo>
                  <a:lnTo>
                    <a:pt x="298837" y="30763"/>
                  </a:lnTo>
                  <a:lnTo>
                    <a:pt x="334612" y="29202"/>
                  </a:lnTo>
                  <a:lnTo>
                    <a:pt x="367918" y="27749"/>
                  </a:lnTo>
                  <a:lnTo>
                    <a:pt x="399073" y="26389"/>
                  </a:lnTo>
                  <a:lnTo>
                    <a:pt x="428340" y="25112"/>
                  </a:lnTo>
                  <a:lnTo>
                    <a:pt x="455932" y="23908"/>
                  </a:lnTo>
                  <a:lnTo>
                    <a:pt x="482033" y="22769"/>
                  </a:lnTo>
                  <a:lnTo>
                    <a:pt x="506795" y="21689"/>
                  </a:lnTo>
                  <a:lnTo>
                    <a:pt x="530348" y="20661"/>
                  </a:lnTo>
                  <a:lnTo>
                    <a:pt x="552805" y="19681"/>
                  </a:lnTo>
                  <a:lnTo>
                    <a:pt x="574264" y="18745"/>
                  </a:lnTo>
                  <a:lnTo>
                    <a:pt x="594809" y="17848"/>
                  </a:lnTo>
                  <a:lnTo>
                    <a:pt x="614516" y="16988"/>
                  </a:lnTo>
                  <a:lnTo>
                    <a:pt x="633449" y="16162"/>
                  </a:lnTo>
                  <a:lnTo>
                    <a:pt x="651668" y="15367"/>
                  </a:lnTo>
                  <a:lnTo>
                    <a:pt x="669225" y="14601"/>
                  </a:lnTo>
                  <a:lnTo>
                    <a:pt x="686165" y="13862"/>
                  </a:lnTo>
                  <a:lnTo>
                    <a:pt x="702530" y="13148"/>
                  </a:lnTo>
                  <a:lnTo>
                    <a:pt x="718359" y="12457"/>
                  </a:lnTo>
                  <a:lnTo>
                    <a:pt x="733686" y="11788"/>
                  </a:lnTo>
                  <a:lnTo>
                    <a:pt x="748541" y="11140"/>
                  </a:lnTo>
                  <a:lnTo>
                    <a:pt x="762952" y="10511"/>
                  </a:lnTo>
                  <a:lnTo>
                    <a:pt x="776946" y="9900"/>
                  </a:lnTo>
                  <a:lnTo>
                    <a:pt x="790545" y="9307"/>
                  </a:lnTo>
                  <a:lnTo>
                    <a:pt x="803772" y="8730"/>
                  </a:lnTo>
                  <a:lnTo>
                    <a:pt x="816646" y="8168"/>
                  </a:lnTo>
                  <a:lnTo>
                    <a:pt x="829185" y="7621"/>
                  </a:lnTo>
                  <a:lnTo>
                    <a:pt x="841407" y="7087"/>
                  </a:lnTo>
                  <a:lnTo>
                    <a:pt x="853327" y="6567"/>
                  </a:lnTo>
                  <a:lnTo>
                    <a:pt x="864960" y="6060"/>
                  </a:lnTo>
                  <a:lnTo>
                    <a:pt x="876319" y="5564"/>
                  </a:lnTo>
                  <a:lnTo>
                    <a:pt x="887418" y="5080"/>
                  </a:lnTo>
                  <a:lnTo>
                    <a:pt x="898266" y="4606"/>
                  </a:lnTo>
                  <a:lnTo>
                    <a:pt x="908876" y="4143"/>
                  </a:lnTo>
                  <a:lnTo>
                    <a:pt x="919258" y="3690"/>
                  </a:lnTo>
                  <a:lnTo>
                    <a:pt x="929422" y="3247"/>
                  </a:lnTo>
                  <a:lnTo>
                    <a:pt x="939376" y="2812"/>
                  </a:lnTo>
                  <a:lnTo>
                    <a:pt x="949128" y="2387"/>
                  </a:lnTo>
                  <a:lnTo>
                    <a:pt x="958688" y="1970"/>
                  </a:lnTo>
                  <a:lnTo>
                    <a:pt x="968062" y="1561"/>
                  </a:lnTo>
                  <a:lnTo>
                    <a:pt x="977257" y="1159"/>
                  </a:lnTo>
                  <a:lnTo>
                    <a:pt x="986281" y="766"/>
                  </a:lnTo>
                  <a:lnTo>
                    <a:pt x="995139" y="379"/>
                  </a:lnTo>
                  <a:lnTo>
                    <a:pt x="100383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907100" y="2995686"/>
              <a:ext cx="1003837" cy="161624"/>
            </a:xfrm>
            <a:custGeom>
              <a:avLst/>
              <a:pathLst>
                <a:path w="1003837" h="161624">
                  <a:moveTo>
                    <a:pt x="0" y="161624"/>
                  </a:moveTo>
                  <a:lnTo>
                    <a:pt x="64461" y="151245"/>
                  </a:lnTo>
                  <a:lnTo>
                    <a:pt x="121320" y="142091"/>
                  </a:lnTo>
                  <a:lnTo>
                    <a:pt x="172182" y="133901"/>
                  </a:lnTo>
                  <a:lnTo>
                    <a:pt x="218193" y="126493"/>
                  </a:lnTo>
                  <a:lnTo>
                    <a:pt x="260197" y="119730"/>
                  </a:lnTo>
                  <a:lnTo>
                    <a:pt x="298837" y="113509"/>
                  </a:lnTo>
                  <a:lnTo>
                    <a:pt x="334612" y="107749"/>
                  </a:lnTo>
                  <a:lnTo>
                    <a:pt x="367918" y="102387"/>
                  </a:lnTo>
                  <a:lnTo>
                    <a:pt x="399073" y="97370"/>
                  </a:lnTo>
                  <a:lnTo>
                    <a:pt x="428340" y="92658"/>
                  </a:lnTo>
                  <a:lnTo>
                    <a:pt x="455932" y="88216"/>
                  </a:lnTo>
                  <a:lnTo>
                    <a:pt x="482033" y="84013"/>
                  </a:lnTo>
                  <a:lnTo>
                    <a:pt x="506795" y="80027"/>
                  </a:lnTo>
                  <a:lnTo>
                    <a:pt x="530348" y="76234"/>
                  </a:lnTo>
                  <a:lnTo>
                    <a:pt x="552805" y="72619"/>
                  </a:lnTo>
                  <a:lnTo>
                    <a:pt x="574264" y="69164"/>
                  </a:lnTo>
                  <a:lnTo>
                    <a:pt x="594809" y="65856"/>
                  </a:lnTo>
                  <a:lnTo>
                    <a:pt x="614516" y="62683"/>
                  </a:lnTo>
                  <a:lnTo>
                    <a:pt x="633449" y="59634"/>
                  </a:lnTo>
                  <a:lnTo>
                    <a:pt x="651668" y="56701"/>
                  </a:lnTo>
                  <a:lnTo>
                    <a:pt x="669225" y="53874"/>
                  </a:lnTo>
                  <a:lnTo>
                    <a:pt x="686165" y="51147"/>
                  </a:lnTo>
                  <a:lnTo>
                    <a:pt x="702530" y="48512"/>
                  </a:lnTo>
                  <a:lnTo>
                    <a:pt x="718359" y="45963"/>
                  </a:lnTo>
                  <a:lnTo>
                    <a:pt x="733686" y="43496"/>
                  </a:lnTo>
                  <a:lnTo>
                    <a:pt x="748541" y="41104"/>
                  </a:lnTo>
                  <a:lnTo>
                    <a:pt x="762952" y="38784"/>
                  </a:lnTo>
                  <a:lnTo>
                    <a:pt x="776946" y="36531"/>
                  </a:lnTo>
                  <a:lnTo>
                    <a:pt x="790545" y="34341"/>
                  </a:lnTo>
                  <a:lnTo>
                    <a:pt x="803772" y="32211"/>
                  </a:lnTo>
                  <a:lnTo>
                    <a:pt x="816646" y="30139"/>
                  </a:lnTo>
                  <a:lnTo>
                    <a:pt x="829185" y="28120"/>
                  </a:lnTo>
                  <a:lnTo>
                    <a:pt x="841407" y="26152"/>
                  </a:lnTo>
                  <a:lnTo>
                    <a:pt x="853327" y="24233"/>
                  </a:lnTo>
                  <a:lnTo>
                    <a:pt x="864960" y="22360"/>
                  </a:lnTo>
                  <a:lnTo>
                    <a:pt x="876319" y="20531"/>
                  </a:lnTo>
                  <a:lnTo>
                    <a:pt x="887418" y="18744"/>
                  </a:lnTo>
                  <a:lnTo>
                    <a:pt x="898266" y="16997"/>
                  </a:lnTo>
                  <a:lnTo>
                    <a:pt x="908876" y="15289"/>
                  </a:lnTo>
                  <a:lnTo>
                    <a:pt x="919258" y="13617"/>
                  </a:lnTo>
                  <a:lnTo>
                    <a:pt x="929422" y="11981"/>
                  </a:lnTo>
                  <a:lnTo>
                    <a:pt x="939376" y="10378"/>
                  </a:lnTo>
                  <a:lnTo>
                    <a:pt x="949128" y="8808"/>
                  </a:lnTo>
                  <a:lnTo>
                    <a:pt x="958688" y="7269"/>
                  </a:lnTo>
                  <a:lnTo>
                    <a:pt x="968062" y="5760"/>
                  </a:lnTo>
                  <a:lnTo>
                    <a:pt x="977257" y="4279"/>
                  </a:lnTo>
                  <a:lnTo>
                    <a:pt x="986281" y="2826"/>
                  </a:lnTo>
                  <a:lnTo>
                    <a:pt x="995139" y="1400"/>
                  </a:lnTo>
                  <a:lnTo>
                    <a:pt x="100383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907100" y="3056985"/>
              <a:ext cx="1003837" cy="153542"/>
            </a:xfrm>
            <a:custGeom>
              <a:avLst/>
              <a:pathLst>
                <a:path w="1003837" h="153542">
                  <a:moveTo>
                    <a:pt x="0" y="153542"/>
                  </a:moveTo>
                  <a:lnTo>
                    <a:pt x="64461" y="143683"/>
                  </a:lnTo>
                  <a:lnTo>
                    <a:pt x="121320" y="134986"/>
                  </a:lnTo>
                  <a:lnTo>
                    <a:pt x="172182" y="127206"/>
                  </a:lnTo>
                  <a:lnTo>
                    <a:pt x="218193" y="120169"/>
                  </a:lnTo>
                  <a:lnTo>
                    <a:pt x="260197" y="113744"/>
                  </a:lnTo>
                  <a:lnTo>
                    <a:pt x="298837" y="107834"/>
                  </a:lnTo>
                  <a:lnTo>
                    <a:pt x="334612" y="102361"/>
                  </a:lnTo>
                  <a:lnTo>
                    <a:pt x="367918" y="97267"/>
                  </a:lnTo>
                  <a:lnTo>
                    <a:pt x="399073" y="92502"/>
                  </a:lnTo>
                  <a:lnTo>
                    <a:pt x="428340" y="88025"/>
                  </a:lnTo>
                  <a:lnTo>
                    <a:pt x="455932" y="83805"/>
                  </a:lnTo>
                  <a:lnTo>
                    <a:pt x="482033" y="79813"/>
                  </a:lnTo>
                  <a:lnTo>
                    <a:pt x="506795" y="76025"/>
                  </a:lnTo>
                  <a:lnTo>
                    <a:pt x="530348" y="72423"/>
                  </a:lnTo>
                  <a:lnTo>
                    <a:pt x="552805" y="68988"/>
                  </a:lnTo>
                  <a:lnTo>
                    <a:pt x="574264" y="65705"/>
                  </a:lnTo>
                  <a:lnTo>
                    <a:pt x="594809" y="62563"/>
                  </a:lnTo>
                  <a:lnTo>
                    <a:pt x="614516" y="59549"/>
                  </a:lnTo>
                  <a:lnTo>
                    <a:pt x="633449" y="56653"/>
                  </a:lnTo>
                  <a:lnTo>
                    <a:pt x="651668" y="53866"/>
                  </a:lnTo>
                  <a:lnTo>
                    <a:pt x="669225" y="51180"/>
                  </a:lnTo>
                  <a:lnTo>
                    <a:pt x="686165" y="48589"/>
                  </a:lnTo>
                  <a:lnTo>
                    <a:pt x="702530" y="46086"/>
                  </a:lnTo>
                  <a:lnTo>
                    <a:pt x="718359" y="43665"/>
                  </a:lnTo>
                  <a:lnTo>
                    <a:pt x="733686" y="41321"/>
                  </a:lnTo>
                  <a:lnTo>
                    <a:pt x="748541" y="39049"/>
                  </a:lnTo>
                  <a:lnTo>
                    <a:pt x="762952" y="36844"/>
                  </a:lnTo>
                  <a:lnTo>
                    <a:pt x="776946" y="34704"/>
                  </a:lnTo>
                  <a:lnTo>
                    <a:pt x="790545" y="32624"/>
                  </a:lnTo>
                  <a:lnTo>
                    <a:pt x="803772" y="30601"/>
                  </a:lnTo>
                  <a:lnTo>
                    <a:pt x="816646" y="28632"/>
                  </a:lnTo>
                  <a:lnTo>
                    <a:pt x="829185" y="26714"/>
                  </a:lnTo>
                  <a:lnTo>
                    <a:pt x="841407" y="24844"/>
                  </a:lnTo>
                  <a:lnTo>
                    <a:pt x="853327" y="23021"/>
                  </a:lnTo>
                  <a:lnTo>
                    <a:pt x="864960" y="21242"/>
                  </a:lnTo>
                  <a:lnTo>
                    <a:pt x="876319" y="19504"/>
                  </a:lnTo>
                  <a:lnTo>
                    <a:pt x="887418" y="17807"/>
                  </a:lnTo>
                  <a:lnTo>
                    <a:pt x="898266" y="16147"/>
                  </a:lnTo>
                  <a:lnTo>
                    <a:pt x="908876" y="14524"/>
                  </a:lnTo>
                  <a:lnTo>
                    <a:pt x="919258" y="12936"/>
                  </a:lnTo>
                  <a:lnTo>
                    <a:pt x="929422" y="11382"/>
                  </a:lnTo>
                  <a:lnTo>
                    <a:pt x="939376" y="9859"/>
                  </a:lnTo>
                  <a:lnTo>
                    <a:pt x="949128" y="8368"/>
                  </a:lnTo>
                  <a:lnTo>
                    <a:pt x="958688" y="6905"/>
                  </a:lnTo>
                  <a:lnTo>
                    <a:pt x="968062" y="5472"/>
                  </a:lnTo>
                  <a:lnTo>
                    <a:pt x="977257" y="4065"/>
                  </a:lnTo>
                  <a:lnTo>
                    <a:pt x="986281" y="2685"/>
                  </a:lnTo>
                  <a:lnTo>
                    <a:pt x="995139" y="1330"/>
                  </a:lnTo>
                  <a:lnTo>
                    <a:pt x="100383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907100" y="3131731"/>
              <a:ext cx="1003837" cy="194670"/>
            </a:xfrm>
            <a:custGeom>
              <a:avLst/>
              <a:pathLst>
                <a:path w="1003837" h="194670">
                  <a:moveTo>
                    <a:pt x="0" y="0"/>
                  </a:moveTo>
                  <a:lnTo>
                    <a:pt x="64461" y="12500"/>
                  </a:lnTo>
                  <a:lnTo>
                    <a:pt x="121320" y="23527"/>
                  </a:lnTo>
                  <a:lnTo>
                    <a:pt x="172182" y="33390"/>
                  </a:lnTo>
                  <a:lnTo>
                    <a:pt x="218193" y="42313"/>
                  </a:lnTo>
                  <a:lnTo>
                    <a:pt x="260197" y="50459"/>
                  </a:lnTo>
                  <a:lnTo>
                    <a:pt x="298837" y="57952"/>
                  </a:lnTo>
                  <a:lnTo>
                    <a:pt x="334612" y="64890"/>
                  </a:lnTo>
                  <a:lnTo>
                    <a:pt x="367918" y="71348"/>
                  </a:lnTo>
                  <a:lnTo>
                    <a:pt x="399073" y="77390"/>
                  </a:lnTo>
                  <a:lnTo>
                    <a:pt x="428340" y="83066"/>
                  </a:lnTo>
                  <a:lnTo>
                    <a:pt x="455932" y="88417"/>
                  </a:lnTo>
                  <a:lnTo>
                    <a:pt x="482033" y="93478"/>
                  </a:lnTo>
                  <a:lnTo>
                    <a:pt x="506795" y="98280"/>
                  </a:lnTo>
                  <a:lnTo>
                    <a:pt x="530348" y="102848"/>
                  </a:lnTo>
                  <a:lnTo>
                    <a:pt x="552805" y="107203"/>
                  </a:lnTo>
                  <a:lnTo>
                    <a:pt x="574264" y="111364"/>
                  </a:lnTo>
                  <a:lnTo>
                    <a:pt x="594809" y="115349"/>
                  </a:lnTo>
                  <a:lnTo>
                    <a:pt x="614516" y="119170"/>
                  </a:lnTo>
                  <a:lnTo>
                    <a:pt x="633449" y="122842"/>
                  </a:lnTo>
                  <a:lnTo>
                    <a:pt x="651668" y="126375"/>
                  </a:lnTo>
                  <a:lnTo>
                    <a:pt x="669225" y="129780"/>
                  </a:lnTo>
                  <a:lnTo>
                    <a:pt x="686165" y="133065"/>
                  </a:lnTo>
                  <a:lnTo>
                    <a:pt x="702530" y="136239"/>
                  </a:lnTo>
                  <a:lnTo>
                    <a:pt x="718359" y="139308"/>
                  </a:lnTo>
                  <a:lnTo>
                    <a:pt x="733686" y="142280"/>
                  </a:lnTo>
                  <a:lnTo>
                    <a:pt x="748541" y="145161"/>
                  </a:lnTo>
                  <a:lnTo>
                    <a:pt x="762952" y="147956"/>
                  </a:lnTo>
                  <a:lnTo>
                    <a:pt x="776946" y="150670"/>
                  </a:lnTo>
                  <a:lnTo>
                    <a:pt x="790545" y="153307"/>
                  </a:lnTo>
                  <a:lnTo>
                    <a:pt x="803772" y="155872"/>
                  </a:lnTo>
                  <a:lnTo>
                    <a:pt x="816646" y="158368"/>
                  </a:lnTo>
                  <a:lnTo>
                    <a:pt x="829185" y="160800"/>
                  </a:lnTo>
                  <a:lnTo>
                    <a:pt x="841407" y="163170"/>
                  </a:lnTo>
                  <a:lnTo>
                    <a:pt x="853327" y="165482"/>
                  </a:lnTo>
                  <a:lnTo>
                    <a:pt x="864960" y="167738"/>
                  </a:lnTo>
                  <a:lnTo>
                    <a:pt x="876319" y="169941"/>
                  </a:lnTo>
                  <a:lnTo>
                    <a:pt x="887418" y="172093"/>
                  </a:lnTo>
                  <a:lnTo>
                    <a:pt x="898266" y="174197"/>
                  </a:lnTo>
                  <a:lnTo>
                    <a:pt x="908876" y="176254"/>
                  </a:lnTo>
                  <a:lnTo>
                    <a:pt x="919258" y="178268"/>
                  </a:lnTo>
                  <a:lnTo>
                    <a:pt x="929422" y="180239"/>
                  </a:lnTo>
                  <a:lnTo>
                    <a:pt x="939376" y="182169"/>
                  </a:lnTo>
                  <a:lnTo>
                    <a:pt x="949128" y="184060"/>
                  </a:lnTo>
                  <a:lnTo>
                    <a:pt x="958688" y="185914"/>
                  </a:lnTo>
                  <a:lnTo>
                    <a:pt x="968062" y="187732"/>
                  </a:lnTo>
                  <a:lnTo>
                    <a:pt x="977257" y="189515"/>
                  </a:lnTo>
                  <a:lnTo>
                    <a:pt x="986281" y="191265"/>
                  </a:lnTo>
                  <a:lnTo>
                    <a:pt x="995139" y="192983"/>
                  </a:lnTo>
                  <a:lnTo>
                    <a:pt x="1003837" y="19467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7100" y="3180356"/>
              <a:ext cx="1003837" cy="178548"/>
            </a:xfrm>
            <a:custGeom>
              <a:avLst/>
              <a:pathLst>
                <a:path w="1003837" h="178548">
                  <a:moveTo>
                    <a:pt x="0" y="178548"/>
                  </a:moveTo>
                  <a:lnTo>
                    <a:pt x="64461" y="167083"/>
                  </a:lnTo>
                  <a:lnTo>
                    <a:pt x="121320" y="156969"/>
                  </a:lnTo>
                  <a:lnTo>
                    <a:pt x="172182" y="147923"/>
                  </a:lnTo>
                  <a:lnTo>
                    <a:pt x="218193" y="139739"/>
                  </a:lnTo>
                  <a:lnTo>
                    <a:pt x="260197" y="132268"/>
                  </a:lnTo>
                  <a:lnTo>
                    <a:pt x="298837" y="125395"/>
                  </a:lnTo>
                  <a:lnTo>
                    <a:pt x="334612" y="119032"/>
                  </a:lnTo>
                  <a:lnTo>
                    <a:pt x="367918" y="113108"/>
                  </a:lnTo>
                  <a:lnTo>
                    <a:pt x="399073" y="107566"/>
                  </a:lnTo>
                  <a:lnTo>
                    <a:pt x="428340" y="102361"/>
                  </a:lnTo>
                  <a:lnTo>
                    <a:pt x="455932" y="97453"/>
                  </a:lnTo>
                  <a:lnTo>
                    <a:pt x="482033" y="92811"/>
                  </a:lnTo>
                  <a:lnTo>
                    <a:pt x="506795" y="88406"/>
                  </a:lnTo>
                  <a:lnTo>
                    <a:pt x="530348" y="84217"/>
                  </a:lnTo>
                  <a:lnTo>
                    <a:pt x="552805" y="80223"/>
                  </a:lnTo>
                  <a:lnTo>
                    <a:pt x="574264" y="76406"/>
                  </a:lnTo>
                  <a:lnTo>
                    <a:pt x="594809" y="72752"/>
                  </a:lnTo>
                  <a:lnTo>
                    <a:pt x="614516" y="69246"/>
                  </a:lnTo>
                  <a:lnTo>
                    <a:pt x="633449" y="65879"/>
                  </a:lnTo>
                  <a:lnTo>
                    <a:pt x="651668" y="62638"/>
                  </a:lnTo>
                  <a:lnTo>
                    <a:pt x="669225" y="59516"/>
                  </a:lnTo>
                  <a:lnTo>
                    <a:pt x="686165" y="56503"/>
                  </a:lnTo>
                  <a:lnTo>
                    <a:pt x="702530" y="53592"/>
                  </a:lnTo>
                  <a:lnTo>
                    <a:pt x="718359" y="50776"/>
                  </a:lnTo>
                  <a:lnTo>
                    <a:pt x="733686" y="48050"/>
                  </a:lnTo>
                  <a:lnTo>
                    <a:pt x="748541" y="45408"/>
                  </a:lnTo>
                  <a:lnTo>
                    <a:pt x="762952" y="42845"/>
                  </a:lnTo>
                  <a:lnTo>
                    <a:pt x="776946" y="40356"/>
                  </a:lnTo>
                  <a:lnTo>
                    <a:pt x="790545" y="37937"/>
                  </a:lnTo>
                  <a:lnTo>
                    <a:pt x="803772" y="35584"/>
                  </a:lnTo>
                  <a:lnTo>
                    <a:pt x="816646" y="33294"/>
                  </a:lnTo>
                  <a:lnTo>
                    <a:pt x="829185" y="31064"/>
                  </a:lnTo>
                  <a:lnTo>
                    <a:pt x="841407" y="28890"/>
                  </a:lnTo>
                  <a:lnTo>
                    <a:pt x="853327" y="26770"/>
                  </a:lnTo>
                  <a:lnTo>
                    <a:pt x="864960" y="24701"/>
                  </a:lnTo>
                  <a:lnTo>
                    <a:pt x="876319" y="22681"/>
                  </a:lnTo>
                  <a:lnTo>
                    <a:pt x="887418" y="20707"/>
                  </a:lnTo>
                  <a:lnTo>
                    <a:pt x="898266" y="18777"/>
                  </a:lnTo>
                  <a:lnTo>
                    <a:pt x="908876" y="16890"/>
                  </a:lnTo>
                  <a:lnTo>
                    <a:pt x="919258" y="15043"/>
                  </a:lnTo>
                  <a:lnTo>
                    <a:pt x="929422" y="13235"/>
                  </a:lnTo>
                  <a:lnTo>
                    <a:pt x="939376" y="11465"/>
                  </a:lnTo>
                  <a:lnTo>
                    <a:pt x="949128" y="9730"/>
                  </a:lnTo>
                  <a:lnTo>
                    <a:pt x="958688" y="8030"/>
                  </a:lnTo>
                  <a:lnTo>
                    <a:pt x="968062" y="6363"/>
                  </a:lnTo>
                  <a:lnTo>
                    <a:pt x="977257" y="4727"/>
                  </a:lnTo>
                  <a:lnTo>
                    <a:pt x="986281" y="3122"/>
                  </a:lnTo>
                  <a:lnTo>
                    <a:pt x="995139" y="1547"/>
                  </a:lnTo>
                  <a:lnTo>
                    <a:pt x="100383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907100" y="3324400"/>
              <a:ext cx="1003837" cy="69934"/>
            </a:xfrm>
            <a:custGeom>
              <a:avLst/>
              <a:pathLst>
                <a:path w="1003837" h="69934">
                  <a:moveTo>
                    <a:pt x="0" y="0"/>
                  </a:moveTo>
                  <a:lnTo>
                    <a:pt x="64461" y="4490"/>
                  </a:lnTo>
                  <a:lnTo>
                    <a:pt x="121320" y="8452"/>
                  </a:lnTo>
                  <a:lnTo>
                    <a:pt x="172182" y="11995"/>
                  </a:lnTo>
                  <a:lnTo>
                    <a:pt x="218193" y="15200"/>
                  </a:lnTo>
                  <a:lnTo>
                    <a:pt x="260197" y="18127"/>
                  </a:lnTo>
                  <a:lnTo>
                    <a:pt x="298837" y="20819"/>
                  </a:lnTo>
                  <a:lnTo>
                    <a:pt x="334612" y="23311"/>
                  </a:lnTo>
                  <a:lnTo>
                    <a:pt x="367918" y="25631"/>
                  </a:lnTo>
                  <a:lnTo>
                    <a:pt x="399073" y="27802"/>
                  </a:lnTo>
                  <a:lnTo>
                    <a:pt x="428340" y="29841"/>
                  </a:lnTo>
                  <a:lnTo>
                    <a:pt x="455932" y="31763"/>
                  </a:lnTo>
                  <a:lnTo>
                    <a:pt x="482033" y="33582"/>
                  </a:lnTo>
                  <a:lnTo>
                    <a:pt x="506795" y="35307"/>
                  </a:lnTo>
                  <a:lnTo>
                    <a:pt x="530348" y="36948"/>
                  </a:lnTo>
                  <a:lnTo>
                    <a:pt x="552805" y="38512"/>
                  </a:lnTo>
                  <a:lnTo>
                    <a:pt x="574264" y="40007"/>
                  </a:lnTo>
                  <a:lnTo>
                    <a:pt x="594809" y="41438"/>
                  </a:lnTo>
                  <a:lnTo>
                    <a:pt x="614516" y="42811"/>
                  </a:lnTo>
                  <a:lnTo>
                    <a:pt x="633449" y="44130"/>
                  </a:lnTo>
                  <a:lnTo>
                    <a:pt x="651668" y="45400"/>
                  </a:lnTo>
                  <a:lnTo>
                    <a:pt x="669225" y="46623"/>
                  </a:lnTo>
                  <a:lnTo>
                    <a:pt x="686165" y="47803"/>
                  </a:lnTo>
                  <a:lnTo>
                    <a:pt x="702530" y="48943"/>
                  </a:lnTo>
                  <a:lnTo>
                    <a:pt x="718359" y="50046"/>
                  </a:lnTo>
                  <a:lnTo>
                    <a:pt x="733686" y="51114"/>
                  </a:lnTo>
                  <a:lnTo>
                    <a:pt x="748541" y="52149"/>
                  </a:lnTo>
                  <a:lnTo>
                    <a:pt x="762952" y="53153"/>
                  </a:lnTo>
                  <a:lnTo>
                    <a:pt x="776946" y="54127"/>
                  </a:lnTo>
                  <a:lnTo>
                    <a:pt x="790545" y="55075"/>
                  </a:lnTo>
                  <a:lnTo>
                    <a:pt x="803772" y="55996"/>
                  </a:lnTo>
                  <a:lnTo>
                    <a:pt x="816646" y="56893"/>
                  </a:lnTo>
                  <a:lnTo>
                    <a:pt x="829185" y="57767"/>
                  </a:lnTo>
                  <a:lnTo>
                    <a:pt x="841407" y="58618"/>
                  </a:lnTo>
                  <a:lnTo>
                    <a:pt x="853327" y="59449"/>
                  </a:lnTo>
                  <a:lnTo>
                    <a:pt x="864960" y="60259"/>
                  </a:lnTo>
                  <a:lnTo>
                    <a:pt x="876319" y="61051"/>
                  </a:lnTo>
                  <a:lnTo>
                    <a:pt x="887418" y="61824"/>
                  </a:lnTo>
                  <a:lnTo>
                    <a:pt x="898266" y="62580"/>
                  </a:lnTo>
                  <a:lnTo>
                    <a:pt x="908876" y="63319"/>
                  </a:lnTo>
                  <a:lnTo>
                    <a:pt x="919258" y="64042"/>
                  </a:lnTo>
                  <a:lnTo>
                    <a:pt x="929422" y="64750"/>
                  </a:lnTo>
                  <a:lnTo>
                    <a:pt x="939376" y="65444"/>
                  </a:lnTo>
                  <a:lnTo>
                    <a:pt x="949128" y="66123"/>
                  </a:lnTo>
                  <a:lnTo>
                    <a:pt x="958688" y="66789"/>
                  </a:lnTo>
                  <a:lnTo>
                    <a:pt x="968062" y="67442"/>
                  </a:lnTo>
                  <a:lnTo>
                    <a:pt x="977257" y="68083"/>
                  </a:lnTo>
                  <a:lnTo>
                    <a:pt x="986281" y="68711"/>
                  </a:lnTo>
                  <a:lnTo>
                    <a:pt x="995139" y="69328"/>
                  </a:lnTo>
                  <a:lnTo>
                    <a:pt x="1003837" y="6993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907100" y="3159833"/>
              <a:ext cx="1003837" cy="132129"/>
            </a:xfrm>
            <a:custGeom>
              <a:avLst/>
              <a:pathLst>
                <a:path w="1003837" h="132129">
                  <a:moveTo>
                    <a:pt x="0" y="132129"/>
                  </a:moveTo>
                  <a:lnTo>
                    <a:pt x="64461" y="123645"/>
                  </a:lnTo>
                  <a:lnTo>
                    <a:pt x="121320" y="116160"/>
                  </a:lnTo>
                  <a:lnTo>
                    <a:pt x="172182" y="109466"/>
                  </a:lnTo>
                  <a:lnTo>
                    <a:pt x="218193" y="103410"/>
                  </a:lnTo>
                  <a:lnTo>
                    <a:pt x="260197" y="97881"/>
                  </a:lnTo>
                  <a:lnTo>
                    <a:pt x="298837" y="92795"/>
                  </a:lnTo>
                  <a:lnTo>
                    <a:pt x="334612" y="88086"/>
                  </a:lnTo>
                  <a:lnTo>
                    <a:pt x="367918" y="83702"/>
                  </a:lnTo>
                  <a:lnTo>
                    <a:pt x="399073" y="79601"/>
                  </a:lnTo>
                  <a:lnTo>
                    <a:pt x="428340" y="75749"/>
                  </a:lnTo>
                  <a:lnTo>
                    <a:pt x="455932" y="72117"/>
                  </a:lnTo>
                  <a:lnTo>
                    <a:pt x="482033" y="68682"/>
                  </a:lnTo>
                  <a:lnTo>
                    <a:pt x="506795" y="65423"/>
                  </a:lnTo>
                  <a:lnTo>
                    <a:pt x="530348" y="62322"/>
                  </a:lnTo>
                  <a:lnTo>
                    <a:pt x="552805" y="59366"/>
                  </a:lnTo>
                  <a:lnTo>
                    <a:pt x="574264" y="56542"/>
                  </a:lnTo>
                  <a:lnTo>
                    <a:pt x="594809" y="53838"/>
                  </a:lnTo>
                  <a:lnTo>
                    <a:pt x="614516" y="51244"/>
                  </a:lnTo>
                  <a:lnTo>
                    <a:pt x="633449" y="48752"/>
                  </a:lnTo>
                  <a:lnTo>
                    <a:pt x="651668" y="46354"/>
                  </a:lnTo>
                  <a:lnTo>
                    <a:pt x="669225" y="44043"/>
                  </a:lnTo>
                  <a:lnTo>
                    <a:pt x="686165" y="41813"/>
                  </a:lnTo>
                  <a:lnTo>
                    <a:pt x="702530" y="39659"/>
                  </a:lnTo>
                  <a:lnTo>
                    <a:pt x="718359" y="37575"/>
                  </a:lnTo>
                  <a:lnTo>
                    <a:pt x="733686" y="35558"/>
                  </a:lnTo>
                  <a:lnTo>
                    <a:pt x="748541" y="33603"/>
                  </a:lnTo>
                  <a:lnTo>
                    <a:pt x="762952" y="31706"/>
                  </a:lnTo>
                  <a:lnTo>
                    <a:pt x="776946" y="29864"/>
                  </a:lnTo>
                  <a:lnTo>
                    <a:pt x="790545" y="28074"/>
                  </a:lnTo>
                  <a:lnTo>
                    <a:pt x="803772" y="26333"/>
                  </a:lnTo>
                  <a:lnTo>
                    <a:pt x="816646" y="24639"/>
                  </a:lnTo>
                  <a:lnTo>
                    <a:pt x="829185" y="22988"/>
                  </a:lnTo>
                  <a:lnTo>
                    <a:pt x="841407" y="21379"/>
                  </a:lnTo>
                  <a:lnTo>
                    <a:pt x="853327" y="19810"/>
                  </a:lnTo>
                  <a:lnTo>
                    <a:pt x="864960" y="18279"/>
                  </a:lnTo>
                  <a:lnTo>
                    <a:pt x="876319" y="16784"/>
                  </a:lnTo>
                  <a:lnTo>
                    <a:pt x="887418" y="15323"/>
                  </a:lnTo>
                  <a:lnTo>
                    <a:pt x="898266" y="13895"/>
                  </a:lnTo>
                  <a:lnTo>
                    <a:pt x="908876" y="12499"/>
                  </a:lnTo>
                  <a:lnTo>
                    <a:pt x="919258" y="11132"/>
                  </a:lnTo>
                  <a:lnTo>
                    <a:pt x="929422" y="9794"/>
                  </a:lnTo>
                  <a:lnTo>
                    <a:pt x="939376" y="8484"/>
                  </a:lnTo>
                  <a:lnTo>
                    <a:pt x="949128" y="7201"/>
                  </a:lnTo>
                  <a:lnTo>
                    <a:pt x="958688" y="5942"/>
                  </a:lnTo>
                  <a:lnTo>
                    <a:pt x="968062" y="4708"/>
                  </a:lnTo>
                  <a:lnTo>
                    <a:pt x="977257" y="3498"/>
                  </a:lnTo>
                  <a:lnTo>
                    <a:pt x="986281" y="2310"/>
                  </a:lnTo>
                  <a:lnTo>
                    <a:pt x="995139" y="1144"/>
                  </a:lnTo>
                  <a:lnTo>
                    <a:pt x="100383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907100" y="3077094"/>
              <a:ext cx="1003837" cy="58381"/>
            </a:xfrm>
            <a:custGeom>
              <a:avLst/>
              <a:pathLst>
                <a:path w="1003837" h="58381">
                  <a:moveTo>
                    <a:pt x="0" y="0"/>
                  </a:moveTo>
                  <a:lnTo>
                    <a:pt x="64461" y="3748"/>
                  </a:lnTo>
                  <a:lnTo>
                    <a:pt x="121320" y="7055"/>
                  </a:lnTo>
                  <a:lnTo>
                    <a:pt x="172182" y="10013"/>
                  </a:lnTo>
                  <a:lnTo>
                    <a:pt x="218193" y="12689"/>
                  </a:lnTo>
                  <a:lnTo>
                    <a:pt x="260197" y="15132"/>
                  </a:lnTo>
                  <a:lnTo>
                    <a:pt x="298837" y="17379"/>
                  </a:lnTo>
                  <a:lnTo>
                    <a:pt x="334612" y="19460"/>
                  </a:lnTo>
                  <a:lnTo>
                    <a:pt x="367918" y="21397"/>
                  </a:lnTo>
                  <a:lnTo>
                    <a:pt x="399073" y="23209"/>
                  </a:lnTo>
                  <a:lnTo>
                    <a:pt x="428340" y="24911"/>
                  </a:lnTo>
                  <a:lnTo>
                    <a:pt x="455932" y="26516"/>
                  </a:lnTo>
                  <a:lnTo>
                    <a:pt x="482033" y="28034"/>
                  </a:lnTo>
                  <a:lnTo>
                    <a:pt x="506795" y="29474"/>
                  </a:lnTo>
                  <a:lnTo>
                    <a:pt x="530348" y="30844"/>
                  </a:lnTo>
                  <a:lnTo>
                    <a:pt x="552805" y="32150"/>
                  </a:lnTo>
                  <a:lnTo>
                    <a:pt x="574264" y="33398"/>
                  </a:lnTo>
                  <a:lnTo>
                    <a:pt x="594809" y="34593"/>
                  </a:lnTo>
                  <a:lnTo>
                    <a:pt x="614516" y="35739"/>
                  </a:lnTo>
                  <a:lnTo>
                    <a:pt x="633449" y="36840"/>
                  </a:lnTo>
                  <a:lnTo>
                    <a:pt x="651668" y="37900"/>
                  </a:lnTo>
                  <a:lnTo>
                    <a:pt x="669225" y="38921"/>
                  </a:lnTo>
                  <a:lnTo>
                    <a:pt x="686165" y="39906"/>
                  </a:lnTo>
                  <a:lnTo>
                    <a:pt x="702530" y="40858"/>
                  </a:lnTo>
                  <a:lnTo>
                    <a:pt x="718359" y="41778"/>
                  </a:lnTo>
                  <a:lnTo>
                    <a:pt x="733686" y="42670"/>
                  </a:lnTo>
                  <a:lnTo>
                    <a:pt x="748541" y="43534"/>
                  </a:lnTo>
                  <a:lnTo>
                    <a:pt x="762952" y="44372"/>
                  </a:lnTo>
                  <a:lnTo>
                    <a:pt x="776946" y="45186"/>
                  </a:lnTo>
                  <a:lnTo>
                    <a:pt x="790545" y="45977"/>
                  </a:lnTo>
                  <a:lnTo>
                    <a:pt x="803772" y="46746"/>
                  </a:lnTo>
                  <a:lnTo>
                    <a:pt x="816646" y="47495"/>
                  </a:lnTo>
                  <a:lnTo>
                    <a:pt x="829185" y="48224"/>
                  </a:lnTo>
                  <a:lnTo>
                    <a:pt x="841407" y="48935"/>
                  </a:lnTo>
                  <a:lnTo>
                    <a:pt x="853327" y="49628"/>
                  </a:lnTo>
                  <a:lnTo>
                    <a:pt x="864960" y="50304"/>
                  </a:lnTo>
                  <a:lnTo>
                    <a:pt x="876319" y="50965"/>
                  </a:lnTo>
                  <a:lnTo>
                    <a:pt x="887418" y="51611"/>
                  </a:lnTo>
                  <a:lnTo>
                    <a:pt x="898266" y="52241"/>
                  </a:lnTo>
                  <a:lnTo>
                    <a:pt x="908876" y="52859"/>
                  </a:lnTo>
                  <a:lnTo>
                    <a:pt x="919258" y="53462"/>
                  </a:lnTo>
                  <a:lnTo>
                    <a:pt x="929422" y="54053"/>
                  </a:lnTo>
                  <a:lnTo>
                    <a:pt x="939376" y="54632"/>
                  </a:lnTo>
                  <a:lnTo>
                    <a:pt x="949128" y="55200"/>
                  </a:lnTo>
                  <a:lnTo>
                    <a:pt x="958688" y="55756"/>
                  </a:lnTo>
                  <a:lnTo>
                    <a:pt x="968062" y="56301"/>
                  </a:lnTo>
                  <a:lnTo>
                    <a:pt x="977257" y="56835"/>
                  </a:lnTo>
                  <a:lnTo>
                    <a:pt x="986281" y="57360"/>
                  </a:lnTo>
                  <a:lnTo>
                    <a:pt x="995139" y="57875"/>
                  </a:lnTo>
                  <a:lnTo>
                    <a:pt x="1003837" y="5838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05178" y="34555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05178" y="32093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05178" y="29631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05178" y="27170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90710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4171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7632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1093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329173" y="32404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94023" y="28038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86438" y="306398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310531" y="32582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313536" y="31538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91208" y="31670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309613" y="29214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91931" y="32528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94555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329644" y="32356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26325" y="33457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36650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21086" y="31256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59762" y="33064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22143" y="32426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46520" y="31970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34622" y="32606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33091" y="33704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50027" y="30665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49425" y="31673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27920" y="29625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15970" y="32224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38582" y="30070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23753" y="31229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54279" y="32604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20261" y="30622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42744" y="29153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15474" y="27196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49841" y="32861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65031" y="32150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88939" y="304338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92942" y="31952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89688" y="31398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59749" y="33466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73733" y="33072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89985" y="31568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92970" y="31370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76879" y="28996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71847" y="32264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69493" y="29033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59807" y="32627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56451" y="3361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75091" y="31035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69980" y="30179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79120" y="33010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69434" y="31052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59995" y="28860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976276" y="309410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20685" y="30573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26690" y="31129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02469" y="32116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29347" y="32542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288539" y="32460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298017" y="32245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00195" y="30191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03311" y="308487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10525" y="30244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294529" y="28342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23314" y="32592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11184" y="29317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15396" y="27680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23729" y="33291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23541" y="30440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296739" y="326217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29088" y="27140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09522" y="30684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283011" y="29784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06446" y="31493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288128" y="30691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291759" y="32417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04242" y="30216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299802" y="32674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333873" y="3159586"/>
              <a:ext cx="1000199" cy="127781"/>
            </a:xfrm>
            <a:custGeom>
              <a:avLst/>
              <a:pathLst>
                <a:path w="1000199" h="127781">
                  <a:moveTo>
                    <a:pt x="0" y="127781"/>
                  </a:moveTo>
                  <a:lnTo>
                    <a:pt x="64227" y="119576"/>
                  </a:lnTo>
                  <a:lnTo>
                    <a:pt x="120880" y="112338"/>
                  </a:lnTo>
                  <a:lnTo>
                    <a:pt x="171558" y="105863"/>
                  </a:lnTo>
                  <a:lnTo>
                    <a:pt x="217402" y="100007"/>
                  </a:lnTo>
                  <a:lnTo>
                    <a:pt x="259254" y="94660"/>
                  </a:lnTo>
                  <a:lnTo>
                    <a:pt x="297754" y="89741"/>
                  </a:lnTo>
                  <a:lnTo>
                    <a:pt x="333399" y="85187"/>
                  </a:lnTo>
                  <a:lnTo>
                    <a:pt x="366584" y="80948"/>
                  </a:lnTo>
                  <a:lnTo>
                    <a:pt x="397627" y="76982"/>
                  </a:lnTo>
                  <a:lnTo>
                    <a:pt x="426787" y="73256"/>
                  </a:lnTo>
                  <a:lnTo>
                    <a:pt x="454280" y="69744"/>
                  </a:lnTo>
                  <a:lnTo>
                    <a:pt x="480286" y="66422"/>
                  </a:lnTo>
                  <a:lnTo>
                    <a:pt x="504958" y="63270"/>
                  </a:lnTo>
                  <a:lnTo>
                    <a:pt x="528426" y="60271"/>
                  </a:lnTo>
                  <a:lnTo>
                    <a:pt x="550802" y="57413"/>
                  </a:lnTo>
                  <a:lnTo>
                    <a:pt x="572183" y="54681"/>
                  </a:lnTo>
                  <a:lnTo>
                    <a:pt x="592653" y="52066"/>
                  </a:lnTo>
                  <a:lnTo>
                    <a:pt x="612289" y="49557"/>
                  </a:lnTo>
                  <a:lnTo>
                    <a:pt x="631154" y="47147"/>
                  </a:lnTo>
                  <a:lnTo>
                    <a:pt x="649306" y="44828"/>
                  </a:lnTo>
                  <a:lnTo>
                    <a:pt x="666799" y="42593"/>
                  </a:lnTo>
                  <a:lnTo>
                    <a:pt x="683678" y="40437"/>
                  </a:lnTo>
                  <a:lnTo>
                    <a:pt x="699984" y="38354"/>
                  </a:lnTo>
                  <a:lnTo>
                    <a:pt x="715756" y="36339"/>
                  </a:lnTo>
                  <a:lnTo>
                    <a:pt x="731027" y="34388"/>
                  </a:lnTo>
                  <a:lnTo>
                    <a:pt x="745828" y="32497"/>
                  </a:lnTo>
                  <a:lnTo>
                    <a:pt x="760187" y="30662"/>
                  </a:lnTo>
                  <a:lnTo>
                    <a:pt x="774130" y="28881"/>
                  </a:lnTo>
                  <a:lnTo>
                    <a:pt x="787680" y="27150"/>
                  </a:lnTo>
                  <a:lnTo>
                    <a:pt x="800859" y="25466"/>
                  </a:lnTo>
                  <a:lnTo>
                    <a:pt x="813686" y="23828"/>
                  </a:lnTo>
                  <a:lnTo>
                    <a:pt x="826180" y="22231"/>
                  </a:lnTo>
                  <a:lnTo>
                    <a:pt x="838358" y="20676"/>
                  </a:lnTo>
                  <a:lnTo>
                    <a:pt x="850235" y="19158"/>
                  </a:lnTo>
                  <a:lnTo>
                    <a:pt x="861825" y="17678"/>
                  </a:lnTo>
                  <a:lnTo>
                    <a:pt x="873143" y="16232"/>
                  </a:lnTo>
                  <a:lnTo>
                    <a:pt x="884201" y="14819"/>
                  </a:lnTo>
                  <a:lnTo>
                    <a:pt x="895011" y="13438"/>
                  </a:lnTo>
                  <a:lnTo>
                    <a:pt x="905582" y="12087"/>
                  </a:lnTo>
                  <a:lnTo>
                    <a:pt x="915927" y="10766"/>
                  </a:lnTo>
                  <a:lnTo>
                    <a:pt x="926053" y="9472"/>
                  </a:lnTo>
                  <a:lnTo>
                    <a:pt x="935971" y="8205"/>
                  </a:lnTo>
                  <a:lnTo>
                    <a:pt x="945688" y="6964"/>
                  </a:lnTo>
                  <a:lnTo>
                    <a:pt x="955213" y="5747"/>
                  </a:lnTo>
                  <a:lnTo>
                    <a:pt x="964553" y="4553"/>
                  </a:lnTo>
                  <a:lnTo>
                    <a:pt x="973715" y="3383"/>
                  </a:lnTo>
                  <a:lnTo>
                    <a:pt x="982706" y="2234"/>
                  </a:lnTo>
                  <a:lnTo>
                    <a:pt x="991532" y="1107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333873" y="3017366"/>
              <a:ext cx="1000199" cy="305987"/>
            </a:xfrm>
            <a:custGeom>
              <a:avLst/>
              <a:pathLst>
                <a:path w="1000199" h="305987">
                  <a:moveTo>
                    <a:pt x="0" y="305987"/>
                  </a:moveTo>
                  <a:lnTo>
                    <a:pt x="64227" y="286338"/>
                  </a:lnTo>
                  <a:lnTo>
                    <a:pt x="120880" y="269006"/>
                  </a:lnTo>
                  <a:lnTo>
                    <a:pt x="171558" y="253502"/>
                  </a:lnTo>
                  <a:lnTo>
                    <a:pt x="217402" y="239478"/>
                  </a:lnTo>
                  <a:lnTo>
                    <a:pt x="259254" y="226674"/>
                  </a:lnTo>
                  <a:lnTo>
                    <a:pt x="297754" y="214896"/>
                  </a:lnTo>
                  <a:lnTo>
                    <a:pt x="333399" y="203991"/>
                  </a:lnTo>
                  <a:lnTo>
                    <a:pt x="366584" y="193839"/>
                  </a:lnTo>
                  <a:lnTo>
                    <a:pt x="397627" y="184342"/>
                  </a:lnTo>
                  <a:lnTo>
                    <a:pt x="426787" y="175421"/>
                  </a:lnTo>
                  <a:lnTo>
                    <a:pt x="454280" y="167010"/>
                  </a:lnTo>
                  <a:lnTo>
                    <a:pt x="480286" y="159054"/>
                  </a:lnTo>
                  <a:lnTo>
                    <a:pt x="504958" y="151507"/>
                  </a:lnTo>
                  <a:lnTo>
                    <a:pt x="528426" y="144327"/>
                  </a:lnTo>
                  <a:lnTo>
                    <a:pt x="550802" y="137482"/>
                  </a:lnTo>
                  <a:lnTo>
                    <a:pt x="572183" y="130941"/>
                  </a:lnTo>
                  <a:lnTo>
                    <a:pt x="592653" y="124678"/>
                  </a:lnTo>
                  <a:lnTo>
                    <a:pt x="612289" y="118671"/>
                  </a:lnTo>
                  <a:lnTo>
                    <a:pt x="631154" y="112900"/>
                  </a:lnTo>
                  <a:lnTo>
                    <a:pt x="649306" y="107347"/>
                  </a:lnTo>
                  <a:lnTo>
                    <a:pt x="666799" y="101995"/>
                  </a:lnTo>
                  <a:lnTo>
                    <a:pt x="683678" y="96832"/>
                  </a:lnTo>
                  <a:lnTo>
                    <a:pt x="699984" y="91843"/>
                  </a:lnTo>
                  <a:lnTo>
                    <a:pt x="715756" y="87018"/>
                  </a:lnTo>
                  <a:lnTo>
                    <a:pt x="731027" y="82346"/>
                  </a:lnTo>
                  <a:lnTo>
                    <a:pt x="745828" y="77818"/>
                  </a:lnTo>
                  <a:lnTo>
                    <a:pt x="760187" y="73425"/>
                  </a:lnTo>
                  <a:lnTo>
                    <a:pt x="774130" y="69160"/>
                  </a:lnTo>
                  <a:lnTo>
                    <a:pt x="787680" y="65015"/>
                  </a:lnTo>
                  <a:lnTo>
                    <a:pt x="800859" y="60983"/>
                  </a:lnTo>
                  <a:lnTo>
                    <a:pt x="813686" y="57059"/>
                  </a:lnTo>
                  <a:lnTo>
                    <a:pt x="826180" y="53236"/>
                  </a:lnTo>
                  <a:lnTo>
                    <a:pt x="838358" y="49511"/>
                  </a:lnTo>
                  <a:lnTo>
                    <a:pt x="850235" y="45877"/>
                  </a:lnTo>
                  <a:lnTo>
                    <a:pt x="861825" y="42332"/>
                  </a:lnTo>
                  <a:lnTo>
                    <a:pt x="873143" y="38869"/>
                  </a:lnTo>
                  <a:lnTo>
                    <a:pt x="884201" y="35486"/>
                  </a:lnTo>
                  <a:lnTo>
                    <a:pt x="895011" y="32179"/>
                  </a:lnTo>
                  <a:lnTo>
                    <a:pt x="905582" y="28945"/>
                  </a:lnTo>
                  <a:lnTo>
                    <a:pt x="915927" y="25781"/>
                  </a:lnTo>
                  <a:lnTo>
                    <a:pt x="926053" y="22683"/>
                  </a:lnTo>
                  <a:lnTo>
                    <a:pt x="935971" y="19648"/>
                  </a:lnTo>
                  <a:lnTo>
                    <a:pt x="945688" y="16676"/>
                  </a:lnTo>
                  <a:lnTo>
                    <a:pt x="955213" y="13762"/>
                  </a:lnTo>
                  <a:lnTo>
                    <a:pt x="964553" y="10904"/>
                  </a:lnTo>
                  <a:lnTo>
                    <a:pt x="973715" y="8101"/>
                  </a:lnTo>
                  <a:lnTo>
                    <a:pt x="982706" y="5351"/>
                  </a:lnTo>
                  <a:lnTo>
                    <a:pt x="991532" y="2651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333873" y="3084731"/>
              <a:ext cx="1000199" cy="13431"/>
            </a:xfrm>
            <a:custGeom>
              <a:avLst/>
              <a:pathLst>
                <a:path w="1000199" h="13431">
                  <a:moveTo>
                    <a:pt x="0" y="0"/>
                  </a:moveTo>
                  <a:lnTo>
                    <a:pt x="64227" y="862"/>
                  </a:lnTo>
                  <a:lnTo>
                    <a:pt x="120880" y="1623"/>
                  </a:lnTo>
                  <a:lnTo>
                    <a:pt x="171558" y="2303"/>
                  </a:lnTo>
                  <a:lnTo>
                    <a:pt x="217402" y="2919"/>
                  </a:lnTo>
                  <a:lnTo>
                    <a:pt x="259254" y="3481"/>
                  </a:lnTo>
                  <a:lnTo>
                    <a:pt x="297754" y="3998"/>
                  </a:lnTo>
                  <a:lnTo>
                    <a:pt x="333399" y="4477"/>
                  </a:lnTo>
                  <a:lnTo>
                    <a:pt x="366584" y="4922"/>
                  </a:lnTo>
                  <a:lnTo>
                    <a:pt x="397627" y="5339"/>
                  </a:lnTo>
                  <a:lnTo>
                    <a:pt x="426787" y="5731"/>
                  </a:lnTo>
                  <a:lnTo>
                    <a:pt x="454280" y="6100"/>
                  </a:lnTo>
                  <a:lnTo>
                    <a:pt x="480286" y="6449"/>
                  </a:lnTo>
                  <a:lnTo>
                    <a:pt x="504958" y="6781"/>
                  </a:lnTo>
                  <a:lnTo>
                    <a:pt x="528426" y="7096"/>
                  </a:lnTo>
                  <a:lnTo>
                    <a:pt x="550802" y="7396"/>
                  </a:lnTo>
                  <a:lnTo>
                    <a:pt x="572183" y="7683"/>
                  </a:lnTo>
                  <a:lnTo>
                    <a:pt x="592653" y="7958"/>
                  </a:lnTo>
                  <a:lnTo>
                    <a:pt x="612289" y="8222"/>
                  </a:lnTo>
                  <a:lnTo>
                    <a:pt x="631154" y="8475"/>
                  </a:lnTo>
                  <a:lnTo>
                    <a:pt x="649306" y="8719"/>
                  </a:lnTo>
                  <a:lnTo>
                    <a:pt x="666799" y="8954"/>
                  </a:lnTo>
                  <a:lnTo>
                    <a:pt x="683678" y="9181"/>
                  </a:lnTo>
                  <a:lnTo>
                    <a:pt x="699984" y="9400"/>
                  </a:lnTo>
                  <a:lnTo>
                    <a:pt x="715756" y="9611"/>
                  </a:lnTo>
                  <a:lnTo>
                    <a:pt x="731027" y="9817"/>
                  </a:lnTo>
                  <a:lnTo>
                    <a:pt x="745828" y="10015"/>
                  </a:lnTo>
                  <a:lnTo>
                    <a:pt x="760187" y="10208"/>
                  </a:lnTo>
                  <a:lnTo>
                    <a:pt x="774130" y="10395"/>
                  </a:lnTo>
                  <a:lnTo>
                    <a:pt x="787680" y="10577"/>
                  </a:lnTo>
                  <a:lnTo>
                    <a:pt x="800859" y="10754"/>
                  </a:lnTo>
                  <a:lnTo>
                    <a:pt x="813686" y="10927"/>
                  </a:lnTo>
                  <a:lnTo>
                    <a:pt x="826180" y="11094"/>
                  </a:lnTo>
                  <a:lnTo>
                    <a:pt x="838358" y="11258"/>
                  </a:lnTo>
                  <a:lnTo>
                    <a:pt x="850235" y="11417"/>
                  </a:lnTo>
                  <a:lnTo>
                    <a:pt x="861825" y="11573"/>
                  </a:lnTo>
                  <a:lnTo>
                    <a:pt x="873143" y="11725"/>
                  </a:lnTo>
                  <a:lnTo>
                    <a:pt x="884201" y="11874"/>
                  </a:lnTo>
                  <a:lnTo>
                    <a:pt x="895011" y="12019"/>
                  </a:lnTo>
                  <a:lnTo>
                    <a:pt x="905582" y="12161"/>
                  </a:lnTo>
                  <a:lnTo>
                    <a:pt x="915927" y="12300"/>
                  </a:lnTo>
                  <a:lnTo>
                    <a:pt x="926053" y="12436"/>
                  </a:lnTo>
                  <a:lnTo>
                    <a:pt x="935971" y="12569"/>
                  </a:lnTo>
                  <a:lnTo>
                    <a:pt x="945688" y="12699"/>
                  </a:lnTo>
                  <a:lnTo>
                    <a:pt x="955213" y="12827"/>
                  </a:lnTo>
                  <a:lnTo>
                    <a:pt x="964553" y="12953"/>
                  </a:lnTo>
                  <a:lnTo>
                    <a:pt x="973715" y="13076"/>
                  </a:lnTo>
                  <a:lnTo>
                    <a:pt x="982706" y="13196"/>
                  </a:lnTo>
                  <a:lnTo>
                    <a:pt x="991532" y="13315"/>
                  </a:lnTo>
                  <a:lnTo>
                    <a:pt x="1000199" y="1343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333873" y="2806699"/>
              <a:ext cx="1000199" cy="283444"/>
            </a:xfrm>
            <a:custGeom>
              <a:avLst/>
              <a:pathLst>
                <a:path w="1000199" h="283444">
                  <a:moveTo>
                    <a:pt x="0" y="283444"/>
                  </a:moveTo>
                  <a:lnTo>
                    <a:pt x="64227" y="265242"/>
                  </a:lnTo>
                  <a:lnTo>
                    <a:pt x="120880" y="249188"/>
                  </a:lnTo>
                  <a:lnTo>
                    <a:pt x="171558" y="234826"/>
                  </a:lnTo>
                  <a:lnTo>
                    <a:pt x="217402" y="221835"/>
                  </a:lnTo>
                  <a:lnTo>
                    <a:pt x="259254" y="209974"/>
                  </a:lnTo>
                  <a:lnTo>
                    <a:pt x="297754" y="199064"/>
                  </a:lnTo>
                  <a:lnTo>
                    <a:pt x="333399" y="188962"/>
                  </a:lnTo>
                  <a:lnTo>
                    <a:pt x="366584" y="179558"/>
                  </a:lnTo>
                  <a:lnTo>
                    <a:pt x="397627" y="170761"/>
                  </a:lnTo>
                  <a:lnTo>
                    <a:pt x="426787" y="162497"/>
                  </a:lnTo>
                  <a:lnTo>
                    <a:pt x="454280" y="154706"/>
                  </a:lnTo>
                  <a:lnTo>
                    <a:pt x="480286" y="147336"/>
                  </a:lnTo>
                  <a:lnTo>
                    <a:pt x="504958" y="140345"/>
                  </a:lnTo>
                  <a:lnTo>
                    <a:pt x="528426" y="133694"/>
                  </a:lnTo>
                  <a:lnTo>
                    <a:pt x="550802" y="127353"/>
                  </a:lnTo>
                  <a:lnTo>
                    <a:pt x="572183" y="121294"/>
                  </a:lnTo>
                  <a:lnTo>
                    <a:pt x="592653" y="115493"/>
                  </a:lnTo>
                  <a:lnTo>
                    <a:pt x="612289" y="109929"/>
                  </a:lnTo>
                  <a:lnTo>
                    <a:pt x="631154" y="104582"/>
                  </a:lnTo>
                  <a:lnTo>
                    <a:pt x="649306" y="99438"/>
                  </a:lnTo>
                  <a:lnTo>
                    <a:pt x="666799" y="94481"/>
                  </a:lnTo>
                  <a:lnTo>
                    <a:pt x="683678" y="89698"/>
                  </a:lnTo>
                  <a:lnTo>
                    <a:pt x="699984" y="85077"/>
                  </a:lnTo>
                  <a:lnTo>
                    <a:pt x="715756" y="80607"/>
                  </a:lnTo>
                  <a:lnTo>
                    <a:pt x="731027" y="76280"/>
                  </a:lnTo>
                  <a:lnTo>
                    <a:pt x="745828" y="72085"/>
                  </a:lnTo>
                  <a:lnTo>
                    <a:pt x="760187" y="68016"/>
                  </a:lnTo>
                  <a:lnTo>
                    <a:pt x="774130" y="64065"/>
                  </a:lnTo>
                  <a:lnTo>
                    <a:pt x="787680" y="60225"/>
                  </a:lnTo>
                  <a:lnTo>
                    <a:pt x="800859" y="56490"/>
                  </a:lnTo>
                  <a:lnTo>
                    <a:pt x="813686" y="52855"/>
                  </a:lnTo>
                  <a:lnTo>
                    <a:pt x="826180" y="49314"/>
                  </a:lnTo>
                  <a:lnTo>
                    <a:pt x="838358" y="45863"/>
                  </a:lnTo>
                  <a:lnTo>
                    <a:pt x="850235" y="42498"/>
                  </a:lnTo>
                  <a:lnTo>
                    <a:pt x="861825" y="39213"/>
                  </a:lnTo>
                  <a:lnTo>
                    <a:pt x="873143" y="36005"/>
                  </a:lnTo>
                  <a:lnTo>
                    <a:pt x="884201" y="32872"/>
                  </a:lnTo>
                  <a:lnTo>
                    <a:pt x="895011" y="29809"/>
                  </a:lnTo>
                  <a:lnTo>
                    <a:pt x="905582" y="26813"/>
                  </a:lnTo>
                  <a:lnTo>
                    <a:pt x="915927" y="23881"/>
                  </a:lnTo>
                  <a:lnTo>
                    <a:pt x="926053" y="21011"/>
                  </a:lnTo>
                  <a:lnTo>
                    <a:pt x="935971" y="18201"/>
                  </a:lnTo>
                  <a:lnTo>
                    <a:pt x="945688" y="15447"/>
                  </a:lnTo>
                  <a:lnTo>
                    <a:pt x="955213" y="12748"/>
                  </a:lnTo>
                  <a:lnTo>
                    <a:pt x="964553" y="10101"/>
                  </a:lnTo>
                  <a:lnTo>
                    <a:pt x="973715" y="7505"/>
                  </a:lnTo>
                  <a:lnTo>
                    <a:pt x="982706" y="4957"/>
                  </a:lnTo>
                  <a:lnTo>
                    <a:pt x="991532" y="2456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33873" y="3121321"/>
              <a:ext cx="1000199" cy="52391"/>
            </a:xfrm>
            <a:custGeom>
              <a:avLst/>
              <a:pathLst>
                <a:path w="1000199" h="52391">
                  <a:moveTo>
                    <a:pt x="0" y="52391"/>
                  </a:moveTo>
                  <a:lnTo>
                    <a:pt x="64227" y="49027"/>
                  </a:lnTo>
                  <a:lnTo>
                    <a:pt x="120880" y="46059"/>
                  </a:lnTo>
                  <a:lnTo>
                    <a:pt x="171558" y="43404"/>
                  </a:lnTo>
                  <a:lnTo>
                    <a:pt x="217402" y="41003"/>
                  </a:lnTo>
                  <a:lnTo>
                    <a:pt x="259254" y="38811"/>
                  </a:lnTo>
                  <a:lnTo>
                    <a:pt x="297754" y="36794"/>
                  </a:lnTo>
                  <a:lnTo>
                    <a:pt x="333399" y="34927"/>
                  </a:lnTo>
                  <a:lnTo>
                    <a:pt x="366584" y="33189"/>
                  </a:lnTo>
                  <a:lnTo>
                    <a:pt x="397627" y="31563"/>
                  </a:lnTo>
                  <a:lnTo>
                    <a:pt x="426787" y="30035"/>
                  </a:lnTo>
                  <a:lnTo>
                    <a:pt x="454280" y="28595"/>
                  </a:lnTo>
                  <a:lnTo>
                    <a:pt x="480286" y="27233"/>
                  </a:lnTo>
                  <a:lnTo>
                    <a:pt x="504958" y="25941"/>
                  </a:lnTo>
                  <a:lnTo>
                    <a:pt x="528426" y="24711"/>
                  </a:lnTo>
                  <a:lnTo>
                    <a:pt x="550802" y="23539"/>
                  </a:lnTo>
                  <a:lnTo>
                    <a:pt x="572183" y="22419"/>
                  </a:lnTo>
                  <a:lnTo>
                    <a:pt x="592653" y="21347"/>
                  </a:lnTo>
                  <a:lnTo>
                    <a:pt x="612289" y="20319"/>
                  </a:lnTo>
                  <a:lnTo>
                    <a:pt x="631154" y="19330"/>
                  </a:lnTo>
                  <a:lnTo>
                    <a:pt x="649306" y="18380"/>
                  </a:lnTo>
                  <a:lnTo>
                    <a:pt x="666799" y="17463"/>
                  </a:lnTo>
                  <a:lnTo>
                    <a:pt x="683678" y="16579"/>
                  </a:lnTo>
                  <a:lnTo>
                    <a:pt x="699984" y="15725"/>
                  </a:lnTo>
                  <a:lnTo>
                    <a:pt x="715756" y="14899"/>
                  </a:lnTo>
                  <a:lnTo>
                    <a:pt x="731027" y="14099"/>
                  </a:lnTo>
                  <a:lnTo>
                    <a:pt x="745828" y="13324"/>
                  </a:lnTo>
                  <a:lnTo>
                    <a:pt x="760187" y="12572"/>
                  </a:lnTo>
                  <a:lnTo>
                    <a:pt x="774130" y="11841"/>
                  </a:lnTo>
                  <a:lnTo>
                    <a:pt x="787680" y="11131"/>
                  </a:lnTo>
                  <a:lnTo>
                    <a:pt x="800859" y="10441"/>
                  </a:lnTo>
                  <a:lnTo>
                    <a:pt x="813686" y="9769"/>
                  </a:lnTo>
                  <a:lnTo>
                    <a:pt x="826180" y="9115"/>
                  </a:lnTo>
                  <a:lnTo>
                    <a:pt x="838358" y="8477"/>
                  </a:lnTo>
                  <a:lnTo>
                    <a:pt x="850235" y="7855"/>
                  </a:lnTo>
                  <a:lnTo>
                    <a:pt x="861825" y="7248"/>
                  </a:lnTo>
                  <a:lnTo>
                    <a:pt x="873143" y="6655"/>
                  </a:lnTo>
                  <a:lnTo>
                    <a:pt x="884201" y="6076"/>
                  </a:lnTo>
                  <a:lnTo>
                    <a:pt x="895011" y="5509"/>
                  </a:lnTo>
                  <a:lnTo>
                    <a:pt x="905582" y="4956"/>
                  </a:lnTo>
                  <a:lnTo>
                    <a:pt x="915927" y="4414"/>
                  </a:lnTo>
                  <a:lnTo>
                    <a:pt x="926053" y="3883"/>
                  </a:lnTo>
                  <a:lnTo>
                    <a:pt x="935971" y="3364"/>
                  </a:lnTo>
                  <a:lnTo>
                    <a:pt x="945688" y="2855"/>
                  </a:lnTo>
                  <a:lnTo>
                    <a:pt x="955213" y="2356"/>
                  </a:lnTo>
                  <a:lnTo>
                    <a:pt x="964553" y="1867"/>
                  </a:lnTo>
                  <a:lnTo>
                    <a:pt x="973715" y="1387"/>
                  </a:lnTo>
                  <a:lnTo>
                    <a:pt x="982706" y="916"/>
                  </a:lnTo>
                  <a:lnTo>
                    <a:pt x="991532" y="453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333873" y="3058359"/>
              <a:ext cx="1000199" cy="152288"/>
            </a:xfrm>
            <a:custGeom>
              <a:avLst/>
              <a:pathLst>
                <a:path w="1000199" h="152288">
                  <a:moveTo>
                    <a:pt x="0" y="152288"/>
                  </a:moveTo>
                  <a:lnTo>
                    <a:pt x="64227" y="142508"/>
                  </a:lnTo>
                  <a:lnTo>
                    <a:pt x="120880" y="133882"/>
                  </a:lnTo>
                  <a:lnTo>
                    <a:pt x="171558" y="126166"/>
                  </a:lnTo>
                  <a:lnTo>
                    <a:pt x="217402" y="119186"/>
                  </a:lnTo>
                  <a:lnTo>
                    <a:pt x="259254" y="112814"/>
                  </a:lnTo>
                  <a:lnTo>
                    <a:pt x="297754" y="106952"/>
                  </a:lnTo>
                  <a:lnTo>
                    <a:pt x="333399" y="101525"/>
                  </a:lnTo>
                  <a:lnTo>
                    <a:pt x="366584" y="96472"/>
                  </a:lnTo>
                  <a:lnTo>
                    <a:pt x="397627" y="91746"/>
                  </a:lnTo>
                  <a:lnTo>
                    <a:pt x="426787" y="87306"/>
                  </a:lnTo>
                  <a:lnTo>
                    <a:pt x="454280" y="83120"/>
                  </a:lnTo>
                  <a:lnTo>
                    <a:pt x="480286" y="79160"/>
                  </a:lnTo>
                  <a:lnTo>
                    <a:pt x="504958" y="75404"/>
                  </a:lnTo>
                  <a:lnTo>
                    <a:pt x="528426" y="71831"/>
                  </a:lnTo>
                  <a:lnTo>
                    <a:pt x="550802" y="68424"/>
                  </a:lnTo>
                  <a:lnTo>
                    <a:pt x="572183" y="65168"/>
                  </a:lnTo>
                  <a:lnTo>
                    <a:pt x="592653" y="62051"/>
                  </a:lnTo>
                  <a:lnTo>
                    <a:pt x="612289" y="59062"/>
                  </a:lnTo>
                  <a:lnTo>
                    <a:pt x="631154" y="56189"/>
                  </a:lnTo>
                  <a:lnTo>
                    <a:pt x="649306" y="53426"/>
                  </a:lnTo>
                  <a:lnTo>
                    <a:pt x="666799" y="50762"/>
                  </a:lnTo>
                  <a:lnTo>
                    <a:pt x="683678" y="48192"/>
                  </a:lnTo>
                  <a:lnTo>
                    <a:pt x="699984" y="45709"/>
                  </a:lnTo>
                  <a:lnTo>
                    <a:pt x="715756" y="43308"/>
                  </a:lnTo>
                  <a:lnTo>
                    <a:pt x="731027" y="40983"/>
                  </a:lnTo>
                  <a:lnTo>
                    <a:pt x="745828" y="38729"/>
                  </a:lnTo>
                  <a:lnTo>
                    <a:pt x="760187" y="36543"/>
                  </a:lnTo>
                  <a:lnTo>
                    <a:pt x="774130" y="34420"/>
                  </a:lnTo>
                  <a:lnTo>
                    <a:pt x="787680" y="32357"/>
                  </a:lnTo>
                  <a:lnTo>
                    <a:pt x="800859" y="30351"/>
                  </a:lnTo>
                  <a:lnTo>
                    <a:pt x="813686" y="28398"/>
                  </a:lnTo>
                  <a:lnTo>
                    <a:pt x="826180" y="26495"/>
                  </a:lnTo>
                  <a:lnTo>
                    <a:pt x="838358" y="24641"/>
                  </a:lnTo>
                  <a:lnTo>
                    <a:pt x="850235" y="22833"/>
                  </a:lnTo>
                  <a:lnTo>
                    <a:pt x="861825" y="21068"/>
                  </a:lnTo>
                  <a:lnTo>
                    <a:pt x="873143" y="19345"/>
                  </a:lnTo>
                  <a:lnTo>
                    <a:pt x="884201" y="17661"/>
                  </a:lnTo>
                  <a:lnTo>
                    <a:pt x="895011" y="16015"/>
                  </a:lnTo>
                  <a:lnTo>
                    <a:pt x="905582" y="14406"/>
                  </a:lnTo>
                  <a:lnTo>
                    <a:pt x="915927" y="12831"/>
                  </a:lnTo>
                  <a:lnTo>
                    <a:pt x="926053" y="11289"/>
                  </a:lnTo>
                  <a:lnTo>
                    <a:pt x="935971" y="9779"/>
                  </a:lnTo>
                  <a:lnTo>
                    <a:pt x="945688" y="8299"/>
                  </a:lnTo>
                  <a:lnTo>
                    <a:pt x="955213" y="6849"/>
                  </a:lnTo>
                  <a:lnTo>
                    <a:pt x="964553" y="5427"/>
                  </a:lnTo>
                  <a:lnTo>
                    <a:pt x="973715" y="4032"/>
                  </a:lnTo>
                  <a:lnTo>
                    <a:pt x="982706" y="2663"/>
                  </a:lnTo>
                  <a:lnTo>
                    <a:pt x="991532" y="1319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333873" y="3198178"/>
              <a:ext cx="1000199" cy="30234"/>
            </a:xfrm>
            <a:custGeom>
              <a:avLst/>
              <a:pathLst>
                <a:path w="1000199" h="30234">
                  <a:moveTo>
                    <a:pt x="0" y="0"/>
                  </a:moveTo>
                  <a:lnTo>
                    <a:pt x="64227" y="1941"/>
                  </a:lnTo>
                  <a:lnTo>
                    <a:pt x="120880" y="3654"/>
                  </a:lnTo>
                  <a:lnTo>
                    <a:pt x="171558" y="5186"/>
                  </a:lnTo>
                  <a:lnTo>
                    <a:pt x="217402" y="6571"/>
                  </a:lnTo>
                  <a:lnTo>
                    <a:pt x="259254" y="7836"/>
                  </a:lnTo>
                  <a:lnTo>
                    <a:pt x="297754" y="9000"/>
                  </a:lnTo>
                  <a:lnTo>
                    <a:pt x="333399" y="10078"/>
                  </a:lnTo>
                  <a:lnTo>
                    <a:pt x="366584" y="11081"/>
                  </a:lnTo>
                  <a:lnTo>
                    <a:pt x="397627" y="12019"/>
                  </a:lnTo>
                  <a:lnTo>
                    <a:pt x="426787" y="12901"/>
                  </a:lnTo>
                  <a:lnTo>
                    <a:pt x="454280" y="13732"/>
                  </a:lnTo>
                  <a:lnTo>
                    <a:pt x="480286" y="14518"/>
                  </a:lnTo>
                  <a:lnTo>
                    <a:pt x="504958" y="15264"/>
                  </a:lnTo>
                  <a:lnTo>
                    <a:pt x="528426" y="15973"/>
                  </a:lnTo>
                  <a:lnTo>
                    <a:pt x="550802" y="16650"/>
                  </a:lnTo>
                  <a:lnTo>
                    <a:pt x="572183" y="17296"/>
                  </a:lnTo>
                  <a:lnTo>
                    <a:pt x="592653" y="17915"/>
                  </a:lnTo>
                  <a:lnTo>
                    <a:pt x="612289" y="18508"/>
                  </a:lnTo>
                  <a:lnTo>
                    <a:pt x="631154" y="19079"/>
                  </a:lnTo>
                  <a:lnTo>
                    <a:pt x="649306" y="19627"/>
                  </a:lnTo>
                  <a:lnTo>
                    <a:pt x="666799" y="20156"/>
                  </a:lnTo>
                  <a:lnTo>
                    <a:pt x="683678" y="20666"/>
                  </a:lnTo>
                  <a:lnTo>
                    <a:pt x="699984" y="21159"/>
                  </a:lnTo>
                  <a:lnTo>
                    <a:pt x="715756" y="21636"/>
                  </a:lnTo>
                  <a:lnTo>
                    <a:pt x="731027" y="22098"/>
                  </a:lnTo>
                  <a:lnTo>
                    <a:pt x="745828" y="22545"/>
                  </a:lnTo>
                  <a:lnTo>
                    <a:pt x="760187" y="22979"/>
                  </a:lnTo>
                  <a:lnTo>
                    <a:pt x="774130" y="23401"/>
                  </a:lnTo>
                  <a:lnTo>
                    <a:pt x="787680" y="23810"/>
                  </a:lnTo>
                  <a:lnTo>
                    <a:pt x="800859" y="24209"/>
                  </a:lnTo>
                  <a:lnTo>
                    <a:pt x="813686" y="24596"/>
                  </a:lnTo>
                  <a:lnTo>
                    <a:pt x="826180" y="24974"/>
                  </a:lnTo>
                  <a:lnTo>
                    <a:pt x="838358" y="25342"/>
                  </a:lnTo>
                  <a:lnTo>
                    <a:pt x="850235" y="25701"/>
                  </a:lnTo>
                  <a:lnTo>
                    <a:pt x="861825" y="26052"/>
                  </a:lnTo>
                  <a:lnTo>
                    <a:pt x="873143" y="26394"/>
                  </a:lnTo>
                  <a:lnTo>
                    <a:pt x="884201" y="26728"/>
                  </a:lnTo>
                  <a:lnTo>
                    <a:pt x="895011" y="27055"/>
                  </a:lnTo>
                  <a:lnTo>
                    <a:pt x="905582" y="27374"/>
                  </a:lnTo>
                  <a:lnTo>
                    <a:pt x="915927" y="27687"/>
                  </a:lnTo>
                  <a:lnTo>
                    <a:pt x="926053" y="27993"/>
                  </a:lnTo>
                  <a:lnTo>
                    <a:pt x="935971" y="28293"/>
                  </a:lnTo>
                  <a:lnTo>
                    <a:pt x="945688" y="28587"/>
                  </a:lnTo>
                  <a:lnTo>
                    <a:pt x="955213" y="28875"/>
                  </a:lnTo>
                  <a:lnTo>
                    <a:pt x="964553" y="29157"/>
                  </a:lnTo>
                  <a:lnTo>
                    <a:pt x="973715" y="29434"/>
                  </a:lnTo>
                  <a:lnTo>
                    <a:pt x="982706" y="29706"/>
                  </a:lnTo>
                  <a:lnTo>
                    <a:pt x="991532" y="29972"/>
                  </a:lnTo>
                  <a:lnTo>
                    <a:pt x="1000199" y="3023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333873" y="3296784"/>
              <a:ext cx="1000199" cy="41946"/>
            </a:xfrm>
            <a:custGeom>
              <a:avLst/>
              <a:pathLst>
                <a:path w="1000199" h="41946">
                  <a:moveTo>
                    <a:pt x="0" y="41946"/>
                  </a:moveTo>
                  <a:lnTo>
                    <a:pt x="64227" y="39252"/>
                  </a:lnTo>
                  <a:lnTo>
                    <a:pt x="120880" y="36876"/>
                  </a:lnTo>
                  <a:lnTo>
                    <a:pt x="171558" y="34751"/>
                  </a:lnTo>
                  <a:lnTo>
                    <a:pt x="217402" y="32828"/>
                  </a:lnTo>
                  <a:lnTo>
                    <a:pt x="259254" y="31073"/>
                  </a:lnTo>
                  <a:lnTo>
                    <a:pt x="297754" y="29458"/>
                  </a:lnTo>
                  <a:lnTo>
                    <a:pt x="333399" y="27964"/>
                  </a:lnTo>
                  <a:lnTo>
                    <a:pt x="366584" y="26572"/>
                  </a:lnTo>
                  <a:lnTo>
                    <a:pt x="397627" y="25270"/>
                  </a:lnTo>
                  <a:lnTo>
                    <a:pt x="426787" y="24047"/>
                  </a:lnTo>
                  <a:lnTo>
                    <a:pt x="454280" y="22894"/>
                  </a:lnTo>
                  <a:lnTo>
                    <a:pt x="480286" y="21803"/>
                  </a:lnTo>
                  <a:lnTo>
                    <a:pt x="504958" y="20769"/>
                  </a:lnTo>
                  <a:lnTo>
                    <a:pt x="528426" y="19785"/>
                  </a:lnTo>
                  <a:lnTo>
                    <a:pt x="550802" y="18846"/>
                  </a:lnTo>
                  <a:lnTo>
                    <a:pt x="572183" y="17950"/>
                  </a:lnTo>
                  <a:lnTo>
                    <a:pt x="592653" y="17091"/>
                  </a:lnTo>
                  <a:lnTo>
                    <a:pt x="612289" y="16268"/>
                  </a:lnTo>
                  <a:lnTo>
                    <a:pt x="631154" y="15476"/>
                  </a:lnTo>
                  <a:lnTo>
                    <a:pt x="649306" y="14715"/>
                  </a:lnTo>
                  <a:lnTo>
                    <a:pt x="666799" y="13982"/>
                  </a:lnTo>
                  <a:lnTo>
                    <a:pt x="683678" y="13274"/>
                  </a:lnTo>
                  <a:lnTo>
                    <a:pt x="699984" y="12590"/>
                  </a:lnTo>
                  <a:lnTo>
                    <a:pt x="715756" y="11928"/>
                  </a:lnTo>
                  <a:lnTo>
                    <a:pt x="731027" y="11288"/>
                  </a:lnTo>
                  <a:lnTo>
                    <a:pt x="745828" y="10667"/>
                  </a:lnTo>
                  <a:lnTo>
                    <a:pt x="760187" y="10065"/>
                  </a:lnTo>
                  <a:lnTo>
                    <a:pt x="774130" y="9480"/>
                  </a:lnTo>
                  <a:lnTo>
                    <a:pt x="787680" y="8912"/>
                  </a:lnTo>
                  <a:lnTo>
                    <a:pt x="800859" y="8359"/>
                  </a:lnTo>
                  <a:lnTo>
                    <a:pt x="813686" y="7821"/>
                  </a:lnTo>
                  <a:lnTo>
                    <a:pt x="826180" y="7297"/>
                  </a:lnTo>
                  <a:lnTo>
                    <a:pt x="838358" y="6787"/>
                  </a:lnTo>
                  <a:lnTo>
                    <a:pt x="850235" y="6289"/>
                  </a:lnTo>
                  <a:lnTo>
                    <a:pt x="861825" y="5803"/>
                  </a:lnTo>
                  <a:lnTo>
                    <a:pt x="873143" y="5328"/>
                  </a:lnTo>
                  <a:lnTo>
                    <a:pt x="884201" y="4864"/>
                  </a:lnTo>
                  <a:lnTo>
                    <a:pt x="895011" y="4411"/>
                  </a:lnTo>
                  <a:lnTo>
                    <a:pt x="905582" y="3967"/>
                  </a:lnTo>
                  <a:lnTo>
                    <a:pt x="915927" y="3534"/>
                  </a:lnTo>
                  <a:lnTo>
                    <a:pt x="926053" y="3109"/>
                  </a:lnTo>
                  <a:lnTo>
                    <a:pt x="935971" y="2693"/>
                  </a:lnTo>
                  <a:lnTo>
                    <a:pt x="945688" y="2286"/>
                  </a:lnTo>
                  <a:lnTo>
                    <a:pt x="955213" y="1886"/>
                  </a:lnTo>
                  <a:lnTo>
                    <a:pt x="964553" y="1494"/>
                  </a:lnTo>
                  <a:lnTo>
                    <a:pt x="973715" y="1110"/>
                  </a:lnTo>
                  <a:lnTo>
                    <a:pt x="982706" y="733"/>
                  </a:lnTo>
                  <a:lnTo>
                    <a:pt x="991532" y="363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333873" y="2819392"/>
              <a:ext cx="1000199" cy="417741"/>
            </a:xfrm>
            <a:custGeom>
              <a:avLst/>
              <a:pathLst>
                <a:path w="1000199" h="417741">
                  <a:moveTo>
                    <a:pt x="0" y="0"/>
                  </a:moveTo>
                  <a:lnTo>
                    <a:pt x="64227" y="26825"/>
                  </a:lnTo>
                  <a:lnTo>
                    <a:pt x="120880" y="50486"/>
                  </a:lnTo>
                  <a:lnTo>
                    <a:pt x="171558" y="71652"/>
                  </a:lnTo>
                  <a:lnTo>
                    <a:pt x="217402" y="90799"/>
                  </a:lnTo>
                  <a:lnTo>
                    <a:pt x="259254" y="108279"/>
                  </a:lnTo>
                  <a:lnTo>
                    <a:pt x="297754" y="124359"/>
                  </a:lnTo>
                  <a:lnTo>
                    <a:pt x="333399" y="139247"/>
                  </a:lnTo>
                  <a:lnTo>
                    <a:pt x="366584" y="153107"/>
                  </a:lnTo>
                  <a:lnTo>
                    <a:pt x="397627" y="166072"/>
                  </a:lnTo>
                  <a:lnTo>
                    <a:pt x="426787" y="178251"/>
                  </a:lnTo>
                  <a:lnTo>
                    <a:pt x="454280" y="189733"/>
                  </a:lnTo>
                  <a:lnTo>
                    <a:pt x="480286" y="200595"/>
                  </a:lnTo>
                  <a:lnTo>
                    <a:pt x="504958" y="210899"/>
                  </a:lnTo>
                  <a:lnTo>
                    <a:pt x="528426" y="220701"/>
                  </a:lnTo>
                  <a:lnTo>
                    <a:pt x="550802" y="230046"/>
                  </a:lnTo>
                  <a:lnTo>
                    <a:pt x="572183" y="238976"/>
                  </a:lnTo>
                  <a:lnTo>
                    <a:pt x="592653" y="247526"/>
                  </a:lnTo>
                  <a:lnTo>
                    <a:pt x="612289" y="255727"/>
                  </a:lnTo>
                  <a:lnTo>
                    <a:pt x="631154" y="263606"/>
                  </a:lnTo>
                  <a:lnTo>
                    <a:pt x="649306" y="271188"/>
                  </a:lnTo>
                  <a:lnTo>
                    <a:pt x="666799" y="278494"/>
                  </a:lnTo>
                  <a:lnTo>
                    <a:pt x="683678" y="285543"/>
                  </a:lnTo>
                  <a:lnTo>
                    <a:pt x="699984" y="292354"/>
                  </a:lnTo>
                  <a:lnTo>
                    <a:pt x="715756" y="298941"/>
                  </a:lnTo>
                  <a:lnTo>
                    <a:pt x="731027" y="305319"/>
                  </a:lnTo>
                  <a:lnTo>
                    <a:pt x="745828" y="311501"/>
                  </a:lnTo>
                  <a:lnTo>
                    <a:pt x="760187" y="317498"/>
                  </a:lnTo>
                  <a:lnTo>
                    <a:pt x="774130" y="323321"/>
                  </a:lnTo>
                  <a:lnTo>
                    <a:pt x="787680" y="328980"/>
                  </a:lnTo>
                  <a:lnTo>
                    <a:pt x="800859" y="334485"/>
                  </a:lnTo>
                  <a:lnTo>
                    <a:pt x="813686" y="339842"/>
                  </a:lnTo>
                  <a:lnTo>
                    <a:pt x="826180" y="345060"/>
                  </a:lnTo>
                  <a:lnTo>
                    <a:pt x="838358" y="350146"/>
                  </a:lnTo>
                  <a:lnTo>
                    <a:pt x="850235" y="355107"/>
                  </a:lnTo>
                  <a:lnTo>
                    <a:pt x="861825" y="359948"/>
                  </a:lnTo>
                  <a:lnTo>
                    <a:pt x="873143" y="364675"/>
                  </a:lnTo>
                  <a:lnTo>
                    <a:pt x="884201" y="369293"/>
                  </a:lnTo>
                  <a:lnTo>
                    <a:pt x="895011" y="373808"/>
                  </a:lnTo>
                  <a:lnTo>
                    <a:pt x="905582" y="378223"/>
                  </a:lnTo>
                  <a:lnTo>
                    <a:pt x="915927" y="382544"/>
                  </a:lnTo>
                  <a:lnTo>
                    <a:pt x="926053" y="386773"/>
                  </a:lnTo>
                  <a:lnTo>
                    <a:pt x="935971" y="390915"/>
                  </a:lnTo>
                  <a:lnTo>
                    <a:pt x="945688" y="394974"/>
                  </a:lnTo>
                  <a:lnTo>
                    <a:pt x="955213" y="398952"/>
                  </a:lnTo>
                  <a:lnTo>
                    <a:pt x="964553" y="402853"/>
                  </a:lnTo>
                  <a:lnTo>
                    <a:pt x="973715" y="406680"/>
                  </a:lnTo>
                  <a:lnTo>
                    <a:pt x="982706" y="410435"/>
                  </a:lnTo>
                  <a:lnTo>
                    <a:pt x="991532" y="414121"/>
                  </a:lnTo>
                  <a:lnTo>
                    <a:pt x="1000199" y="41774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333873" y="2924240"/>
              <a:ext cx="1000199" cy="13883"/>
            </a:xfrm>
            <a:custGeom>
              <a:avLst/>
              <a:pathLst>
                <a:path w="1000199" h="13883">
                  <a:moveTo>
                    <a:pt x="0" y="13883"/>
                  </a:moveTo>
                  <a:lnTo>
                    <a:pt x="64227" y="12992"/>
                  </a:lnTo>
                  <a:lnTo>
                    <a:pt x="120880" y="12205"/>
                  </a:lnTo>
                  <a:lnTo>
                    <a:pt x="171558" y="11502"/>
                  </a:lnTo>
                  <a:lnTo>
                    <a:pt x="217402" y="10865"/>
                  </a:lnTo>
                  <a:lnTo>
                    <a:pt x="259254" y="10285"/>
                  </a:lnTo>
                  <a:lnTo>
                    <a:pt x="297754" y="9750"/>
                  </a:lnTo>
                  <a:lnTo>
                    <a:pt x="333399" y="9255"/>
                  </a:lnTo>
                  <a:lnTo>
                    <a:pt x="366584" y="8795"/>
                  </a:lnTo>
                  <a:lnTo>
                    <a:pt x="397627" y="8364"/>
                  </a:lnTo>
                  <a:lnTo>
                    <a:pt x="426787" y="7959"/>
                  </a:lnTo>
                  <a:lnTo>
                    <a:pt x="454280" y="7577"/>
                  </a:lnTo>
                  <a:lnTo>
                    <a:pt x="480286" y="7216"/>
                  </a:lnTo>
                  <a:lnTo>
                    <a:pt x="504958" y="6874"/>
                  </a:lnTo>
                  <a:lnTo>
                    <a:pt x="528426" y="6548"/>
                  </a:lnTo>
                  <a:lnTo>
                    <a:pt x="550802" y="6238"/>
                  </a:lnTo>
                  <a:lnTo>
                    <a:pt x="572183" y="5941"/>
                  </a:lnTo>
                  <a:lnTo>
                    <a:pt x="592653" y="5657"/>
                  </a:lnTo>
                  <a:lnTo>
                    <a:pt x="612289" y="5384"/>
                  </a:lnTo>
                  <a:lnTo>
                    <a:pt x="631154" y="5122"/>
                  </a:lnTo>
                  <a:lnTo>
                    <a:pt x="649306" y="4870"/>
                  </a:lnTo>
                  <a:lnTo>
                    <a:pt x="666799" y="4627"/>
                  </a:lnTo>
                  <a:lnTo>
                    <a:pt x="683678" y="4393"/>
                  </a:lnTo>
                  <a:lnTo>
                    <a:pt x="699984" y="4167"/>
                  </a:lnTo>
                  <a:lnTo>
                    <a:pt x="715756" y="3948"/>
                  </a:lnTo>
                  <a:lnTo>
                    <a:pt x="731027" y="3736"/>
                  </a:lnTo>
                  <a:lnTo>
                    <a:pt x="745828" y="3530"/>
                  </a:lnTo>
                  <a:lnTo>
                    <a:pt x="760187" y="3331"/>
                  </a:lnTo>
                  <a:lnTo>
                    <a:pt x="774130" y="3138"/>
                  </a:lnTo>
                  <a:lnTo>
                    <a:pt x="787680" y="2949"/>
                  </a:lnTo>
                  <a:lnTo>
                    <a:pt x="800859" y="2767"/>
                  </a:lnTo>
                  <a:lnTo>
                    <a:pt x="813686" y="2588"/>
                  </a:lnTo>
                  <a:lnTo>
                    <a:pt x="826180" y="2415"/>
                  </a:lnTo>
                  <a:lnTo>
                    <a:pt x="838358" y="2246"/>
                  </a:lnTo>
                  <a:lnTo>
                    <a:pt x="850235" y="2081"/>
                  </a:lnTo>
                  <a:lnTo>
                    <a:pt x="861825" y="1920"/>
                  </a:lnTo>
                  <a:lnTo>
                    <a:pt x="873143" y="1763"/>
                  </a:lnTo>
                  <a:lnTo>
                    <a:pt x="884201" y="1610"/>
                  </a:lnTo>
                  <a:lnTo>
                    <a:pt x="895011" y="1460"/>
                  </a:lnTo>
                  <a:lnTo>
                    <a:pt x="905582" y="1313"/>
                  </a:lnTo>
                  <a:lnTo>
                    <a:pt x="915927" y="1169"/>
                  </a:lnTo>
                  <a:lnTo>
                    <a:pt x="926053" y="1029"/>
                  </a:lnTo>
                  <a:lnTo>
                    <a:pt x="935971" y="891"/>
                  </a:lnTo>
                  <a:lnTo>
                    <a:pt x="945688" y="756"/>
                  </a:lnTo>
                  <a:lnTo>
                    <a:pt x="955213" y="624"/>
                  </a:lnTo>
                  <a:lnTo>
                    <a:pt x="964553" y="494"/>
                  </a:lnTo>
                  <a:lnTo>
                    <a:pt x="973715" y="367"/>
                  </a:lnTo>
                  <a:lnTo>
                    <a:pt x="982706" y="242"/>
                  </a:lnTo>
                  <a:lnTo>
                    <a:pt x="991532" y="120"/>
                  </a:lnTo>
                  <a:lnTo>
                    <a:pt x="10001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233897" y="32718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233897" y="30267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33897" y="27816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3387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6727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0067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33407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28999" y="44081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35561" y="45497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44011" y="45403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454915" y="42324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443806" y="45914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38202" y="44953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36870" y="46749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53341" y="46340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50058" y="43615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468085" y="44735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03881" y="45726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79575" y="43778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96254" y="44267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804627" y="47162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61009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801702" y="40841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78193" y="45709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85119" y="47198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90788" y="46881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803403" y="45655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805782" y="45279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95324" y="46529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800907" y="46102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82346" y="45740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91081" y="46617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84668" y="45042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97382" y="464070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89472" y="45442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07805" y="44183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23233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04461" y="452337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28201" y="4639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14037" y="43093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31260" y="45428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39838" y="43733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28858" y="45984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8945" y="44808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27932" y="45646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096901" y="46142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093727" y="41750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26911" y="45627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13422" y="46588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25572" y="42316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5923" y="43315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02601" y="44905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094054" y="46950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14419" y="45588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093584" y="44745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33012" y="45318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68404" y="452733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69887" y="45468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42391" y="46189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63365" y="45116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63028" y="44844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46391" y="44596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71908" y="452811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58545" y="46210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53237" y="43960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64117" y="46337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36610" y="45445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70849" y="45936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47737" y="47090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50927" y="46131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65138" y="46532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62407" y="46028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70372" y="44948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44509" y="46299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31803" y="44643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40527" y="45719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58153" y="44771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52582" y="45407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52170" y="4659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79942" y="4274978"/>
              <a:ext cx="998223" cy="259408"/>
            </a:xfrm>
            <a:custGeom>
              <a:avLst/>
              <a:pathLst>
                <a:path w="998223" h="259408">
                  <a:moveTo>
                    <a:pt x="0" y="0"/>
                  </a:moveTo>
                  <a:lnTo>
                    <a:pt x="64100" y="16657"/>
                  </a:lnTo>
                  <a:lnTo>
                    <a:pt x="120642" y="31351"/>
                  </a:lnTo>
                  <a:lnTo>
                    <a:pt x="171219" y="44494"/>
                  </a:lnTo>
                  <a:lnTo>
                    <a:pt x="216972" y="56384"/>
                  </a:lnTo>
                  <a:lnTo>
                    <a:pt x="258742" y="67239"/>
                  </a:lnTo>
                  <a:lnTo>
                    <a:pt x="297166" y="77224"/>
                  </a:lnTo>
                  <a:lnTo>
                    <a:pt x="332741" y="86469"/>
                  </a:lnTo>
                  <a:lnTo>
                    <a:pt x="365860" y="95076"/>
                  </a:lnTo>
                  <a:lnTo>
                    <a:pt x="396842" y="103127"/>
                  </a:lnTo>
                  <a:lnTo>
                    <a:pt x="425944" y="110690"/>
                  </a:lnTo>
                  <a:lnTo>
                    <a:pt x="453383" y="117820"/>
                  </a:lnTo>
                  <a:lnTo>
                    <a:pt x="479338" y="124565"/>
                  </a:lnTo>
                  <a:lnTo>
                    <a:pt x="503961" y="130964"/>
                  </a:lnTo>
                  <a:lnTo>
                    <a:pt x="527382" y="137051"/>
                  </a:lnTo>
                  <a:lnTo>
                    <a:pt x="549714" y="142854"/>
                  </a:lnTo>
                  <a:lnTo>
                    <a:pt x="571052" y="148399"/>
                  </a:lnTo>
                  <a:lnTo>
                    <a:pt x="591483" y="153708"/>
                  </a:lnTo>
                  <a:lnTo>
                    <a:pt x="611079" y="158801"/>
                  </a:lnTo>
                  <a:lnTo>
                    <a:pt x="629907" y="163694"/>
                  </a:lnTo>
                  <a:lnTo>
                    <a:pt x="648024" y="168402"/>
                  </a:lnTo>
                  <a:lnTo>
                    <a:pt x="665482" y="172939"/>
                  </a:lnTo>
                  <a:lnTo>
                    <a:pt x="682328" y="177316"/>
                  </a:lnTo>
                  <a:lnTo>
                    <a:pt x="698602" y="181545"/>
                  </a:lnTo>
                  <a:lnTo>
                    <a:pt x="714342" y="185636"/>
                  </a:lnTo>
                  <a:lnTo>
                    <a:pt x="729583" y="189597"/>
                  </a:lnTo>
                  <a:lnTo>
                    <a:pt x="744355" y="193435"/>
                  </a:lnTo>
                  <a:lnTo>
                    <a:pt x="758686" y="197159"/>
                  </a:lnTo>
                  <a:lnTo>
                    <a:pt x="772601" y="200776"/>
                  </a:lnTo>
                  <a:lnTo>
                    <a:pt x="786124" y="204290"/>
                  </a:lnTo>
                  <a:lnTo>
                    <a:pt x="799277" y="207708"/>
                  </a:lnTo>
                  <a:lnTo>
                    <a:pt x="812079" y="211035"/>
                  </a:lnTo>
                  <a:lnTo>
                    <a:pt x="824548" y="214275"/>
                  </a:lnTo>
                  <a:lnTo>
                    <a:pt x="836702" y="217434"/>
                  </a:lnTo>
                  <a:lnTo>
                    <a:pt x="848555" y="220514"/>
                  </a:lnTo>
                  <a:lnTo>
                    <a:pt x="860123" y="223520"/>
                  </a:lnTo>
                  <a:lnTo>
                    <a:pt x="871419" y="226456"/>
                  </a:lnTo>
                  <a:lnTo>
                    <a:pt x="882455" y="229323"/>
                  </a:lnTo>
                  <a:lnTo>
                    <a:pt x="893243" y="232127"/>
                  </a:lnTo>
                  <a:lnTo>
                    <a:pt x="903794" y="234869"/>
                  </a:lnTo>
                  <a:lnTo>
                    <a:pt x="914118" y="237552"/>
                  </a:lnTo>
                  <a:lnTo>
                    <a:pt x="924224" y="240178"/>
                  </a:lnTo>
                  <a:lnTo>
                    <a:pt x="934122" y="242750"/>
                  </a:lnTo>
                  <a:lnTo>
                    <a:pt x="943821" y="245271"/>
                  </a:lnTo>
                  <a:lnTo>
                    <a:pt x="953327" y="247741"/>
                  </a:lnTo>
                  <a:lnTo>
                    <a:pt x="962648" y="250163"/>
                  </a:lnTo>
                  <a:lnTo>
                    <a:pt x="971792" y="252540"/>
                  </a:lnTo>
                  <a:lnTo>
                    <a:pt x="980765" y="254871"/>
                  </a:lnTo>
                  <a:lnTo>
                    <a:pt x="989574" y="257160"/>
                  </a:lnTo>
                  <a:lnTo>
                    <a:pt x="998223" y="25940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79942" y="4206564"/>
              <a:ext cx="998223" cy="344455"/>
            </a:xfrm>
            <a:custGeom>
              <a:avLst/>
              <a:pathLst>
                <a:path w="998223" h="344455">
                  <a:moveTo>
                    <a:pt x="0" y="0"/>
                  </a:moveTo>
                  <a:lnTo>
                    <a:pt x="64100" y="22119"/>
                  </a:lnTo>
                  <a:lnTo>
                    <a:pt x="120642" y="41629"/>
                  </a:lnTo>
                  <a:lnTo>
                    <a:pt x="171219" y="59082"/>
                  </a:lnTo>
                  <a:lnTo>
                    <a:pt x="216972" y="74870"/>
                  </a:lnTo>
                  <a:lnTo>
                    <a:pt x="258742" y="89283"/>
                  </a:lnTo>
                  <a:lnTo>
                    <a:pt x="297166" y="102542"/>
                  </a:lnTo>
                  <a:lnTo>
                    <a:pt x="332741" y="114818"/>
                  </a:lnTo>
                  <a:lnTo>
                    <a:pt x="365860" y="126246"/>
                  </a:lnTo>
                  <a:lnTo>
                    <a:pt x="396842" y="136937"/>
                  </a:lnTo>
                  <a:lnTo>
                    <a:pt x="425944" y="146980"/>
                  </a:lnTo>
                  <a:lnTo>
                    <a:pt x="453383" y="156448"/>
                  </a:lnTo>
                  <a:lnTo>
                    <a:pt x="479338" y="165404"/>
                  </a:lnTo>
                  <a:lnTo>
                    <a:pt x="503961" y="173900"/>
                  </a:lnTo>
                  <a:lnTo>
                    <a:pt x="527382" y="181982"/>
                  </a:lnTo>
                  <a:lnTo>
                    <a:pt x="549714" y="189688"/>
                  </a:lnTo>
                  <a:lnTo>
                    <a:pt x="571052" y="197052"/>
                  </a:lnTo>
                  <a:lnTo>
                    <a:pt x="591483" y="204102"/>
                  </a:lnTo>
                  <a:lnTo>
                    <a:pt x="611079" y="210864"/>
                  </a:lnTo>
                  <a:lnTo>
                    <a:pt x="629907" y="217361"/>
                  </a:lnTo>
                  <a:lnTo>
                    <a:pt x="648024" y="223612"/>
                  </a:lnTo>
                  <a:lnTo>
                    <a:pt x="665482" y="229636"/>
                  </a:lnTo>
                  <a:lnTo>
                    <a:pt x="682328" y="235449"/>
                  </a:lnTo>
                  <a:lnTo>
                    <a:pt x="698602" y="241065"/>
                  </a:lnTo>
                  <a:lnTo>
                    <a:pt x="714342" y="246496"/>
                  </a:lnTo>
                  <a:lnTo>
                    <a:pt x="729583" y="251756"/>
                  </a:lnTo>
                  <a:lnTo>
                    <a:pt x="744355" y="256853"/>
                  </a:lnTo>
                  <a:lnTo>
                    <a:pt x="758686" y="261798"/>
                  </a:lnTo>
                  <a:lnTo>
                    <a:pt x="772601" y="266600"/>
                  </a:lnTo>
                  <a:lnTo>
                    <a:pt x="786124" y="271266"/>
                  </a:lnTo>
                  <a:lnTo>
                    <a:pt x="799277" y="275805"/>
                  </a:lnTo>
                  <a:lnTo>
                    <a:pt x="812079" y="280222"/>
                  </a:lnTo>
                  <a:lnTo>
                    <a:pt x="824548" y="284525"/>
                  </a:lnTo>
                  <a:lnTo>
                    <a:pt x="836702" y="288719"/>
                  </a:lnTo>
                  <a:lnTo>
                    <a:pt x="848555" y="292809"/>
                  </a:lnTo>
                  <a:lnTo>
                    <a:pt x="860123" y="296801"/>
                  </a:lnTo>
                  <a:lnTo>
                    <a:pt x="871419" y="300699"/>
                  </a:lnTo>
                  <a:lnTo>
                    <a:pt x="882455" y="304507"/>
                  </a:lnTo>
                  <a:lnTo>
                    <a:pt x="893243" y="308229"/>
                  </a:lnTo>
                  <a:lnTo>
                    <a:pt x="903794" y="311870"/>
                  </a:lnTo>
                  <a:lnTo>
                    <a:pt x="914118" y="315433"/>
                  </a:lnTo>
                  <a:lnTo>
                    <a:pt x="924224" y="318920"/>
                  </a:lnTo>
                  <a:lnTo>
                    <a:pt x="934122" y="322336"/>
                  </a:lnTo>
                  <a:lnTo>
                    <a:pt x="943821" y="325682"/>
                  </a:lnTo>
                  <a:lnTo>
                    <a:pt x="953327" y="328962"/>
                  </a:lnTo>
                  <a:lnTo>
                    <a:pt x="962648" y="332179"/>
                  </a:lnTo>
                  <a:lnTo>
                    <a:pt x="971792" y="335334"/>
                  </a:lnTo>
                  <a:lnTo>
                    <a:pt x="980765" y="338431"/>
                  </a:lnTo>
                  <a:lnTo>
                    <a:pt x="989574" y="341470"/>
                  </a:lnTo>
                  <a:lnTo>
                    <a:pt x="998223" y="34445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79942" y="4552481"/>
              <a:ext cx="998223" cy="13997"/>
            </a:xfrm>
            <a:custGeom>
              <a:avLst/>
              <a:pathLst>
                <a:path w="998223" h="13997">
                  <a:moveTo>
                    <a:pt x="0" y="13997"/>
                  </a:moveTo>
                  <a:lnTo>
                    <a:pt x="64100" y="13098"/>
                  </a:lnTo>
                  <a:lnTo>
                    <a:pt x="120642" y="12305"/>
                  </a:lnTo>
                  <a:lnTo>
                    <a:pt x="171219" y="11596"/>
                  </a:lnTo>
                  <a:lnTo>
                    <a:pt x="216972" y="10954"/>
                  </a:lnTo>
                  <a:lnTo>
                    <a:pt x="258742" y="10369"/>
                  </a:lnTo>
                  <a:lnTo>
                    <a:pt x="297166" y="9830"/>
                  </a:lnTo>
                  <a:lnTo>
                    <a:pt x="332741" y="9331"/>
                  </a:lnTo>
                  <a:lnTo>
                    <a:pt x="365860" y="8867"/>
                  </a:lnTo>
                  <a:lnTo>
                    <a:pt x="396842" y="8432"/>
                  </a:lnTo>
                  <a:lnTo>
                    <a:pt x="425944" y="8024"/>
                  </a:lnTo>
                  <a:lnTo>
                    <a:pt x="453383" y="7639"/>
                  </a:lnTo>
                  <a:lnTo>
                    <a:pt x="479338" y="7275"/>
                  </a:lnTo>
                  <a:lnTo>
                    <a:pt x="503961" y="6930"/>
                  </a:lnTo>
                  <a:lnTo>
                    <a:pt x="527382" y="6602"/>
                  </a:lnTo>
                  <a:lnTo>
                    <a:pt x="549714" y="6289"/>
                  </a:lnTo>
                  <a:lnTo>
                    <a:pt x="571052" y="5989"/>
                  </a:lnTo>
                  <a:lnTo>
                    <a:pt x="591483" y="5703"/>
                  </a:lnTo>
                  <a:lnTo>
                    <a:pt x="611079" y="5428"/>
                  </a:lnTo>
                  <a:lnTo>
                    <a:pt x="629907" y="5164"/>
                  </a:lnTo>
                  <a:lnTo>
                    <a:pt x="648024" y="4910"/>
                  </a:lnTo>
                  <a:lnTo>
                    <a:pt x="665482" y="4665"/>
                  </a:lnTo>
                  <a:lnTo>
                    <a:pt x="682328" y="4429"/>
                  </a:lnTo>
                  <a:lnTo>
                    <a:pt x="698602" y="4201"/>
                  </a:lnTo>
                  <a:lnTo>
                    <a:pt x="714342" y="3980"/>
                  </a:lnTo>
                  <a:lnTo>
                    <a:pt x="729583" y="3766"/>
                  </a:lnTo>
                  <a:lnTo>
                    <a:pt x="744355" y="3559"/>
                  </a:lnTo>
                  <a:lnTo>
                    <a:pt x="758686" y="3358"/>
                  </a:lnTo>
                  <a:lnTo>
                    <a:pt x="772601" y="3163"/>
                  </a:lnTo>
                  <a:lnTo>
                    <a:pt x="786124" y="2974"/>
                  </a:lnTo>
                  <a:lnTo>
                    <a:pt x="799277" y="2789"/>
                  </a:lnTo>
                  <a:lnTo>
                    <a:pt x="812079" y="2610"/>
                  </a:lnTo>
                  <a:lnTo>
                    <a:pt x="824548" y="2435"/>
                  </a:lnTo>
                  <a:lnTo>
                    <a:pt x="836702" y="2264"/>
                  </a:lnTo>
                  <a:lnTo>
                    <a:pt x="848555" y="2098"/>
                  </a:lnTo>
                  <a:lnTo>
                    <a:pt x="860123" y="1936"/>
                  </a:lnTo>
                  <a:lnTo>
                    <a:pt x="871419" y="1778"/>
                  </a:lnTo>
                  <a:lnTo>
                    <a:pt x="882455" y="1623"/>
                  </a:lnTo>
                  <a:lnTo>
                    <a:pt x="893243" y="1472"/>
                  </a:lnTo>
                  <a:lnTo>
                    <a:pt x="903794" y="1324"/>
                  </a:lnTo>
                  <a:lnTo>
                    <a:pt x="914118" y="1179"/>
                  </a:lnTo>
                  <a:lnTo>
                    <a:pt x="924224" y="1037"/>
                  </a:lnTo>
                  <a:lnTo>
                    <a:pt x="934122" y="898"/>
                  </a:lnTo>
                  <a:lnTo>
                    <a:pt x="943821" y="762"/>
                  </a:lnTo>
                  <a:lnTo>
                    <a:pt x="953327" y="629"/>
                  </a:lnTo>
                  <a:lnTo>
                    <a:pt x="962648" y="498"/>
                  </a:lnTo>
                  <a:lnTo>
                    <a:pt x="971792" y="370"/>
                  </a:lnTo>
                  <a:lnTo>
                    <a:pt x="980765" y="244"/>
                  </a:lnTo>
                  <a:lnTo>
                    <a:pt x="989574" y="121"/>
                  </a:lnTo>
                  <a:lnTo>
                    <a:pt x="99822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79942" y="4576016"/>
              <a:ext cx="998223" cy="10615"/>
            </a:xfrm>
            <a:custGeom>
              <a:avLst/>
              <a:pathLst>
                <a:path w="998223" h="10615">
                  <a:moveTo>
                    <a:pt x="0" y="10615"/>
                  </a:moveTo>
                  <a:lnTo>
                    <a:pt x="64100" y="9933"/>
                  </a:lnTo>
                  <a:lnTo>
                    <a:pt x="120642" y="9332"/>
                  </a:lnTo>
                  <a:lnTo>
                    <a:pt x="171219" y="8794"/>
                  </a:lnTo>
                  <a:lnTo>
                    <a:pt x="216972" y="8307"/>
                  </a:lnTo>
                  <a:lnTo>
                    <a:pt x="258742" y="7863"/>
                  </a:lnTo>
                  <a:lnTo>
                    <a:pt x="297166" y="7454"/>
                  </a:lnTo>
                  <a:lnTo>
                    <a:pt x="332741" y="7076"/>
                  </a:lnTo>
                  <a:lnTo>
                    <a:pt x="365860" y="6724"/>
                  </a:lnTo>
                  <a:lnTo>
                    <a:pt x="396842" y="6395"/>
                  </a:lnTo>
                  <a:lnTo>
                    <a:pt x="425944" y="6085"/>
                  </a:lnTo>
                  <a:lnTo>
                    <a:pt x="453383" y="5793"/>
                  </a:lnTo>
                  <a:lnTo>
                    <a:pt x="479338" y="5517"/>
                  </a:lnTo>
                  <a:lnTo>
                    <a:pt x="503961" y="5255"/>
                  </a:lnTo>
                  <a:lnTo>
                    <a:pt x="527382" y="5006"/>
                  </a:lnTo>
                  <a:lnTo>
                    <a:pt x="549714" y="4769"/>
                  </a:lnTo>
                  <a:lnTo>
                    <a:pt x="571052" y="4542"/>
                  </a:lnTo>
                  <a:lnTo>
                    <a:pt x="591483" y="4325"/>
                  </a:lnTo>
                  <a:lnTo>
                    <a:pt x="611079" y="4116"/>
                  </a:lnTo>
                  <a:lnTo>
                    <a:pt x="629907" y="3916"/>
                  </a:lnTo>
                  <a:lnTo>
                    <a:pt x="648024" y="3723"/>
                  </a:lnTo>
                  <a:lnTo>
                    <a:pt x="665482" y="3538"/>
                  </a:lnTo>
                  <a:lnTo>
                    <a:pt x="682328" y="3359"/>
                  </a:lnTo>
                  <a:lnTo>
                    <a:pt x="698602" y="3186"/>
                  </a:lnTo>
                  <a:lnTo>
                    <a:pt x="714342" y="3018"/>
                  </a:lnTo>
                  <a:lnTo>
                    <a:pt x="729583" y="2856"/>
                  </a:lnTo>
                  <a:lnTo>
                    <a:pt x="744355" y="2699"/>
                  </a:lnTo>
                  <a:lnTo>
                    <a:pt x="758686" y="2547"/>
                  </a:lnTo>
                  <a:lnTo>
                    <a:pt x="772601" y="2399"/>
                  </a:lnTo>
                  <a:lnTo>
                    <a:pt x="786124" y="2255"/>
                  </a:lnTo>
                  <a:lnTo>
                    <a:pt x="799277" y="2115"/>
                  </a:lnTo>
                  <a:lnTo>
                    <a:pt x="812079" y="1979"/>
                  </a:lnTo>
                  <a:lnTo>
                    <a:pt x="824548" y="1846"/>
                  </a:lnTo>
                  <a:lnTo>
                    <a:pt x="836702" y="1717"/>
                  </a:lnTo>
                  <a:lnTo>
                    <a:pt x="848555" y="1591"/>
                  </a:lnTo>
                  <a:lnTo>
                    <a:pt x="860123" y="1468"/>
                  </a:lnTo>
                  <a:lnTo>
                    <a:pt x="871419" y="1348"/>
                  </a:lnTo>
                  <a:lnTo>
                    <a:pt x="882455" y="1231"/>
                  </a:lnTo>
                  <a:lnTo>
                    <a:pt x="893243" y="1116"/>
                  </a:lnTo>
                  <a:lnTo>
                    <a:pt x="903794" y="1004"/>
                  </a:lnTo>
                  <a:lnTo>
                    <a:pt x="914118" y="894"/>
                  </a:lnTo>
                  <a:lnTo>
                    <a:pt x="924224" y="786"/>
                  </a:lnTo>
                  <a:lnTo>
                    <a:pt x="934122" y="681"/>
                  </a:lnTo>
                  <a:lnTo>
                    <a:pt x="943821" y="578"/>
                  </a:lnTo>
                  <a:lnTo>
                    <a:pt x="953327" y="477"/>
                  </a:lnTo>
                  <a:lnTo>
                    <a:pt x="962648" y="378"/>
                  </a:lnTo>
                  <a:lnTo>
                    <a:pt x="971792" y="281"/>
                  </a:lnTo>
                  <a:lnTo>
                    <a:pt x="980765" y="185"/>
                  </a:lnTo>
                  <a:lnTo>
                    <a:pt x="989574" y="91"/>
                  </a:lnTo>
                  <a:lnTo>
                    <a:pt x="99822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79942" y="4560473"/>
              <a:ext cx="998223" cy="74642"/>
            </a:xfrm>
            <a:custGeom>
              <a:avLst/>
              <a:pathLst>
                <a:path w="998223" h="74642">
                  <a:moveTo>
                    <a:pt x="0" y="74642"/>
                  </a:moveTo>
                  <a:lnTo>
                    <a:pt x="64100" y="69849"/>
                  </a:lnTo>
                  <a:lnTo>
                    <a:pt x="120642" y="65621"/>
                  </a:lnTo>
                  <a:lnTo>
                    <a:pt x="171219" y="61839"/>
                  </a:lnTo>
                  <a:lnTo>
                    <a:pt x="216972" y="58418"/>
                  </a:lnTo>
                  <a:lnTo>
                    <a:pt x="258742" y="55294"/>
                  </a:lnTo>
                  <a:lnTo>
                    <a:pt x="297166" y="52421"/>
                  </a:lnTo>
                  <a:lnTo>
                    <a:pt x="332741" y="49761"/>
                  </a:lnTo>
                  <a:lnTo>
                    <a:pt x="365860" y="47284"/>
                  </a:lnTo>
                  <a:lnTo>
                    <a:pt x="396842" y="44968"/>
                  </a:lnTo>
                  <a:lnTo>
                    <a:pt x="425944" y="42792"/>
                  </a:lnTo>
                  <a:lnTo>
                    <a:pt x="453383" y="40740"/>
                  </a:lnTo>
                  <a:lnTo>
                    <a:pt x="479338" y="38799"/>
                  </a:lnTo>
                  <a:lnTo>
                    <a:pt x="503961" y="36958"/>
                  </a:lnTo>
                  <a:lnTo>
                    <a:pt x="527382" y="35207"/>
                  </a:lnTo>
                  <a:lnTo>
                    <a:pt x="549714" y="33537"/>
                  </a:lnTo>
                  <a:lnTo>
                    <a:pt x="571052" y="31941"/>
                  </a:lnTo>
                  <a:lnTo>
                    <a:pt x="591483" y="30414"/>
                  </a:lnTo>
                  <a:lnTo>
                    <a:pt x="611079" y="28948"/>
                  </a:lnTo>
                  <a:lnTo>
                    <a:pt x="629907" y="27540"/>
                  </a:lnTo>
                  <a:lnTo>
                    <a:pt x="648024" y="26186"/>
                  </a:lnTo>
                  <a:lnTo>
                    <a:pt x="665482" y="24880"/>
                  </a:lnTo>
                  <a:lnTo>
                    <a:pt x="682328" y="23621"/>
                  </a:lnTo>
                  <a:lnTo>
                    <a:pt x="698602" y="22404"/>
                  </a:lnTo>
                  <a:lnTo>
                    <a:pt x="714342" y="21227"/>
                  </a:lnTo>
                  <a:lnTo>
                    <a:pt x="729583" y="20087"/>
                  </a:lnTo>
                  <a:lnTo>
                    <a:pt x="744355" y="18983"/>
                  </a:lnTo>
                  <a:lnTo>
                    <a:pt x="758686" y="17911"/>
                  </a:lnTo>
                  <a:lnTo>
                    <a:pt x="772601" y="16870"/>
                  </a:lnTo>
                  <a:lnTo>
                    <a:pt x="786124" y="15859"/>
                  </a:lnTo>
                  <a:lnTo>
                    <a:pt x="799277" y="14876"/>
                  </a:lnTo>
                  <a:lnTo>
                    <a:pt x="812079" y="13918"/>
                  </a:lnTo>
                  <a:lnTo>
                    <a:pt x="824548" y="12986"/>
                  </a:lnTo>
                  <a:lnTo>
                    <a:pt x="836702" y="12077"/>
                  </a:lnTo>
                  <a:lnTo>
                    <a:pt x="848555" y="11191"/>
                  </a:lnTo>
                  <a:lnTo>
                    <a:pt x="860123" y="10326"/>
                  </a:lnTo>
                  <a:lnTo>
                    <a:pt x="871419" y="9481"/>
                  </a:lnTo>
                  <a:lnTo>
                    <a:pt x="882455" y="8656"/>
                  </a:lnTo>
                  <a:lnTo>
                    <a:pt x="893243" y="7849"/>
                  </a:lnTo>
                  <a:lnTo>
                    <a:pt x="903794" y="7060"/>
                  </a:lnTo>
                  <a:lnTo>
                    <a:pt x="914118" y="6289"/>
                  </a:lnTo>
                  <a:lnTo>
                    <a:pt x="924224" y="5533"/>
                  </a:lnTo>
                  <a:lnTo>
                    <a:pt x="934122" y="4793"/>
                  </a:lnTo>
                  <a:lnTo>
                    <a:pt x="943821" y="4067"/>
                  </a:lnTo>
                  <a:lnTo>
                    <a:pt x="953327" y="3357"/>
                  </a:lnTo>
                  <a:lnTo>
                    <a:pt x="962648" y="2660"/>
                  </a:lnTo>
                  <a:lnTo>
                    <a:pt x="971792" y="1976"/>
                  </a:lnTo>
                  <a:lnTo>
                    <a:pt x="980765" y="1305"/>
                  </a:lnTo>
                  <a:lnTo>
                    <a:pt x="989574" y="646"/>
                  </a:lnTo>
                  <a:lnTo>
                    <a:pt x="99822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79942" y="4472744"/>
              <a:ext cx="998223" cy="83777"/>
            </a:xfrm>
            <a:custGeom>
              <a:avLst/>
              <a:pathLst>
                <a:path w="998223" h="83777">
                  <a:moveTo>
                    <a:pt x="0" y="83777"/>
                  </a:moveTo>
                  <a:lnTo>
                    <a:pt x="64100" y="78397"/>
                  </a:lnTo>
                  <a:lnTo>
                    <a:pt x="120642" y="73652"/>
                  </a:lnTo>
                  <a:lnTo>
                    <a:pt x="171219" y="69407"/>
                  </a:lnTo>
                  <a:lnTo>
                    <a:pt x="216972" y="65567"/>
                  </a:lnTo>
                  <a:lnTo>
                    <a:pt x="258742" y="62062"/>
                  </a:lnTo>
                  <a:lnTo>
                    <a:pt x="297166" y="58837"/>
                  </a:lnTo>
                  <a:lnTo>
                    <a:pt x="332741" y="55851"/>
                  </a:lnTo>
                  <a:lnTo>
                    <a:pt x="365860" y="53072"/>
                  </a:lnTo>
                  <a:lnTo>
                    <a:pt x="396842" y="50471"/>
                  </a:lnTo>
                  <a:lnTo>
                    <a:pt x="425944" y="48029"/>
                  </a:lnTo>
                  <a:lnTo>
                    <a:pt x="453383" y="45726"/>
                  </a:lnTo>
                  <a:lnTo>
                    <a:pt x="479338" y="43548"/>
                  </a:lnTo>
                  <a:lnTo>
                    <a:pt x="503961" y="41481"/>
                  </a:lnTo>
                  <a:lnTo>
                    <a:pt x="527382" y="39516"/>
                  </a:lnTo>
                  <a:lnTo>
                    <a:pt x="549714" y="37641"/>
                  </a:lnTo>
                  <a:lnTo>
                    <a:pt x="571052" y="35850"/>
                  </a:lnTo>
                  <a:lnTo>
                    <a:pt x="591483" y="34136"/>
                  </a:lnTo>
                  <a:lnTo>
                    <a:pt x="611079" y="32491"/>
                  </a:lnTo>
                  <a:lnTo>
                    <a:pt x="629907" y="30911"/>
                  </a:lnTo>
                  <a:lnTo>
                    <a:pt x="648024" y="29391"/>
                  </a:lnTo>
                  <a:lnTo>
                    <a:pt x="665482" y="27925"/>
                  </a:lnTo>
                  <a:lnTo>
                    <a:pt x="682328" y="26512"/>
                  </a:lnTo>
                  <a:lnTo>
                    <a:pt x="698602" y="25146"/>
                  </a:lnTo>
                  <a:lnTo>
                    <a:pt x="714342" y="23825"/>
                  </a:lnTo>
                  <a:lnTo>
                    <a:pt x="729583" y="22546"/>
                  </a:lnTo>
                  <a:lnTo>
                    <a:pt x="744355" y="21306"/>
                  </a:lnTo>
                  <a:lnTo>
                    <a:pt x="758686" y="20103"/>
                  </a:lnTo>
                  <a:lnTo>
                    <a:pt x="772601" y="18935"/>
                  </a:lnTo>
                  <a:lnTo>
                    <a:pt x="786124" y="17800"/>
                  </a:lnTo>
                  <a:lnTo>
                    <a:pt x="799277" y="16696"/>
                  </a:lnTo>
                  <a:lnTo>
                    <a:pt x="812079" y="15622"/>
                  </a:lnTo>
                  <a:lnTo>
                    <a:pt x="824548" y="14575"/>
                  </a:lnTo>
                  <a:lnTo>
                    <a:pt x="836702" y="13555"/>
                  </a:lnTo>
                  <a:lnTo>
                    <a:pt x="848555" y="12561"/>
                  </a:lnTo>
                  <a:lnTo>
                    <a:pt x="860123" y="11590"/>
                  </a:lnTo>
                  <a:lnTo>
                    <a:pt x="871419" y="10642"/>
                  </a:lnTo>
                  <a:lnTo>
                    <a:pt x="882455" y="9716"/>
                  </a:lnTo>
                  <a:lnTo>
                    <a:pt x="893243" y="8810"/>
                  </a:lnTo>
                  <a:lnTo>
                    <a:pt x="903794" y="7925"/>
                  </a:lnTo>
                  <a:lnTo>
                    <a:pt x="914118" y="7058"/>
                  </a:lnTo>
                  <a:lnTo>
                    <a:pt x="924224" y="6210"/>
                  </a:lnTo>
                  <a:lnTo>
                    <a:pt x="934122" y="5379"/>
                  </a:lnTo>
                  <a:lnTo>
                    <a:pt x="943821" y="4565"/>
                  </a:lnTo>
                  <a:lnTo>
                    <a:pt x="953327" y="3768"/>
                  </a:lnTo>
                  <a:lnTo>
                    <a:pt x="962648" y="2985"/>
                  </a:lnTo>
                  <a:lnTo>
                    <a:pt x="971792" y="2218"/>
                  </a:lnTo>
                  <a:lnTo>
                    <a:pt x="980765" y="1465"/>
                  </a:lnTo>
                  <a:lnTo>
                    <a:pt x="989574" y="725"/>
                  </a:lnTo>
                  <a:lnTo>
                    <a:pt x="99822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79942" y="4497672"/>
              <a:ext cx="998223" cy="71372"/>
            </a:xfrm>
            <a:custGeom>
              <a:avLst/>
              <a:pathLst>
                <a:path w="998223" h="71372">
                  <a:moveTo>
                    <a:pt x="0" y="0"/>
                  </a:moveTo>
                  <a:lnTo>
                    <a:pt x="64100" y="4583"/>
                  </a:lnTo>
                  <a:lnTo>
                    <a:pt x="120642" y="8625"/>
                  </a:lnTo>
                  <a:lnTo>
                    <a:pt x="171219" y="12242"/>
                  </a:lnTo>
                  <a:lnTo>
                    <a:pt x="216972" y="15513"/>
                  </a:lnTo>
                  <a:lnTo>
                    <a:pt x="258742" y="18499"/>
                  </a:lnTo>
                  <a:lnTo>
                    <a:pt x="297166" y="21247"/>
                  </a:lnTo>
                  <a:lnTo>
                    <a:pt x="332741" y="23790"/>
                  </a:lnTo>
                  <a:lnTo>
                    <a:pt x="365860" y="26158"/>
                  </a:lnTo>
                  <a:lnTo>
                    <a:pt x="396842" y="28374"/>
                  </a:lnTo>
                  <a:lnTo>
                    <a:pt x="425944" y="30454"/>
                  </a:lnTo>
                  <a:lnTo>
                    <a:pt x="453383" y="32416"/>
                  </a:lnTo>
                  <a:lnTo>
                    <a:pt x="479338" y="34272"/>
                  </a:lnTo>
                  <a:lnTo>
                    <a:pt x="503961" y="36032"/>
                  </a:lnTo>
                  <a:lnTo>
                    <a:pt x="527382" y="37707"/>
                  </a:lnTo>
                  <a:lnTo>
                    <a:pt x="549714" y="39304"/>
                  </a:lnTo>
                  <a:lnTo>
                    <a:pt x="571052" y="40829"/>
                  </a:lnTo>
                  <a:lnTo>
                    <a:pt x="591483" y="42290"/>
                  </a:lnTo>
                  <a:lnTo>
                    <a:pt x="611079" y="43691"/>
                  </a:lnTo>
                  <a:lnTo>
                    <a:pt x="629907" y="45038"/>
                  </a:lnTo>
                  <a:lnTo>
                    <a:pt x="648024" y="46333"/>
                  </a:lnTo>
                  <a:lnTo>
                    <a:pt x="665482" y="47581"/>
                  </a:lnTo>
                  <a:lnTo>
                    <a:pt x="682328" y="48786"/>
                  </a:lnTo>
                  <a:lnTo>
                    <a:pt x="698602" y="49949"/>
                  </a:lnTo>
                  <a:lnTo>
                    <a:pt x="714342" y="51075"/>
                  </a:lnTo>
                  <a:lnTo>
                    <a:pt x="729583" y="52164"/>
                  </a:lnTo>
                  <a:lnTo>
                    <a:pt x="744355" y="53220"/>
                  </a:lnTo>
                  <a:lnTo>
                    <a:pt x="758686" y="54245"/>
                  </a:lnTo>
                  <a:lnTo>
                    <a:pt x="772601" y="55240"/>
                  </a:lnTo>
                  <a:lnTo>
                    <a:pt x="786124" y="56207"/>
                  </a:lnTo>
                  <a:lnTo>
                    <a:pt x="799277" y="57147"/>
                  </a:lnTo>
                  <a:lnTo>
                    <a:pt x="812079" y="58063"/>
                  </a:lnTo>
                  <a:lnTo>
                    <a:pt x="824548" y="58954"/>
                  </a:lnTo>
                  <a:lnTo>
                    <a:pt x="836702" y="59823"/>
                  </a:lnTo>
                  <a:lnTo>
                    <a:pt x="848555" y="60671"/>
                  </a:lnTo>
                  <a:lnTo>
                    <a:pt x="860123" y="61498"/>
                  </a:lnTo>
                  <a:lnTo>
                    <a:pt x="871419" y="62306"/>
                  </a:lnTo>
                  <a:lnTo>
                    <a:pt x="882455" y="63095"/>
                  </a:lnTo>
                  <a:lnTo>
                    <a:pt x="893243" y="63866"/>
                  </a:lnTo>
                  <a:lnTo>
                    <a:pt x="903794" y="64620"/>
                  </a:lnTo>
                  <a:lnTo>
                    <a:pt x="914118" y="65358"/>
                  </a:lnTo>
                  <a:lnTo>
                    <a:pt x="924224" y="66081"/>
                  </a:lnTo>
                  <a:lnTo>
                    <a:pt x="934122" y="66789"/>
                  </a:lnTo>
                  <a:lnTo>
                    <a:pt x="943821" y="67482"/>
                  </a:lnTo>
                  <a:lnTo>
                    <a:pt x="953327" y="68162"/>
                  </a:lnTo>
                  <a:lnTo>
                    <a:pt x="962648" y="68828"/>
                  </a:lnTo>
                  <a:lnTo>
                    <a:pt x="971792" y="69482"/>
                  </a:lnTo>
                  <a:lnTo>
                    <a:pt x="980765" y="70124"/>
                  </a:lnTo>
                  <a:lnTo>
                    <a:pt x="989574" y="70754"/>
                  </a:lnTo>
                  <a:lnTo>
                    <a:pt x="998223" y="7137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79942" y="4591865"/>
              <a:ext cx="998223" cy="127221"/>
            </a:xfrm>
            <a:custGeom>
              <a:avLst/>
              <a:pathLst>
                <a:path w="998223" h="127221">
                  <a:moveTo>
                    <a:pt x="0" y="0"/>
                  </a:moveTo>
                  <a:lnTo>
                    <a:pt x="64100" y="8169"/>
                  </a:lnTo>
                  <a:lnTo>
                    <a:pt x="120642" y="15375"/>
                  </a:lnTo>
                  <a:lnTo>
                    <a:pt x="171219" y="21821"/>
                  </a:lnTo>
                  <a:lnTo>
                    <a:pt x="216972" y="27652"/>
                  </a:lnTo>
                  <a:lnTo>
                    <a:pt x="258742" y="32976"/>
                  </a:lnTo>
                  <a:lnTo>
                    <a:pt x="297166" y="37873"/>
                  </a:lnTo>
                  <a:lnTo>
                    <a:pt x="332741" y="42407"/>
                  </a:lnTo>
                  <a:lnTo>
                    <a:pt x="365860" y="46628"/>
                  </a:lnTo>
                  <a:lnTo>
                    <a:pt x="396842" y="50576"/>
                  </a:lnTo>
                  <a:lnTo>
                    <a:pt x="425944" y="54285"/>
                  </a:lnTo>
                  <a:lnTo>
                    <a:pt x="453383" y="57782"/>
                  </a:lnTo>
                  <a:lnTo>
                    <a:pt x="479338" y="61090"/>
                  </a:lnTo>
                  <a:lnTo>
                    <a:pt x="503961" y="64228"/>
                  </a:lnTo>
                  <a:lnTo>
                    <a:pt x="527382" y="67213"/>
                  </a:lnTo>
                  <a:lnTo>
                    <a:pt x="549714" y="70060"/>
                  </a:lnTo>
                  <a:lnTo>
                    <a:pt x="571052" y="72779"/>
                  </a:lnTo>
                  <a:lnTo>
                    <a:pt x="591483" y="75383"/>
                  </a:lnTo>
                  <a:lnTo>
                    <a:pt x="611079" y="77880"/>
                  </a:lnTo>
                  <a:lnTo>
                    <a:pt x="629907" y="80280"/>
                  </a:lnTo>
                  <a:lnTo>
                    <a:pt x="648024" y="82589"/>
                  </a:lnTo>
                  <a:lnTo>
                    <a:pt x="665482" y="84814"/>
                  </a:lnTo>
                  <a:lnTo>
                    <a:pt x="682328" y="86961"/>
                  </a:lnTo>
                  <a:lnTo>
                    <a:pt x="698602" y="89035"/>
                  </a:lnTo>
                  <a:lnTo>
                    <a:pt x="714342" y="91041"/>
                  </a:lnTo>
                  <a:lnTo>
                    <a:pt x="729583" y="92984"/>
                  </a:lnTo>
                  <a:lnTo>
                    <a:pt x="744355" y="94866"/>
                  </a:lnTo>
                  <a:lnTo>
                    <a:pt x="758686" y="96693"/>
                  </a:lnTo>
                  <a:lnTo>
                    <a:pt x="772601" y="98466"/>
                  </a:lnTo>
                  <a:lnTo>
                    <a:pt x="786124" y="100190"/>
                  </a:lnTo>
                  <a:lnTo>
                    <a:pt x="799277" y="101866"/>
                  </a:lnTo>
                  <a:lnTo>
                    <a:pt x="812079" y="103498"/>
                  </a:lnTo>
                  <a:lnTo>
                    <a:pt x="824548" y="105087"/>
                  </a:lnTo>
                  <a:lnTo>
                    <a:pt x="836702" y="106636"/>
                  </a:lnTo>
                  <a:lnTo>
                    <a:pt x="848555" y="108146"/>
                  </a:lnTo>
                  <a:lnTo>
                    <a:pt x="860123" y="109621"/>
                  </a:lnTo>
                  <a:lnTo>
                    <a:pt x="871419" y="111060"/>
                  </a:lnTo>
                  <a:lnTo>
                    <a:pt x="882455" y="112467"/>
                  </a:lnTo>
                  <a:lnTo>
                    <a:pt x="893243" y="113842"/>
                  </a:lnTo>
                  <a:lnTo>
                    <a:pt x="903794" y="115186"/>
                  </a:lnTo>
                  <a:lnTo>
                    <a:pt x="914118" y="116502"/>
                  </a:lnTo>
                  <a:lnTo>
                    <a:pt x="924224" y="117790"/>
                  </a:lnTo>
                  <a:lnTo>
                    <a:pt x="934122" y="119052"/>
                  </a:lnTo>
                  <a:lnTo>
                    <a:pt x="943821" y="120288"/>
                  </a:lnTo>
                  <a:lnTo>
                    <a:pt x="953327" y="121499"/>
                  </a:lnTo>
                  <a:lnTo>
                    <a:pt x="962648" y="122687"/>
                  </a:lnTo>
                  <a:lnTo>
                    <a:pt x="971792" y="123853"/>
                  </a:lnTo>
                  <a:lnTo>
                    <a:pt x="980765" y="124996"/>
                  </a:lnTo>
                  <a:lnTo>
                    <a:pt x="989574" y="126119"/>
                  </a:lnTo>
                  <a:lnTo>
                    <a:pt x="998223" y="12722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79942" y="4555436"/>
              <a:ext cx="998223" cy="7501"/>
            </a:xfrm>
            <a:custGeom>
              <a:avLst/>
              <a:pathLst>
                <a:path w="998223" h="7501">
                  <a:moveTo>
                    <a:pt x="0" y="7501"/>
                  </a:moveTo>
                  <a:lnTo>
                    <a:pt x="64100" y="7019"/>
                  </a:lnTo>
                  <a:lnTo>
                    <a:pt x="120642" y="6595"/>
                  </a:lnTo>
                  <a:lnTo>
                    <a:pt x="171219" y="6214"/>
                  </a:lnTo>
                  <a:lnTo>
                    <a:pt x="216972" y="5871"/>
                  </a:lnTo>
                  <a:lnTo>
                    <a:pt x="258742" y="5557"/>
                  </a:lnTo>
                  <a:lnTo>
                    <a:pt x="297166" y="5268"/>
                  </a:lnTo>
                  <a:lnTo>
                    <a:pt x="332741" y="5001"/>
                  </a:lnTo>
                  <a:lnTo>
                    <a:pt x="365860" y="4752"/>
                  </a:lnTo>
                  <a:lnTo>
                    <a:pt x="396842" y="4519"/>
                  </a:lnTo>
                  <a:lnTo>
                    <a:pt x="425944" y="4300"/>
                  </a:lnTo>
                  <a:lnTo>
                    <a:pt x="453383" y="4094"/>
                  </a:lnTo>
                  <a:lnTo>
                    <a:pt x="479338" y="3899"/>
                  </a:lnTo>
                  <a:lnTo>
                    <a:pt x="503961" y="3714"/>
                  </a:lnTo>
                  <a:lnTo>
                    <a:pt x="527382" y="3538"/>
                  </a:lnTo>
                  <a:lnTo>
                    <a:pt x="549714" y="3370"/>
                  </a:lnTo>
                  <a:lnTo>
                    <a:pt x="571052" y="3210"/>
                  </a:lnTo>
                  <a:lnTo>
                    <a:pt x="591483" y="3056"/>
                  </a:lnTo>
                  <a:lnTo>
                    <a:pt x="611079" y="2909"/>
                  </a:lnTo>
                  <a:lnTo>
                    <a:pt x="629907" y="2767"/>
                  </a:lnTo>
                  <a:lnTo>
                    <a:pt x="648024" y="2631"/>
                  </a:lnTo>
                  <a:lnTo>
                    <a:pt x="665482" y="2500"/>
                  </a:lnTo>
                  <a:lnTo>
                    <a:pt x="682328" y="2373"/>
                  </a:lnTo>
                  <a:lnTo>
                    <a:pt x="698602" y="2251"/>
                  </a:lnTo>
                  <a:lnTo>
                    <a:pt x="714342" y="2133"/>
                  </a:lnTo>
                  <a:lnTo>
                    <a:pt x="729583" y="2018"/>
                  </a:lnTo>
                  <a:lnTo>
                    <a:pt x="744355" y="1907"/>
                  </a:lnTo>
                  <a:lnTo>
                    <a:pt x="758686" y="1800"/>
                  </a:lnTo>
                  <a:lnTo>
                    <a:pt x="772601" y="1695"/>
                  </a:lnTo>
                  <a:lnTo>
                    <a:pt x="786124" y="1593"/>
                  </a:lnTo>
                  <a:lnTo>
                    <a:pt x="799277" y="1495"/>
                  </a:lnTo>
                  <a:lnTo>
                    <a:pt x="812079" y="1398"/>
                  </a:lnTo>
                  <a:lnTo>
                    <a:pt x="824548" y="1305"/>
                  </a:lnTo>
                  <a:lnTo>
                    <a:pt x="836702" y="1213"/>
                  </a:lnTo>
                  <a:lnTo>
                    <a:pt x="848555" y="1124"/>
                  </a:lnTo>
                  <a:lnTo>
                    <a:pt x="860123" y="1037"/>
                  </a:lnTo>
                  <a:lnTo>
                    <a:pt x="871419" y="952"/>
                  </a:lnTo>
                  <a:lnTo>
                    <a:pt x="882455" y="870"/>
                  </a:lnTo>
                  <a:lnTo>
                    <a:pt x="893243" y="788"/>
                  </a:lnTo>
                  <a:lnTo>
                    <a:pt x="903794" y="709"/>
                  </a:lnTo>
                  <a:lnTo>
                    <a:pt x="914118" y="632"/>
                  </a:lnTo>
                  <a:lnTo>
                    <a:pt x="924224" y="556"/>
                  </a:lnTo>
                  <a:lnTo>
                    <a:pt x="934122" y="481"/>
                  </a:lnTo>
                  <a:lnTo>
                    <a:pt x="943821" y="408"/>
                  </a:lnTo>
                  <a:lnTo>
                    <a:pt x="953327" y="337"/>
                  </a:lnTo>
                  <a:lnTo>
                    <a:pt x="962648" y="267"/>
                  </a:lnTo>
                  <a:lnTo>
                    <a:pt x="971792" y="198"/>
                  </a:lnTo>
                  <a:lnTo>
                    <a:pt x="980765" y="131"/>
                  </a:lnTo>
                  <a:lnTo>
                    <a:pt x="989574" y="65"/>
                  </a:lnTo>
                  <a:lnTo>
                    <a:pt x="99822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479942" y="4576257"/>
              <a:ext cx="998223" cy="56435"/>
            </a:xfrm>
            <a:custGeom>
              <a:avLst/>
              <a:pathLst>
                <a:path w="998223" h="56435">
                  <a:moveTo>
                    <a:pt x="0" y="0"/>
                  </a:moveTo>
                  <a:lnTo>
                    <a:pt x="64100" y="3623"/>
                  </a:lnTo>
                  <a:lnTo>
                    <a:pt x="120642" y="6820"/>
                  </a:lnTo>
                  <a:lnTo>
                    <a:pt x="171219" y="9680"/>
                  </a:lnTo>
                  <a:lnTo>
                    <a:pt x="216972" y="12266"/>
                  </a:lnTo>
                  <a:lnTo>
                    <a:pt x="258742" y="14628"/>
                  </a:lnTo>
                  <a:lnTo>
                    <a:pt x="297166" y="16800"/>
                  </a:lnTo>
                  <a:lnTo>
                    <a:pt x="332741" y="18811"/>
                  </a:lnTo>
                  <a:lnTo>
                    <a:pt x="365860" y="20684"/>
                  </a:lnTo>
                  <a:lnTo>
                    <a:pt x="396842" y="22435"/>
                  </a:lnTo>
                  <a:lnTo>
                    <a:pt x="425944" y="24081"/>
                  </a:lnTo>
                  <a:lnTo>
                    <a:pt x="453383" y="25632"/>
                  </a:lnTo>
                  <a:lnTo>
                    <a:pt x="479338" y="27099"/>
                  </a:lnTo>
                  <a:lnTo>
                    <a:pt x="503961" y="28491"/>
                  </a:lnTo>
                  <a:lnTo>
                    <a:pt x="527382" y="29815"/>
                  </a:lnTo>
                  <a:lnTo>
                    <a:pt x="549714" y="31078"/>
                  </a:lnTo>
                  <a:lnTo>
                    <a:pt x="571052" y="32284"/>
                  </a:lnTo>
                  <a:lnTo>
                    <a:pt x="591483" y="33439"/>
                  </a:lnTo>
                  <a:lnTo>
                    <a:pt x="611079" y="34547"/>
                  </a:lnTo>
                  <a:lnTo>
                    <a:pt x="629907" y="35612"/>
                  </a:lnTo>
                  <a:lnTo>
                    <a:pt x="648024" y="36636"/>
                  </a:lnTo>
                  <a:lnTo>
                    <a:pt x="665482" y="37623"/>
                  </a:lnTo>
                  <a:lnTo>
                    <a:pt x="682328" y="38575"/>
                  </a:lnTo>
                  <a:lnTo>
                    <a:pt x="698602" y="39495"/>
                  </a:lnTo>
                  <a:lnTo>
                    <a:pt x="714342" y="40385"/>
                  </a:lnTo>
                  <a:lnTo>
                    <a:pt x="729583" y="41247"/>
                  </a:lnTo>
                  <a:lnTo>
                    <a:pt x="744355" y="42082"/>
                  </a:lnTo>
                  <a:lnTo>
                    <a:pt x="758686" y="42892"/>
                  </a:lnTo>
                  <a:lnTo>
                    <a:pt x="772601" y="43679"/>
                  </a:lnTo>
                  <a:lnTo>
                    <a:pt x="786124" y="44444"/>
                  </a:lnTo>
                  <a:lnTo>
                    <a:pt x="799277" y="45187"/>
                  </a:lnTo>
                  <a:lnTo>
                    <a:pt x="812079" y="45911"/>
                  </a:lnTo>
                  <a:lnTo>
                    <a:pt x="824548" y="46616"/>
                  </a:lnTo>
                  <a:lnTo>
                    <a:pt x="836702" y="47303"/>
                  </a:lnTo>
                  <a:lnTo>
                    <a:pt x="848555" y="47973"/>
                  </a:lnTo>
                  <a:lnTo>
                    <a:pt x="860123" y="48627"/>
                  </a:lnTo>
                  <a:lnTo>
                    <a:pt x="871419" y="49266"/>
                  </a:lnTo>
                  <a:lnTo>
                    <a:pt x="882455" y="49890"/>
                  </a:lnTo>
                  <a:lnTo>
                    <a:pt x="893243" y="50500"/>
                  </a:lnTo>
                  <a:lnTo>
                    <a:pt x="903794" y="51096"/>
                  </a:lnTo>
                  <a:lnTo>
                    <a:pt x="914118" y="51680"/>
                  </a:lnTo>
                  <a:lnTo>
                    <a:pt x="924224" y="52251"/>
                  </a:lnTo>
                  <a:lnTo>
                    <a:pt x="934122" y="52811"/>
                  </a:lnTo>
                  <a:lnTo>
                    <a:pt x="943821" y="53359"/>
                  </a:lnTo>
                  <a:lnTo>
                    <a:pt x="953327" y="53896"/>
                  </a:lnTo>
                  <a:lnTo>
                    <a:pt x="962648" y="54423"/>
                  </a:lnTo>
                  <a:lnTo>
                    <a:pt x="971792" y="54940"/>
                  </a:lnTo>
                  <a:lnTo>
                    <a:pt x="980765" y="55448"/>
                  </a:lnTo>
                  <a:lnTo>
                    <a:pt x="989574" y="55946"/>
                  </a:lnTo>
                  <a:lnTo>
                    <a:pt x="998223" y="5643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35360" y="470372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35360" y="44259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35360" y="414827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376458" y="47401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76458" y="44624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76458" y="41847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7994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81268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4542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47816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45168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8442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1717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44991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64211" y="43365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86334" y="41341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86292" y="43799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75375" y="43421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74407" y="403694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57718" y="43168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67294" y="458788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71892" y="45048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892819" y="43472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77501" y="39879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227674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08332" y="429997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09603" y="43720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8888" y="46632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13133" y="43781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14746" y="44890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29462" y="45501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93848" y="46001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199663" y="44414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84054" y="42236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87049" y="41858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21080" y="45437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13003" y="44336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18502" y="44608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84538" y="43898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07859" y="41495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14975" y="45068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190178" y="40377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35991" y="41167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42859" y="44187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18285" y="43590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51142" y="44964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53921" y="44783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19652" y="45563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40930" y="43079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57548" y="42218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60365" y="42330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65895" y="42630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24588" y="43835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19774" y="40660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33181" y="45721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45089" y="46543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40035" y="43345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47218" y="41809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38269" y="43895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37975" y="46518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21389" y="3956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32636" y="42859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97084" y="45055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72352" y="43842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89165" y="45010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85802" y="44888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60417" y="45476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56973" y="43383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74986" y="44627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875584" y="471188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889716" y="43877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866402" y="45356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885500" y="45523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881559" y="44324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854013" y="43583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896901" y="46130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879305" y="45555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879969" y="45756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00628" y="41914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77705" y="42878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888009" y="45831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92751" y="44253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895189" y="43159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97544" y="43390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65638" y="4301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865870" y="44980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98551" y="4387231"/>
              <a:ext cx="1007613" cy="7346"/>
            </a:xfrm>
            <a:custGeom>
              <a:avLst/>
              <a:pathLst>
                <a:path w="1007613" h="7346">
                  <a:moveTo>
                    <a:pt x="0" y="0"/>
                  </a:moveTo>
                  <a:lnTo>
                    <a:pt x="64703" y="471"/>
                  </a:lnTo>
                  <a:lnTo>
                    <a:pt x="121776" y="887"/>
                  </a:lnTo>
                  <a:lnTo>
                    <a:pt x="172830" y="1260"/>
                  </a:lnTo>
                  <a:lnTo>
                    <a:pt x="219013" y="1596"/>
                  </a:lnTo>
                  <a:lnTo>
                    <a:pt x="261176" y="1904"/>
                  </a:lnTo>
                  <a:lnTo>
                    <a:pt x="299961" y="2187"/>
                  </a:lnTo>
                  <a:lnTo>
                    <a:pt x="335871" y="2448"/>
                  </a:lnTo>
                  <a:lnTo>
                    <a:pt x="369302" y="2692"/>
                  </a:lnTo>
                  <a:lnTo>
                    <a:pt x="400575" y="2920"/>
                  </a:lnTo>
                  <a:lnTo>
                    <a:pt x="429951" y="3134"/>
                  </a:lnTo>
                  <a:lnTo>
                    <a:pt x="457648" y="3336"/>
                  </a:lnTo>
                  <a:lnTo>
                    <a:pt x="483847" y="3527"/>
                  </a:lnTo>
                  <a:lnTo>
                    <a:pt x="508701" y="3709"/>
                  </a:lnTo>
                  <a:lnTo>
                    <a:pt x="532343" y="3881"/>
                  </a:lnTo>
                  <a:lnTo>
                    <a:pt x="554885" y="4045"/>
                  </a:lnTo>
                  <a:lnTo>
                    <a:pt x="576424" y="4202"/>
                  </a:lnTo>
                  <a:lnTo>
                    <a:pt x="597047" y="4353"/>
                  </a:lnTo>
                  <a:lnTo>
                    <a:pt x="616828" y="4497"/>
                  </a:lnTo>
                  <a:lnTo>
                    <a:pt x="635832" y="4636"/>
                  </a:lnTo>
                  <a:lnTo>
                    <a:pt x="654120" y="4769"/>
                  </a:lnTo>
                  <a:lnTo>
                    <a:pt x="671742" y="4897"/>
                  </a:lnTo>
                  <a:lnTo>
                    <a:pt x="688746" y="5021"/>
                  </a:lnTo>
                  <a:lnTo>
                    <a:pt x="705173" y="5141"/>
                  </a:lnTo>
                  <a:lnTo>
                    <a:pt x="721062" y="5257"/>
                  </a:lnTo>
                  <a:lnTo>
                    <a:pt x="736446" y="5369"/>
                  </a:lnTo>
                  <a:lnTo>
                    <a:pt x="751357" y="5478"/>
                  </a:lnTo>
                  <a:lnTo>
                    <a:pt x="765822" y="5583"/>
                  </a:lnTo>
                  <a:lnTo>
                    <a:pt x="779869" y="5686"/>
                  </a:lnTo>
                  <a:lnTo>
                    <a:pt x="793519" y="5785"/>
                  </a:lnTo>
                  <a:lnTo>
                    <a:pt x="806795" y="5882"/>
                  </a:lnTo>
                  <a:lnTo>
                    <a:pt x="819718" y="5976"/>
                  </a:lnTo>
                  <a:lnTo>
                    <a:pt x="832304" y="6068"/>
                  </a:lnTo>
                  <a:lnTo>
                    <a:pt x="844572" y="6158"/>
                  </a:lnTo>
                  <a:lnTo>
                    <a:pt x="856538" y="6245"/>
                  </a:lnTo>
                  <a:lnTo>
                    <a:pt x="868214" y="6330"/>
                  </a:lnTo>
                  <a:lnTo>
                    <a:pt x="879616" y="6413"/>
                  </a:lnTo>
                  <a:lnTo>
                    <a:pt x="890756" y="6494"/>
                  </a:lnTo>
                  <a:lnTo>
                    <a:pt x="901645" y="6574"/>
                  </a:lnTo>
                  <a:lnTo>
                    <a:pt x="912296" y="6651"/>
                  </a:lnTo>
                  <a:lnTo>
                    <a:pt x="922717" y="6727"/>
                  </a:lnTo>
                  <a:lnTo>
                    <a:pt x="932918" y="6802"/>
                  </a:lnTo>
                  <a:lnTo>
                    <a:pt x="942909" y="6875"/>
                  </a:lnTo>
                  <a:lnTo>
                    <a:pt x="952699" y="6946"/>
                  </a:lnTo>
                  <a:lnTo>
                    <a:pt x="962294" y="7016"/>
                  </a:lnTo>
                  <a:lnTo>
                    <a:pt x="971704" y="7085"/>
                  </a:lnTo>
                  <a:lnTo>
                    <a:pt x="980934" y="7152"/>
                  </a:lnTo>
                  <a:lnTo>
                    <a:pt x="989991" y="7218"/>
                  </a:lnTo>
                  <a:lnTo>
                    <a:pt x="998882" y="7283"/>
                  </a:lnTo>
                  <a:lnTo>
                    <a:pt x="1007613" y="734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98551" y="4374894"/>
              <a:ext cx="1007613" cy="7866"/>
            </a:xfrm>
            <a:custGeom>
              <a:avLst/>
              <a:pathLst>
                <a:path w="1007613" h="7866">
                  <a:moveTo>
                    <a:pt x="0" y="7866"/>
                  </a:moveTo>
                  <a:lnTo>
                    <a:pt x="64703" y="7360"/>
                  </a:lnTo>
                  <a:lnTo>
                    <a:pt x="121776" y="6915"/>
                  </a:lnTo>
                  <a:lnTo>
                    <a:pt x="172830" y="6516"/>
                  </a:lnTo>
                  <a:lnTo>
                    <a:pt x="219013" y="6156"/>
                  </a:lnTo>
                  <a:lnTo>
                    <a:pt x="261176" y="5827"/>
                  </a:lnTo>
                  <a:lnTo>
                    <a:pt x="299961" y="5524"/>
                  </a:lnTo>
                  <a:lnTo>
                    <a:pt x="335871" y="5244"/>
                  </a:lnTo>
                  <a:lnTo>
                    <a:pt x="369302" y="4983"/>
                  </a:lnTo>
                  <a:lnTo>
                    <a:pt x="400575" y="4738"/>
                  </a:lnTo>
                  <a:lnTo>
                    <a:pt x="429951" y="4509"/>
                  </a:lnTo>
                  <a:lnTo>
                    <a:pt x="457648" y="4293"/>
                  </a:lnTo>
                  <a:lnTo>
                    <a:pt x="483847" y="4088"/>
                  </a:lnTo>
                  <a:lnTo>
                    <a:pt x="508701" y="3894"/>
                  </a:lnTo>
                  <a:lnTo>
                    <a:pt x="532343" y="3710"/>
                  </a:lnTo>
                  <a:lnTo>
                    <a:pt x="554885" y="3534"/>
                  </a:lnTo>
                  <a:lnTo>
                    <a:pt x="576424" y="3366"/>
                  </a:lnTo>
                  <a:lnTo>
                    <a:pt x="597047" y="3205"/>
                  </a:lnTo>
                  <a:lnTo>
                    <a:pt x="616828" y="3050"/>
                  </a:lnTo>
                  <a:lnTo>
                    <a:pt x="635832" y="2902"/>
                  </a:lnTo>
                  <a:lnTo>
                    <a:pt x="654120" y="2759"/>
                  </a:lnTo>
                  <a:lnTo>
                    <a:pt x="671742" y="2622"/>
                  </a:lnTo>
                  <a:lnTo>
                    <a:pt x="688746" y="2489"/>
                  </a:lnTo>
                  <a:lnTo>
                    <a:pt x="705173" y="2361"/>
                  </a:lnTo>
                  <a:lnTo>
                    <a:pt x="721062" y="2237"/>
                  </a:lnTo>
                  <a:lnTo>
                    <a:pt x="736446" y="2116"/>
                  </a:lnTo>
                  <a:lnTo>
                    <a:pt x="751357" y="2000"/>
                  </a:lnTo>
                  <a:lnTo>
                    <a:pt x="765822" y="1887"/>
                  </a:lnTo>
                  <a:lnTo>
                    <a:pt x="779869" y="1777"/>
                  </a:lnTo>
                  <a:lnTo>
                    <a:pt x="793519" y="1671"/>
                  </a:lnTo>
                  <a:lnTo>
                    <a:pt x="806795" y="1567"/>
                  </a:lnTo>
                  <a:lnTo>
                    <a:pt x="819718" y="1466"/>
                  </a:lnTo>
                  <a:lnTo>
                    <a:pt x="832304" y="1368"/>
                  </a:lnTo>
                  <a:lnTo>
                    <a:pt x="844572" y="1272"/>
                  </a:lnTo>
                  <a:lnTo>
                    <a:pt x="856538" y="1179"/>
                  </a:lnTo>
                  <a:lnTo>
                    <a:pt x="868214" y="1088"/>
                  </a:lnTo>
                  <a:lnTo>
                    <a:pt x="879616" y="999"/>
                  </a:lnTo>
                  <a:lnTo>
                    <a:pt x="890756" y="912"/>
                  </a:lnTo>
                  <a:lnTo>
                    <a:pt x="901645" y="827"/>
                  </a:lnTo>
                  <a:lnTo>
                    <a:pt x="912296" y="744"/>
                  </a:lnTo>
                  <a:lnTo>
                    <a:pt x="922717" y="662"/>
                  </a:lnTo>
                  <a:lnTo>
                    <a:pt x="932918" y="583"/>
                  </a:lnTo>
                  <a:lnTo>
                    <a:pt x="942909" y="505"/>
                  </a:lnTo>
                  <a:lnTo>
                    <a:pt x="952699" y="428"/>
                  </a:lnTo>
                  <a:lnTo>
                    <a:pt x="962294" y="353"/>
                  </a:lnTo>
                  <a:lnTo>
                    <a:pt x="971704" y="280"/>
                  </a:lnTo>
                  <a:lnTo>
                    <a:pt x="980934" y="208"/>
                  </a:lnTo>
                  <a:lnTo>
                    <a:pt x="989991" y="137"/>
                  </a:lnTo>
                  <a:lnTo>
                    <a:pt x="998882" y="68"/>
                  </a:lnTo>
                  <a:lnTo>
                    <a:pt x="100761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98551" y="4356137"/>
              <a:ext cx="1007613" cy="279961"/>
            </a:xfrm>
            <a:custGeom>
              <a:avLst/>
              <a:pathLst>
                <a:path w="1007613" h="279961">
                  <a:moveTo>
                    <a:pt x="0" y="0"/>
                  </a:moveTo>
                  <a:lnTo>
                    <a:pt x="64703" y="17977"/>
                  </a:lnTo>
                  <a:lnTo>
                    <a:pt x="121776" y="33835"/>
                  </a:lnTo>
                  <a:lnTo>
                    <a:pt x="172830" y="48020"/>
                  </a:lnTo>
                  <a:lnTo>
                    <a:pt x="219013" y="60852"/>
                  </a:lnTo>
                  <a:lnTo>
                    <a:pt x="261176" y="72566"/>
                  </a:lnTo>
                  <a:lnTo>
                    <a:pt x="299961" y="83342"/>
                  </a:lnTo>
                  <a:lnTo>
                    <a:pt x="335871" y="93320"/>
                  </a:lnTo>
                  <a:lnTo>
                    <a:pt x="369302" y="102609"/>
                  </a:lnTo>
                  <a:lnTo>
                    <a:pt x="400575" y="111298"/>
                  </a:lnTo>
                  <a:lnTo>
                    <a:pt x="429951" y="119460"/>
                  </a:lnTo>
                  <a:lnTo>
                    <a:pt x="457648" y="127155"/>
                  </a:lnTo>
                  <a:lnTo>
                    <a:pt x="483847" y="134434"/>
                  </a:lnTo>
                  <a:lnTo>
                    <a:pt x="508701" y="141340"/>
                  </a:lnTo>
                  <a:lnTo>
                    <a:pt x="532343" y="147909"/>
                  </a:lnTo>
                  <a:lnTo>
                    <a:pt x="554885" y="154172"/>
                  </a:lnTo>
                  <a:lnTo>
                    <a:pt x="576424" y="160157"/>
                  </a:lnTo>
                  <a:lnTo>
                    <a:pt x="597047" y="165886"/>
                  </a:lnTo>
                  <a:lnTo>
                    <a:pt x="616828" y="171382"/>
                  </a:lnTo>
                  <a:lnTo>
                    <a:pt x="635832" y="176663"/>
                  </a:lnTo>
                  <a:lnTo>
                    <a:pt x="654120" y="181744"/>
                  </a:lnTo>
                  <a:lnTo>
                    <a:pt x="671742" y="186640"/>
                  </a:lnTo>
                  <a:lnTo>
                    <a:pt x="688746" y="191365"/>
                  </a:lnTo>
                  <a:lnTo>
                    <a:pt x="705173" y="195929"/>
                  </a:lnTo>
                  <a:lnTo>
                    <a:pt x="721062" y="200343"/>
                  </a:lnTo>
                  <a:lnTo>
                    <a:pt x="736446" y="204618"/>
                  </a:lnTo>
                  <a:lnTo>
                    <a:pt x="751357" y="208761"/>
                  </a:lnTo>
                  <a:lnTo>
                    <a:pt x="765822" y="212780"/>
                  </a:lnTo>
                  <a:lnTo>
                    <a:pt x="779869" y="216683"/>
                  </a:lnTo>
                  <a:lnTo>
                    <a:pt x="793519" y="220475"/>
                  </a:lnTo>
                  <a:lnTo>
                    <a:pt x="806795" y="224164"/>
                  </a:lnTo>
                  <a:lnTo>
                    <a:pt x="819718" y="227755"/>
                  </a:lnTo>
                  <a:lnTo>
                    <a:pt x="832304" y="231252"/>
                  </a:lnTo>
                  <a:lnTo>
                    <a:pt x="844572" y="234660"/>
                  </a:lnTo>
                  <a:lnTo>
                    <a:pt x="856538" y="237985"/>
                  </a:lnTo>
                  <a:lnTo>
                    <a:pt x="868214" y="241229"/>
                  </a:lnTo>
                  <a:lnTo>
                    <a:pt x="879616" y="244397"/>
                  </a:lnTo>
                  <a:lnTo>
                    <a:pt x="890756" y="247492"/>
                  </a:lnTo>
                  <a:lnTo>
                    <a:pt x="901645" y="250518"/>
                  </a:lnTo>
                  <a:lnTo>
                    <a:pt x="912296" y="253477"/>
                  </a:lnTo>
                  <a:lnTo>
                    <a:pt x="922717" y="256372"/>
                  </a:lnTo>
                  <a:lnTo>
                    <a:pt x="932918" y="259207"/>
                  </a:lnTo>
                  <a:lnTo>
                    <a:pt x="942909" y="261983"/>
                  </a:lnTo>
                  <a:lnTo>
                    <a:pt x="952699" y="264703"/>
                  </a:lnTo>
                  <a:lnTo>
                    <a:pt x="962294" y="267369"/>
                  </a:lnTo>
                  <a:lnTo>
                    <a:pt x="971704" y="269983"/>
                  </a:lnTo>
                  <a:lnTo>
                    <a:pt x="980934" y="272548"/>
                  </a:lnTo>
                  <a:lnTo>
                    <a:pt x="989991" y="275064"/>
                  </a:lnTo>
                  <a:lnTo>
                    <a:pt x="998882" y="277535"/>
                  </a:lnTo>
                  <a:lnTo>
                    <a:pt x="1007613" y="27996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98551" y="4059245"/>
              <a:ext cx="1007613" cy="213505"/>
            </a:xfrm>
            <a:custGeom>
              <a:avLst/>
              <a:pathLst>
                <a:path w="1007613" h="213505">
                  <a:moveTo>
                    <a:pt x="0" y="0"/>
                  </a:moveTo>
                  <a:lnTo>
                    <a:pt x="64703" y="13710"/>
                  </a:lnTo>
                  <a:lnTo>
                    <a:pt x="121776" y="25803"/>
                  </a:lnTo>
                  <a:lnTo>
                    <a:pt x="172830" y="36621"/>
                  </a:lnTo>
                  <a:lnTo>
                    <a:pt x="219013" y="46407"/>
                  </a:lnTo>
                  <a:lnTo>
                    <a:pt x="261176" y="55341"/>
                  </a:lnTo>
                  <a:lnTo>
                    <a:pt x="299961" y="63559"/>
                  </a:lnTo>
                  <a:lnTo>
                    <a:pt x="335871" y="71168"/>
                  </a:lnTo>
                  <a:lnTo>
                    <a:pt x="369302" y="78252"/>
                  </a:lnTo>
                  <a:lnTo>
                    <a:pt x="400575" y="84878"/>
                  </a:lnTo>
                  <a:lnTo>
                    <a:pt x="429951" y="91103"/>
                  </a:lnTo>
                  <a:lnTo>
                    <a:pt x="457648" y="96972"/>
                  </a:lnTo>
                  <a:lnTo>
                    <a:pt x="483847" y="102523"/>
                  </a:lnTo>
                  <a:lnTo>
                    <a:pt x="508701" y="107790"/>
                  </a:lnTo>
                  <a:lnTo>
                    <a:pt x="532343" y="112799"/>
                  </a:lnTo>
                  <a:lnTo>
                    <a:pt x="554885" y="117576"/>
                  </a:lnTo>
                  <a:lnTo>
                    <a:pt x="576424" y="122140"/>
                  </a:lnTo>
                  <a:lnTo>
                    <a:pt x="597047" y="126509"/>
                  </a:lnTo>
                  <a:lnTo>
                    <a:pt x="616828" y="130701"/>
                  </a:lnTo>
                  <a:lnTo>
                    <a:pt x="635832" y="134728"/>
                  </a:lnTo>
                  <a:lnTo>
                    <a:pt x="654120" y="138603"/>
                  </a:lnTo>
                  <a:lnTo>
                    <a:pt x="671742" y="142337"/>
                  </a:lnTo>
                  <a:lnTo>
                    <a:pt x="688746" y="145940"/>
                  </a:lnTo>
                  <a:lnTo>
                    <a:pt x="705173" y="149421"/>
                  </a:lnTo>
                  <a:lnTo>
                    <a:pt x="721062" y="152787"/>
                  </a:lnTo>
                  <a:lnTo>
                    <a:pt x="736446" y="156047"/>
                  </a:lnTo>
                  <a:lnTo>
                    <a:pt x="751357" y="159207"/>
                  </a:lnTo>
                  <a:lnTo>
                    <a:pt x="765822" y="162272"/>
                  </a:lnTo>
                  <a:lnTo>
                    <a:pt x="779869" y="165248"/>
                  </a:lnTo>
                  <a:lnTo>
                    <a:pt x="793519" y="168140"/>
                  </a:lnTo>
                  <a:lnTo>
                    <a:pt x="806795" y="170954"/>
                  </a:lnTo>
                  <a:lnTo>
                    <a:pt x="819718" y="173692"/>
                  </a:lnTo>
                  <a:lnTo>
                    <a:pt x="832304" y="176359"/>
                  </a:lnTo>
                  <a:lnTo>
                    <a:pt x="844572" y="178958"/>
                  </a:lnTo>
                  <a:lnTo>
                    <a:pt x="856538" y="181494"/>
                  </a:lnTo>
                  <a:lnTo>
                    <a:pt x="868214" y="183968"/>
                  </a:lnTo>
                  <a:lnTo>
                    <a:pt x="879616" y="186384"/>
                  </a:lnTo>
                  <a:lnTo>
                    <a:pt x="890756" y="188744"/>
                  </a:lnTo>
                  <a:lnTo>
                    <a:pt x="901645" y="191052"/>
                  </a:lnTo>
                  <a:lnTo>
                    <a:pt x="912296" y="193308"/>
                  </a:lnTo>
                  <a:lnTo>
                    <a:pt x="922717" y="195516"/>
                  </a:lnTo>
                  <a:lnTo>
                    <a:pt x="932918" y="197678"/>
                  </a:lnTo>
                  <a:lnTo>
                    <a:pt x="942909" y="199795"/>
                  </a:lnTo>
                  <a:lnTo>
                    <a:pt x="952699" y="201869"/>
                  </a:lnTo>
                  <a:lnTo>
                    <a:pt x="962294" y="203903"/>
                  </a:lnTo>
                  <a:lnTo>
                    <a:pt x="971704" y="205896"/>
                  </a:lnTo>
                  <a:lnTo>
                    <a:pt x="980934" y="207852"/>
                  </a:lnTo>
                  <a:lnTo>
                    <a:pt x="989991" y="209771"/>
                  </a:lnTo>
                  <a:lnTo>
                    <a:pt x="998882" y="211655"/>
                  </a:lnTo>
                  <a:lnTo>
                    <a:pt x="1007613" y="21350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98551" y="4432757"/>
              <a:ext cx="1007613" cy="20650"/>
            </a:xfrm>
            <a:custGeom>
              <a:avLst/>
              <a:pathLst>
                <a:path w="1007613" h="20650">
                  <a:moveTo>
                    <a:pt x="0" y="0"/>
                  </a:moveTo>
                  <a:lnTo>
                    <a:pt x="64703" y="1326"/>
                  </a:lnTo>
                  <a:lnTo>
                    <a:pt x="121776" y="2495"/>
                  </a:lnTo>
                  <a:lnTo>
                    <a:pt x="172830" y="3542"/>
                  </a:lnTo>
                  <a:lnTo>
                    <a:pt x="219013" y="4488"/>
                  </a:lnTo>
                  <a:lnTo>
                    <a:pt x="261176" y="5352"/>
                  </a:lnTo>
                  <a:lnTo>
                    <a:pt x="299961" y="6147"/>
                  </a:lnTo>
                  <a:lnTo>
                    <a:pt x="335871" y="6883"/>
                  </a:lnTo>
                  <a:lnTo>
                    <a:pt x="369302" y="7568"/>
                  </a:lnTo>
                  <a:lnTo>
                    <a:pt x="400575" y="8209"/>
                  </a:lnTo>
                  <a:lnTo>
                    <a:pt x="429951" y="8811"/>
                  </a:lnTo>
                  <a:lnTo>
                    <a:pt x="457648" y="9379"/>
                  </a:lnTo>
                  <a:lnTo>
                    <a:pt x="483847" y="9916"/>
                  </a:lnTo>
                  <a:lnTo>
                    <a:pt x="508701" y="10425"/>
                  </a:lnTo>
                  <a:lnTo>
                    <a:pt x="532343" y="10909"/>
                  </a:lnTo>
                  <a:lnTo>
                    <a:pt x="554885" y="11371"/>
                  </a:lnTo>
                  <a:lnTo>
                    <a:pt x="576424" y="11813"/>
                  </a:lnTo>
                  <a:lnTo>
                    <a:pt x="597047" y="12236"/>
                  </a:lnTo>
                  <a:lnTo>
                    <a:pt x="616828" y="12641"/>
                  </a:lnTo>
                  <a:lnTo>
                    <a:pt x="635832" y="13030"/>
                  </a:lnTo>
                  <a:lnTo>
                    <a:pt x="654120" y="13405"/>
                  </a:lnTo>
                  <a:lnTo>
                    <a:pt x="671742" y="13766"/>
                  </a:lnTo>
                  <a:lnTo>
                    <a:pt x="688746" y="14115"/>
                  </a:lnTo>
                  <a:lnTo>
                    <a:pt x="705173" y="14452"/>
                  </a:lnTo>
                  <a:lnTo>
                    <a:pt x="721062" y="14777"/>
                  </a:lnTo>
                  <a:lnTo>
                    <a:pt x="736446" y="15092"/>
                  </a:lnTo>
                  <a:lnTo>
                    <a:pt x="751357" y="15398"/>
                  </a:lnTo>
                  <a:lnTo>
                    <a:pt x="765822" y="15694"/>
                  </a:lnTo>
                  <a:lnTo>
                    <a:pt x="779869" y="15982"/>
                  </a:lnTo>
                  <a:lnTo>
                    <a:pt x="793519" y="16262"/>
                  </a:lnTo>
                  <a:lnTo>
                    <a:pt x="806795" y="16534"/>
                  </a:lnTo>
                  <a:lnTo>
                    <a:pt x="819718" y="16799"/>
                  </a:lnTo>
                  <a:lnTo>
                    <a:pt x="832304" y="17057"/>
                  </a:lnTo>
                  <a:lnTo>
                    <a:pt x="844572" y="17308"/>
                  </a:lnTo>
                  <a:lnTo>
                    <a:pt x="856538" y="17554"/>
                  </a:lnTo>
                  <a:lnTo>
                    <a:pt x="868214" y="17793"/>
                  </a:lnTo>
                  <a:lnTo>
                    <a:pt x="879616" y="18027"/>
                  </a:lnTo>
                  <a:lnTo>
                    <a:pt x="890756" y="18255"/>
                  </a:lnTo>
                  <a:lnTo>
                    <a:pt x="901645" y="18478"/>
                  </a:lnTo>
                  <a:lnTo>
                    <a:pt x="912296" y="18696"/>
                  </a:lnTo>
                  <a:lnTo>
                    <a:pt x="922717" y="18910"/>
                  </a:lnTo>
                  <a:lnTo>
                    <a:pt x="932918" y="19119"/>
                  </a:lnTo>
                  <a:lnTo>
                    <a:pt x="942909" y="19324"/>
                  </a:lnTo>
                  <a:lnTo>
                    <a:pt x="952699" y="19524"/>
                  </a:lnTo>
                  <a:lnTo>
                    <a:pt x="962294" y="19721"/>
                  </a:lnTo>
                  <a:lnTo>
                    <a:pt x="971704" y="19914"/>
                  </a:lnTo>
                  <a:lnTo>
                    <a:pt x="980934" y="20103"/>
                  </a:lnTo>
                  <a:lnTo>
                    <a:pt x="989991" y="20289"/>
                  </a:lnTo>
                  <a:lnTo>
                    <a:pt x="998882" y="20471"/>
                  </a:lnTo>
                  <a:lnTo>
                    <a:pt x="1007613" y="2065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98551" y="4247076"/>
              <a:ext cx="1007613" cy="179996"/>
            </a:xfrm>
            <a:custGeom>
              <a:avLst/>
              <a:pathLst>
                <a:path w="1007613" h="179996">
                  <a:moveTo>
                    <a:pt x="0" y="0"/>
                  </a:moveTo>
                  <a:lnTo>
                    <a:pt x="64703" y="11558"/>
                  </a:lnTo>
                  <a:lnTo>
                    <a:pt x="121776" y="21753"/>
                  </a:lnTo>
                  <a:lnTo>
                    <a:pt x="172830" y="30873"/>
                  </a:lnTo>
                  <a:lnTo>
                    <a:pt x="219013" y="39123"/>
                  </a:lnTo>
                  <a:lnTo>
                    <a:pt x="261176" y="46655"/>
                  </a:lnTo>
                  <a:lnTo>
                    <a:pt x="299961" y="53584"/>
                  </a:lnTo>
                  <a:lnTo>
                    <a:pt x="335871" y="59998"/>
                  </a:lnTo>
                  <a:lnTo>
                    <a:pt x="369302" y="65970"/>
                  </a:lnTo>
                  <a:lnTo>
                    <a:pt x="400575" y="71557"/>
                  </a:lnTo>
                  <a:lnTo>
                    <a:pt x="429951" y="76805"/>
                  </a:lnTo>
                  <a:lnTo>
                    <a:pt x="457648" y="81752"/>
                  </a:lnTo>
                  <a:lnTo>
                    <a:pt x="483847" y="86432"/>
                  </a:lnTo>
                  <a:lnTo>
                    <a:pt x="508701" y="90872"/>
                  </a:lnTo>
                  <a:lnTo>
                    <a:pt x="532343" y="95095"/>
                  </a:lnTo>
                  <a:lnTo>
                    <a:pt x="554885" y="99122"/>
                  </a:lnTo>
                  <a:lnTo>
                    <a:pt x="576424" y="102970"/>
                  </a:lnTo>
                  <a:lnTo>
                    <a:pt x="597047" y="106654"/>
                  </a:lnTo>
                  <a:lnTo>
                    <a:pt x="616828" y="110188"/>
                  </a:lnTo>
                  <a:lnTo>
                    <a:pt x="635832" y="113582"/>
                  </a:lnTo>
                  <a:lnTo>
                    <a:pt x="654120" y="116849"/>
                  </a:lnTo>
                  <a:lnTo>
                    <a:pt x="671742" y="119997"/>
                  </a:lnTo>
                  <a:lnTo>
                    <a:pt x="688746" y="123035"/>
                  </a:lnTo>
                  <a:lnTo>
                    <a:pt x="705173" y="125969"/>
                  </a:lnTo>
                  <a:lnTo>
                    <a:pt x="721062" y="128808"/>
                  </a:lnTo>
                  <a:lnTo>
                    <a:pt x="736446" y="131556"/>
                  </a:lnTo>
                  <a:lnTo>
                    <a:pt x="751357" y="134219"/>
                  </a:lnTo>
                  <a:lnTo>
                    <a:pt x="765822" y="136803"/>
                  </a:lnTo>
                  <a:lnTo>
                    <a:pt x="779869" y="139313"/>
                  </a:lnTo>
                  <a:lnTo>
                    <a:pt x="793519" y="141751"/>
                  </a:lnTo>
                  <a:lnTo>
                    <a:pt x="806795" y="144123"/>
                  </a:lnTo>
                  <a:lnTo>
                    <a:pt x="819718" y="146431"/>
                  </a:lnTo>
                  <a:lnTo>
                    <a:pt x="832304" y="148680"/>
                  </a:lnTo>
                  <a:lnTo>
                    <a:pt x="844572" y="150871"/>
                  </a:lnTo>
                  <a:lnTo>
                    <a:pt x="856538" y="153008"/>
                  </a:lnTo>
                  <a:lnTo>
                    <a:pt x="868214" y="155094"/>
                  </a:lnTo>
                  <a:lnTo>
                    <a:pt x="879616" y="157131"/>
                  </a:lnTo>
                  <a:lnTo>
                    <a:pt x="890756" y="159121"/>
                  </a:lnTo>
                  <a:lnTo>
                    <a:pt x="901645" y="161066"/>
                  </a:lnTo>
                  <a:lnTo>
                    <a:pt x="912296" y="162969"/>
                  </a:lnTo>
                  <a:lnTo>
                    <a:pt x="922717" y="164830"/>
                  </a:lnTo>
                  <a:lnTo>
                    <a:pt x="932918" y="166653"/>
                  </a:lnTo>
                  <a:lnTo>
                    <a:pt x="942909" y="168438"/>
                  </a:lnTo>
                  <a:lnTo>
                    <a:pt x="952699" y="170186"/>
                  </a:lnTo>
                  <a:lnTo>
                    <a:pt x="962294" y="171900"/>
                  </a:lnTo>
                  <a:lnTo>
                    <a:pt x="971704" y="173581"/>
                  </a:lnTo>
                  <a:lnTo>
                    <a:pt x="980934" y="175230"/>
                  </a:lnTo>
                  <a:lnTo>
                    <a:pt x="989991" y="176848"/>
                  </a:lnTo>
                  <a:lnTo>
                    <a:pt x="998882" y="178436"/>
                  </a:lnTo>
                  <a:lnTo>
                    <a:pt x="1007613" y="17999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98551" y="4222334"/>
              <a:ext cx="1007613" cy="370230"/>
            </a:xfrm>
            <a:custGeom>
              <a:avLst/>
              <a:pathLst>
                <a:path w="1007613" h="370230">
                  <a:moveTo>
                    <a:pt x="0" y="0"/>
                  </a:moveTo>
                  <a:lnTo>
                    <a:pt x="64703" y="23774"/>
                  </a:lnTo>
                  <a:lnTo>
                    <a:pt x="121776" y="44744"/>
                  </a:lnTo>
                  <a:lnTo>
                    <a:pt x="172830" y="63503"/>
                  </a:lnTo>
                  <a:lnTo>
                    <a:pt x="219013" y="80472"/>
                  </a:lnTo>
                  <a:lnTo>
                    <a:pt x="261176" y="95964"/>
                  </a:lnTo>
                  <a:lnTo>
                    <a:pt x="299961" y="110215"/>
                  </a:lnTo>
                  <a:lnTo>
                    <a:pt x="335871" y="123410"/>
                  </a:lnTo>
                  <a:lnTo>
                    <a:pt x="369302" y="135694"/>
                  </a:lnTo>
                  <a:lnTo>
                    <a:pt x="400575" y="147184"/>
                  </a:lnTo>
                  <a:lnTo>
                    <a:pt x="429951" y="157978"/>
                  </a:lnTo>
                  <a:lnTo>
                    <a:pt x="457648" y="168155"/>
                  </a:lnTo>
                  <a:lnTo>
                    <a:pt x="483847" y="177781"/>
                  </a:lnTo>
                  <a:lnTo>
                    <a:pt x="508701" y="186913"/>
                  </a:lnTo>
                  <a:lnTo>
                    <a:pt x="532343" y="195600"/>
                  </a:lnTo>
                  <a:lnTo>
                    <a:pt x="554885" y="203883"/>
                  </a:lnTo>
                  <a:lnTo>
                    <a:pt x="576424" y="211797"/>
                  </a:lnTo>
                  <a:lnTo>
                    <a:pt x="597047" y="219375"/>
                  </a:lnTo>
                  <a:lnTo>
                    <a:pt x="616828" y="226643"/>
                  </a:lnTo>
                  <a:lnTo>
                    <a:pt x="635832" y="233626"/>
                  </a:lnTo>
                  <a:lnTo>
                    <a:pt x="654120" y="240345"/>
                  </a:lnTo>
                  <a:lnTo>
                    <a:pt x="671742" y="246820"/>
                  </a:lnTo>
                  <a:lnTo>
                    <a:pt x="688746" y="253068"/>
                  </a:lnTo>
                  <a:lnTo>
                    <a:pt x="705173" y="259104"/>
                  </a:lnTo>
                  <a:lnTo>
                    <a:pt x="721062" y="264942"/>
                  </a:lnTo>
                  <a:lnTo>
                    <a:pt x="736446" y="270595"/>
                  </a:lnTo>
                  <a:lnTo>
                    <a:pt x="751357" y="276073"/>
                  </a:lnTo>
                  <a:lnTo>
                    <a:pt x="765822" y="281388"/>
                  </a:lnTo>
                  <a:lnTo>
                    <a:pt x="779869" y="286549"/>
                  </a:lnTo>
                  <a:lnTo>
                    <a:pt x="793519" y="291565"/>
                  </a:lnTo>
                  <a:lnTo>
                    <a:pt x="806795" y="296443"/>
                  </a:lnTo>
                  <a:lnTo>
                    <a:pt x="819718" y="301191"/>
                  </a:lnTo>
                  <a:lnTo>
                    <a:pt x="832304" y="305816"/>
                  </a:lnTo>
                  <a:lnTo>
                    <a:pt x="844572" y="310324"/>
                  </a:lnTo>
                  <a:lnTo>
                    <a:pt x="856538" y="314720"/>
                  </a:lnTo>
                  <a:lnTo>
                    <a:pt x="868214" y="319011"/>
                  </a:lnTo>
                  <a:lnTo>
                    <a:pt x="879616" y="323200"/>
                  </a:lnTo>
                  <a:lnTo>
                    <a:pt x="890756" y="327293"/>
                  </a:lnTo>
                  <a:lnTo>
                    <a:pt x="901645" y="331294"/>
                  </a:lnTo>
                  <a:lnTo>
                    <a:pt x="912296" y="335207"/>
                  </a:lnTo>
                  <a:lnTo>
                    <a:pt x="922717" y="339037"/>
                  </a:lnTo>
                  <a:lnTo>
                    <a:pt x="932918" y="342785"/>
                  </a:lnTo>
                  <a:lnTo>
                    <a:pt x="942909" y="346456"/>
                  </a:lnTo>
                  <a:lnTo>
                    <a:pt x="952699" y="350053"/>
                  </a:lnTo>
                  <a:lnTo>
                    <a:pt x="962294" y="353579"/>
                  </a:lnTo>
                  <a:lnTo>
                    <a:pt x="971704" y="357036"/>
                  </a:lnTo>
                  <a:lnTo>
                    <a:pt x="980934" y="360427"/>
                  </a:lnTo>
                  <a:lnTo>
                    <a:pt x="989991" y="363755"/>
                  </a:lnTo>
                  <a:lnTo>
                    <a:pt x="998882" y="367022"/>
                  </a:lnTo>
                  <a:lnTo>
                    <a:pt x="1007613" y="37023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98551" y="4555331"/>
              <a:ext cx="1007613" cy="13909"/>
            </a:xfrm>
            <a:custGeom>
              <a:avLst/>
              <a:pathLst>
                <a:path w="1007613" h="13909">
                  <a:moveTo>
                    <a:pt x="0" y="0"/>
                  </a:moveTo>
                  <a:lnTo>
                    <a:pt x="64703" y="893"/>
                  </a:lnTo>
                  <a:lnTo>
                    <a:pt x="121776" y="1681"/>
                  </a:lnTo>
                  <a:lnTo>
                    <a:pt x="172830" y="2385"/>
                  </a:lnTo>
                  <a:lnTo>
                    <a:pt x="219013" y="3023"/>
                  </a:lnTo>
                  <a:lnTo>
                    <a:pt x="261176" y="3605"/>
                  </a:lnTo>
                  <a:lnTo>
                    <a:pt x="299961" y="4140"/>
                  </a:lnTo>
                  <a:lnTo>
                    <a:pt x="335871" y="4636"/>
                  </a:lnTo>
                  <a:lnTo>
                    <a:pt x="369302" y="5098"/>
                  </a:lnTo>
                  <a:lnTo>
                    <a:pt x="400575" y="5529"/>
                  </a:lnTo>
                  <a:lnTo>
                    <a:pt x="429951" y="5935"/>
                  </a:lnTo>
                  <a:lnTo>
                    <a:pt x="457648" y="6317"/>
                  </a:lnTo>
                  <a:lnTo>
                    <a:pt x="483847" y="6679"/>
                  </a:lnTo>
                  <a:lnTo>
                    <a:pt x="508701" y="7022"/>
                  </a:lnTo>
                  <a:lnTo>
                    <a:pt x="532343" y="7348"/>
                  </a:lnTo>
                  <a:lnTo>
                    <a:pt x="554885" y="7660"/>
                  </a:lnTo>
                  <a:lnTo>
                    <a:pt x="576424" y="7957"/>
                  </a:lnTo>
                  <a:lnTo>
                    <a:pt x="597047" y="8242"/>
                  </a:lnTo>
                  <a:lnTo>
                    <a:pt x="616828" y="8515"/>
                  </a:lnTo>
                  <a:lnTo>
                    <a:pt x="635832" y="8777"/>
                  </a:lnTo>
                  <a:lnTo>
                    <a:pt x="654120" y="9029"/>
                  </a:lnTo>
                  <a:lnTo>
                    <a:pt x="671742" y="9273"/>
                  </a:lnTo>
                  <a:lnTo>
                    <a:pt x="688746" y="9507"/>
                  </a:lnTo>
                  <a:lnTo>
                    <a:pt x="705173" y="9734"/>
                  </a:lnTo>
                  <a:lnTo>
                    <a:pt x="721062" y="9954"/>
                  </a:lnTo>
                  <a:lnTo>
                    <a:pt x="736446" y="10166"/>
                  </a:lnTo>
                  <a:lnTo>
                    <a:pt x="751357" y="10372"/>
                  </a:lnTo>
                  <a:lnTo>
                    <a:pt x="765822" y="10572"/>
                  </a:lnTo>
                  <a:lnTo>
                    <a:pt x="779869" y="10765"/>
                  </a:lnTo>
                  <a:lnTo>
                    <a:pt x="793519" y="10954"/>
                  </a:lnTo>
                  <a:lnTo>
                    <a:pt x="806795" y="11137"/>
                  </a:lnTo>
                  <a:lnTo>
                    <a:pt x="819718" y="11316"/>
                  </a:lnTo>
                  <a:lnTo>
                    <a:pt x="832304" y="11489"/>
                  </a:lnTo>
                  <a:lnTo>
                    <a:pt x="844572" y="11659"/>
                  </a:lnTo>
                  <a:lnTo>
                    <a:pt x="856538" y="11824"/>
                  </a:lnTo>
                  <a:lnTo>
                    <a:pt x="868214" y="11985"/>
                  </a:lnTo>
                  <a:lnTo>
                    <a:pt x="879616" y="12142"/>
                  </a:lnTo>
                  <a:lnTo>
                    <a:pt x="890756" y="12296"/>
                  </a:lnTo>
                  <a:lnTo>
                    <a:pt x="901645" y="12447"/>
                  </a:lnTo>
                  <a:lnTo>
                    <a:pt x="912296" y="12594"/>
                  </a:lnTo>
                  <a:lnTo>
                    <a:pt x="922717" y="12737"/>
                  </a:lnTo>
                  <a:lnTo>
                    <a:pt x="932918" y="12878"/>
                  </a:lnTo>
                  <a:lnTo>
                    <a:pt x="942909" y="13016"/>
                  </a:lnTo>
                  <a:lnTo>
                    <a:pt x="952699" y="13151"/>
                  </a:lnTo>
                  <a:lnTo>
                    <a:pt x="962294" y="13284"/>
                  </a:lnTo>
                  <a:lnTo>
                    <a:pt x="971704" y="13414"/>
                  </a:lnTo>
                  <a:lnTo>
                    <a:pt x="980934" y="13541"/>
                  </a:lnTo>
                  <a:lnTo>
                    <a:pt x="989991" y="13666"/>
                  </a:lnTo>
                  <a:lnTo>
                    <a:pt x="998882" y="13789"/>
                  </a:lnTo>
                  <a:lnTo>
                    <a:pt x="1007613" y="1390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898551" y="4399196"/>
              <a:ext cx="1007613" cy="54313"/>
            </a:xfrm>
            <a:custGeom>
              <a:avLst/>
              <a:pathLst>
                <a:path w="1007613" h="54313">
                  <a:moveTo>
                    <a:pt x="0" y="54313"/>
                  </a:moveTo>
                  <a:lnTo>
                    <a:pt x="64703" y="50825"/>
                  </a:lnTo>
                  <a:lnTo>
                    <a:pt x="121776" y="47749"/>
                  </a:lnTo>
                  <a:lnTo>
                    <a:pt x="172830" y="44997"/>
                  </a:lnTo>
                  <a:lnTo>
                    <a:pt x="219013" y="42507"/>
                  </a:lnTo>
                  <a:lnTo>
                    <a:pt x="261176" y="40235"/>
                  </a:lnTo>
                  <a:lnTo>
                    <a:pt x="299961" y="38144"/>
                  </a:lnTo>
                  <a:lnTo>
                    <a:pt x="335871" y="36209"/>
                  </a:lnTo>
                  <a:lnTo>
                    <a:pt x="369302" y="34406"/>
                  </a:lnTo>
                  <a:lnTo>
                    <a:pt x="400575" y="32721"/>
                  </a:lnTo>
                  <a:lnTo>
                    <a:pt x="429951" y="31137"/>
                  </a:lnTo>
                  <a:lnTo>
                    <a:pt x="457648" y="29644"/>
                  </a:lnTo>
                  <a:lnTo>
                    <a:pt x="483847" y="28232"/>
                  </a:lnTo>
                  <a:lnTo>
                    <a:pt x="508701" y="26892"/>
                  </a:lnTo>
                  <a:lnTo>
                    <a:pt x="532343" y="25618"/>
                  </a:lnTo>
                  <a:lnTo>
                    <a:pt x="554885" y="24403"/>
                  </a:lnTo>
                  <a:lnTo>
                    <a:pt x="576424" y="23242"/>
                  </a:lnTo>
                  <a:lnTo>
                    <a:pt x="597047" y="22130"/>
                  </a:lnTo>
                  <a:lnTo>
                    <a:pt x="616828" y="21064"/>
                  </a:lnTo>
                  <a:lnTo>
                    <a:pt x="635832" y="20040"/>
                  </a:lnTo>
                  <a:lnTo>
                    <a:pt x="654120" y="19054"/>
                  </a:lnTo>
                  <a:lnTo>
                    <a:pt x="671742" y="18104"/>
                  </a:lnTo>
                  <a:lnTo>
                    <a:pt x="688746" y="17187"/>
                  </a:lnTo>
                  <a:lnTo>
                    <a:pt x="705173" y="16302"/>
                  </a:lnTo>
                  <a:lnTo>
                    <a:pt x="721062" y="15446"/>
                  </a:lnTo>
                  <a:lnTo>
                    <a:pt x="736446" y="14616"/>
                  </a:lnTo>
                  <a:lnTo>
                    <a:pt x="751357" y="13813"/>
                  </a:lnTo>
                  <a:lnTo>
                    <a:pt x="765822" y="13033"/>
                  </a:lnTo>
                  <a:lnTo>
                    <a:pt x="779869" y="12276"/>
                  </a:lnTo>
                  <a:lnTo>
                    <a:pt x="793519" y="11540"/>
                  </a:lnTo>
                  <a:lnTo>
                    <a:pt x="806795" y="10824"/>
                  </a:lnTo>
                  <a:lnTo>
                    <a:pt x="819718" y="10128"/>
                  </a:lnTo>
                  <a:lnTo>
                    <a:pt x="832304" y="9449"/>
                  </a:lnTo>
                  <a:lnTo>
                    <a:pt x="844572" y="8788"/>
                  </a:lnTo>
                  <a:lnTo>
                    <a:pt x="856538" y="8143"/>
                  </a:lnTo>
                  <a:lnTo>
                    <a:pt x="868214" y="7514"/>
                  </a:lnTo>
                  <a:lnTo>
                    <a:pt x="879616" y="6899"/>
                  </a:lnTo>
                  <a:lnTo>
                    <a:pt x="890756" y="6298"/>
                  </a:lnTo>
                  <a:lnTo>
                    <a:pt x="901645" y="5712"/>
                  </a:lnTo>
                  <a:lnTo>
                    <a:pt x="912296" y="5137"/>
                  </a:lnTo>
                  <a:lnTo>
                    <a:pt x="922717" y="4576"/>
                  </a:lnTo>
                  <a:lnTo>
                    <a:pt x="932918" y="4026"/>
                  </a:lnTo>
                  <a:lnTo>
                    <a:pt x="942909" y="3487"/>
                  </a:lnTo>
                  <a:lnTo>
                    <a:pt x="952699" y="2960"/>
                  </a:lnTo>
                  <a:lnTo>
                    <a:pt x="962294" y="2442"/>
                  </a:lnTo>
                  <a:lnTo>
                    <a:pt x="971704" y="1935"/>
                  </a:lnTo>
                  <a:lnTo>
                    <a:pt x="980934" y="1438"/>
                  </a:lnTo>
                  <a:lnTo>
                    <a:pt x="989991" y="949"/>
                  </a:lnTo>
                  <a:lnTo>
                    <a:pt x="998882" y="470"/>
                  </a:lnTo>
                  <a:lnTo>
                    <a:pt x="100761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898551" y="4177819"/>
              <a:ext cx="1007613" cy="236809"/>
            </a:xfrm>
            <a:custGeom>
              <a:avLst/>
              <a:pathLst>
                <a:path w="1007613" h="236809">
                  <a:moveTo>
                    <a:pt x="0" y="0"/>
                  </a:moveTo>
                  <a:lnTo>
                    <a:pt x="64703" y="15206"/>
                  </a:lnTo>
                  <a:lnTo>
                    <a:pt x="121776" y="28619"/>
                  </a:lnTo>
                  <a:lnTo>
                    <a:pt x="172830" y="40618"/>
                  </a:lnTo>
                  <a:lnTo>
                    <a:pt x="219013" y="51472"/>
                  </a:lnTo>
                  <a:lnTo>
                    <a:pt x="261176" y="61381"/>
                  </a:lnTo>
                  <a:lnTo>
                    <a:pt x="299961" y="70496"/>
                  </a:lnTo>
                  <a:lnTo>
                    <a:pt x="335871" y="78936"/>
                  </a:lnTo>
                  <a:lnTo>
                    <a:pt x="369302" y="86793"/>
                  </a:lnTo>
                  <a:lnTo>
                    <a:pt x="400575" y="94143"/>
                  </a:lnTo>
                  <a:lnTo>
                    <a:pt x="429951" y="101047"/>
                  </a:lnTo>
                  <a:lnTo>
                    <a:pt x="457648" y="107556"/>
                  </a:lnTo>
                  <a:lnTo>
                    <a:pt x="483847" y="113713"/>
                  </a:lnTo>
                  <a:lnTo>
                    <a:pt x="508701" y="119554"/>
                  </a:lnTo>
                  <a:lnTo>
                    <a:pt x="532343" y="125111"/>
                  </a:lnTo>
                  <a:lnTo>
                    <a:pt x="554885" y="130408"/>
                  </a:lnTo>
                  <a:lnTo>
                    <a:pt x="576424" y="135471"/>
                  </a:lnTo>
                  <a:lnTo>
                    <a:pt x="597047" y="140317"/>
                  </a:lnTo>
                  <a:lnTo>
                    <a:pt x="616828" y="144966"/>
                  </a:lnTo>
                  <a:lnTo>
                    <a:pt x="635832" y="149433"/>
                  </a:lnTo>
                  <a:lnTo>
                    <a:pt x="654120" y="153731"/>
                  </a:lnTo>
                  <a:lnTo>
                    <a:pt x="671742" y="157872"/>
                  </a:lnTo>
                  <a:lnTo>
                    <a:pt x="688746" y="161868"/>
                  </a:lnTo>
                  <a:lnTo>
                    <a:pt x="705173" y="165729"/>
                  </a:lnTo>
                  <a:lnTo>
                    <a:pt x="721062" y="169463"/>
                  </a:lnTo>
                  <a:lnTo>
                    <a:pt x="736446" y="173079"/>
                  </a:lnTo>
                  <a:lnTo>
                    <a:pt x="751357" y="176583"/>
                  </a:lnTo>
                  <a:lnTo>
                    <a:pt x="765822" y="179983"/>
                  </a:lnTo>
                  <a:lnTo>
                    <a:pt x="779869" y="183284"/>
                  </a:lnTo>
                  <a:lnTo>
                    <a:pt x="793519" y="186492"/>
                  </a:lnTo>
                  <a:lnTo>
                    <a:pt x="806795" y="189612"/>
                  </a:lnTo>
                  <a:lnTo>
                    <a:pt x="819718" y="192649"/>
                  </a:lnTo>
                  <a:lnTo>
                    <a:pt x="832304" y="195607"/>
                  </a:lnTo>
                  <a:lnTo>
                    <a:pt x="844572" y="198491"/>
                  </a:lnTo>
                  <a:lnTo>
                    <a:pt x="856538" y="201303"/>
                  </a:lnTo>
                  <a:lnTo>
                    <a:pt x="868214" y="204047"/>
                  </a:lnTo>
                  <a:lnTo>
                    <a:pt x="879616" y="206727"/>
                  </a:lnTo>
                  <a:lnTo>
                    <a:pt x="890756" y="209345"/>
                  </a:lnTo>
                  <a:lnTo>
                    <a:pt x="901645" y="211904"/>
                  </a:lnTo>
                  <a:lnTo>
                    <a:pt x="912296" y="214407"/>
                  </a:lnTo>
                  <a:lnTo>
                    <a:pt x="922717" y="216856"/>
                  </a:lnTo>
                  <a:lnTo>
                    <a:pt x="932918" y="219254"/>
                  </a:lnTo>
                  <a:lnTo>
                    <a:pt x="942909" y="221602"/>
                  </a:lnTo>
                  <a:lnTo>
                    <a:pt x="952699" y="223903"/>
                  </a:lnTo>
                  <a:lnTo>
                    <a:pt x="962294" y="226158"/>
                  </a:lnTo>
                  <a:lnTo>
                    <a:pt x="971704" y="228369"/>
                  </a:lnTo>
                  <a:lnTo>
                    <a:pt x="980934" y="230538"/>
                  </a:lnTo>
                  <a:lnTo>
                    <a:pt x="989991" y="232667"/>
                  </a:lnTo>
                  <a:lnTo>
                    <a:pt x="998882" y="234757"/>
                  </a:lnTo>
                  <a:lnTo>
                    <a:pt x="1007613" y="23680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805178" y="47434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805178" y="44711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05178" y="41989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89855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3442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7029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0616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7029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20616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4203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87791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301001" y="46262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301880" y="45320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316539" y="464333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316629" y="40679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328456" y="44573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93055" y="43103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318499" y="47475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86438" y="45315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317606" y="44456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304124" y="42047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34399" y="44446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25400" y="425298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33215" y="46302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36920" y="46751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58880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58115" y="40863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21265" y="47160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58608" y="46533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20308" y="46847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16594" y="46198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63138" y="45912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49772" y="46968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64300" y="45182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19109" y="45407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54613" y="43717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49280" y="44529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57456" y="46999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644082" y="46076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64376" y="46301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51913" y="45963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88652" y="45956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60686" y="45703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58262" y="45798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87384" y="46356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74263" y="46154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82818" y="44032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91757" y="46655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89193" y="44797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59135" y="46536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57679" y="45132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69832" y="46418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80600" y="46708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79413" y="43345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86728" y="46094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95843" y="44395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62015" y="45504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64676" y="44701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78297" y="447835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09499" y="46975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15951" y="45623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22973" y="44402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18401" y="45522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283380" y="44645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29347" y="46070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284300" y="45319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293739" y="461629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05938" y="44130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21934" y="44314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03216" y="45688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00855" y="46412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299273" y="45282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22935" y="46485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22739" y="45154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285078" y="46850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06754" y="435083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04109" y="46407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26868" y="46107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01714" y="45295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299277" y="44742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296797" y="45434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24491" y="45774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287297" y="46269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335690" y="4458684"/>
              <a:ext cx="998970" cy="159156"/>
            </a:xfrm>
            <a:custGeom>
              <a:avLst/>
              <a:pathLst>
                <a:path w="998970" h="159156">
                  <a:moveTo>
                    <a:pt x="0" y="0"/>
                  </a:moveTo>
                  <a:lnTo>
                    <a:pt x="64148" y="10220"/>
                  </a:lnTo>
                  <a:lnTo>
                    <a:pt x="120732" y="19235"/>
                  </a:lnTo>
                  <a:lnTo>
                    <a:pt x="171347" y="27299"/>
                  </a:lnTo>
                  <a:lnTo>
                    <a:pt x="217135" y="34594"/>
                  </a:lnTo>
                  <a:lnTo>
                    <a:pt x="258935" y="41253"/>
                  </a:lnTo>
                  <a:lnTo>
                    <a:pt x="297388" y="47380"/>
                  </a:lnTo>
                  <a:lnTo>
                    <a:pt x="332990" y="53052"/>
                  </a:lnTo>
                  <a:lnTo>
                    <a:pt x="366134" y="58332"/>
                  </a:lnTo>
                  <a:lnTo>
                    <a:pt x="397139" y="63272"/>
                  </a:lnTo>
                  <a:lnTo>
                    <a:pt x="426263" y="67912"/>
                  </a:lnTo>
                  <a:lnTo>
                    <a:pt x="453722" y="72287"/>
                  </a:lnTo>
                  <a:lnTo>
                    <a:pt x="479696" y="76425"/>
                  </a:lnTo>
                  <a:lnTo>
                    <a:pt x="504338" y="80351"/>
                  </a:lnTo>
                  <a:lnTo>
                    <a:pt x="527777" y="84085"/>
                  </a:lnTo>
                  <a:lnTo>
                    <a:pt x="550125" y="87646"/>
                  </a:lnTo>
                  <a:lnTo>
                    <a:pt x="571480" y="91048"/>
                  </a:lnTo>
                  <a:lnTo>
                    <a:pt x="591926" y="94306"/>
                  </a:lnTo>
                  <a:lnTo>
                    <a:pt x="611537" y="97430"/>
                  </a:lnTo>
                  <a:lnTo>
                    <a:pt x="630378" y="100432"/>
                  </a:lnTo>
                  <a:lnTo>
                    <a:pt x="648509" y="103321"/>
                  </a:lnTo>
                  <a:lnTo>
                    <a:pt x="665980" y="106104"/>
                  </a:lnTo>
                  <a:lnTo>
                    <a:pt x="682838" y="108790"/>
                  </a:lnTo>
                  <a:lnTo>
                    <a:pt x="699124" y="111385"/>
                  </a:lnTo>
                  <a:lnTo>
                    <a:pt x="714877" y="113894"/>
                  </a:lnTo>
                  <a:lnTo>
                    <a:pt x="730129" y="116324"/>
                  </a:lnTo>
                  <a:lnTo>
                    <a:pt x="744912" y="118680"/>
                  </a:lnTo>
                  <a:lnTo>
                    <a:pt x="759253" y="120964"/>
                  </a:lnTo>
                  <a:lnTo>
                    <a:pt x="773179" y="123183"/>
                  </a:lnTo>
                  <a:lnTo>
                    <a:pt x="786712" y="125339"/>
                  </a:lnTo>
                  <a:lnTo>
                    <a:pt x="799875" y="127436"/>
                  </a:lnTo>
                  <a:lnTo>
                    <a:pt x="812686" y="129477"/>
                  </a:lnTo>
                  <a:lnTo>
                    <a:pt x="825165" y="131466"/>
                  </a:lnTo>
                  <a:lnTo>
                    <a:pt x="837328" y="133403"/>
                  </a:lnTo>
                  <a:lnTo>
                    <a:pt x="849190" y="135293"/>
                  </a:lnTo>
                  <a:lnTo>
                    <a:pt x="860767" y="137138"/>
                  </a:lnTo>
                  <a:lnTo>
                    <a:pt x="872071" y="138939"/>
                  </a:lnTo>
                  <a:lnTo>
                    <a:pt x="883115" y="140698"/>
                  </a:lnTo>
                  <a:lnTo>
                    <a:pt x="893911" y="142418"/>
                  </a:lnTo>
                  <a:lnTo>
                    <a:pt x="904470" y="144100"/>
                  </a:lnTo>
                  <a:lnTo>
                    <a:pt x="914802" y="145746"/>
                  </a:lnTo>
                  <a:lnTo>
                    <a:pt x="924916" y="147358"/>
                  </a:lnTo>
                  <a:lnTo>
                    <a:pt x="934821" y="148936"/>
                  </a:lnTo>
                  <a:lnTo>
                    <a:pt x="944527" y="150482"/>
                  </a:lnTo>
                  <a:lnTo>
                    <a:pt x="954040" y="151998"/>
                  </a:lnTo>
                  <a:lnTo>
                    <a:pt x="963369" y="153484"/>
                  </a:lnTo>
                  <a:lnTo>
                    <a:pt x="972519" y="154942"/>
                  </a:lnTo>
                  <a:lnTo>
                    <a:pt x="981499" y="156373"/>
                  </a:lnTo>
                  <a:lnTo>
                    <a:pt x="990314" y="157777"/>
                  </a:lnTo>
                  <a:lnTo>
                    <a:pt x="998970" y="15915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35690" y="4146218"/>
              <a:ext cx="998970" cy="525548"/>
            </a:xfrm>
            <a:custGeom>
              <a:avLst/>
              <a:pathLst>
                <a:path w="998970" h="525548">
                  <a:moveTo>
                    <a:pt x="0" y="0"/>
                  </a:moveTo>
                  <a:lnTo>
                    <a:pt x="64148" y="33748"/>
                  </a:lnTo>
                  <a:lnTo>
                    <a:pt x="120732" y="63516"/>
                  </a:lnTo>
                  <a:lnTo>
                    <a:pt x="171347" y="90144"/>
                  </a:lnTo>
                  <a:lnTo>
                    <a:pt x="217135" y="114232"/>
                  </a:lnTo>
                  <a:lnTo>
                    <a:pt x="258935" y="136223"/>
                  </a:lnTo>
                  <a:lnTo>
                    <a:pt x="297388" y="156453"/>
                  </a:lnTo>
                  <a:lnTo>
                    <a:pt x="332990" y="175182"/>
                  </a:lnTo>
                  <a:lnTo>
                    <a:pt x="366134" y="192619"/>
                  </a:lnTo>
                  <a:lnTo>
                    <a:pt x="397139" y="208930"/>
                  </a:lnTo>
                  <a:lnTo>
                    <a:pt x="426263" y="224252"/>
                  </a:lnTo>
                  <a:lnTo>
                    <a:pt x="453722" y="238698"/>
                  </a:lnTo>
                  <a:lnTo>
                    <a:pt x="479696" y="252363"/>
                  </a:lnTo>
                  <a:lnTo>
                    <a:pt x="504338" y="265327"/>
                  </a:lnTo>
                  <a:lnTo>
                    <a:pt x="527777" y="277658"/>
                  </a:lnTo>
                  <a:lnTo>
                    <a:pt x="550125" y="289415"/>
                  </a:lnTo>
                  <a:lnTo>
                    <a:pt x="571480" y="300650"/>
                  </a:lnTo>
                  <a:lnTo>
                    <a:pt x="591926" y="311406"/>
                  </a:lnTo>
                  <a:lnTo>
                    <a:pt x="611537" y="321723"/>
                  </a:lnTo>
                  <a:lnTo>
                    <a:pt x="630378" y="331635"/>
                  </a:lnTo>
                  <a:lnTo>
                    <a:pt x="648509" y="341174"/>
                  </a:lnTo>
                  <a:lnTo>
                    <a:pt x="665980" y="350365"/>
                  </a:lnTo>
                  <a:lnTo>
                    <a:pt x="682838" y="359234"/>
                  </a:lnTo>
                  <a:lnTo>
                    <a:pt x="699124" y="367802"/>
                  </a:lnTo>
                  <a:lnTo>
                    <a:pt x="714877" y="376089"/>
                  </a:lnTo>
                  <a:lnTo>
                    <a:pt x="730129" y="384113"/>
                  </a:lnTo>
                  <a:lnTo>
                    <a:pt x="744912" y="391890"/>
                  </a:lnTo>
                  <a:lnTo>
                    <a:pt x="759253" y="399435"/>
                  </a:lnTo>
                  <a:lnTo>
                    <a:pt x="773179" y="406761"/>
                  </a:lnTo>
                  <a:lnTo>
                    <a:pt x="786712" y="413881"/>
                  </a:lnTo>
                  <a:lnTo>
                    <a:pt x="799875" y="420806"/>
                  </a:lnTo>
                  <a:lnTo>
                    <a:pt x="812686" y="427546"/>
                  </a:lnTo>
                  <a:lnTo>
                    <a:pt x="825165" y="434111"/>
                  </a:lnTo>
                  <a:lnTo>
                    <a:pt x="837328" y="440510"/>
                  </a:lnTo>
                  <a:lnTo>
                    <a:pt x="849190" y="446750"/>
                  </a:lnTo>
                  <a:lnTo>
                    <a:pt x="860767" y="452841"/>
                  </a:lnTo>
                  <a:lnTo>
                    <a:pt x="872071" y="458788"/>
                  </a:lnTo>
                  <a:lnTo>
                    <a:pt x="883115" y="464598"/>
                  </a:lnTo>
                  <a:lnTo>
                    <a:pt x="893911" y="470278"/>
                  </a:lnTo>
                  <a:lnTo>
                    <a:pt x="904470" y="475832"/>
                  </a:lnTo>
                  <a:lnTo>
                    <a:pt x="914802" y="481268"/>
                  </a:lnTo>
                  <a:lnTo>
                    <a:pt x="924916" y="486589"/>
                  </a:lnTo>
                  <a:lnTo>
                    <a:pt x="934821" y="491800"/>
                  </a:lnTo>
                  <a:lnTo>
                    <a:pt x="944527" y="496906"/>
                  </a:lnTo>
                  <a:lnTo>
                    <a:pt x="954040" y="501911"/>
                  </a:lnTo>
                  <a:lnTo>
                    <a:pt x="963369" y="506818"/>
                  </a:lnTo>
                  <a:lnTo>
                    <a:pt x="972519" y="511632"/>
                  </a:lnTo>
                  <a:lnTo>
                    <a:pt x="981499" y="516357"/>
                  </a:lnTo>
                  <a:lnTo>
                    <a:pt x="990314" y="520994"/>
                  </a:lnTo>
                  <a:lnTo>
                    <a:pt x="998970" y="52554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335690" y="4631653"/>
              <a:ext cx="998970" cy="33360"/>
            </a:xfrm>
            <a:custGeom>
              <a:avLst/>
              <a:pathLst>
                <a:path w="998970" h="33360">
                  <a:moveTo>
                    <a:pt x="0" y="33360"/>
                  </a:moveTo>
                  <a:lnTo>
                    <a:pt x="64148" y="31218"/>
                  </a:lnTo>
                  <a:lnTo>
                    <a:pt x="120732" y="29329"/>
                  </a:lnTo>
                  <a:lnTo>
                    <a:pt x="171347" y="27638"/>
                  </a:lnTo>
                  <a:lnTo>
                    <a:pt x="217135" y="26109"/>
                  </a:lnTo>
                  <a:lnTo>
                    <a:pt x="258935" y="24713"/>
                  </a:lnTo>
                  <a:lnTo>
                    <a:pt x="297388" y="23429"/>
                  </a:lnTo>
                  <a:lnTo>
                    <a:pt x="332990" y="22240"/>
                  </a:lnTo>
                  <a:lnTo>
                    <a:pt x="366134" y="21133"/>
                  </a:lnTo>
                  <a:lnTo>
                    <a:pt x="397139" y="20098"/>
                  </a:lnTo>
                  <a:lnTo>
                    <a:pt x="426263" y="19125"/>
                  </a:lnTo>
                  <a:lnTo>
                    <a:pt x="453722" y="18208"/>
                  </a:lnTo>
                  <a:lnTo>
                    <a:pt x="479696" y="17341"/>
                  </a:lnTo>
                  <a:lnTo>
                    <a:pt x="504338" y="16518"/>
                  </a:lnTo>
                  <a:lnTo>
                    <a:pt x="527777" y="15735"/>
                  </a:lnTo>
                  <a:lnTo>
                    <a:pt x="550125" y="14989"/>
                  </a:lnTo>
                  <a:lnTo>
                    <a:pt x="571480" y="14276"/>
                  </a:lnTo>
                  <a:lnTo>
                    <a:pt x="591926" y="13593"/>
                  </a:lnTo>
                  <a:lnTo>
                    <a:pt x="611537" y="12938"/>
                  </a:lnTo>
                  <a:lnTo>
                    <a:pt x="630378" y="12309"/>
                  </a:lnTo>
                  <a:lnTo>
                    <a:pt x="648509" y="11703"/>
                  </a:lnTo>
                  <a:lnTo>
                    <a:pt x="665980" y="11120"/>
                  </a:lnTo>
                  <a:lnTo>
                    <a:pt x="682838" y="10557"/>
                  </a:lnTo>
                  <a:lnTo>
                    <a:pt x="699124" y="10013"/>
                  </a:lnTo>
                  <a:lnTo>
                    <a:pt x="714877" y="9487"/>
                  </a:lnTo>
                  <a:lnTo>
                    <a:pt x="730129" y="8978"/>
                  </a:lnTo>
                  <a:lnTo>
                    <a:pt x="744912" y="8484"/>
                  </a:lnTo>
                  <a:lnTo>
                    <a:pt x="759253" y="8005"/>
                  </a:lnTo>
                  <a:lnTo>
                    <a:pt x="773179" y="7540"/>
                  </a:lnTo>
                  <a:lnTo>
                    <a:pt x="786712" y="7088"/>
                  </a:lnTo>
                  <a:lnTo>
                    <a:pt x="799875" y="6648"/>
                  </a:lnTo>
                  <a:lnTo>
                    <a:pt x="812686" y="6221"/>
                  </a:lnTo>
                  <a:lnTo>
                    <a:pt x="825165" y="5804"/>
                  </a:lnTo>
                  <a:lnTo>
                    <a:pt x="837328" y="5398"/>
                  </a:lnTo>
                  <a:lnTo>
                    <a:pt x="849190" y="5001"/>
                  </a:lnTo>
                  <a:lnTo>
                    <a:pt x="860767" y="4615"/>
                  </a:lnTo>
                  <a:lnTo>
                    <a:pt x="872071" y="4237"/>
                  </a:lnTo>
                  <a:lnTo>
                    <a:pt x="883115" y="3869"/>
                  </a:lnTo>
                  <a:lnTo>
                    <a:pt x="893911" y="3508"/>
                  </a:lnTo>
                  <a:lnTo>
                    <a:pt x="904470" y="3155"/>
                  </a:lnTo>
                  <a:lnTo>
                    <a:pt x="914802" y="2810"/>
                  </a:lnTo>
                  <a:lnTo>
                    <a:pt x="924916" y="2473"/>
                  </a:lnTo>
                  <a:lnTo>
                    <a:pt x="934821" y="2142"/>
                  </a:lnTo>
                  <a:lnTo>
                    <a:pt x="944527" y="1818"/>
                  </a:lnTo>
                  <a:lnTo>
                    <a:pt x="954040" y="1500"/>
                  </a:lnTo>
                  <a:lnTo>
                    <a:pt x="963369" y="1188"/>
                  </a:lnTo>
                  <a:lnTo>
                    <a:pt x="972519" y="883"/>
                  </a:lnTo>
                  <a:lnTo>
                    <a:pt x="981499" y="583"/>
                  </a:lnTo>
                  <a:lnTo>
                    <a:pt x="990314" y="289"/>
                  </a:lnTo>
                  <a:lnTo>
                    <a:pt x="99897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335690" y="4434307"/>
              <a:ext cx="998970" cy="134597"/>
            </a:xfrm>
            <a:custGeom>
              <a:avLst/>
              <a:pathLst>
                <a:path w="998970" h="134597">
                  <a:moveTo>
                    <a:pt x="0" y="134597"/>
                  </a:moveTo>
                  <a:lnTo>
                    <a:pt x="64148" y="125954"/>
                  </a:lnTo>
                  <a:lnTo>
                    <a:pt x="120732" y="118330"/>
                  </a:lnTo>
                  <a:lnTo>
                    <a:pt x="171347" y="111510"/>
                  </a:lnTo>
                  <a:lnTo>
                    <a:pt x="217135" y="105341"/>
                  </a:lnTo>
                  <a:lnTo>
                    <a:pt x="258935" y="99709"/>
                  </a:lnTo>
                  <a:lnTo>
                    <a:pt x="297388" y="94528"/>
                  </a:lnTo>
                  <a:lnTo>
                    <a:pt x="332990" y="89731"/>
                  </a:lnTo>
                  <a:lnTo>
                    <a:pt x="366134" y="85266"/>
                  </a:lnTo>
                  <a:lnTo>
                    <a:pt x="397139" y="81088"/>
                  </a:lnTo>
                  <a:lnTo>
                    <a:pt x="426263" y="77164"/>
                  </a:lnTo>
                  <a:lnTo>
                    <a:pt x="453722" y="73464"/>
                  </a:lnTo>
                  <a:lnTo>
                    <a:pt x="479696" y="69965"/>
                  </a:lnTo>
                  <a:lnTo>
                    <a:pt x="504338" y="66645"/>
                  </a:lnTo>
                  <a:lnTo>
                    <a:pt x="527777" y="63486"/>
                  </a:lnTo>
                  <a:lnTo>
                    <a:pt x="550125" y="60475"/>
                  </a:lnTo>
                  <a:lnTo>
                    <a:pt x="571480" y="57598"/>
                  </a:lnTo>
                  <a:lnTo>
                    <a:pt x="591926" y="54843"/>
                  </a:lnTo>
                  <a:lnTo>
                    <a:pt x="611537" y="52201"/>
                  </a:lnTo>
                  <a:lnTo>
                    <a:pt x="630378" y="49662"/>
                  </a:lnTo>
                  <a:lnTo>
                    <a:pt x="648509" y="47219"/>
                  </a:lnTo>
                  <a:lnTo>
                    <a:pt x="665980" y="44865"/>
                  </a:lnTo>
                  <a:lnTo>
                    <a:pt x="682838" y="42594"/>
                  </a:lnTo>
                  <a:lnTo>
                    <a:pt x="699124" y="40400"/>
                  </a:lnTo>
                  <a:lnTo>
                    <a:pt x="714877" y="38277"/>
                  </a:lnTo>
                  <a:lnTo>
                    <a:pt x="730129" y="36222"/>
                  </a:lnTo>
                  <a:lnTo>
                    <a:pt x="744912" y="34230"/>
                  </a:lnTo>
                  <a:lnTo>
                    <a:pt x="759253" y="32298"/>
                  </a:lnTo>
                  <a:lnTo>
                    <a:pt x="773179" y="30422"/>
                  </a:lnTo>
                  <a:lnTo>
                    <a:pt x="786712" y="28598"/>
                  </a:lnTo>
                  <a:lnTo>
                    <a:pt x="799875" y="26825"/>
                  </a:lnTo>
                  <a:lnTo>
                    <a:pt x="812686" y="25099"/>
                  </a:lnTo>
                  <a:lnTo>
                    <a:pt x="825165" y="23417"/>
                  </a:lnTo>
                  <a:lnTo>
                    <a:pt x="837328" y="21779"/>
                  </a:lnTo>
                  <a:lnTo>
                    <a:pt x="849190" y="20180"/>
                  </a:lnTo>
                  <a:lnTo>
                    <a:pt x="860767" y="18621"/>
                  </a:lnTo>
                  <a:lnTo>
                    <a:pt x="872071" y="17097"/>
                  </a:lnTo>
                  <a:lnTo>
                    <a:pt x="883115" y="15609"/>
                  </a:lnTo>
                  <a:lnTo>
                    <a:pt x="893911" y="14155"/>
                  </a:lnTo>
                  <a:lnTo>
                    <a:pt x="904470" y="12732"/>
                  </a:lnTo>
                  <a:lnTo>
                    <a:pt x="914802" y="11340"/>
                  </a:lnTo>
                  <a:lnTo>
                    <a:pt x="924916" y="9977"/>
                  </a:lnTo>
                  <a:lnTo>
                    <a:pt x="934821" y="8643"/>
                  </a:lnTo>
                  <a:lnTo>
                    <a:pt x="944527" y="7335"/>
                  </a:lnTo>
                  <a:lnTo>
                    <a:pt x="954040" y="6053"/>
                  </a:lnTo>
                  <a:lnTo>
                    <a:pt x="963369" y="4796"/>
                  </a:lnTo>
                  <a:lnTo>
                    <a:pt x="972519" y="3563"/>
                  </a:lnTo>
                  <a:lnTo>
                    <a:pt x="981499" y="2353"/>
                  </a:lnTo>
                  <a:lnTo>
                    <a:pt x="990314" y="1166"/>
                  </a:lnTo>
                  <a:lnTo>
                    <a:pt x="99897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335690" y="4468539"/>
              <a:ext cx="998970" cy="77846"/>
            </a:xfrm>
            <a:custGeom>
              <a:avLst/>
              <a:pathLst>
                <a:path w="998970" h="77846">
                  <a:moveTo>
                    <a:pt x="0" y="77846"/>
                  </a:moveTo>
                  <a:lnTo>
                    <a:pt x="64148" y="72847"/>
                  </a:lnTo>
                  <a:lnTo>
                    <a:pt x="120732" y="68438"/>
                  </a:lnTo>
                  <a:lnTo>
                    <a:pt x="171347" y="64493"/>
                  </a:lnTo>
                  <a:lnTo>
                    <a:pt x="217135" y="60925"/>
                  </a:lnTo>
                  <a:lnTo>
                    <a:pt x="258935" y="57668"/>
                  </a:lnTo>
                  <a:lnTo>
                    <a:pt x="297388" y="54671"/>
                  </a:lnTo>
                  <a:lnTo>
                    <a:pt x="332990" y="51897"/>
                  </a:lnTo>
                  <a:lnTo>
                    <a:pt x="366134" y="49314"/>
                  </a:lnTo>
                  <a:lnTo>
                    <a:pt x="397139" y="46898"/>
                  </a:lnTo>
                  <a:lnTo>
                    <a:pt x="426263" y="44629"/>
                  </a:lnTo>
                  <a:lnTo>
                    <a:pt x="453722" y="42489"/>
                  </a:lnTo>
                  <a:lnTo>
                    <a:pt x="479696" y="40465"/>
                  </a:lnTo>
                  <a:lnTo>
                    <a:pt x="504338" y="38545"/>
                  </a:lnTo>
                  <a:lnTo>
                    <a:pt x="527777" y="36718"/>
                  </a:lnTo>
                  <a:lnTo>
                    <a:pt x="550125" y="34977"/>
                  </a:lnTo>
                  <a:lnTo>
                    <a:pt x="571480" y="33312"/>
                  </a:lnTo>
                  <a:lnTo>
                    <a:pt x="591926" y="31719"/>
                  </a:lnTo>
                  <a:lnTo>
                    <a:pt x="611537" y="30191"/>
                  </a:lnTo>
                  <a:lnTo>
                    <a:pt x="630378" y="28723"/>
                  </a:lnTo>
                  <a:lnTo>
                    <a:pt x="648509" y="27310"/>
                  </a:lnTo>
                  <a:lnTo>
                    <a:pt x="665980" y="25948"/>
                  </a:lnTo>
                  <a:lnTo>
                    <a:pt x="682838" y="24635"/>
                  </a:lnTo>
                  <a:lnTo>
                    <a:pt x="699124" y="23365"/>
                  </a:lnTo>
                  <a:lnTo>
                    <a:pt x="714877" y="22138"/>
                  </a:lnTo>
                  <a:lnTo>
                    <a:pt x="730129" y="20949"/>
                  </a:lnTo>
                  <a:lnTo>
                    <a:pt x="744912" y="19797"/>
                  </a:lnTo>
                  <a:lnTo>
                    <a:pt x="759253" y="18680"/>
                  </a:lnTo>
                  <a:lnTo>
                    <a:pt x="773179" y="17595"/>
                  </a:lnTo>
                  <a:lnTo>
                    <a:pt x="786712" y="16540"/>
                  </a:lnTo>
                  <a:lnTo>
                    <a:pt x="799875" y="15514"/>
                  </a:lnTo>
                  <a:lnTo>
                    <a:pt x="812686" y="14516"/>
                  </a:lnTo>
                  <a:lnTo>
                    <a:pt x="825165" y="13544"/>
                  </a:lnTo>
                  <a:lnTo>
                    <a:pt x="837328" y="12596"/>
                  </a:lnTo>
                  <a:lnTo>
                    <a:pt x="849190" y="11671"/>
                  </a:lnTo>
                  <a:lnTo>
                    <a:pt x="860767" y="10769"/>
                  </a:lnTo>
                  <a:lnTo>
                    <a:pt x="872071" y="9888"/>
                  </a:lnTo>
                  <a:lnTo>
                    <a:pt x="883115" y="9028"/>
                  </a:lnTo>
                  <a:lnTo>
                    <a:pt x="893911" y="8186"/>
                  </a:lnTo>
                  <a:lnTo>
                    <a:pt x="904470" y="7364"/>
                  </a:lnTo>
                  <a:lnTo>
                    <a:pt x="914802" y="6558"/>
                  </a:lnTo>
                  <a:lnTo>
                    <a:pt x="924916" y="5770"/>
                  </a:lnTo>
                  <a:lnTo>
                    <a:pt x="934821" y="4998"/>
                  </a:lnTo>
                  <a:lnTo>
                    <a:pt x="944527" y="4242"/>
                  </a:lnTo>
                  <a:lnTo>
                    <a:pt x="954040" y="3501"/>
                  </a:lnTo>
                  <a:lnTo>
                    <a:pt x="963369" y="2774"/>
                  </a:lnTo>
                  <a:lnTo>
                    <a:pt x="972519" y="2061"/>
                  </a:lnTo>
                  <a:lnTo>
                    <a:pt x="981499" y="1361"/>
                  </a:lnTo>
                  <a:lnTo>
                    <a:pt x="990314" y="674"/>
                  </a:lnTo>
                  <a:lnTo>
                    <a:pt x="99897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335690" y="4457266"/>
              <a:ext cx="998970" cy="99821"/>
            </a:xfrm>
            <a:custGeom>
              <a:avLst/>
              <a:pathLst>
                <a:path w="998970" h="99821">
                  <a:moveTo>
                    <a:pt x="0" y="0"/>
                  </a:moveTo>
                  <a:lnTo>
                    <a:pt x="64148" y="6410"/>
                  </a:lnTo>
                  <a:lnTo>
                    <a:pt x="120732" y="12064"/>
                  </a:lnTo>
                  <a:lnTo>
                    <a:pt x="171347" y="17121"/>
                  </a:lnTo>
                  <a:lnTo>
                    <a:pt x="217135" y="21696"/>
                  </a:lnTo>
                  <a:lnTo>
                    <a:pt x="258935" y="25873"/>
                  </a:lnTo>
                  <a:lnTo>
                    <a:pt x="297388" y="29716"/>
                  </a:lnTo>
                  <a:lnTo>
                    <a:pt x="332990" y="33273"/>
                  </a:lnTo>
                  <a:lnTo>
                    <a:pt x="366134" y="36585"/>
                  </a:lnTo>
                  <a:lnTo>
                    <a:pt x="397139" y="39683"/>
                  </a:lnTo>
                  <a:lnTo>
                    <a:pt x="426263" y="42593"/>
                  </a:lnTo>
                  <a:lnTo>
                    <a:pt x="453722" y="45337"/>
                  </a:lnTo>
                  <a:lnTo>
                    <a:pt x="479696" y="47933"/>
                  </a:lnTo>
                  <a:lnTo>
                    <a:pt x="504338" y="50395"/>
                  </a:lnTo>
                  <a:lnTo>
                    <a:pt x="527777" y="52737"/>
                  </a:lnTo>
                  <a:lnTo>
                    <a:pt x="550125" y="54970"/>
                  </a:lnTo>
                  <a:lnTo>
                    <a:pt x="571480" y="57104"/>
                  </a:lnTo>
                  <a:lnTo>
                    <a:pt x="591926" y="59147"/>
                  </a:lnTo>
                  <a:lnTo>
                    <a:pt x="611537" y="61107"/>
                  </a:lnTo>
                  <a:lnTo>
                    <a:pt x="630378" y="62989"/>
                  </a:lnTo>
                  <a:lnTo>
                    <a:pt x="648509" y="64801"/>
                  </a:lnTo>
                  <a:lnTo>
                    <a:pt x="665980" y="66547"/>
                  </a:lnTo>
                  <a:lnTo>
                    <a:pt x="682838" y="68231"/>
                  </a:lnTo>
                  <a:lnTo>
                    <a:pt x="699124" y="69859"/>
                  </a:lnTo>
                  <a:lnTo>
                    <a:pt x="714877" y="71433"/>
                  </a:lnTo>
                  <a:lnTo>
                    <a:pt x="730129" y="72957"/>
                  </a:lnTo>
                  <a:lnTo>
                    <a:pt x="744912" y="74434"/>
                  </a:lnTo>
                  <a:lnTo>
                    <a:pt x="759253" y="75867"/>
                  </a:lnTo>
                  <a:lnTo>
                    <a:pt x="773179" y="77259"/>
                  </a:lnTo>
                  <a:lnTo>
                    <a:pt x="786712" y="78611"/>
                  </a:lnTo>
                  <a:lnTo>
                    <a:pt x="799875" y="79926"/>
                  </a:lnTo>
                  <a:lnTo>
                    <a:pt x="812686" y="81206"/>
                  </a:lnTo>
                  <a:lnTo>
                    <a:pt x="825165" y="82453"/>
                  </a:lnTo>
                  <a:lnTo>
                    <a:pt x="837328" y="83669"/>
                  </a:lnTo>
                  <a:lnTo>
                    <a:pt x="849190" y="84854"/>
                  </a:lnTo>
                  <a:lnTo>
                    <a:pt x="860767" y="86011"/>
                  </a:lnTo>
                  <a:lnTo>
                    <a:pt x="872071" y="87140"/>
                  </a:lnTo>
                  <a:lnTo>
                    <a:pt x="883115" y="88244"/>
                  </a:lnTo>
                  <a:lnTo>
                    <a:pt x="893911" y="89323"/>
                  </a:lnTo>
                  <a:lnTo>
                    <a:pt x="904470" y="90378"/>
                  </a:lnTo>
                  <a:lnTo>
                    <a:pt x="914802" y="91410"/>
                  </a:lnTo>
                  <a:lnTo>
                    <a:pt x="924916" y="92421"/>
                  </a:lnTo>
                  <a:lnTo>
                    <a:pt x="934821" y="93411"/>
                  </a:lnTo>
                  <a:lnTo>
                    <a:pt x="944527" y="94380"/>
                  </a:lnTo>
                  <a:lnTo>
                    <a:pt x="954040" y="95331"/>
                  </a:lnTo>
                  <a:lnTo>
                    <a:pt x="963369" y="96263"/>
                  </a:lnTo>
                  <a:lnTo>
                    <a:pt x="972519" y="97177"/>
                  </a:lnTo>
                  <a:lnTo>
                    <a:pt x="981499" y="98075"/>
                  </a:lnTo>
                  <a:lnTo>
                    <a:pt x="990314" y="98956"/>
                  </a:lnTo>
                  <a:lnTo>
                    <a:pt x="998970" y="9982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335690" y="4448752"/>
              <a:ext cx="998970" cy="162386"/>
            </a:xfrm>
            <a:custGeom>
              <a:avLst/>
              <a:pathLst>
                <a:path w="998970" h="162386">
                  <a:moveTo>
                    <a:pt x="0" y="0"/>
                  </a:moveTo>
                  <a:lnTo>
                    <a:pt x="64148" y="10427"/>
                  </a:lnTo>
                  <a:lnTo>
                    <a:pt x="120732" y="19625"/>
                  </a:lnTo>
                  <a:lnTo>
                    <a:pt x="171347" y="27853"/>
                  </a:lnTo>
                  <a:lnTo>
                    <a:pt x="217135" y="35296"/>
                  </a:lnTo>
                  <a:lnTo>
                    <a:pt x="258935" y="42091"/>
                  </a:lnTo>
                  <a:lnTo>
                    <a:pt x="297388" y="48341"/>
                  </a:lnTo>
                  <a:lnTo>
                    <a:pt x="332990" y="54128"/>
                  </a:lnTo>
                  <a:lnTo>
                    <a:pt x="366134" y="59516"/>
                  </a:lnTo>
                  <a:lnTo>
                    <a:pt x="397139" y="64556"/>
                  </a:lnTo>
                  <a:lnTo>
                    <a:pt x="426263" y="69290"/>
                  </a:lnTo>
                  <a:lnTo>
                    <a:pt x="453722" y="73754"/>
                  </a:lnTo>
                  <a:lnTo>
                    <a:pt x="479696" y="77976"/>
                  </a:lnTo>
                  <a:lnTo>
                    <a:pt x="504338" y="81982"/>
                  </a:lnTo>
                  <a:lnTo>
                    <a:pt x="527777" y="85792"/>
                  </a:lnTo>
                  <a:lnTo>
                    <a:pt x="550125" y="89425"/>
                  </a:lnTo>
                  <a:lnTo>
                    <a:pt x="571480" y="92896"/>
                  </a:lnTo>
                  <a:lnTo>
                    <a:pt x="591926" y="96220"/>
                  </a:lnTo>
                  <a:lnTo>
                    <a:pt x="611537" y="99407"/>
                  </a:lnTo>
                  <a:lnTo>
                    <a:pt x="630378" y="102470"/>
                  </a:lnTo>
                  <a:lnTo>
                    <a:pt x="648509" y="105417"/>
                  </a:lnTo>
                  <a:lnTo>
                    <a:pt x="665980" y="108257"/>
                  </a:lnTo>
                  <a:lnTo>
                    <a:pt x="682838" y="110998"/>
                  </a:lnTo>
                  <a:lnTo>
                    <a:pt x="699124" y="113645"/>
                  </a:lnTo>
                  <a:lnTo>
                    <a:pt x="714877" y="116206"/>
                  </a:lnTo>
                  <a:lnTo>
                    <a:pt x="730129" y="118685"/>
                  </a:lnTo>
                  <a:lnTo>
                    <a:pt x="744912" y="121088"/>
                  </a:lnTo>
                  <a:lnTo>
                    <a:pt x="759253" y="123419"/>
                  </a:lnTo>
                  <a:lnTo>
                    <a:pt x="773179" y="125683"/>
                  </a:lnTo>
                  <a:lnTo>
                    <a:pt x="786712" y="127883"/>
                  </a:lnTo>
                  <a:lnTo>
                    <a:pt x="799875" y="130023"/>
                  </a:lnTo>
                  <a:lnTo>
                    <a:pt x="812686" y="132105"/>
                  </a:lnTo>
                  <a:lnTo>
                    <a:pt x="825165" y="134134"/>
                  </a:lnTo>
                  <a:lnTo>
                    <a:pt x="837328" y="136111"/>
                  </a:lnTo>
                  <a:lnTo>
                    <a:pt x="849190" y="138039"/>
                  </a:lnTo>
                  <a:lnTo>
                    <a:pt x="860767" y="139921"/>
                  </a:lnTo>
                  <a:lnTo>
                    <a:pt x="872071" y="141758"/>
                  </a:lnTo>
                  <a:lnTo>
                    <a:pt x="883115" y="143554"/>
                  </a:lnTo>
                  <a:lnTo>
                    <a:pt x="893911" y="145309"/>
                  </a:lnTo>
                  <a:lnTo>
                    <a:pt x="904470" y="147025"/>
                  </a:lnTo>
                  <a:lnTo>
                    <a:pt x="914802" y="148705"/>
                  </a:lnTo>
                  <a:lnTo>
                    <a:pt x="924916" y="150349"/>
                  </a:lnTo>
                  <a:lnTo>
                    <a:pt x="934821" y="151959"/>
                  </a:lnTo>
                  <a:lnTo>
                    <a:pt x="944527" y="153536"/>
                  </a:lnTo>
                  <a:lnTo>
                    <a:pt x="954040" y="155083"/>
                  </a:lnTo>
                  <a:lnTo>
                    <a:pt x="963369" y="156599"/>
                  </a:lnTo>
                  <a:lnTo>
                    <a:pt x="972519" y="158087"/>
                  </a:lnTo>
                  <a:lnTo>
                    <a:pt x="981499" y="159546"/>
                  </a:lnTo>
                  <a:lnTo>
                    <a:pt x="990314" y="160979"/>
                  </a:lnTo>
                  <a:lnTo>
                    <a:pt x="998970" y="16238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335690" y="4604794"/>
              <a:ext cx="998970" cy="66428"/>
            </a:xfrm>
            <a:custGeom>
              <a:avLst/>
              <a:pathLst>
                <a:path w="998970" h="66428">
                  <a:moveTo>
                    <a:pt x="0" y="0"/>
                  </a:moveTo>
                  <a:lnTo>
                    <a:pt x="64148" y="4265"/>
                  </a:lnTo>
                  <a:lnTo>
                    <a:pt x="120732" y="8028"/>
                  </a:lnTo>
                  <a:lnTo>
                    <a:pt x="171347" y="11394"/>
                  </a:lnTo>
                  <a:lnTo>
                    <a:pt x="217135" y="14438"/>
                  </a:lnTo>
                  <a:lnTo>
                    <a:pt x="258935" y="17218"/>
                  </a:lnTo>
                  <a:lnTo>
                    <a:pt x="297388" y="19775"/>
                  </a:lnTo>
                  <a:lnTo>
                    <a:pt x="332990" y="22142"/>
                  </a:lnTo>
                  <a:lnTo>
                    <a:pt x="366134" y="24346"/>
                  </a:lnTo>
                  <a:lnTo>
                    <a:pt x="397139" y="26408"/>
                  </a:lnTo>
                  <a:lnTo>
                    <a:pt x="426263" y="28345"/>
                  </a:lnTo>
                  <a:lnTo>
                    <a:pt x="453722" y="30171"/>
                  </a:lnTo>
                  <a:lnTo>
                    <a:pt x="479696" y="31898"/>
                  </a:lnTo>
                  <a:lnTo>
                    <a:pt x="504338" y="33537"/>
                  </a:lnTo>
                  <a:lnTo>
                    <a:pt x="527777" y="35095"/>
                  </a:lnTo>
                  <a:lnTo>
                    <a:pt x="550125" y="36581"/>
                  </a:lnTo>
                  <a:lnTo>
                    <a:pt x="571480" y="38001"/>
                  </a:lnTo>
                  <a:lnTo>
                    <a:pt x="591926" y="39361"/>
                  </a:lnTo>
                  <a:lnTo>
                    <a:pt x="611537" y="40665"/>
                  </a:lnTo>
                  <a:lnTo>
                    <a:pt x="630378" y="41918"/>
                  </a:lnTo>
                  <a:lnTo>
                    <a:pt x="648509" y="43124"/>
                  </a:lnTo>
                  <a:lnTo>
                    <a:pt x="665980" y="44285"/>
                  </a:lnTo>
                  <a:lnTo>
                    <a:pt x="682838" y="45406"/>
                  </a:lnTo>
                  <a:lnTo>
                    <a:pt x="699124" y="46489"/>
                  </a:lnTo>
                  <a:lnTo>
                    <a:pt x="714877" y="47537"/>
                  </a:lnTo>
                  <a:lnTo>
                    <a:pt x="730129" y="48551"/>
                  </a:lnTo>
                  <a:lnTo>
                    <a:pt x="744912" y="49534"/>
                  </a:lnTo>
                  <a:lnTo>
                    <a:pt x="759253" y="50488"/>
                  </a:lnTo>
                  <a:lnTo>
                    <a:pt x="773179" y="51414"/>
                  </a:lnTo>
                  <a:lnTo>
                    <a:pt x="786712" y="52314"/>
                  </a:lnTo>
                  <a:lnTo>
                    <a:pt x="799875" y="53189"/>
                  </a:lnTo>
                  <a:lnTo>
                    <a:pt x="812686" y="54041"/>
                  </a:lnTo>
                  <a:lnTo>
                    <a:pt x="825165" y="54871"/>
                  </a:lnTo>
                  <a:lnTo>
                    <a:pt x="837328" y="55680"/>
                  </a:lnTo>
                  <a:lnTo>
                    <a:pt x="849190" y="56468"/>
                  </a:lnTo>
                  <a:lnTo>
                    <a:pt x="860767" y="57238"/>
                  </a:lnTo>
                  <a:lnTo>
                    <a:pt x="872071" y="57990"/>
                  </a:lnTo>
                  <a:lnTo>
                    <a:pt x="883115" y="58724"/>
                  </a:lnTo>
                  <a:lnTo>
                    <a:pt x="893911" y="59442"/>
                  </a:lnTo>
                  <a:lnTo>
                    <a:pt x="904470" y="60144"/>
                  </a:lnTo>
                  <a:lnTo>
                    <a:pt x="914802" y="60831"/>
                  </a:lnTo>
                  <a:lnTo>
                    <a:pt x="924916" y="61504"/>
                  </a:lnTo>
                  <a:lnTo>
                    <a:pt x="934821" y="62163"/>
                  </a:lnTo>
                  <a:lnTo>
                    <a:pt x="944527" y="62808"/>
                  </a:lnTo>
                  <a:lnTo>
                    <a:pt x="954040" y="63441"/>
                  </a:lnTo>
                  <a:lnTo>
                    <a:pt x="963369" y="64061"/>
                  </a:lnTo>
                  <a:lnTo>
                    <a:pt x="972519" y="64669"/>
                  </a:lnTo>
                  <a:lnTo>
                    <a:pt x="981499" y="65267"/>
                  </a:lnTo>
                  <a:lnTo>
                    <a:pt x="990314" y="65853"/>
                  </a:lnTo>
                  <a:lnTo>
                    <a:pt x="998970" y="6642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335690" y="4583835"/>
              <a:ext cx="998970" cy="33099"/>
            </a:xfrm>
            <a:custGeom>
              <a:avLst/>
              <a:pathLst>
                <a:path w="998970" h="33099">
                  <a:moveTo>
                    <a:pt x="0" y="0"/>
                  </a:moveTo>
                  <a:lnTo>
                    <a:pt x="64148" y="2125"/>
                  </a:lnTo>
                  <a:lnTo>
                    <a:pt x="120732" y="4000"/>
                  </a:lnTo>
                  <a:lnTo>
                    <a:pt x="171347" y="5677"/>
                  </a:lnTo>
                  <a:lnTo>
                    <a:pt x="217135" y="7194"/>
                  </a:lnTo>
                  <a:lnTo>
                    <a:pt x="258935" y="8579"/>
                  </a:lnTo>
                  <a:lnTo>
                    <a:pt x="297388" y="9853"/>
                  </a:lnTo>
                  <a:lnTo>
                    <a:pt x="332990" y="11033"/>
                  </a:lnTo>
                  <a:lnTo>
                    <a:pt x="366134" y="12131"/>
                  </a:lnTo>
                  <a:lnTo>
                    <a:pt x="397139" y="13158"/>
                  </a:lnTo>
                  <a:lnTo>
                    <a:pt x="426263" y="14123"/>
                  </a:lnTo>
                  <a:lnTo>
                    <a:pt x="453722" y="15033"/>
                  </a:lnTo>
                  <a:lnTo>
                    <a:pt x="479696" y="15894"/>
                  </a:lnTo>
                  <a:lnTo>
                    <a:pt x="504338" y="16710"/>
                  </a:lnTo>
                  <a:lnTo>
                    <a:pt x="527777" y="17487"/>
                  </a:lnTo>
                  <a:lnTo>
                    <a:pt x="550125" y="18227"/>
                  </a:lnTo>
                  <a:lnTo>
                    <a:pt x="571480" y="18935"/>
                  </a:lnTo>
                  <a:lnTo>
                    <a:pt x="591926" y="19612"/>
                  </a:lnTo>
                  <a:lnTo>
                    <a:pt x="611537" y="20262"/>
                  </a:lnTo>
                  <a:lnTo>
                    <a:pt x="630378" y="20886"/>
                  </a:lnTo>
                  <a:lnTo>
                    <a:pt x="648509" y="21487"/>
                  </a:lnTo>
                  <a:lnTo>
                    <a:pt x="665980" y="22066"/>
                  </a:lnTo>
                  <a:lnTo>
                    <a:pt x="682838" y="22624"/>
                  </a:lnTo>
                  <a:lnTo>
                    <a:pt x="699124" y="23164"/>
                  </a:lnTo>
                  <a:lnTo>
                    <a:pt x="714877" y="23686"/>
                  </a:lnTo>
                  <a:lnTo>
                    <a:pt x="730129" y="24191"/>
                  </a:lnTo>
                  <a:lnTo>
                    <a:pt x="744912" y="24681"/>
                  </a:lnTo>
                  <a:lnTo>
                    <a:pt x="759253" y="25156"/>
                  </a:lnTo>
                  <a:lnTo>
                    <a:pt x="773179" y="25618"/>
                  </a:lnTo>
                  <a:lnTo>
                    <a:pt x="786712" y="26066"/>
                  </a:lnTo>
                  <a:lnTo>
                    <a:pt x="799875" y="26502"/>
                  </a:lnTo>
                  <a:lnTo>
                    <a:pt x="812686" y="26927"/>
                  </a:lnTo>
                  <a:lnTo>
                    <a:pt x="825165" y="27340"/>
                  </a:lnTo>
                  <a:lnTo>
                    <a:pt x="837328" y="27743"/>
                  </a:lnTo>
                  <a:lnTo>
                    <a:pt x="849190" y="28136"/>
                  </a:lnTo>
                  <a:lnTo>
                    <a:pt x="860767" y="28520"/>
                  </a:lnTo>
                  <a:lnTo>
                    <a:pt x="872071" y="28894"/>
                  </a:lnTo>
                  <a:lnTo>
                    <a:pt x="883115" y="29260"/>
                  </a:lnTo>
                  <a:lnTo>
                    <a:pt x="893911" y="29618"/>
                  </a:lnTo>
                  <a:lnTo>
                    <a:pt x="904470" y="29968"/>
                  </a:lnTo>
                  <a:lnTo>
                    <a:pt x="914802" y="30310"/>
                  </a:lnTo>
                  <a:lnTo>
                    <a:pt x="924916" y="30645"/>
                  </a:lnTo>
                  <a:lnTo>
                    <a:pt x="934821" y="30974"/>
                  </a:lnTo>
                  <a:lnTo>
                    <a:pt x="944527" y="31295"/>
                  </a:lnTo>
                  <a:lnTo>
                    <a:pt x="954040" y="31610"/>
                  </a:lnTo>
                  <a:lnTo>
                    <a:pt x="963369" y="31920"/>
                  </a:lnTo>
                  <a:lnTo>
                    <a:pt x="972519" y="32223"/>
                  </a:lnTo>
                  <a:lnTo>
                    <a:pt x="981499" y="32520"/>
                  </a:lnTo>
                  <a:lnTo>
                    <a:pt x="990314" y="32812"/>
                  </a:lnTo>
                  <a:lnTo>
                    <a:pt x="998970" y="3309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335690" y="4572578"/>
              <a:ext cx="998970" cy="8136"/>
            </a:xfrm>
            <a:custGeom>
              <a:avLst/>
              <a:pathLst>
                <a:path w="998970" h="8136">
                  <a:moveTo>
                    <a:pt x="0" y="0"/>
                  </a:moveTo>
                  <a:lnTo>
                    <a:pt x="64148" y="522"/>
                  </a:lnTo>
                  <a:lnTo>
                    <a:pt x="120732" y="983"/>
                  </a:lnTo>
                  <a:lnTo>
                    <a:pt x="171347" y="1395"/>
                  </a:lnTo>
                  <a:lnTo>
                    <a:pt x="217135" y="1768"/>
                  </a:lnTo>
                  <a:lnTo>
                    <a:pt x="258935" y="2109"/>
                  </a:lnTo>
                  <a:lnTo>
                    <a:pt x="297388" y="2422"/>
                  </a:lnTo>
                  <a:lnTo>
                    <a:pt x="332990" y="2712"/>
                  </a:lnTo>
                  <a:lnTo>
                    <a:pt x="366134" y="2982"/>
                  </a:lnTo>
                  <a:lnTo>
                    <a:pt x="397139" y="3234"/>
                  </a:lnTo>
                  <a:lnTo>
                    <a:pt x="426263" y="3471"/>
                  </a:lnTo>
                  <a:lnTo>
                    <a:pt x="453722" y="3695"/>
                  </a:lnTo>
                  <a:lnTo>
                    <a:pt x="479696" y="3907"/>
                  </a:lnTo>
                  <a:lnTo>
                    <a:pt x="504338" y="4107"/>
                  </a:lnTo>
                  <a:lnTo>
                    <a:pt x="527777" y="4298"/>
                  </a:lnTo>
                  <a:lnTo>
                    <a:pt x="550125" y="4480"/>
                  </a:lnTo>
                  <a:lnTo>
                    <a:pt x="571480" y="4654"/>
                  </a:lnTo>
                  <a:lnTo>
                    <a:pt x="591926" y="4821"/>
                  </a:lnTo>
                  <a:lnTo>
                    <a:pt x="611537" y="4980"/>
                  </a:lnTo>
                  <a:lnTo>
                    <a:pt x="630378" y="5134"/>
                  </a:lnTo>
                  <a:lnTo>
                    <a:pt x="648509" y="5282"/>
                  </a:lnTo>
                  <a:lnTo>
                    <a:pt x="665980" y="5424"/>
                  </a:lnTo>
                  <a:lnTo>
                    <a:pt x="682838" y="5561"/>
                  </a:lnTo>
                  <a:lnTo>
                    <a:pt x="699124" y="5694"/>
                  </a:lnTo>
                  <a:lnTo>
                    <a:pt x="714877" y="5822"/>
                  </a:lnTo>
                  <a:lnTo>
                    <a:pt x="730129" y="5946"/>
                  </a:lnTo>
                  <a:lnTo>
                    <a:pt x="744912" y="6067"/>
                  </a:lnTo>
                  <a:lnTo>
                    <a:pt x="759253" y="6184"/>
                  </a:lnTo>
                  <a:lnTo>
                    <a:pt x="773179" y="6297"/>
                  </a:lnTo>
                  <a:lnTo>
                    <a:pt x="786712" y="6407"/>
                  </a:lnTo>
                  <a:lnTo>
                    <a:pt x="799875" y="6514"/>
                  </a:lnTo>
                  <a:lnTo>
                    <a:pt x="812686" y="6619"/>
                  </a:lnTo>
                  <a:lnTo>
                    <a:pt x="825165" y="6720"/>
                  </a:lnTo>
                  <a:lnTo>
                    <a:pt x="837328" y="6819"/>
                  </a:lnTo>
                  <a:lnTo>
                    <a:pt x="849190" y="6916"/>
                  </a:lnTo>
                  <a:lnTo>
                    <a:pt x="860767" y="7010"/>
                  </a:lnTo>
                  <a:lnTo>
                    <a:pt x="872071" y="7102"/>
                  </a:lnTo>
                  <a:lnTo>
                    <a:pt x="883115" y="7192"/>
                  </a:lnTo>
                  <a:lnTo>
                    <a:pt x="893911" y="7280"/>
                  </a:lnTo>
                  <a:lnTo>
                    <a:pt x="904470" y="7366"/>
                  </a:lnTo>
                  <a:lnTo>
                    <a:pt x="914802" y="7450"/>
                  </a:lnTo>
                  <a:lnTo>
                    <a:pt x="924916" y="7533"/>
                  </a:lnTo>
                  <a:lnTo>
                    <a:pt x="934821" y="7614"/>
                  </a:lnTo>
                  <a:lnTo>
                    <a:pt x="944527" y="7693"/>
                  </a:lnTo>
                  <a:lnTo>
                    <a:pt x="954040" y="7770"/>
                  </a:lnTo>
                  <a:lnTo>
                    <a:pt x="963369" y="7846"/>
                  </a:lnTo>
                  <a:lnTo>
                    <a:pt x="972519" y="7921"/>
                  </a:lnTo>
                  <a:lnTo>
                    <a:pt x="981499" y="7994"/>
                  </a:lnTo>
                  <a:lnTo>
                    <a:pt x="990314" y="8066"/>
                  </a:lnTo>
                  <a:lnTo>
                    <a:pt x="998970" y="813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233897" y="47312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233897" y="45420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233897" y="43527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33897" y="41634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33897" y="39742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3569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6868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500167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33466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30743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4042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97341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0640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722992" y="45334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15157" y="45769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19738" y="46243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34808" y="43294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28830" y="45585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29374" y="43486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46369" y="473269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29024" y="46282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735235" y="43539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40133" y="42924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46083" y="44902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83260" y="43320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87891" y="45991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39513" y="47239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40450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42571" y="40218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78411" y="46796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53507" y="47472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56055" y="47378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50386" y="46507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67756" y="46876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47130" y="47175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65641" y="46920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83272" y="46880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40605" y="4651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7571" y="45845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74892" y="47362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40139" y="461097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03128" y="46015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385789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381722" y="46825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396647" y="47081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04366" y="45315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07965" y="46367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06088" y="44963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388805" y="46015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384943" y="46450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378962" y="45646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397295" y="47145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391724" y="43690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395903" y="46784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14312" y="47204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20448" y="43131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03026" y="45516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06845" y="44870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09380" y="46713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388118" y="46049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413468" y="44978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31583" y="4652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40136" y="46251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52280" y="45590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58067" y="46464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56200" y="45292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26220" y="46090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19014" y="45631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31922" y="45869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32924" y="46220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24345" y="44170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23065" y="47018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24630" y="46310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26557" y="46330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31075" y="47261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42181" y="45909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22755" y="47249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725978" y="45218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18735" y="46258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725878" y="463360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50918" y="45705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729518" y="46076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728677" y="45948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755221" y="46174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50937" y="47085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52401" y="4347009"/>
              <a:ext cx="1017505" cy="276412"/>
            </a:xfrm>
            <a:custGeom>
              <a:avLst/>
              <a:pathLst>
                <a:path w="1017505" h="276412">
                  <a:moveTo>
                    <a:pt x="0" y="0"/>
                  </a:moveTo>
                  <a:lnTo>
                    <a:pt x="65339" y="17749"/>
                  </a:lnTo>
                  <a:lnTo>
                    <a:pt x="122972" y="33406"/>
                  </a:lnTo>
                  <a:lnTo>
                    <a:pt x="174527" y="47411"/>
                  </a:lnTo>
                  <a:lnTo>
                    <a:pt x="221163" y="60080"/>
                  </a:lnTo>
                  <a:lnTo>
                    <a:pt x="263740" y="71646"/>
                  </a:lnTo>
                  <a:lnTo>
                    <a:pt x="302906" y="82286"/>
                  </a:lnTo>
                  <a:lnTo>
                    <a:pt x="339168" y="92137"/>
                  </a:lnTo>
                  <a:lnTo>
                    <a:pt x="372928" y="101308"/>
                  </a:lnTo>
                  <a:lnTo>
                    <a:pt x="404507" y="109887"/>
                  </a:lnTo>
                  <a:lnTo>
                    <a:pt x="434172" y="117945"/>
                  </a:lnTo>
                  <a:lnTo>
                    <a:pt x="462141" y="125543"/>
                  </a:lnTo>
                  <a:lnTo>
                    <a:pt x="488597" y="132730"/>
                  </a:lnTo>
                  <a:lnTo>
                    <a:pt x="513695" y="139548"/>
                  </a:lnTo>
                  <a:lnTo>
                    <a:pt x="537569" y="146034"/>
                  </a:lnTo>
                  <a:lnTo>
                    <a:pt x="560332" y="152218"/>
                  </a:lnTo>
                  <a:lnTo>
                    <a:pt x="582083" y="158126"/>
                  </a:lnTo>
                  <a:lnTo>
                    <a:pt x="602908" y="163784"/>
                  </a:lnTo>
                  <a:lnTo>
                    <a:pt x="622883" y="169210"/>
                  </a:lnTo>
                  <a:lnTo>
                    <a:pt x="642075" y="174424"/>
                  </a:lnTo>
                  <a:lnTo>
                    <a:pt x="660542" y="179440"/>
                  </a:lnTo>
                  <a:lnTo>
                    <a:pt x="678337" y="184274"/>
                  </a:lnTo>
                  <a:lnTo>
                    <a:pt x="695508" y="188939"/>
                  </a:lnTo>
                  <a:lnTo>
                    <a:pt x="712096" y="193445"/>
                  </a:lnTo>
                  <a:lnTo>
                    <a:pt x="728141" y="197804"/>
                  </a:lnTo>
                  <a:lnTo>
                    <a:pt x="743676" y="202024"/>
                  </a:lnTo>
                  <a:lnTo>
                    <a:pt x="758733" y="206115"/>
                  </a:lnTo>
                  <a:lnTo>
                    <a:pt x="773341" y="210083"/>
                  </a:lnTo>
                  <a:lnTo>
                    <a:pt x="787525" y="213936"/>
                  </a:lnTo>
                  <a:lnTo>
                    <a:pt x="801309" y="217681"/>
                  </a:lnTo>
                  <a:lnTo>
                    <a:pt x="814716" y="221323"/>
                  </a:lnTo>
                  <a:lnTo>
                    <a:pt x="827765" y="224868"/>
                  </a:lnTo>
                  <a:lnTo>
                    <a:pt x="840475" y="228320"/>
                  </a:lnTo>
                  <a:lnTo>
                    <a:pt x="852864" y="231686"/>
                  </a:lnTo>
                  <a:lnTo>
                    <a:pt x="864946" y="234968"/>
                  </a:lnTo>
                  <a:lnTo>
                    <a:pt x="876738" y="238171"/>
                  </a:lnTo>
                  <a:lnTo>
                    <a:pt x="888252" y="241299"/>
                  </a:lnTo>
                  <a:lnTo>
                    <a:pt x="899501" y="244355"/>
                  </a:lnTo>
                  <a:lnTo>
                    <a:pt x="910497" y="247342"/>
                  </a:lnTo>
                  <a:lnTo>
                    <a:pt x="921252" y="250264"/>
                  </a:lnTo>
                  <a:lnTo>
                    <a:pt x="931775" y="253123"/>
                  </a:lnTo>
                  <a:lnTo>
                    <a:pt x="942077" y="255921"/>
                  </a:lnTo>
                  <a:lnTo>
                    <a:pt x="952166" y="258662"/>
                  </a:lnTo>
                  <a:lnTo>
                    <a:pt x="962052" y="261348"/>
                  </a:lnTo>
                  <a:lnTo>
                    <a:pt x="971742" y="263980"/>
                  </a:lnTo>
                  <a:lnTo>
                    <a:pt x="981243" y="266561"/>
                  </a:lnTo>
                  <a:lnTo>
                    <a:pt x="990564" y="269093"/>
                  </a:lnTo>
                  <a:lnTo>
                    <a:pt x="999710" y="271578"/>
                  </a:lnTo>
                  <a:lnTo>
                    <a:pt x="1008689" y="274017"/>
                  </a:lnTo>
                  <a:lnTo>
                    <a:pt x="1017505" y="27641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52401" y="4278239"/>
              <a:ext cx="1017505" cy="366994"/>
            </a:xfrm>
            <a:custGeom>
              <a:avLst/>
              <a:pathLst>
                <a:path w="1017505" h="366994">
                  <a:moveTo>
                    <a:pt x="0" y="0"/>
                  </a:moveTo>
                  <a:lnTo>
                    <a:pt x="65339" y="23566"/>
                  </a:lnTo>
                  <a:lnTo>
                    <a:pt x="122972" y="44353"/>
                  </a:lnTo>
                  <a:lnTo>
                    <a:pt x="174527" y="62948"/>
                  </a:lnTo>
                  <a:lnTo>
                    <a:pt x="221163" y="79769"/>
                  </a:lnTo>
                  <a:lnTo>
                    <a:pt x="263740" y="95125"/>
                  </a:lnTo>
                  <a:lnTo>
                    <a:pt x="302906" y="109252"/>
                  </a:lnTo>
                  <a:lnTo>
                    <a:pt x="339168" y="122331"/>
                  </a:lnTo>
                  <a:lnTo>
                    <a:pt x="372928" y="134507"/>
                  </a:lnTo>
                  <a:lnTo>
                    <a:pt x="404507" y="145897"/>
                  </a:lnTo>
                  <a:lnTo>
                    <a:pt x="434172" y="156597"/>
                  </a:lnTo>
                  <a:lnTo>
                    <a:pt x="462141" y="166685"/>
                  </a:lnTo>
                  <a:lnTo>
                    <a:pt x="488597" y="176227"/>
                  </a:lnTo>
                  <a:lnTo>
                    <a:pt x="513695" y="185279"/>
                  </a:lnTo>
                  <a:lnTo>
                    <a:pt x="537569" y="193890"/>
                  </a:lnTo>
                  <a:lnTo>
                    <a:pt x="560332" y="202100"/>
                  </a:lnTo>
                  <a:lnTo>
                    <a:pt x="582083" y="209946"/>
                  </a:lnTo>
                  <a:lnTo>
                    <a:pt x="602908" y="217457"/>
                  </a:lnTo>
                  <a:lnTo>
                    <a:pt x="622883" y="224661"/>
                  </a:lnTo>
                  <a:lnTo>
                    <a:pt x="642075" y="231583"/>
                  </a:lnTo>
                  <a:lnTo>
                    <a:pt x="660542" y="238244"/>
                  </a:lnTo>
                  <a:lnTo>
                    <a:pt x="678337" y="244662"/>
                  </a:lnTo>
                  <a:lnTo>
                    <a:pt x="695508" y="250855"/>
                  </a:lnTo>
                  <a:lnTo>
                    <a:pt x="712096" y="256839"/>
                  </a:lnTo>
                  <a:lnTo>
                    <a:pt x="728141" y="262626"/>
                  </a:lnTo>
                  <a:lnTo>
                    <a:pt x="743676" y="268229"/>
                  </a:lnTo>
                  <a:lnTo>
                    <a:pt x="758733" y="273660"/>
                  </a:lnTo>
                  <a:lnTo>
                    <a:pt x="773341" y="278928"/>
                  </a:lnTo>
                  <a:lnTo>
                    <a:pt x="787525" y="284044"/>
                  </a:lnTo>
                  <a:lnTo>
                    <a:pt x="801309" y="289016"/>
                  </a:lnTo>
                  <a:lnTo>
                    <a:pt x="814716" y="293852"/>
                  </a:lnTo>
                  <a:lnTo>
                    <a:pt x="827765" y="298558"/>
                  </a:lnTo>
                  <a:lnTo>
                    <a:pt x="840475" y="303142"/>
                  </a:lnTo>
                  <a:lnTo>
                    <a:pt x="852864" y="307611"/>
                  </a:lnTo>
                  <a:lnTo>
                    <a:pt x="864946" y="311969"/>
                  </a:lnTo>
                  <a:lnTo>
                    <a:pt x="876738" y="316222"/>
                  </a:lnTo>
                  <a:lnTo>
                    <a:pt x="888252" y="320374"/>
                  </a:lnTo>
                  <a:lnTo>
                    <a:pt x="899501" y="324432"/>
                  </a:lnTo>
                  <a:lnTo>
                    <a:pt x="910497" y="328398"/>
                  </a:lnTo>
                  <a:lnTo>
                    <a:pt x="921252" y="332277"/>
                  </a:lnTo>
                  <a:lnTo>
                    <a:pt x="931775" y="336072"/>
                  </a:lnTo>
                  <a:lnTo>
                    <a:pt x="942077" y="339788"/>
                  </a:lnTo>
                  <a:lnTo>
                    <a:pt x="952166" y="343427"/>
                  </a:lnTo>
                  <a:lnTo>
                    <a:pt x="962052" y="346993"/>
                  </a:lnTo>
                  <a:lnTo>
                    <a:pt x="971742" y="350488"/>
                  </a:lnTo>
                  <a:lnTo>
                    <a:pt x="981243" y="353915"/>
                  </a:lnTo>
                  <a:lnTo>
                    <a:pt x="990564" y="357276"/>
                  </a:lnTo>
                  <a:lnTo>
                    <a:pt x="999710" y="360575"/>
                  </a:lnTo>
                  <a:lnTo>
                    <a:pt x="1008689" y="363814"/>
                  </a:lnTo>
                  <a:lnTo>
                    <a:pt x="1017505" y="36699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52401" y="4650651"/>
              <a:ext cx="1017505" cy="19572"/>
            </a:xfrm>
            <a:custGeom>
              <a:avLst/>
              <a:pathLst>
                <a:path w="1017505" h="19572">
                  <a:moveTo>
                    <a:pt x="0" y="19572"/>
                  </a:moveTo>
                  <a:lnTo>
                    <a:pt x="65339" y="18315"/>
                  </a:lnTo>
                  <a:lnTo>
                    <a:pt x="122972" y="17207"/>
                  </a:lnTo>
                  <a:lnTo>
                    <a:pt x="174527" y="16215"/>
                  </a:lnTo>
                  <a:lnTo>
                    <a:pt x="221163" y="15318"/>
                  </a:lnTo>
                  <a:lnTo>
                    <a:pt x="263740" y="14499"/>
                  </a:lnTo>
                  <a:lnTo>
                    <a:pt x="302906" y="13745"/>
                  </a:lnTo>
                  <a:lnTo>
                    <a:pt x="339168" y="13048"/>
                  </a:lnTo>
                  <a:lnTo>
                    <a:pt x="372928" y="12399"/>
                  </a:lnTo>
                  <a:lnTo>
                    <a:pt x="404507" y="11791"/>
                  </a:lnTo>
                  <a:lnTo>
                    <a:pt x="434172" y="11220"/>
                  </a:lnTo>
                  <a:lnTo>
                    <a:pt x="462141" y="10682"/>
                  </a:lnTo>
                  <a:lnTo>
                    <a:pt x="488597" y="10174"/>
                  </a:lnTo>
                  <a:lnTo>
                    <a:pt x="513695" y="9691"/>
                  </a:lnTo>
                  <a:lnTo>
                    <a:pt x="537569" y="9232"/>
                  </a:lnTo>
                  <a:lnTo>
                    <a:pt x="560332" y="8794"/>
                  </a:lnTo>
                  <a:lnTo>
                    <a:pt x="582083" y="8375"/>
                  </a:lnTo>
                  <a:lnTo>
                    <a:pt x="602908" y="7975"/>
                  </a:lnTo>
                  <a:lnTo>
                    <a:pt x="622883" y="7590"/>
                  </a:lnTo>
                  <a:lnTo>
                    <a:pt x="642075" y="7221"/>
                  </a:lnTo>
                  <a:lnTo>
                    <a:pt x="660542" y="6866"/>
                  </a:lnTo>
                  <a:lnTo>
                    <a:pt x="678337" y="6524"/>
                  </a:lnTo>
                  <a:lnTo>
                    <a:pt x="695508" y="6193"/>
                  </a:lnTo>
                  <a:lnTo>
                    <a:pt x="712096" y="5874"/>
                  </a:lnTo>
                  <a:lnTo>
                    <a:pt x="728141" y="5566"/>
                  </a:lnTo>
                  <a:lnTo>
                    <a:pt x="743676" y="5267"/>
                  </a:lnTo>
                  <a:lnTo>
                    <a:pt x="758733" y="4977"/>
                  </a:lnTo>
                  <a:lnTo>
                    <a:pt x="773341" y="4696"/>
                  </a:lnTo>
                  <a:lnTo>
                    <a:pt x="787525" y="4423"/>
                  </a:lnTo>
                  <a:lnTo>
                    <a:pt x="801309" y="4158"/>
                  </a:lnTo>
                  <a:lnTo>
                    <a:pt x="814716" y="3900"/>
                  </a:lnTo>
                  <a:lnTo>
                    <a:pt x="827765" y="3649"/>
                  </a:lnTo>
                  <a:lnTo>
                    <a:pt x="840475" y="3405"/>
                  </a:lnTo>
                  <a:lnTo>
                    <a:pt x="852864" y="3167"/>
                  </a:lnTo>
                  <a:lnTo>
                    <a:pt x="864946" y="2934"/>
                  </a:lnTo>
                  <a:lnTo>
                    <a:pt x="876738" y="2707"/>
                  </a:lnTo>
                  <a:lnTo>
                    <a:pt x="888252" y="2486"/>
                  </a:lnTo>
                  <a:lnTo>
                    <a:pt x="899501" y="2269"/>
                  </a:lnTo>
                  <a:lnTo>
                    <a:pt x="910497" y="2058"/>
                  </a:lnTo>
                  <a:lnTo>
                    <a:pt x="921252" y="1851"/>
                  </a:lnTo>
                  <a:lnTo>
                    <a:pt x="931775" y="1649"/>
                  </a:lnTo>
                  <a:lnTo>
                    <a:pt x="942077" y="1450"/>
                  </a:lnTo>
                  <a:lnTo>
                    <a:pt x="952166" y="1256"/>
                  </a:lnTo>
                  <a:lnTo>
                    <a:pt x="962052" y="1066"/>
                  </a:lnTo>
                  <a:lnTo>
                    <a:pt x="971742" y="880"/>
                  </a:lnTo>
                  <a:lnTo>
                    <a:pt x="981243" y="697"/>
                  </a:lnTo>
                  <a:lnTo>
                    <a:pt x="990564" y="518"/>
                  </a:lnTo>
                  <a:lnTo>
                    <a:pt x="999710" y="342"/>
                  </a:lnTo>
                  <a:lnTo>
                    <a:pt x="1008689" y="169"/>
                  </a:lnTo>
                  <a:lnTo>
                    <a:pt x="101750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52401" y="4541906"/>
              <a:ext cx="1017505" cy="66964"/>
            </a:xfrm>
            <a:custGeom>
              <a:avLst/>
              <a:pathLst>
                <a:path w="1017505" h="66964">
                  <a:moveTo>
                    <a:pt x="0" y="66964"/>
                  </a:moveTo>
                  <a:lnTo>
                    <a:pt x="65339" y="62664"/>
                  </a:lnTo>
                  <a:lnTo>
                    <a:pt x="122972" y="58871"/>
                  </a:lnTo>
                  <a:lnTo>
                    <a:pt x="174527" y="55478"/>
                  </a:lnTo>
                  <a:lnTo>
                    <a:pt x="221163" y="52409"/>
                  </a:lnTo>
                  <a:lnTo>
                    <a:pt x="263740" y="49607"/>
                  </a:lnTo>
                  <a:lnTo>
                    <a:pt x="302906" y="47029"/>
                  </a:lnTo>
                  <a:lnTo>
                    <a:pt x="339168" y="44642"/>
                  </a:lnTo>
                  <a:lnTo>
                    <a:pt x="372928" y="42421"/>
                  </a:lnTo>
                  <a:lnTo>
                    <a:pt x="404507" y="40342"/>
                  </a:lnTo>
                  <a:lnTo>
                    <a:pt x="434172" y="38390"/>
                  </a:lnTo>
                  <a:lnTo>
                    <a:pt x="462141" y="36549"/>
                  </a:lnTo>
                  <a:lnTo>
                    <a:pt x="488597" y="34808"/>
                  </a:lnTo>
                  <a:lnTo>
                    <a:pt x="513695" y="33156"/>
                  </a:lnTo>
                  <a:lnTo>
                    <a:pt x="537569" y="31585"/>
                  </a:lnTo>
                  <a:lnTo>
                    <a:pt x="560332" y="30087"/>
                  </a:lnTo>
                  <a:lnTo>
                    <a:pt x="582083" y="28656"/>
                  </a:lnTo>
                  <a:lnTo>
                    <a:pt x="602908" y="27285"/>
                  </a:lnTo>
                  <a:lnTo>
                    <a:pt x="622883" y="25970"/>
                  </a:lnTo>
                  <a:lnTo>
                    <a:pt x="642075" y="24707"/>
                  </a:lnTo>
                  <a:lnTo>
                    <a:pt x="660542" y="23492"/>
                  </a:lnTo>
                  <a:lnTo>
                    <a:pt x="678337" y="22321"/>
                  </a:lnTo>
                  <a:lnTo>
                    <a:pt x="695508" y="21191"/>
                  </a:lnTo>
                  <a:lnTo>
                    <a:pt x="712096" y="20099"/>
                  </a:lnTo>
                  <a:lnTo>
                    <a:pt x="728141" y="19043"/>
                  </a:lnTo>
                  <a:lnTo>
                    <a:pt x="743676" y="18021"/>
                  </a:lnTo>
                  <a:lnTo>
                    <a:pt x="758733" y="17030"/>
                  </a:lnTo>
                  <a:lnTo>
                    <a:pt x="773341" y="16069"/>
                  </a:lnTo>
                  <a:lnTo>
                    <a:pt x="787525" y="15135"/>
                  </a:lnTo>
                  <a:lnTo>
                    <a:pt x="801309" y="14228"/>
                  </a:lnTo>
                  <a:lnTo>
                    <a:pt x="814716" y="13346"/>
                  </a:lnTo>
                  <a:lnTo>
                    <a:pt x="827765" y="12487"/>
                  </a:lnTo>
                  <a:lnTo>
                    <a:pt x="840475" y="11650"/>
                  </a:lnTo>
                  <a:lnTo>
                    <a:pt x="852864" y="10835"/>
                  </a:lnTo>
                  <a:lnTo>
                    <a:pt x="864946" y="10040"/>
                  </a:lnTo>
                  <a:lnTo>
                    <a:pt x="876738" y="9264"/>
                  </a:lnTo>
                  <a:lnTo>
                    <a:pt x="888252" y="8506"/>
                  </a:lnTo>
                  <a:lnTo>
                    <a:pt x="899501" y="7766"/>
                  </a:lnTo>
                  <a:lnTo>
                    <a:pt x="910497" y="7042"/>
                  </a:lnTo>
                  <a:lnTo>
                    <a:pt x="921252" y="6334"/>
                  </a:lnTo>
                  <a:lnTo>
                    <a:pt x="931775" y="5642"/>
                  </a:lnTo>
                  <a:lnTo>
                    <a:pt x="942077" y="4964"/>
                  </a:lnTo>
                  <a:lnTo>
                    <a:pt x="952166" y="4300"/>
                  </a:lnTo>
                  <a:lnTo>
                    <a:pt x="962052" y="3649"/>
                  </a:lnTo>
                  <a:lnTo>
                    <a:pt x="971742" y="3011"/>
                  </a:lnTo>
                  <a:lnTo>
                    <a:pt x="981243" y="2386"/>
                  </a:lnTo>
                  <a:lnTo>
                    <a:pt x="990564" y="1773"/>
                  </a:lnTo>
                  <a:lnTo>
                    <a:pt x="999710" y="1171"/>
                  </a:lnTo>
                  <a:lnTo>
                    <a:pt x="1008689" y="580"/>
                  </a:lnTo>
                  <a:lnTo>
                    <a:pt x="101750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52401" y="4586442"/>
              <a:ext cx="1017505" cy="102966"/>
            </a:xfrm>
            <a:custGeom>
              <a:avLst/>
              <a:pathLst>
                <a:path w="1017505" h="102966">
                  <a:moveTo>
                    <a:pt x="0" y="102966"/>
                  </a:moveTo>
                  <a:lnTo>
                    <a:pt x="65339" y="96354"/>
                  </a:lnTo>
                  <a:lnTo>
                    <a:pt x="122972" y="90522"/>
                  </a:lnTo>
                  <a:lnTo>
                    <a:pt x="174527" y="85304"/>
                  </a:lnTo>
                  <a:lnTo>
                    <a:pt x="221163" y="80585"/>
                  </a:lnTo>
                  <a:lnTo>
                    <a:pt x="263740" y="76277"/>
                  </a:lnTo>
                  <a:lnTo>
                    <a:pt x="302906" y="72313"/>
                  </a:lnTo>
                  <a:lnTo>
                    <a:pt x="339168" y="68644"/>
                  </a:lnTo>
                  <a:lnTo>
                    <a:pt x="372928" y="65227"/>
                  </a:lnTo>
                  <a:lnTo>
                    <a:pt x="404507" y="62032"/>
                  </a:lnTo>
                  <a:lnTo>
                    <a:pt x="434172" y="59030"/>
                  </a:lnTo>
                  <a:lnTo>
                    <a:pt x="462141" y="56199"/>
                  </a:lnTo>
                  <a:lnTo>
                    <a:pt x="488597" y="53522"/>
                  </a:lnTo>
                  <a:lnTo>
                    <a:pt x="513695" y="50982"/>
                  </a:lnTo>
                  <a:lnTo>
                    <a:pt x="537569" y="48567"/>
                  </a:lnTo>
                  <a:lnTo>
                    <a:pt x="560332" y="46263"/>
                  </a:lnTo>
                  <a:lnTo>
                    <a:pt x="582083" y="44062"/>
                  </a:lnTo>
                  <a:lnTo>
                    <a:pt x="602908" y="41955"/>
                  </a:lnTo>
                  <a:lnTo>
                    <a:pt x="622883" y="39933"/>
                  </a:lnTo>
                  <a:lnTo>
                    <a:pt x="642075" y="37991"/>
                  </a:lnTo>
                  <a:lnTo>
                    <a:pt x="660542" y="36122"/>
                  </a:lnTo>
                  <a:lnTo>
                    <a:pt x="678337" y="34322"/>
                  </a:lnTo>
                  <a:lnTo>
                    <a:pt x="695508" y="32584"/>
                  </a:lnTo>
                  <a:lnTo>
                    <a:pt x="712096" y="30905"/>
                  </a:lnTo>
                  <a:lnTo>
                    <a:pt x="728141" y="29282"/>
                  </a:lnTo>
                  <a:lnTo>
                    <a:pt x="743676" y="27710"/>
                  </a:lnTo>
                  <a:lnTo>
                    <a:pt x="758733" y="26186"/>
                  </a:lnTo>
                  <a:lnTo>
                    <a:pt x="773341" y="24708"/>
                  </a:lnTo>
                  <a:lnTo>
                    <a:pt x="787525" y="23272"/>
                  </a:lnTo>
                  <a:lnTo>
                    <a:pt x="801309" y="21877"/>
                  </a:lnTo>
                  <a:lnTo>
                    <a:pt x="814716" y="20521"/>
                  </a:lnTo>
                  <a:lnTo>
                    <a:pt x="827765" y="19200"/>
                  </a:lnTo>
                  <a:lnTo>
                    <a:pt x="840475" y="17914"/>
                  </a:lnTo>
                  <a:lnTo>
                    <a:pt x="852864" y="16660"/>
                  </a:lnTo>
                  <a:lnTo>
                    <a:pt x="864946" y="15438"/>
                  </a:lnTo>
                  <a:lnTo>
                    <a:pt x="876738" y="14244"/>
                  </a:lnTo>
                  <a:lnTo>
                    <a:pt x="888252" y="13079"/>
                  </a:lnTo>
                  <a:lnTo>
                    <a:pt x="899501" y="11941"/>
                  </a:lnTo>
                  <a:lnTo>
                    <a:pt x="910497" y="10828"/>
                  </a:lnTo>
                  <a:lnTo>
                    <a:pt x="921252" y="9740"/>
                  </a:lnTo>
                  <a:lnTo>
                    <a:pt x="931775" y="8675"/>
                  </a:lnTo>
                  <a:lnTo>
                    <a:pt x="942077" y="7632"/>
                  </a:lnTo>
                  <a:lnTo>
                    <a:pt x="952166" y="6611"/>
                  </a:lnTo>
                  <a:lnTo>
                    <a:pt x="962052" y="5611"/>
                  </a:lnTo>
                  <a:lnTo>
                    <a:pt x="971742" y="4631"/>
                  </a:lnTo>
                  <a:lnTo>
                    <a:pt x="981243" y="3669"/>
                  </a:lnTo>
                  <a:lnTo>
                    <a:pt x="990564" y="2726"/>
                  </a:lnTo>
                  <a:lnTo>
                    <a:pt x="999710" y="1800"/>
                  </a:lnTo>
                  <a:lnTo>
                    <a:pt x="1008689" y="892"/>
                  </a:lnTo>
                  <a:lnTo>
                    <a:pt x="101750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52401" y="4493538"/>
              <a:ext cx="1017505" cy="85164"/>
            </a:xfrm>
            <a:custGeom>
              <a:avLst/>
              <a:pathLst>
                <a:path w="1017505" h="85164">
                  <a:moveTo>
                    <a:pt x="0" y="0"/>
                  </a:moveTo>
                  <a:lnTo>
                    <a:pt x="65339" y="5468"/>
                  </a:lnTo>
                  <a:lnTo>
                    <a:pt x="122972" y="10292"/>
                  </a:lnTo>
                  <a:lnTo>
                    <a:pt x="174527" y="14607"/>
                  </a:lnTo>
                  <a:lnTo>
                    <a:pt x="221163" y="18511"/>
                  </a:lnTo>
                  <a:lnTo>
                    <a:pt x="263740" y="22074"/>
                  </a:lnTo>
                  <a:lnTo>
                    <a:pt x="302906" y="25353"/>
                  </a:lnTo>
                  <a:lnTo>
                    <a:pt x="339168" y="28388"/>
                  </a:lnTo>
                  <a:lnTo>
                    <a:pt x="372928" y="31213"/>
                  </a:lnTo>
                  <a:lnTo>
                    <a:pt x="404507" y="33857"/>
                  </a:lnTo>
                  <a:lnTo>
                    <a:pt x="434172" y="36340"/>
                  </a:lnTo>
                  <a:lnTo>
                    <a:pt x="462141" y="38680"/>
                  </a:lnTo>
                  <a:lnTo>
                    <a:pt x="488597" y="40895"/>
                  </a:lnTo>
                  <a:lnTo>
                    <a:pt x="513695" y="42996"/>
                  </a:lnTo>
                  <a:lnTo>
                    <a:pt x="537569" y="44994"/>
                  </a:lnTo>
                  <a:lnTo>
                    <a:pt x="560332" y="46899"/>
                  </a:lnTo>
                  <a:lnTo>
                    <a:pt x="582083" y="48720"/>
                  </a:lnTo>
                  <a:lnTo>
                    <a:pt x="602908" y="50463"/>
                  </a:lnTo>
                  <a:lnTo>
                    <a:pt x="622883" y="52135"/>
                  </a:lnTo>
                  <a:lnTo>
                    <a:pt x="642075" y="53741"/>
                  </a:lnTo>
                  <a:lnTo>
                    <a:pt x="660542" y="55287"/>
                  </a:lnTo>
                  <a:lnTo>
                    <a:pt x="678337" y="56776"/>
                  </a:lnTo>
                  <a:lnTo>
                    <a:pt x="695508" y="58213"/>
                  </a:lnTo>
                  <a:lnTo>
                    <a:pt x="712096" y="59602"/>
                  </a:lnTo>
                  <a:lnTo>
                    <a:pt x="728141" y="60945"/>
                  </a:lnTo>
                  <a:lnTo>
                    <a:pt x="743676" y="62245"/>
                  </a:lnTo>
                  <a:lnTo>
                    <a:pt x="758733" y="63505"/>
                  </a:lnTo>
                  <a:lnTo>
                    <a:pt x="773341" y="64728"/>
                  </a:lnTo>
                  <a:lnTo>
                    <a:pt x="787525" y="65915"/>
                  </a:lnTo>
                  <a:lnTo>
                    <a:pt x="801309" y="67069"/>
                  </a:lnTo>
                  <a:lnTo>
                    <a:pt x="814716" y="68191"/>
                  </a:lnTo>
                  <a:lnTo>
                    <a:pt x="827765" y="69283"/>
                  </a:lnTo>
                  <a:lnTo>
                    <a:pt x="840475" y="70347"/>
                  </a:lnTo>
                  <a:lnTo>
                    <a:pt x="852864" y="71384"/>
                  </a:lnTo>
                  <a:lnTo>
                    <a:pt x="864946" y="72395"/>
                  </a:lnTo>
                  <a:lnTo>
                    <a:pt x="876738" y="73382"/>
                  </a:lnTo>
                  <a:lnTo>
                    <a:pt x="888252" y="74346"/>
                  </a:lnTo>
                  <a:lnTo>
                    <a:pt x="899501" y="75287"/>
                  </a:lnTo>
                  <a:lnTo>
                    <a:pt x="910497" y="76208"/>
                  </a:lnTo>
                  <a:lnTo>
                    <a:pt x="921252" y="77108"/>
                  </a:lnTo>
                  <a:lnTo>
                    <a:pt x="931775" y="77989"/>
                  </a:lnTo>
                  <a:lnTo>
                    <a:pt x="942077" y="78851"/>
                  </a:lnTo>
                  <a:lnTo>
                    <a:pt x="952166" y="79695"/>
                  </a:lnTo>
                  <a:lnTo>
                    <a:pt x="962052" y="80523"/>
                  </a:lnTo>
                  <a:lnTo>
                    <a:pt x="971742" y="81334"/>
                  </a:lnTo>
                  <a:lnTo>
                    <a:pt x="981243" y="82129"/>
                  </a:lnTo>
                  <a:lnTo>
                    <a:pt x="990564" y="82909"/>
                  </a:lnTo>
                  <a:lnTo>
                    <a:pt x="999710" y="83675"/>
                  </a:lnTo>
                  <a:lnTo>
                    <a:pt x="1008689" y="84426"/>
                  </a:lnTo>
                  <a:lnTo>
                    <a:pt x="1017505" y="8516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52401" y="4502995"/>
              <a:ext cx="1017505" cy="186137"/>
            </a:xfrm>
            <a:custGeom>
              <a:avLst/>
              <a:pathLst>
                <a:path w="1017505" h="186137">
                  <a:moveTo>
                    <a:pt x="0" y="0"/>
                  </a:moveTo>
                  <a:lnTo>
                    <a:pt x="65339" y="11952"/>
                  </a:lnTo>
                  <a:lnTo>
                    <a:pt x="122972" y="22496"/>
                  </a:lnTo>
                  <a:lnTo>
                    <a:pt x="174527" y="31927"/>
                  </a:lnTo>
                  <a:lnTo>
                    <a:pt x="221163" y="40458"/>
                  </a:lnTo>
                  <a:lnTo>
                    <a:pt x="263740" y="48247"/>
                  </a:lnTo>
                  <a:lnTo>
                    <a:pt x="302906" y="55412"/>
                  </a:lnTo>
                  <a:lnTo>
                    <a:pt x="339168" y="62045"/>
                  </a:lnTo>
                  <a:lnTo>
                    <a:pt x="372928" y="68221"/>
                  </a:lnTo>
                  <a:lnTo>
                    <a:pt x="404507" y="73998"/>
                  </a:lnTo>
                  <a:lnTo>
                    <a:pt x="434172" y="79425"/>
                  </a:lnTo>
                  <a:lnTo>
                    <a:pt x="462141" y="84541"/>
                  </a:lnTo>
                  <a:lnTo>
                    <a:pt x="488597" y="89381"/>
                  </a:lnTo>
                  <a:lnTo>
                    <a:pt x="513695" y="93973"/>
                  </a:lnTo>
                  <a:lnTo>
                    <a:pt x="537569" y="98340"/>
                  </a:lnTo>
                  <a:lnTo>
                    <a:pt x="560332" y="102504"/>
                  </a:lnTo>
                  <a:lnTo>
                    <a:pt x="582083" y="106483"/>
                  </a:lnTo>
                  <a:lnTo>
                    <a:pt x="602908" y="110293"/>
                  </a:lnTo>
                  <a:lnTo>
                    <a:pt x="622883" y="113947"/>
                  </a:lnTo>
                  <a:lnTo>
                    <a:pt x="642075" y="117458"/>
                  </a:lnTo>
                  <a:lnTo>
                    <a:pt x="660542" y="120836"/>
                  </a:lnTo>
                  <a:lnTo>
                    <a:pt x="678337" y="124091"/>
                  </a:lnTo>
                  <a:lnTo>
                    <a:pt x="695508" y="127233"/>
                  </a:lnTo>
                  <a:lnTo>
                    <a:pt x="712096" y="130267"/>
                  </a:lnTo>
                  <a:lnTo>
                    <a:pt x="728141" y="133202"/>
                  </a:lnTo>
                  <a:lnTo>
                    <a:pt x="743676" y="136044"/>
                  </a:lnTo>
                  <a:lnTo>
                    <a:pt x="758733" y="138799"/>
                  </a:lnTo>
                  <a:lnTo>
                    <a:pt x="773341" y="141471"/>
                  </a:lnTo>
                  <a:lnTo>
                    <a:pt x="787525" y="144066"/>
                  </a:lnTo>
                  <a:lnTo>
                    <a:pt x="801309" y="146587"/>
                  </a:lnTo>
                  <a:lnTo>
                    <a:pt x="814716" y="149040"/>
                  </a:lnTo>
                  <a:lnTo>
                    <a:pt x="827765" y="151427"/>
                  </a:lnTo>
                  <a:lnTo>
                    <a:pt x="840475" y="153752"/>
                  </a:lnTo>
                  <a:lnTo>
                    <a:pt x="852864" y="156019"/>
                  </a:lnTo>
                  <a:lnTo>
                    <a:pt x="864946" y="158229"/>
                  </a:lnTo>
                  <a:lnTo>
                    <a:pt x="876738" y="160386"/>
                  </a:lnTo>
                  <a:lnTo>
                    <a:pt x="888252" y="162492"/>
                  </a:lnTo>
                  <a:lnTo>
                    <a:pt x="899501" y="164550"/>
                  </a:lnTo>
                  <a:lnTo>
                    <a:pt x="910497" y="166562"/>
                  </a:lnTo>
                  <a:lnTo>
                    <a:pt x="921252" y="168529"/>
                  </a:lnTo>
                  <a:lnTo>
                    <a:pt x="931775" y="170454"/>
                  </a:lnTo>
                  <a:lnTo>
                    <a:pt x="942077" y="172339"/>
                  </a:lnTo>
                  <a:lnTo>
                    <a:pt x="952166" y="174185"/>
                  </a:lnTo>
                  <a:lnTo>
                    <a:pt x="962052" y="175993"/>
                  </a:lnTo>
                  <a:lnTo>
                    <a:pt x="971742" y="177766"/>
                  </a:lnTo>
                  <a:lnTo>
                    <a:pt x="981243" y="179504"/>
                  </a:lnTo>
                  <a:lnTo>
                    <a:pt x="990564" y="181209"/>
                  </a:lnTo>
                  <a:lnTo>
                    <a:pt x="999710" y="182882"/>
                  </a:lnTo>
                  <a:lnTo>
                    <a:pt x="1008689" y="184524"/>
                  </a:lnTo>
                  <a:lnTo>
                    <a:pt x="1017505" y="18613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52401" y="4596936"/>
              <a:ext cx="1017505" cy="173995"/>
            </a:xfrm>
            <a:custGeom>
              <a:avLst/>
              <a:pathLst>
                <a:path w="1017505" h="173995">
                  <a:moveTo>
                    <a:pt x="0" y="0"/>
                  </a:moveTo>
                  <a:lnTo>
                    <a:pt x="65339" y="11173"/>
                  </a:lnTo>
                  <a:lnTo>
                    <a:pt x="122972" y="21028"/>
                  </a:lnTo>
                  <a:lnTo>
                    <a:pt x="174527" y="29844"/>
                  </a:lnTo>
                  <a:lnTo>
                    <a:pt x="221163" y="37819"/>
                  </a:lnTo>
                  <a:lnTo>
                    <a:pt x="263740" y="45100"/>
                  </a:lnTo>
                  <a:lnTo>
                    <a:pt x="302906" y="51797"/>
                  </a:lnTo>
                  <a:lnTo>
                    <a:pt x="339168" y="57998"/>
                  </a:lnTo>
                  <a:lnTo>
                    <a:pt x="372928" y="63771"/>
                  </a:lnTo>
                  <a:lnTo>
                    <a:pt x="404507" y="69171"/>
                  </a:lnTo>
                  <a:lnTo>
                    <a:pt x="434172" y="74244"/>
                  </a:lnTo>
                  <a:lnTo>
                    <a:pt x="462141" y="79027"/>
                  </a:lnTo>
                  <a:lnTo>
                    <a:pt x="488597" y="83551"/>
                  </a:lnTo>
                  <a:lnTo>
                    <a:pt x="513695" y="87842"/>
                  </a:lnTo>
                  <a:lnTo>
                    <a:pt x="537569" y="91925"/>
                  </a:lnTo>
                  <a:lnTo>
                    <a:pt x="560332" y="95817"/>
                  </a:lnTo>
                  <a:lnTo>
                    <a:pt x="582083" y="99537"/>
                  </a:lnTo>
                  <a:lnTo>
                    <a:pt x="602908" y="103098"/>
                  </a:lnTo>
                  <a:lnTo>
                    <a:pt x="622883" y="106514"/>
                  </a:lnTo>
                  <a:lnTo>
                    <a:pt x="642075" y="109796"/>
                  </a:lnTo>
                  <a:lnTo>
                    <a:pt x="660542" y="112953"/>
                  </a:lnTo>
                  <a:lnTo>
                    <a:pt x="678337" y="115997"/>
                  </a:lnTo>
                  <a:lnTo>
                    <a:pt x="695508" y="118933"/>
                  </a:lnTo>
                  <a:lnTo>
                    <a:pt x="712096" y="121769"/>
                  </a:lnTo>
                  <a:lnTo>
                    <a:pt x="728141" y="124513"/>
                  </a:lnTo>
                  <a:lnTo>
                    <a:pt x="743676" y="127170"/>
                  </a:lnTo>
                  <a:lnTo>
                    <a:pt x="758733" y="129744"/>
                  </a:lnTo>
                  <a:lnTo>
                    <a:pt x="773341" y="132242"/>
                  </a:lnTo>
                  <a:lnTo>
                    <a:pt x="787525" y="134668"/>
                  </a:lnTo>
                  <a:lnTo>
                    <a:pt x="801309" y="137025"/>
                  </a:lnTo>
                  <a:lnTo>
                    <a:pt x="814716" y="139318"/>
                  </a:lnTo>
                  <a:lnTo>
                    <a:pt x="827765" y="141549"/>
                  </a:lnTo>
                  <a:lnTo>
                    <a:pt x="840475" y="143723"/>
                  </a:lnTo>
                  <a:lnTo>
                    <a:pt x="852864" y="145841"/>
                  </a:lnTo>
                  <a:lnTo>
                    <a:pt x="864946" y="147907"/>
                  </a:lnTo>
                  <a:lnTo>
                    <a:pt x="876738" y="149923"/>
                  </a:lnTo>
                  <a:lnTo>
                    <a:pt x="888252" y="151892"/>
                  </a:lnTo>
                  <a:lnTo>
                    <a:pt x="899501" y="153816"/>
                  </a:lnTo>
                  <a:lnTo>
                    <a:pt x="910497" y="155696"/>
                  </a:lnTo>
                  <a:lnTo>
                    <a:pt x="921252" y="157535"/>
                  </a:lnTo>
                  <a:lnTo>
                    <a:pt x="931775" y="159335"/>
                  </a:lnTo>
                  <a:lnTo>
                    <a:pt x="942077" y="161097"/>
                  </a:lnTo>
                  <a:lnTo>
                    <a:pt x="952166" y="162822"/>
                  </a:lnTo>
                  <a:lnTo>
                    <a:pt x="962052" y="164512"/>
                  </a:lnTo>
                  <a:lnTo>
                    <a:pt x="971742" y="166169"/>
                  </a:lnTo>
                  <a:lnTo>
                    <a:pt x="981243" y="167794"/>
                  </a:lnTo>
                  <a:lnTo>
                    <a:pt x="990564" y="169388"/>
                  </a:lnTo>
                  <a:lnTo>
                    <a:pt x="999710" y="170952"/>
                  </a:lnTo>
                  <a:lnTo>
                    <a:pt x="1008689" y="172487"/>
                  </a:lnTo>
                  <a:lnTo>
                    <a:pt x="1017505" y="17399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52401" y="4590068"/>
              <a:ext cx="1017505" cy="68797"/>
            </a:xfrm>
            <a:custGeom>
              <a:avLst/>
              <a:pathLst>
                <a:path w="1017505" h="68797">
                  <a:moveTo>
                    <a:pt x="0" y="0"/>
                  </a:moveTo>
                  <a:lnTo>
                    <a:pt x="65339" y="4417"/>
                  </a:lnTo>
                  <a:lnTo>
                    <a:pt x="122972" y="8314"/>
                  </a:lnTo>
                  <a:lnTo>
                    <a:pt x="174527" y="11800"/>
                  </a:lnTo>
                  <a:lnTo>
                    <a:pt x="221163" y="14953"/>
                  </a:lnTo>
                  <a:lnTo>
                    <a:pt x="263740" y="17832"/>
                  </a:lnTo>
                  <a:lnTo>
                    <a:pt x="302906" y="20480"/>
                  </a:lnTo>
                  <a:lnTo>
                    <a:pt x="339168" y="22932"/>
                  </a:lnTo>
                  <a:lnTo>
                    <a:pt x="372928" y="25215"/>
                  </a:lnTo>
                  <a:lnTo>
                    <a:pt x="404507" y="27350"/>
                  </a:lnTo>
                  <a:lnTo>
                    <a:pt x="434172" y="29356"/>
                  </a:lnTo>
                  <a:lnTo>
                    <a:pt x="462141" y="31247"/>
                  </a:lnTo>
                  <a:lnTo>
                    <a:pt x="488597" y="33036"/>
                  </a:lnTo>
                  <a:lnTo>
                    <a:pt x="513695" y="34733"/>
                  </a:lnTo>
                  <a:lnTo>
                    <a:pt x="537569" y="36347"/>
                  </a:lnTo>
                  <a:lnTo>
                    <a:pt x="560332" y="37886"/>
                  </a:lnTo>
                  <a:lnTo>
                    <a:pt x="582083" y="39357"/>
                  </a:lnTo>
                  <a:lnTo>
                    <a:pt x="602908" y="40765"/>
                  </a:lnTo>
                  <a:lnTo>
                    <a:pt x="622883" y="42115"/>
                  </a:lnTo>
                  <a:lnTo>
                    <a:pt x="642075" y="43413"/>
                  </a:lnTo>
                  <a:lnTo>
                    <a:pt x="660542" y="44661"/>
                  </a:lnTo>
                  <a:lnTo>
                    <a:pt x="678337" y="45865"/>
                  </a:lnTo>
                  <a:lnTo>
                    <a:pt x="695508" y="47026"/>
                  </a:lnTo>
                  <a:lnTo>
                    <a:pt x="712096" y="48147"/>
                  </a:lnTo>
                  <a:lnTo>
                    <a:pt x="728141" y="49232"/>
                  </a:lnTo>
                  <a:lnTo>
                    <a:pt x="743676" y="50282"/>
                  </a:lnTo>
                  <a:lnTo>
                    <a:pt x="758733" y="51301"/>
                  </a:lnTo>
                  <a:lnTo>
                    <a:pt x="773341" y="52288"/>
                  </a:lnTo>
                  <a:lnTo>
                    <a:pt x="787525" y="53247"/>
                  </a:lnTo>
                  <a:lnTo>
                    <a:pt x="801309" y="54179"/>
                  </a:lnTo>
                  <a:lnTo>
                    <a:pt x="814716" y="55086"/>
                  </a:lnTo>
                  <a:lnTo>
                    <a:pt x="827765" y="55968"/>
                  </a:lnTo>
                  <a:lnTo>
                    <a:pt x="840475" y="56827"/>
                  </a:lnTo>
                  <a:lnTo>
                    <a:pt x="852864" y="57665"/>
                  </a:lnTo>
                  <a:lnTo>
                    <a:pt x="864946" y="58482"/>
                  </a:lnTo>
                  <a:lnTo>
                    <a:pt x="876738" y="59279"/>
                  </a:lnTo>
                  <a:lnTo>
                    <a:pt x="888252" y="60058"/>
                  </a:lnTo>
                  <a:lnTo>
                    <a:pt x="899501" y="60818"/>
                  </a:lnTo>
                  <a:lnTo>
                    <a:pt x="910497" y="61562"/>
                  </a:lnTo>
                  <a:lnTo>
                    <a:pt x="921252" y="62289"/>
                  </a:lnTo>
                  <a:lnTo>
                    <a:pt x="931775" y="63001"/>
                  </a:lnTo>
                  <a:lnTo>
                    <a:pt x="942077" y="63697"/>
                  </a:lnTo>
                  <a:lnTo>
                    <a:pt x="952166" y="64379"/>
                  </a:lnTo>
                  <a:lnTo>
                    <a:pt x="962052" y="65048"/>
                  </a:lnTo>
                  <a:lnTo>
                    <a:pt x="971742" y="65703"/>
                  </a:lnTo>
                  <a:lnTo>
                    <a:pt x="981243" y="66345"/>
                  </a:lnTo>
                  <a:lnTo>
                    <a:pt x="990564" y="66976"/>
                  </a:lnTo>
                  <a:lnTo>
                    <a:pt x="999710" y="67594"/>
                  </a:lnTo>
                  <a:lnTo>
                    <a:pt x="1008689" y="68201"/>
                  </a:lnTo>
                  <a:lnTo>
                    <a:pt x="1017505" y="6879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52401" y="4645330"/>
              <a:ext cx="1017505" cy="19752"/>
            </a:xfrm>
            <a:custGeom>
              <a:avLst/>
              <a:pathLst>
                <a:path w="1017505" h="19752">
                  <a:moveTo>
                    <a:pt x="0" y="0"/>
                  </a:moveTo>
                  <a:lnTo>
                    <a:pt x="65339" y="1268"/>
                  </a:lnTo>
                  <a:lnTo>
                    <a:pt x="122972" y="2387"/>
                  </a:lnTo>
                  <a:lnTo>
                    <a:pt x="174527" y="3387"/>
                  </a:lnTo>
                  <a:lnTo>
                    <a:pt x="221163" y="4293"/>
                  </a:lnTo>
                  <a:lnTo>
                    <a:pt x="263740" y="5119"/>
                  </a:lnTo>
                  <a:lnTo>
                    <a:pt x="302906" y="5880"/>
                  </a:lnTo>
                  <a:lnTo>
                    <a:pt x="339168" y="6584"/>
                  </a:lnTo>
                  <a:lnTo>
                    <a:pt x="372928" y="7239"/>
                  </a:lnTo>
                  <a:lnTo>
                    <a:pt x="404507" y="7852"/>
                  </a:lnTo>
                  <a:lnTo>
                    <a:pt x="434172" y="8428"/>
                  </a:lnTo>
                  <a:lnTo>
                    <a:pt x="462141" y="8971"/>
                  </a:lnTo>
                  <a:lnTo>
                    <a:pt x="488597" y="9484"/>
                  </a:lnTo>
                  <a:lnTo>
                    <a:pt x="513695" y="9972"/>
                  </a:lnTo>
                  <a:lnTo>
                    <a:pt x="537569" y="10435"/>
                  </a:lnTo>
                  <a:lnTo>
                    <a:pt x="560332" y="10877"/>
                  </a:lnTo>
                  <a:lnTo>
                    <a:pt x="582083" y="11299"/>
                  </a:lnTo>
                  <a:lnTo>
                    <a:pt x="602908" y="11703"/>
                  </a:lnTo>
                  <a:lnTo>
                    <a:pt x="622883" y="12091"/>
                  </a:lnTo>
                  <a:lnTo>
                    <a:pt x="642075" y="12464"/>
                  </a:lnTo>
                  <a:lnTo>
                    <a:pt x="660542" y="12822"/>
                  </a:lnTo>
                  <a:lnTo>
                    <a:pt x="678337" y="13168"/>
                  </a:lnTo>
                  <a:lnTo>
                    <a:pt x="695508" y="13501"/>
                  </a:lnTo>
                  <a:lnTo>
                    <a:pt x="712096" y="13823"/>
                  </a:lnTo>
                  <a:lnTo>
                    <a:pt x="728141" y="14134"/>
                  </a:lnTo>
                  <a:lnTo>
                    <a:pt x="743676" y="14436"/>
                  </a:lnTo>
                  <a:lnTo>
                    <a:pt x="758733" y="14728"/>
                  </a:lnTo>
                  <a:lnTo>
                    <a:pt x="773341" y="15012"/>
                  </a:lnTo>
                  <a:lnTo>
                    <a:pt x="787525" y="15287"/>
                  </a:lnTo>
                  <a:lnTo>
                    <a:pt x="801309" y="15555"/>
                  </a:lnTo>
                  <a:lnTo>
                    <a:pt x="814716" y="15815"/>
                  </a:lnTo>
                  <a:lnTo>
                    <a:pt x="827765" y="16068"/>
                  </a:lnTo>
                  <a:lnTo>
                    <a:pt x="840475" y="16315"/>
                  </a:lnTo>
                  <a:lnTo>
                    <a:pt x="852864" y="16556"/>
                  </a:lnTo>
                  <a:lnTo>
                    <a:pt x="864946" y="16790"/>
                  </a:lnTo>
                  <a:lnTo>
                    <a:pt x="876738" y="17019"/>
                  </a:lnTo>
                  <a:lnTo>
                    <a:pt x="888252" y="17243"/>
                  </a:lnTo>
                  <a:lnTo>
                    <a:pt x="899501" y="17461"/>
                  </a:lnTo>
                  <a:lnTo>
                    <a:pt x="910497" y="17674"/>
                  </a:lnTo>
                  <a:lnTo>
                    <a:pt x="921252" y="17883"/>
                  </a:lnTo>
                  <a:lnTo>
                    <a:pt x="931775" y="18088"/>
                  </a:lnTo>
                  <a:lnTo>
                    <a:pt x="942077" y="18287"/>
                  </a:lnTo>
                  <a:lnTo>
                    <a:pt x="952166" y="18483"/>
                  </a:lnTo>
                  <a:lnTo>
                    <a:pt x="962052" y="18675"/>
                  </a:lnTo>
                  <a:lnTo>
                    <a:pt x="971742" y="18863"/>
                  </a:lnTo>
                  <a:lnTo>
                    <a:pt x="981243" y="19048"/>
                  </a:lnTo>
                  <a:lnTo>
                    <a:pt x="990564" y="19229"/>
                  </a:lnTo>
                  <a:lnTo>
                    <a:pt x="999710" y="19406"/>
                  </a:lnTo>
                  <a:lnTo>
                    <a:pt x="1008689" y="19581"/>
                  </a:lnTo>
                  <a:lnTo>
                    <a:pt x="1017505" y="1975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62616" y="46391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62616" y="43431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662616" y="40472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5240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9156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3073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76990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72414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6331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40248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74165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049" y="5475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122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049" y="5712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122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3930" y="5475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003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3930" y="5712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003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142" y="5475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215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142" y="5712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215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107" y="5475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180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107" y="571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180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319" y="5475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392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319" y="5712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392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2026-07-20T11:42:30Z</dcterms:modified>
  <cp:category/>
</cp:coreProperties>
</file>