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626762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591772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055778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19783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626762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591772" y="2426189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055778" y="2426189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626762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591772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055778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19783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85998" y="197809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86174" y="180012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68658" y="188647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97673" y="162602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78810" y="227486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77590" y="187735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92492" y="209268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90361" y="19629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73522" y="17531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98655" y="18927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28428" y="178312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35935" y="167519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42920" y="166585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42262" y="19269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21980" y="187084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14965" y="17391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24487" y="183998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36013" y="20369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59514" y="19641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62795" y="163323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53382" y="165849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54227" y="190477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39855" y="196390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56990" y="209429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43726" y="19594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34056" y="179851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62996" y="194881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43728" y="181645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069850" y="179158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88260" y="18269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88668" y="198106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80168" y="169611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68933" y="181636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69261" y="18364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74578" y="187855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77483" y="18176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088536" y="193091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10336" y="151986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04607" y="159822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07615" y="15692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092706" y="15283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5739" y="17961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08305" y="17524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83939" y="165872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72156" y="197250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74438" y="184506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80550" y="179015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94216" y="171667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42162" y="165539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40929" y="170643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48002" y="19189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31740" y="17299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11123" y="188673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19009" y="198619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21654" y="180410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40495" y="178384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14148" y="17267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15124" y="18733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27646" y="175207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49123" y="129980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22469" y="189694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46609" y="138945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09090" y="180791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58202" y="155704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36306" y="152284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7863" y="154665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51022" y="186837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44488" y="170246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51537" y="18448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53884" y="176539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45881" y="142826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42936" y="12098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19497" y="1822384"/>
              <a:ext cx="1042639" cy="132954"/>
            </a:xfrm>
            <a:custGeom>
              <a:avLst/>
              <a:pathLst>
                <a:path w="1042639" h="132954">
                  <a:moveTo>
                    <a:pt x="0" y="132954"/>
                  </a:moveTo>
                  <a:lnTo>
                    <a:pt x="66953" y="124416"/>
                  </a:lnTo>
                  <a:lnTo>
                    <a:pt x="126010" y="116885"/>
                  </a:lnTo>
                  <a:lnTo>
                    <a:pt x="178838" y="110149"/>
                  </a:lnTo>
                  <a:lnTo>
                    <a:pt x="226627" y="104055"/>
                  </a:lnTo>
                  <a:lnTo>
                    <a:pt x="270254" y="98492"/>
                  </a:lnTo>
                  <a:lnTo>
                    <a:pt x="310388" y="93374"/>
                  </a:lnTo>
                  <a:lnTo>
                    <a:pt x="347546" y="88636"/>
                  </a:lnTo>
                  <a:lnTo>
                    <a:pt x="382139" y="84224"/>
                  </a:lnTo>
                  <a:lnTo>
                    <a:pt x="414499" y="80098"/>
                  </a:lnTo>
                  <a:lnTo>
                    <a:pt x="444897" y="76222"/>
                  </a:lnTo>
                  <a:lnTo>
                    <a:pt x="473556" y="72567"/>
                  </a:lnTo>
                  <a:lnTo>
                    <a:pt x="500666" y="69110"/>
                  </a:lnTo>
                  <a:lnTo>
                    <a:pt x="526384" y="65831"/>
                  </a:lnTo>
                  <a:lnTo>
                    <a:pt x="550848" y="62711"/>
                  </a:lnTo>
                  <a:lnTo>
                    <a:pt x="574173" y="59737"/>
                  </a:lnTo>
                  <a:lnTo>
                    <a:pt x="596461" y="56895"/>
                  </a:lnTo>
                  <a:lnTo>
                    <a:pt x="617801" y="54174"/>
                  </a:lnTo>
                  <a:lnTo>
                    <a:pt x="638269" y="51563"/>
                  </a:lnTo>
                  <a:lnTo>
                    <a:pt x="657935" y="49056"/>
                  </a:lnTo>
                  <a:lnTo>
                    <a:pt x="676858" y="46643"/>
                  </a:lnTo>
                  <a:lnTo>
                    <a:pt x="695093" y="44318"/>
                  </a:lnTo>
                  <a:lnTo>
                    <a:pt x="712688" y="42074"/>
                  </a:lnTo>
                  <a:lnTo>
                    <a:pt x="729686" y="39906"/>
                  </a:lnTo>
                  <a:lnTo>
                    <a:pt x="746127" y="37810"/>
                  </a:lnTo>
                  <a:lnTo>
                    <a:pt x="762046" y="35780"/>
                  </a:lnTo>
                  <a:lnTo>
                    <a:pt x="777475" y="33812"/>
                  </a:lnTo>
                  <a:lnTo>
                    <a:pt x="792443" y="31904"/>
                  </a:lnTo>
                  <a:lnTo>
                    <a:pt x="806978" y="30050"/>
                  </a:lnTo>
                  <a:lnTo>
                    <a:pt x="821103" y="28249"/>
                  </a:lnTo>
                  <a:lnTo>
                    <a:pt x="834841" y="26497"/>
                  </a:lnTo>
                  <a:lnTo>
                    <a:pt x="848212" y="24792"/>
                  </a:lnTo>
                  <a:lnTo>
                    <a:pt x="861237" y="23131"/>
                  </a:lnTo>
                  <a:lnTo>
                    <a:pt x="873931" y="21513"/>
                  </a:lnTo>
                  <a:lnTo>
                    <a:pt x="886312" y="19934"/>
                  </a:lnTo>
                  <a:lnTo>
                    <a:pt x="898395" y="18393"/>
                  </a:lnTo>
                  <a:lnTo>
                    <a:pt x="910193" y="16889"/>
                  </a:lnTo>
                  <a:lnTo>
                    <a:pt x="921720" y="15419"/>
                  </a:lnTo>
                  <a:lnTo>
                    <a:pt x="932988" y="13982"/>
                  </a:lnTo>
                  <a:lnTo>
                    <a:pt x="944008" y="12577"/>
                  </a:lnTo>
                  <a:lnTo>
                    <a:pt x="954791" y="11202"/>
                  </a:lnTo>
                  <a:lnTo>
                    <a:pt x="965348" y="9855"/>
                  </a:lnTo>
                  <a:lnTo>
                    <a:pt x="975686" y="8537"/>
                  </a:lnTo>
                  <a:lnTo>
                    <a:pt x="985816" y="7245"/>
                  </a:lnTo>
                  <a:lnTo>
                    <a:pt x="995745" y="5979"/>
                  </a:lnTo>
                  <a:lnTo>
                    <a:pt x="1005481" y="4738"/>
                  </a:lnTo>
                  <a:lnTo>
                    <a:pt x="1015032" y="3520"/>
                  </a:lnTo>
                  <a:lnTo>
                    <a:pt x="1024405" y="2325"/>
                  </a:lnTo>
                  <a:lnTo>
                    <a:pt x="1033605" y="1152"/>
                  </a:lnTo>
                  <a:lnTo>
                    <a:pt x="104263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19497" y="1547601"/>
              <a:ext cx="1042639" cy="318086"/>
            </a:xfrm>
            <a:custGeom>
              <a:avLst/>
              <a:pathLst>
                <a:path w="1042639" h="318086">
                  <a:moveTo>
                    <a:pt x="0" y="318086"/>
                  </a:moveTo>
                  <a:lnTo>
                    <a:pt x="66953" y="297660"/>
                  </a:lnTo>
                  <a:lnTo>
                    <a:pt x="126010" y="279643"/>
                  </a:lnTo>
                  <a:lnTo>
                    <a:pt x="178838" y="263526"/>
                  </a:lnTo>
                  <a:lnTo>
                    <a:pt x="226627" y="248947"/>
                  </a:lnTo>
                  <a:lnTo>
                    <a:pt x="270254" y="235637"/>
                  </a:lnTo>
                  <a:lnTo>
                    <a:pt x="310388" y="223393"/>
                  </a:lnTo>
                  <a:lnTo>
                    <a:pt x="347546" y="212057"/>
                  </a:lnTo>
                  <a:lnTo>
                    <a:pt x="382139" y="201503"/>
                  </a:lnTo>
                  <a:lnTo>
                    <a:pt x="414499" y="191631"/>
                  </a:lnTo>
                  <a:lnTo>
                    <a:pt x="444897" y="182358"/>
                  </a:lnTo>
                  <a:lnTo>
                    <a:pt x="473556" y="173614"/>
                  </a:lnTo>
                  <a:lnTo>
                    <a:pt x="500666" y="165344"/>
                  </a:lnTo>
                  <a:lnTo>
                    <a:pt x="526384" y="157498"/>
                  </a:lnTo>
                  <a:lnTo>
                    <a:pt x="550848" y="150034"/>
                  </a:lnTo>
                  <a:lnTo>
                    <a:pt x="574173" y="142918"/>
                  </a:lnTo>
                  <a:lnTo>
                    <a:pt x="596461" y="136119"/>
                  </a:lnTo>
                  <a:lnTo>
                    <a:pt x="617801" y="129608"/>
                  </a:lnTo>
                  <a:lnTo>
                    <a:pt x="638269" y="123364"/>
                  </a:lnTo>
                  <a:lnTo>
                    <a:pt x="657935" y="117364"/>
                  </a:lnTo>
                  <a:lnTo>
                    <a:pt x="676858" y="111591"/>
                  </a:lnTo>
                  <a:lnTo>
                    <a:pt x="695093" y="106028"/>
                  </a:lnTo>
                  <a:lnTo>
                    <a:pt x="712688" y="100660"/>
                  </a:lnTo>
                  <a:lnTo>
                    <a:pt x="729686" y="95475"/>
                  </a:lnTo>
                  <a:lnTo>
                    <a:pt x="746127" y="90459"/>
                  </a:lnTo>
                  <a:lnTo>
                    <a:pt x="762046" y="85602"/>
                  </a:lnTo>
                  <a:lnTo>
                    <a:pt x="777475" y="80895"/>
                  </a:lnTo>
                  <a:lnTo>
                    <a:pt x="792443" y="76329"/>
                  </a:lnTo>
                  <a:lnTo>
                    <a:pt x="806978" y="71895"/>
                  </a:lnTo>
                  <a:lnTo>
                    <a:pt x="821103" y="67585"/>
                  </a:lnTo>
                  <a:lnTo>
                    <a:pt x="834841" y="63394"/>
                  </a:lnTo>
                  <a:lnTo>
                    <a:pt x="848212" y="59315"/>
                  </a:lnTo>
                  <a:lnTo>
                    <a:pt x="861237" y="55342"/>
                  </a:lnTo>
                  <a:lnTo>
                    <a:pt x="873931" y="51469"/>
                  </a:lnTo>
                  <a:lnTo>
                    <a:pt x="886312" y="47692"/>
                  </a:lnTo>
                  <a:lnTo>
                    <a:pt x="898395" y="44005"/>
                  </a:lnTo>
                  <a:lnTo>
                    <a:pt x="910193" y="40406"/>
                  </a:lnTo>
                  <a:lnTo>
                    <a:pt x="921720" y="36889"/>
                  </a:lnTo>
                  <a:lnTo>
                    <a:pt x="932988" y="33452"/>
                  </a:lnTo>
                  <a:lnTo>
                    <a:pt x="944008" y="30090"/>
                  </a:lnTo>
                  <a:lnTo>
                    <a:pt x="954791" y="26800"/>
                  </a:lnTo>
                  <a:lnTo>
                    <a:pt x="965348" y="23579"/>
                  </a:lnTo>
                  <a:lnTo>
                    <a:pt x="975686" y="20425"/>
                  </a:lnTo>
                  <a:lnTo>
                    <a:pt x="985816" y="17335"/>
                  </a:lnTo>
                  <a:lnTo>
                    <a:pt x="995745" y="14306"/>
                  </a:lnTo>
                  <a:lnTo>
                    <a:pt x="1005481" y="11336"/>
                  </a:lnTo>
                  <a:lnTo>
                    <a:pt x="1015032" y="8422"/>
                  </a:lnTo>
                  <a:lnTo>
                    <a:pt x="1024405" y="5563"/>
                  </a:lnTo>
                  <a:lnTo>
                    <a:pt x="1033605" y="2756"/>
                  </a:lnTo>
                  <a:lnTo>
                    <a:pt x="104263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19497" y="1882188"/>
              <a:ext cx="1042639" cy="67697"/>
            </a:xfrm>
            <a:custGeom>
              <a:avLst/>
              <a:pathLst>
                <a:path w="1042639" h="67697">
                  <a:moveTo>
                    <a:pt x="0" y="67697"/>
                  </a:moveTo>
                  <a:lnTo>
                    <a:pt x="66953" y="63349"/>
                  </a:lnTo>
                  <a:lnTo>
                    <a:pt x="126010" y="59515"/>
                  </a:lnTo>
                  <a:lnTo>
                    <a:pt x="178838" y="56085"/>
                  </a:lnTo>
                  <a:lnTo>
                    <a:pt x="226627" y="52982"/>
                  </a:lnTo>
                  <a:lnTo>
                    <a:pt x="270254" y="50149"/>
                  </a:lnTo>
                  <a:lnTo>
                    <a:pt x="310388" y="47543"/>
                  </a:lnTo>
                  <a:lnTo>
                    <a:pt x="347546" y="45131"/>
                  </a:lnTo>
                  <a:lnTo>
                    <a:pt x="382139" y="42885"/>
                  </a:lnTo>
                  <a:lnTo>
                    <a:pt x="414499" y="40784"/>
                  </a:lnTo>
                  <a:lnTo>
                    <a:pt x="444897" y="38810"/>
                  </a:lnTo>
                  <a:lnTo>
                    <a:pt x="473556" y="36949"/>
                  </a:lnTo>
                  <a:lnTo>
                    <a:pt x="500666" y="35189"/>
                  </a:lnTo>
                  <a:lnTo>
                    <a:pt x="526384" y="33519"/>
                  </a:lnTo>
                  <a:lnTo>
                    <a:pt x="550848" y="31931"/>
                  </a:lnTo>
                  <a:lnTo>
                    <a:pt x="574173" y="30416"/>
                  </a:lnTo>
                  <a:lnTo>
                    <a:pt x="596461" y="28969"/>
                  </a:lnTo>
                  <a:lnTo>
                    <a:pt x="617801" y="27584"/>
                  </a:lnTo>
                  <a:lnTo>
                    <a:pt x="638269" y="26255"/>
                  </a:lnTo>
                  <a:lnTo>
                    <a:pt x="657935" y="24978"/>
                  </a:lnTo>
                  <a:lnTo>
                    <a:pt x="676858" y="23749"/>
                  </a:lnTo>
                  <a:lnTo>
                    <a:pt x="695093" y="22565"/>
                  </a:lnTo>
                  <a:lnTo>
                    <a:pt x="712688" y="21423"/>
                  </a:lnTo>
                  <a:lnTo>
                    <a:pt x="729686" y="20319"/>
                  </a:lnTo>
                  <a:lnTo>
                    <a:pt x="746127" y="19252"/>
                  </a:lnTo>
                  <a:lnTo>
                    <a:pt x="762046" y="18218"/>
                  </a:lnTo>
                  <a:lnTo>
                    <a:pt x="777475" y="17216"/>
                  </a:lnTo>
                  <a:lnTo>
                    <a:pt x="792443" y="16244"/>
                  </a:lnTo>
                  <a:lnTo>
                    <a:pt x="806978" y="15301"/>
                  </a:lnTo>
                  <a:lnTo>
                    <a:pt x="821103" y="14384"/>
                  </a:lnTo>
                  <a:lnTo>
                    <a:pt x="834841" y="13492"/>
                  </a:lnTo>
                  <a:lnTo>
                    <a:pt x="848212" y="12623"/>
                  </a:lnTo>
                  <a:lnTo>
                    <a:pt x="861237" y="11778"/>
                  </a:lnTo>
                  <a:lnTo>
                    <a:pt x="873931" y="10953"/>
                  </a:lnTo>
                  <a:lnTo>
                    <a:pt x="886312" y="10150"/>
                  </a:lnTo>
                  <a:lnTo>
                    <a:pt x="898395" y="9365"/>
                  </a:lnTo>
                  <a:lnTo>
                    <a:pt x="910193" y="8599"/>
                  </a:lnTo>
                  <a:lnTo>
                    <a:pt x="921720" y="7851"/>
                  </a:lnTo>
                  <a:lnTo>
                    <a:pt x="932988" y="7119"/>
                  </a:lnTo>
                  <a:lnTo>
                    <a:pt x="944008" y="6403"/>
                  </a:lnTo>
                  <a:lnTo>
                    <a:pt x="954791" y="5703"/>
                  </a:lnTo>
                  <a:lnTo>
                    <a:pt x="965348" y="5018"/>
                  </a:lnTo>
                  <a:lnTo>
                    <a:pt x="975686" y="4347"/>
                  </a:lnTo>
                  <a:lnTo>
                    <a:pt x="985816" y="3689"/>
                  </a:lnTo>
                  <a:lnTo>
                    <a:pt x="995745" y="3044"/>
                  </a:lnTo>
                  <a:lnTo>
                    <a:pt x="1005481" y="2412"/>
                  </a:lnTo>
                  <a:lnTo>
                    <a:pt x="1015032" y="1792"/>
                  </a:lnTo>
                  <a:lnTo>
                    <a:pt x="1024405" y="1183"/>
                  </a:lnTo>
                  <a:lnTo>
                    <a:pt x="1033605" y="586"/>
                  </a:lnTo>
                  <a:lnTo>
                    <a:pt x="104263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19497" y="1507818"/>
              <a:ext cx="1042639" cy="706759"/>
            </a:xfrm>
            <a:custGeom>
              <a:avLst/>
              <a:pathLst>
                <a:path w="1042639" h="706759">
                  <a:moveTo>
                    <a:pt x="0" y="706759"/>
                  </a:moveTo>
                  <a:lnTo>
                    <a:pt x="66953" y="661374"/>
                  </a:lnTo>
                  <a:lnTo>
                    <a:pt x="126010" y="621342"/>
                  </a:lnTo>
                  <a:lnTo>
                    <a:pt x="178838" y="585533"/>
                  </a:lnTo>
                  <a:lnTo>
                    <a:pt x="226627" y="553139"/>
                  </a:lnTo>
                  <a:lnTo>
                    <a:pt x="270254" y="523565"/>
                  </a:lnTo>
                  <a:lnTo>
                    <a:pt x="310388" y="496360"/>
                  </a:lnTo>
                  <a:lnTo>
                    <a:pt x="347546" y="471173"/>
                  </a:lnTo>
                  <a:lnTo>
                    <a:pt x="382139" y="447723"/>
                  </a:lnTo>
                  <a:lnTo>
                    <a:pt x="414499" y="425788"/>
                  </a:lnTo>
                  <a:lnTo>
                    <a:pt x="444897" y="405183"/>
                  </a:lnTo>
                  <a:lnTo>
                    <a:pt x="473556" y="385756"/>
                  </a:lnTo>
                  <a:lnTo>
                    <a:pt x="500666" y="367380"/>
                  </a:lnTo>
                  <a:lnTo>
                    <a:pt x="526384" y="349946"/>
                  </a:lnTo>
                  <a:lnTo>
                    <a:pt x="550848" y="333363"/>
                  </a:lnTo>
                  <a:lnTo>
                    <a:pt x="574173" y="317552"/>
                  </a:lnTo>
                  <a:lnTo>
                    <a:pt x="596461" y="302444"/>
                  </a:lnTo>
                  <a:lnTo>
                    <a:pt x="617801" y="287979"/>
                  </a:lnTo>
                  <a:lnTo>
                    <a:pt x="638269" y="274104"/>
                  </a:lnTo>
                  <a:lnTo>
                    <a:pt x="657935" y="260774"/>
                  </a:lnTo>
                  <a:lnTo>
                    <a:pt x="676858" y="247947"/>
                  </a:lnTo>
                  <a:lnTo>
                    <a:pt x="695093" y="235586"/>
                  </a:lnTo>
                  <a:lnTo>
                    <a:pt x="712688" y="223659"/>
                  </a:lnTo>
                  <a:lnTo>
                    <a:pt x="729686" y="212137"/>
                  </a:lnTo>
                  <a:lnTo>
                    <a:pt x="746127" y="200992"/>
                  </a:lnTo>
                  <a:lnTo>
                    <a:pt x="762046" y="190201"/>
                  </a:lnTo>
                  <a:lnTo>
                    <a:pt x="777475" y="179743"/>
                  </a:lnTo>
                  <a:lnTo>
                    <a:pt x="792443" y="169596"/>
                  </a:lnTo>
                  <a:lnTo>
                    <a:pt x="806978" y="159744"/>
                  </a:lnTo>
                  <a:lnTo>
                    <a:pt x="821103" y="150169"/>
                  </a:lnTo>
                  <a:lnTo>
                    <a:pt x="834841" y="140857"/>
                  </a:lnTo>
                  <a:lnTo>
                    <a:pt x="848212" y="131793"/>
                  </a:lnTo>
                  <a:lnTo>
                    <a:pt x="861237" y="122965"/>
                  </a:lnTo>
                  <a:lnTo>
                    <a:pt x="873931" y="114360"/>
                  </a:lnTo>
                  <a:lnTo>
                    <a:pt x="886312" y="105967"/>
                  </a:lnTo>
                  <a:lnTo>
                    <a:pt x="898395" y="97777"/>
                  </a:lnTo>
                  <a:lnTo>
                    <a:pt x="910193" y="89779"/>
                  </a:lnTo>
                  <a:lnTo>
                    <a:pt x="921720" y="81966"/>
                  </a:lnTo>
                  <a:lnTo>
                    <a:pt x="932988" y="74327"/>
                  </a:lnTo>
                  <a:lnTo>
                    <a:pt x="944008" y="66857"/>
                  </a:lnTo>
                  <a:lnTo>
                    <a:pt x="954791" y="59548"/>
                  </a:lnTo>
                  <a:lnTo>
                    <a:pt x="965348" y="52392"/>
                  </a:lnTo>
                  <a:lnTo>
                    <a:pt x="975686" y="45384"/>
                  </a:lnTo>
                  <a:lnTo>
                    <a:pt x="985816" y="38518"/>
                  </a:lnTo>
                  <a:lnTo>
                    <a:pt x="995745" y="31787"/>
                  </a:lnTo>
                  <a:lnTo>
                    <a:pt x="1005481" y="25187"/>
                  </a:lnTo>
                  <a:lnTo>
                    <a:pt x="1015032" y="18713"/>
                  </a:lnTo>
                  <a:lnTo>
                    <a:pt x="1024405" y="12360"/>
                  </a:lnTo>
                  <a:lnTo>
                    <a:pt x="1033605" y="6124"/>
                  </a:lnTo>
                  <a:lnTo>
                    <a:pt x="104263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19497" y="1826897"/>
              <a:ext cx="1042639" cy="113131"/>
            </a:xfrm>
            <a:custGeom>
              <a:avLst/>
              <a:pathLst>
                <a:path w="1042639" h="113131">
                  <a:moveTo>
                    <a:pt x="0" y="113131"/>
                  </a:moveTo>
                  <a:lnTo>
                    <a:pt x="66953" y="105866"/>
                  </a:lnTo>
                  <a:lnTo>
                    <a:pt x="126010" y="99458"/>
                  </a:lnTo>
                  <a:lnTo>
                    <a:pt x="178838" y="93726"/>
                  </a:lnTo>
                  <a:lnTo>
                    <a:pt x="226627" y="88541"/>
                  </a:lnTo>
                  <a:lnTo>
                    <a:pt x="270254" y="83807"/>
                  </a:lnTo>
                  <a:lnTo>
                    <a:pt x="310388" y="79452"/>
                  </a:lnTo>
                  <a:lnTo>
                    <a:pt x="347546" y="75421"/>
                  </a:lnTo>
                  <a:lnTo>
                    <a:pt x="382139" y="71667"/>
                  </a:lnTo>
                  <a:lnTo>
                    <a:pt x="414499" y="68156"/>
                  </a:lnTo>
                  <a:lnTo>
                    <a:pt x="444897" y="64858"/>
                  </a:lnTo>
                  <a:lnTo>
                    <a:pt x="473556" y="61748"/>
                  </a:lnTo>
                  <a:lnTo>
                    <a:pt x="500666" y="58806"/>
                  </a:lnTo>
                  <a:lnTo>
                    <a:pt x="526384" y="56016"/>
                  </a:lnTo>
                  <a:lnTo>
                    <a:pt x="550848" y="53361"/>
                  </a:lnTo>
                  <a:lnTo>
                    <a:pt x="574173" y="50830"/>
                  </a:lnTo>
                  <a:lnTo>
                    <a:pt x="596461" y="48412"/>
                  </a:lnTo>
                  <a:lnTo>
                    <a:pt x="617801" y="46097"/>
                  </a:lnTo>
                  <a:lnTo>
                    <a:pt x="638269" y="43876"/>
                  </a:lnTo>
                  <a:lnTo>
                    <a:pt x="657935" y="41742"/>
                  </a:lnTo>
                  <a:lnTo>
                    <a:pt x="676858" y="39689"/>
                  </a:lnTo>
                  <a:lnTo>
                    <a:pt x="695093" y="37710"/>
                  </a:lnTo>
                  <a:lnTo>
                    <a:pt x="712688" y="35801"/>
                  </a:lnTo>
                  <a:lnTo>
                    <a:pt x="729686" y="33956"/>
                  </a:lnTo>
                  <a:lnTo>
                    <a:pt x="746127" y="32173"/>
                  </a:lnTo>
                  <a:lnTo>
                    <a:pt x="762046" y="30445"/>
                  </a:lnTo>
                  <a:lnTo>
                    <a:pt x="777475" y="28771"/>
                  </a:lnTo>
                  <a:lnTo>
                    <a:pt x="792443" y="27147"/>
                  </a:lnTo>
                  <a:lnTo>
                    <a:pt x="806978" y="25570"/>
                  </a:lnTo>
                  <a:lnTo>
                    <a:pt x="821103" y="24037"/>
                  </a:lnTo>
                  <a:lnTo>
                    <a:pt x="834841" y="22547"/>
                  </a:lnTo>
                  <a:lnTo>
                    <a:pt x="848212" y="21096"/>
                  </a:lnTo>
                  <a:lnTo>
                    <a:pt x="861237" y="19683"/>
                  </a:lnTo>
                  <a:lnTo>
                    <a:pt x="873931" y="18305"/>
                  </a:lnTo>
                  <a:lnTo>
                    <a:pt x="886312" y="16962"/>
                  </a:lnTo>
                  <a:lnTo>
                    <a:pt x="898395" y="15651"/>
                  </a:lnTo>
                  <a:lnTo>
                    <a:pt x="910193" y="14371"/>
                  </a:lnTo>
                  <a:lnTo>
                    <a:pt x="921720" y="13120"/>
                  </a:lnTo>
                  <a:lnTo>
                    <a:pt x="932988" y="11897"/>
                  </a:lnTo>
                  <a:lnTo>
                    <a:pt x="944008" y="10701"/>
                  </a:lnTo>
                  <a:lnTo>
                    <a:pt x="954791" y="9531"/>
                  </a:lnTo>
                  <a:lnTo>
                    <a:pt x="965348" y="8386"/>
                  </a:lnTo>
                  <a:lnTo>
                    <a:pt x="975686" y="7264"/>
                  </a:lnTo>
                  <a:lnTo>
                    <a:pt x="985816" y="6165"/>
                  </a:lnTo>
                  <a:lnTo>
                    <a:pt x="995745" y="5088"/>
                  </a:lnTo>
                  <a:lnTo>
                    <a:pt x="1005481" y="4031"/>
                  </a:lnTo>
                  <a:lnTo>
                    <a:pt x="1015032" y="2995"/>
                  </a:lnTo>
                  <a:lnTo>
                    <a:pt x="1024405" y="1978"/>
                  </a:lnTo>
                  <a:lnTo>
                    <a:pt x="1033605" y="980"/>
                  </a:lnTo>
                  <a:lnTo>
                    <a:pt x="104263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19497" y="1777802"/>
              <a:ext cx="1042639" cy="20621"/>
            </a:xfrm>
            <a:custGeom>
              <a:avLst/>
              <a:pathLst>
                <a:path w="1042639" h="20621">
                  <a:moveTo>
                    <a:pt x="0" y="0"/>
                  </a:moveTo>
                  <a:lnTo>
                    <a:pt x="66953" y="1324"/>
                  </a:lnTo>
                  <a:lnTo>
                    <a:pt x="126010" y="2492"/>
                  </a:lnTo>
                  <a:lnTo>
                    <a:pt x="178838" y="3537"/>
                  </a:lnTo>
                  <a:lnTo>
                    <a:pt x="226627" y="4482"/>
                  </a:lnTo>
                  <a:lnTo>
                    <a:pt x="270254" y="5345"/>
                  </a:lnTo>
                  <a:lnTo>
                    <a:pt x="310388" y="6138"/>
                  </a:lnTo>
                  <a:lnTo>
                    <a:pt x="347546" y="6873"/>
                  </a:lnTo>
                  <a:lnTo>
                    <a:pt x="382139" y="7557"/>
                  </a:lnTo>
                  <a:lnTo>
                    <a:pt x="414499" y="8197"/>
                  </a:lnTo>
                  <a:lnTo>
                    <a:pt x="444897" y="8799"/>
                  </a:lnTo>
                  <a:lnTo>
                    <a:pt x="473556" y="9365"/>
                  </a:lnTo>
                  <a:lnTo>
                    <a:pt x="500666" y="9902"/>
                  </a:lnTo>
                  <a:lnTo>
                    <a:pt x="526384" y="10410"/>
                  </a:lnTo>
                  <a:lnTo>
                    <a:pt x="550848" y="10894"/>
                  </a:lnTo>
                  <a:lnTo>
                    <a:pt x="574173" y="11355"/>
                  </a:lnTo>
                  <a:lnTo>
                    <a:pt x="596461" y="11796"/>
                  </a:lnTo>
                  <a:lnTo>
                    <a:pt x="617801" y="12218"/>
                  </a:lnTo>
                  <a:lnTo>
                    <a:pt x="638269" y="12623"/>
                  </a:lnTo>
                  <a:lnTo>
                    <a:pt x="657935" y="13012"/>
                  </a:lnTo>
                  <a:lnTo>
                    <a:pt x="676858" y="13386"/>
                  </a:lnTo>
                  <a:lnTo>
                    <a:pt x="695093" y="13747"/>
                  </a:lnTo>
                  <a:lnTo>
                    <a:pt x="712688" y="14095"/>
                  </a:lnTo>
                  <a:lnTo>
                    <a:pt x="729686" y="14431"/>
                  </a:lnTo>
                  <a:lnTo>
                    <a:pt x="746127" y="14756"/>
                  </a:lnTo>
                  <a:lnTo>
                    <a:pt x="762046" y="15071"/>
                  </a:lnTo>
                  <a:lnTo>
                    <a:pt x="777475" y="15376"/>
                  </a:lnTo>
                  <a:lnTo>
                    <a:pt x="792443" y="15672"/>
                  </a:lnTo>
                  <a:lnTo>
                    <a:pt x="806978" y="15960"/>
                  </a:lnTo>
                  <a:lnTo>
                    <a:pt x="821103" y="16239"/>
                  </a:lnTo>
                  <a:lnTo>
                    <a:pt x="834841" y="16511"/>
                  </a:lnTo>
                  <a:lnTo>
                    <a:pt x="848212" y="16775"/>
                  </a:lnTo>
                  <a:lnTo>
                    <a:pt x="861237" y="17033"/>
                  </a:lnTo>
                  <a:lnTo>
                    <a:pt x="873931" y="17284"/>
                  </a:lnTo>
                  <a:lnTo>
                    <a:pt x="886312" y="17529"/>
                  </a:lnTo>
                  <a:lnTo>
                    <a:pt x="898395" y="17768"/>
                  </a:lnTo>
                  <a:lnTo>
                    <a:pt x="910193" y="18001"/>
                  </a:lnTo>
                  <a:lnTo>
                    <a:pt x="921720" y="18229"/>
                  </a:lnTo>
                  <a:lnTo>
                    <a:pt x="932988" y="18452"/>
                  </a:lnTo>
                  <a:lnTo>
                    <a:pt x="944008" y="18670"/>
                  </a:lnTo>
                  <a:lnTo>
                    <a:pt x="954791" y="18883"/>
                  </a:lnTo>
                  <a:lnTo>
                    <a:pt x="965348" y="19092"/>
                  </a:lnTo>
                  <a:lnTo>
                    <a:pt x="975686" y="19296"/>
                  </a:lnTo>
                  <a:lnTo>
                    <a:pt x="985816" y="19497"/>
                  </a:lnTo>
                  <a:lnTo>
                    <a:pt x="995745" y="19693"/>
                  </a:lnTo>
                  <a:lnTo>
                    <a:pt x="1005481" y="19886"/>
                  </a:lnTo>
                  <a:lnTo>
                    <a:pt x="1015032" y="20075"/>
                  </a:lnTo>
                  <a:lnTo>
                    <a:pt x="1024405" y="20260"/>
                  </a:lnTo>
                  <a:lnTo>
                    <a:pt x="1033605" y="20442"/>
                  </a:lnTo>
                  <a:lnTo>
                    <a:pt x="1042639" y="2062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19497" y="1765363"/>
              <a:ext cx="1042639" cy="130573"/>
            </a:xfrm>
            <a:custGeom>
              <a:avLst/>
              <a:pathLst>
                <a:path w="1042639" h="130573">
                  <a:moveTo>
                    <a:pt x="0" y="130573"/>
                  </a:moveTo>
                  <a:lnTo>
                    <a:pt x="66953" y="122189"/>
                  </a:lnTo>
                  <a:lnTo>
                    <a:pt x="126010" y="114793"/>
                  </a:lnTo>
                  <a:lnTo>
                    <a:pt x="178838" y="108177"/>
                  </a:lnTo>
                  <a:lnTo>
                    <a:pt x="226627" y="102192"/>
                  </a:lnTo>
                  <a:lnTo>
                    <a:pt x="270254" y="96728"/>
                  </a:lnTo>
                  <a:lnTo>
                    <a:pt x="310388" y="91702"/>
                  </a:lnTo>
                  <a:lnTo>
                    <a:pt x="347546" y="87049"/>
                  </a:lnTo>
                  <a:lnTo>
                    <a:pt x="382139" y="82716"/>
                  </a:lnTo>
                  <a:lnTo>
                    <a:pt x="414499" y="78664"/>
                  </a:lnTo>
                  <a:lnTo>
                    <a:pt x="444897" y="74857"/>
                  </a:lnTo>
                  <a:lnTo>
                    <a:pt x="473556" y="71268"/>
                  </a:lnTo>
                  <a:lnTo>
                    <a:pt x="500666" y="67873"/>
                  </a:lnTo>
                  <a:lnTo>
                    <a:pt x="526384" y="64652"/>
                  </a:lnTo>
                  <a:lnTo>
                    <a:pt x="550848" y="61588"/>
                  </a:lnTo>
                  <a:lnTo>
                    <a:pt x="574173" y="58667"/>
                  </a:lnTo>
                  <a:lnTo>
                    <a:pt x="596461" y="55876"/>
                  </a:lnTo>
                  <a:lnTo>
                    <a:pt x="617801" y="53204"/>
                  </a:lnTo>
                  <a:lnTo>
                    <a:pt x="638269" y="50640"/>
                  </a:lnTo>
                  <a:lnTo>
                    <a:pt x="657935" y="48178"/>
                  </a:lnTo>
                  <a:lnTo>
                    <a:pt x="676858" y="45808"/>
                  </a:lnTo>
                  <a:lnTo>
                    <a:pt x="695093" y="43524"/>
                  </a:lnTo>
                  <a:lnTo>
                    <a:pt x="712688" y="41321"/>
                  </a:lnTo>
                  <a:lnTo>
                    <a:pt x="729686" y="39192"/>
                  </a:lnTo>
                  <a:lnTo>
                    <a:pt x="746127" y="37133"/>
                  </a:lnTo>
                  <a:lnTo>
                    <a:pt x="762046" y="35139"/>
                  </a:lnTo>
                  <a:lnTo>
                    <a:pt x="777475" y="33207"/>
                  </a:lnTo>
                  <a:lnTo>
                    <a:pt x="792443" y="31333"/>
                  </a:lnTo>
                  <a:lnTo>
                    <a:pt x="806978" y="29512"/>
                  </a:lnTo>
                  <a:lnTo>
                    <a:pt x="821103" y="27743"/>
                  </a:lnTo>
                  <a:lnTo>
                    <a:pt x="834841" y="26023"/>
                  </a:lnTo>
                  <a:lnTo>
                    <a:pt x="848212" y="24348"/>
                  </a:lnTo>
                  <a:lnTo>
                    <a:pt x="861237" y="22717"/>
                  </a:lnTo>
                  <a:lnTo>
                    <a:pt x="873931" y="21128"/>
                  </a:lnTo>
                  <a:lnTo>
                    <a:pt x="886312" y="19577"/>
                  </a:lnTo>
                  <a:lnTo>
                    <a:pt x="898395" y="18064"/>
                  </a:lnTo>
                  <a:lnTo>
                    <a:pt x="910193" y="16586"/>
                  </a:lnTo>
                  <a:lnTo>
                    <a:pt x="921720" y="15143"/>
                  </a:lnTo>
                  <a:lnTo>
                    <a:pt x="932988" y="13732"/>
                  </a:lnTo>
                  <a:lnTo>
                    <a:pt x="944008" y="12351"/>
                  </a:lnTo>
                  <a:lnTo>
                    <a:pt x="954791" y="11001"/>
                  </a:lnTo>
                  <a:lnTo>
                    <a:pt x="965348" y="9679"/>
                  </a:lnTo>
                  <a:lnTo>
                    <a:pt x="975686" y="8384"/>
                  </a:lnTo>
                  <a:lnTo>
                    <a:pt x="985816" y="7116"/>
                  </a:lnTo>
                  <a:lnTo>
                    <a:pt x="995745" y="5872"/>
                  </a:lnTo>
                  <a:lnTo>
                    <a:pt x="1005481" y="4653"/>
                  </a:lnTo>
                  <a:lnTo>
                    <a:pt x="1015032" y="3457"/>
                  </a:lnTo>
                  <a:lnTo>
                    <a:pt x="1024405" y="2283"/>
                  </a:lnTo>
                  <a:lnTo>
                    <a:pt x="1033605" y="1131"/>
                  </a:lnTo>
                  <a:lnTo>
                    <a:pt x="104263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19497" y="1561460"/>
              <a:ext cx="1042639" cy="498967"/>
            </a:xfrm>
            <a:custGeom>
              <a:avLst/>
              <a:pathLst>
                <a:path w="1042639" h="498967">
                  <a:moveTo>
                    <a:pt x="0" y="498967"/>
                  </a:moveTo>
                  <a:lnTo>
                    <a:pt x="66953" y="466926"/>
                  </a:lnTo>
                  <a:lnTo>
                    <a:pt x="126010" y="438664"/>
                  </a:lnTo>
                  <a:lnTo>
                    <a:pt x="178838" y="413382"/>
                  </a:lnTo>
                  <a:lnTo>
                    <a:pt x="226627" y="390512"/>
                  </a:lnTo>
                  <a:lnTo>
                    <a:pt x="270254" y="369633"/>
                  </a:lnTo>
                  <a:lnTo>
                    <a:pt x="310388" y="350427"/>
                  </a:lnTo>
                  <a:lnTo>
                    <a:pt x="347546" y="332645"/>
                  </a:lnTo>
                  <a:lnTo>
                    <a:pt x="382139" y="316090"/>
                  </a:lnTo>
                  <a:lnTo>
                    <a:pt x="414499" y="300603"/>
                  </a:lnTo>
                  <a:lnTo>
                    <a:pt x="444897" y="286056"/>
                  </a:lnTo>
                  <a:lnTo>
                    <a:pt x="473556" y="272341"/>
                  </a:lnTo>
                  <a:lnTo>
                    <a:pt x="500666" y="259367"/>
                  </a:lnTo>
                  <a:lnTo>
                    <a:pt x="526384" y="247059"/>
                  </a:lnTo>
                  <a:lnTo>
                    <a:pt x="550848" y="235352"/>
                  </a:lnTo>
                  <a:lnTo>
                    <a:pt x="574173" y="224190"/>
                  </a:lnTo>
                  <a:lnTo>
                    <a:pt x="596461" y="213523"/>
                  </a:lnTo>
                  <a:lnTo>
                    <a:pt x="617801" y="203311"/>
                  </a:lnTo>
                  <a:lnTo>
                    <a:pt x="638269" y="193516"/>
                  </a:lnTo>
                  <a:lnTo>
                    <a:pt x="657935" y="184104"/>
                  </a:lnTo>
                  <a:lnTo>
                    <a:pt x="676858" y="175049"/>
                  </a:lnTo>
                  <a:lnTo>
                    <a:pt x="695093" y="166322"/>
                  </a:lnTo>
                  <a:lnTo>
                    <a:pt x="712688" y="157902"/>
                  </a:lnTo>
                  <a:lnTo>
                    <a:pt x="729686" y="149767"/>
                  </a:lnTo>
                  <a:lnTo>
                    <a:pt x="746127" y="141899"/>
                  </a:lnTo>
                  <a:lnTo>
                    <a:pt x="762046" y="134281"/>
                  </a:lnTo>
                  <a:lnTo>
                    <a:pt x="777475" y="126897"/>
                  </a:lnTo>
                  <a:lnTo>
                    <a:pt x="792443" y="119734"/>
                  </a:lnTo>
                  <a:lnTo>
                    <a:pt x="806978" y="112778"/>
                  </a:lnTo>
                  <a:lnTo>
                    <a:pt x="821103" y="106018"/>
                  </a:lnTo>
                  <a:lnTo>
                    <a:pt x="834841" y="99444"/>
                  </a:lnTo>
                  <a:lnTo>
                    <a:pt x="848212" y="93045"/>
                  </a:lnTo>
                  <a:lnTo>
                    <a:pt x="861237" y="86812"/>
                  </a:lnTo>
                  <a:lnTo>
                    <a:pt x="873931" y="80737"/>
                  </a:lnTo>
                  <a:lnTo>
                    <a:pt x="886312" y="74812"/>
                  </a:lnTo>
                  <a:lnTo>
                    <a:pt x="898395" y="69030"/>
                  </a:lnTo>
                  <a:lnTo>
                    <a:pt x="910193" y="63383"/>
                  </a:lnTo>
                  <a:lnTo>
                    <a:pt x="921720" y="57867"/>
                  </a:lnTo>
                  <a:lnTo>
                    <a:pt x="932988" y="52475"/>
                  </a:lnTo>
                  <a:lnTo>
                    <a:pt x="944008" y="47201"/>
                  </a:lnTo>
                  <a:lnTo>
                    <a:pt x="954791" y="42040"/>
                  </a:lnTo>
                  <a:lnTo>
                    <a:pt x="965348" y="36988"/>
                  </a:lnTo>
                  <a:lnTo>
                    <a:pt x="975686" y="32041"/>
                  </a:lnTo>
                  <a:lnTo>
                    <a:pt x="985816" y="27193"/>
                  </a:lnTo>
                  <a:lnTo>
                    <a:pt x="995745" y="22441"/>
                  </a:lnTo>
                  <a:lnTo>
                    <a:pt x="1005481" y="17782"/>
                  </a:lnTo>
                  <a:lnTo>
                    <a:pt x="1015032" y="13211"/>
                  </a:lnTo>
                  <a:lnTo>
                    <a:pt x="1024405" y="8726"/>
                  </a:lnTo>
                  <a:lnTo>
                    <a:pt x="1033605" y="4323"/>
                  </a:lnTo>
                  <a:lnTo>
                    <a:pt x="104263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19497" y="1646161"/>
              <a:ext cx="1042639" cy="367260"/>
            </a:xfrm>
            <a:custGeom>
              <a:avLst/>
              <a:pathLst>
                <a:path w="1042639" h="367260">
                  <a:moveTo>
                    <a:pt x="0" y="367260"/>
                  </a:moveTo>
                  <a:lnTo>
                    <a:pt x="66953" y="343676"/>
                  </a:lnTo>
                  <a:lnTo>
                    <a:pt x="126010" y="322874"/>
                  </a:lnTo>
                  <a:lnTo>
                    <a:pt x="178838" y="304266"/>
                  </a:lnTo>
                  <a:lnTo>
                    <a:pt x="226627" y="287433"/>
                  </a:lnTo>
                  <a:lnTo>
                    <a:pt x="270254" y="272065"/>
                  </a:lnTo>
                  <a:lnTo>
                    <a:pt x="310388" y="257928"/>
                  </a:lnTo>
                  <a:lnTo>
                    <a:pt x="347546" y="244840"/>
                  </a:lnTo>
                  <a:lnTo>
                    <a:pt x="382139" y="232655"/>
                  </a:lnTo>
                  <a:lnTo>
                    <a:pt x="414499" y="221256"/>
                  </a:lnTo>
                  <a:lnTo>
                    <a:pt x="444897" y="210549"/>
                  </a:lnTo>
                  <a:lnTo>
                    <a:pt x="473556" y="200454"/>
                  </a:lnTo>
                  <a:lnTo>
                    <a:pt x="500666" y="190905"/>
                  </a:lnTo>
                  <a:lnTo>
                    <a:pt x="526384" y="181846"/>
                  </a:lnTo>
                  <a:lnTo>
                    <a:pt x="550848" y="173229"/>
                  </a:lnTo>
                  <a:lnTo>
                    <a:pt x="574173" y="165012"/>
                  </a:lnTo>
                  <a:lnTo>
                    <a:pt x="596461" y="157162"/>
                  </a:lnTo>
                  <a:lnTo>
                    <a:pt x="617801" y="149645"/>
                  </a:lnTo>
                  <a:lnTo>
                    <a:pt x="638269" y="142435"/>
                  </a:lnTo>
                  <a:lnTo>
                    <a:pt x="657935" y="135508"/>
                  </a:lnTo>
                  <a:lnTo>
                    <a:pt x="676858" y="128843"/>
                  </a:lnTo>
                  <a:lnTo>
                    <a:pt x="695093" y="122420"/>
                  </a:lnTo>
                  <a:lnTo>
                    <a:pt x="712688" y="116222"/>
                  </a:lnTo>
                  <a:lnTo>
                    <a:pt x="729686" y="110234"/>
                  </a:lnTo>
                  <a:lnTo>
                    <a:pt x="746127" y="104443"/>
                  </a:lnTo>
                  <a:lnTo>
                    <a:pt x="762046" y="98836"/>
                  </a:lnTo>
                  <a:lnTo>
                    <a:pt x="777475" y="93401"/>
                  </a:lnTo>
                  <a:lnTo>
                    <a:pt x="792443" y="88129"/>
                  </a:lnTo>
                  <a:lnTo>
                    <a:pt x="806978" y="83009"/>
                  </a:lnTo>
                  <a:lnTo>
                    <a:pt x="821103" y="78034"/>
                  </a:lnTo>
                  <a:lnTo>
                    <a:pt x="834841" y="73195"/>
                  </a:lnTo>
                  <a:lnTo>
                    <a:pt x="848212" y="68485"/>
                  </a:lnTo>
                  <a:lnTo>
                    <a:pt x="861237" y="63897"/>
                  </a:lnTo>
                  <a:lnTo>
                    <a:pt x="873931" y="59426"/>
                  </a:lnTo>
                  <a:lnTo>
                    <a:pt x="886312" y="55064"/>
                  </a:lnTo>
                  <a:lnTo>
                    <a:pt x="898395" y="50808"/>
                  </a:lnTo>
                  <a:lnTo>
                    <a:pt x="910193" y="46653"/>
                  </a:lnTo>
                  <a:lnTo>
                    <a:pt x="921720" y="42592"/>
                  </a:lnTo>
                  <a:lnTo>
                    <a:pt x="932988" y="38623"/>
                  </a:lnTo>
                  <a:lnTo>
                    <a:pt x="944008" y="34741"/>
                  </a:lnTo>
                  <a:lnTo>
                    <a:pt x="954791" y="30943"/>
                  </a:lnTo>
                  <a:lnTo>
                    <a:pt x="965348" y="27225"/>
                  </a:lnTo>
                  <a:lnTo>
                    <a:pt x="975686" y="23583"/>
                  </a:lnTo>
                  <a:lnTo>
                    <a:pt x="985816" y="20015"/>
                  </a:lnTo>
                  <a:lnTo>
                    <a:pt x="995745" y="16518"/>
                  </a:lnTo>
                  <a:lnTo>
                    <a:pt x="1005481" y="13088"/>
                  </a:lnTo>
                  <a:lnTo>
                    <a:pt x="1015032" y="9724"/>
                  </a:lnTo>
                  <a:lnTo>
                    <a:pt x="1024405" y="6423"/>
                  </a:lnTo>
                  <a:lnTo>
                    <a:pt x="1033605" y="3182"/>
                  </a:lnTo>
                  <a:lnTo>
                    <a:pt x="104263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19497" y="1851984"/>
              <a:ext cx="1042639" cy="48579"/>
            </a:xfrm>
            <a:custGeom>
              <a:avLst/>
              <a:pathLst>
                <a:path w="1042639" h="48579">
                  <a:moveTo>
                    <a:pt x="0" y="0"/>
                  </a:moveTo>
                  <a:lnTo>
                    <a:pt x="66953" y="3119"/>
                  </a:lnTo>
                  <a:lnTo>
                    <a:pt x="126010" y="5871"/>
                  </a:lnTo>
                  <a:lnTo>
                    <a:pt x="178838" y="8332"/>
                  </a:lnTo>
                  <a:lnTo>
                    <a:pt x="226627" y="10559"/>
                  </a:lnTo>
                  <a:lnTo>
                    <a:pt x="270254" y="12591"/>
                  </a:lnTo>
                  <a:lnTo>
                    <a:pt x="310388" y="14461"/>
                  </a:lnTo>
                  <a:lnTo>
                    <a:pt x="347546" y="16193"/>
                  </a:lnTo>
                  <a:lnTo>
                    <a:pt x="382139" y="17804"/>
                  </a:lnTo>
                  <a:lnTo>
                    <a:pt x="414499" y="19312"/>
                  </a:lnTo>
                  <a:lnTo>
                    <a:pt x="444897" y="20728"/>
                  </a:lnTo>
                  <a:lnTo>
                    <a:pt x="473556" y="22064"/>
                  </a:lnTo>
                  <a:lnTo>
                    <a:pt x="500666" y="23327"/>
                  </a:lnTo>
                  <a:lnTo>
                    <a:pt x="526384" y="24525"/>
                  </a:lnTo>
                  <a:lnTo>
                    <a:pt x="550848" y="25665"/>
                  </a:lnTo>
                  <a:lnTo>
                    <a:pt x="574173" y="26752"/>
                  </a:lnTo>
                  <a:lnTo>
                    <a:pt x="596461" y="27790"/>
                  </a:lnTo>
                  <a:lnTo>
                    <a:pt x="617801" y="28785"/>
                  </a:lnTo>
                  <a:lnTo>
                    <a:pt x="638269" y="29738"/>
                  </a:lnTo>
                  <a:lnTo>
                    <a:pt x="657935" y="30654"/>
                  </a:lnTo>
                  <a:lnTo>
                    <a:pt x="676858" y="31536"/>
                  </a:lnTo>
                  <a:lnTo>
                    <a:pt x="695093" y="32386"/>
                  </a:lnTo>
                  <a:lnTo>
                    <a:pt x="712688" y="33206"/>
                  </a:lnTo>
                  <a:lnTo>
                    <a:pt x="729686" y="33998"/>
                  </a:lnTo>
                  <a:lnTo>
                    <a:pt x="746127" y="34764"/>
                  </a:lnTo>
                  <a:lnTo>
                    <a:pt x="762046" y="35505"/>
                  </a:lnTo>
                  <a:lnTo>
                    <a:pt x="777475" y="36224"/>
                  </a:lnTo>
                  <a:lnTo>
                    <a:pt x="792443" y="36922"/>
                  </a:lnTo>
                  <a:lnTo>
                    <a:pt x="806978" y="37599"/>
                  </a:lnTo>
                  <a:lnTo>
                    <a:pt x="821103" y="38257"/>
                  </a:lnTo>
                  <a:lnTo>
                    <a:pt x="834841" y="38897"/>
                  </a:lnTo>
                  <a:lnTo>
                    <a:pt x="848212" y="39520"/>
                  </a:lnTo>
                  <a:lnTo>
                    <a:pt x="861237" y="40127"/>
                  </a:lnTo>
                  <a:lnTo>
                    <a:pt x="873931" y="40718"/>
                  </a:lnTo>
                  <a:lnTo>
                    <a:pt x="886312" y="41295"/>
                  </a:lnTo>
                  <a:lnTo>
                    <a:pt x="898395" y="41858"/>
                  </a:lnTo>
                  <a:lnTo>
                    <a:pt x="910193" y="42408"/>
                  </a:lnTo>
                  <a:lnTo>
                    <a:pt x="921720" y="42945"/>
                  </a:lnTo>
                  <a:lnTo>
                    <a:pt x="932988" y="43470"/>
                  </a:lnTo>
                  <a:lnTo>
                    <a:pt x="944008" y="43983"/>
                  </a:lnTo>
                  <a:lnTo>
                    <a:pt x="954791" y="44486"/>
                  </a:lnTo>
                  <a:lnTo>
                    <a:pt x="965348" y="44978"/>
                  </a:lnTo>
                  <a:lnTo>
                    <a:pt x="975686" y="45459"/>
                  </a:lnTo>
                  <a:lnTo>
                    <a:pt x="985816" y="45931"/>
                  </a:lnTo>
                  <a:lnTo>
                    <a:pt x="995745" y="46394"/>
                  </a:lnTo>
                  <a:lnTo>
                    <a:pt x="1005481" y="46848"/>
                  </a:lnTo>
                  <a:lnTo>
                    <a:pt x="1015032" y="47293"/>
                  </a:lnTo>
                  <a:lnTo>
                    <a:pt x="1024405" y="47729"/>
                  </a:lnTo>
                  <a:lnTo>
                    <a:pt x="1033605" y="48158"/>
                  </a:lnTo>
                  <a:lnTo>
                    <a:pt x="1042639" y="4857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42663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227282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52636" y="199653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52636" y="17202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52636" y="144394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52636" y="116765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11032" y="23138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11032" y="203754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11032" y="17612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11032" y="14849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11032" y="12086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42663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1949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767043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1459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6213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8" name="rc117"/>
            <p:cNvSpPr/>
            <p:nvPr/>
          </p:nvSpPr>
          <p:spPr>
            <a:xfrm>
              <a:off x="2806669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65850" y="19381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73126" y="192191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35603" y="183077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73615" y="176285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32664" y="219467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41660" y="226156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64772" y="183203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40917" y="221366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33149" y="18298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80415" y="166599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93712" y="18440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99408" y="188678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17315" y="132281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22894" y="18205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24213" y="14136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91893" y="173599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08666" y="167710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93885" y="193432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07767" y="18457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78550" y="209247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06427" y="21069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83405" y="20302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91213" y="22697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80117" y="214447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88715" y="21898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180440" y="201856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09629" y="21131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217798" y="186463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71301" y="147092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40877" y="19376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73443" y="166376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48930" y="191841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63778" y="17418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49666" y="19187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38288" y="140747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33889" y="173425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57903" y="181428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57028" y="205309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51703" y="18228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51175" y="130742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49460" y="16763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36182" y="19186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63001" y="19246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41595" y="204449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70576" y="224307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73371" y="21123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56436" y="207334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66271" y="171493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98512" y="166465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13050" y="156836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86577" y="18016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92118" y="188685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10791" y="22748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75155" y="188918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20283" y="227267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76503" y="181409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07527" y="189644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14863" y="217073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22208" y="175844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99745" y="12098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77033" y="195370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78938" y="166188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86596" y="170528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77535" y="157197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10926" y="176807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93296" y="159163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93720" y="196793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94120" y="173271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884712" y="192183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882519" y="215615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886070" y="13843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896020" y="16503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84045" y="1701203"/>
              <a:ext cx="1043525" cy="159849"/>
            </a:xfrm>
            <a:custGeom>
              <a:avLst/>
              <a:pathLst>
                <a:path w="1043525" h="159849">
                  <a:moveTo>
                    <a:pt x="0" y="159849"/>
                  </a:moveTo>
                  <a:lnTo>
                    <a:pt x="67010" y="149584"/>
                  </a:lnTo>
                  <a:lnTo>
                    <a:pt x="126117" y="140530"/>
                  </a:lnTo>
                  <a:lnTo>
                    <a:pt x="178990" y="132431"/>
                  </a:lnTo>
                  <a:lnTo>
                    <a:pt x="226819" y="125104"/>
                  </a:lnTo>
                  <a:lnTo>
                    <a:pt x="270484" y="118415"/>
                  </a:lnTo>
                  <a:lnTo>
                    <a:pt x="310652" y="112262"/>
                  </a:lnTo>
                  <a:lnTo>
                    <a:pt x="347841" y="106566"/>
                  </a:lnTo>
                  <a:lnTo>
                    <a:pt x="382464" y="101262"/>
                  </a:lnTo>
                  <a:lnTo>
                    <a:pt x="414851" y="96301"/>
                  </a:lnTo>
                  <a:lnTo>
                    <a:pt x="445275" y="91641"/>
                  </a:lnTo>
                  <a:lnTo>
                    <a:pt x="473958" y="87247"/>
                  </a:lnTo>
                  <a:lnTo>
                    <a:pt x="501091" y="83091"/>
                  </a:lnTo>
                  <a:lnTo>
                    <a:pt x="526831" y="79148"/>
                  </a:lnTo>
                  <a:lnTo>
                    <a:pt x="551316" y="75397"/>
                  </a:lnTo>
                  <a:lnTo>
                    <a:pt x="574661" y="71821"/>
                  </a:lnTo>
                  <a:lnTo>
                    <a:pt x="596968" y="68404"/>
                  </a:lnTo>
                  <a:lnTo>
                    <a:pt x="618326" y="65132"/>
                  </a:lnTo>
                  <a:lnTo>
                    <a:pt x="638812" y="61994"/>
                  </a:lnTo>
                  <a:lnTo>
                    <a:pt x="658494" y="58979"/>
                  </a:lnTo>
                  <a:lnTo>
                    <a:pt x="677433" y="56078"/>
                  </a:lnTo>
                  <a:lnTo>
                    <a:pt x="695683" y="53283"/>
                  </a:lnTo>
                  <a:lnTo>
                    <a:pt x="713293" y="50585"/>
                  </a:lnTo>
                  <a:lnTo>
                    <a:pt x="730306" y="47979"/>
                  </a:lnTo>
                  <a:lnTo>
                    <a:pt x="746761" y="45458"/>
                  </a:lnTo>
                  <a:lnTo>
                    <a:pt x="762693" y="43018"/>
                  </a:lnTo>
                  <a:lnTo>
                    <a:pt x="778135" y="40652"/>
                  </a:lnTo>
                  <a:lnTo>
                    <a:pt x="793116" y="38358"/>
                  </a:lnTo>
                  <a:lnTo>
                    <a:pt x="807663" y="36129"/>
                  </a:lnTo>
                  <a:lnTo>
                    <a:pt x="821800" y="33964"/>
                  </a:lnTo>
                  <a:lnTo>
                    <a:pt x="835550" y="31858"/>
                  </a:lnTo>
                  <a:lnTo>
                    <a:pt x="848933" y="29807"/>
                  </a:lnTo>
                  <a:lnTo>
                    <a:pt x="861968" y="27811"/>
                  </a:lnTo>
                  <a:lnTo>
                    <a:pt x="874673" y="25865"/>
                  </a:lnTo>
                  <a:lnTo>
                    <a:pt x="887065" y="23966"/>
                  </a:lnTo>
                  <a:lnTo>
                    <a:pt x="899158" y="22114"/>
                  </a:lnTo>
                  <a:lnTo>
                    <a:pt x="910966" y="20305"/>
                  </a:lnTo>
                  <a:lnTo>
                    <a:pt x="922503" y="18538"/>
                  </a:lnTo>
                  <a:lnTo>
                    <a:pt x="933780" y="16810"/>
                  </a:lnTo>
                  <a:lnTo>
                    <a:pt x="944810" y="15121"/>
                  </a:lnTo>
                  <a:lnTo>
                    <a:pt x="955602" y="13468"/>
                  </a:lnTo>
                  <a:lnTo>
                    <a:pt x="966168" y="11849"/>
                  </a:lnTo>
                  <a:lnTo>
                    <a:pt x="976515" y="10264"/>
                  </a:lnTo>
                  <a:lnTo>
                    <a:pt x="986653" y="8711"/>
                  </a:lnTo>
                  <a:lnTo>
                    <a:pt x="996591" y="7189"/>
                  </a:lnTo>
                  <a:lnTo>
                    <a:pt x="1006335" y="5696"/>
                  </a:lnTo>
                  <a:lnTo>
                    <a:pt x="1015894" y="4232"/>
                  </a:lnTo>
                  <a:lnTo>
                    <a:pt x="1025275" y="2795"/>
                  </a:lnTo>
                  <a:lnTo>
                    <a:pt x="1034483" y="1385"/>
                  </a:lnTo>
                  <a:lnTo>
                    <a:pt x="104352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84045" y="1441494"/>
              <a:ext cx="1043525" cy="283386"/>
            </a:xfrm>
            <a:custGeom>
              <a:avLst/>
              <a:pathLst>
                <a:path w="1043525" h="283386">
                  <a:moveTo>
                    <a:pt x="0" y="283386"/>
                  </a:moveTo>
                  <a:lnTo>
                    <a:pt x="67010" y="265189"/>
                  </a:lnTo>
                  <a:lnTo>
                    <a:pt x="126117" y="249137"/>
                  </a:lnTo>
                  <a:lnTo>
                    <a:pt x="178990" y="234779"/>
                  </a:lnTo>
                  <a:lnTo>
                    <a:pt x="226819" y="221790"/>
                  </a:lnTo>
                  <a:lnTo>
                    <a:pt x="270484" y="209932"/>
                  </a:lnTo>
                  <a:lnTo>
                    <a:pt x="310652" y="199024"/>
                  </a:lnTo>
                  <a:lnTo>
                    <a:pt x="347841" y="188924"/>
                  </a:lnTo>
                  <a:lnTo>
                    <a:pt x="382464" y="179522"/>
                  </a:lnTo>
                  <a:lnTo>
                    <a:pt x="414851" y="170726"/>
                  </a:lnTo>
                  <a:lnTo>
                    <a:pt x="445275" y="162464"/>
                  </a:lnTo>
                  <a:lnTo>
                    <a:pt x="473958" y="154675"/>
                  </a:lnTo>
                  <a:lnTo>
                    <a:pt x="501091" y="147307"/>
                  </a:lnTo>
                  <a:lnTo>
                    <a:pt x="526831" y="140316"/>
                  </a:lnTo>
                  <a:lnTo>
                    <a:pt x="551316" y="133667"/>
                  </a:lnTo>
                  <a:lnTo>
                    <a:pt x="574661" y="127327"/>
                  </a:lnTo>
                  <a:lnTo>
                    <a:pt x="596968" y="121270"/>
                  </a:lnTo>
                  <a:lnTo>
                    <a:pt x="618326" y="115469"/>
                  </a:lnTo>
                  <a:lnTo>
                    <a:pt x="638812" y="109906"/>
                  </a:lnTo>
                  <a:lnTo>
                    <a:pt x="658494" y="104561"/>
                  </a:lnTo>
                  <a:lnTo>
                    <a:pt x="677433" y="99418"/>
                  </a:lnTo>
                  <a:lnTo>
                    <a:pt x="695683" y="94462"/>
                  </a:lnTo>
                  <a:lnTo>
                    <a:pt x="713293" y="89680"/>
                  </a:lnTo>
                  <a:lnTo>
                    <a:pt x="730306" y="85059"/>
                  </a:lnTo>
                  <a:lnTo>
                    <a:pt x="746761" y="80591"/>
                  </a:lnTo>
                  <a:lnTo>
                    <a:pt x="762693" y="76264"/>
                  </a:lnTo>
                  <a:lnTo>
                    <a:pt x="778135" y="72071"/>
                  </a:lnTo>
                  <a:lnTo>
                    <a:pt x="793116" y="68002"/>
                  </a:lnTo>
                  <a:lnTo>
                    <a:pt x="807663" y="64052"/>
                  </a:lnTo>
                  <a:lnTo>
                    <a:pt x="821800" y="60213"/>
                  </a:lnTo>
                  <a:lnTo>
                    <a:pt x="835550" y="56479"/>
                  </a:lnTo>
                  <a:lnTo>
                    <a:pt x="848933" y="52844"/>
                  </a:lnTo>
                  <a:lnTo>
                    <a:pt x="861968" y="49304"/>
                  </a:lnTo>
                  <a:lnTo>
                    <a:pt x="874673" y="45854"/>
                  </a:lnTo>
                  <a:lnTo>
                    <a:pt x="887065" y="42489"/>
                  </a:lnTo>
                  <a:lnTo>
                    <a:pt x="899158" y="39205"/>
                  </a:lnTo>
                  <a:lnTo>
                    <a:pt x="910966" y="35998"/>
                  </a:lnTo>
                  <a:lnTo>
                    <a:pt x="922503" y="32865"/>
                  </a:lnTo>
                  <a:lnTo>
                    <a:pt x="933780" y="29803"/>
                  </a:lnTo>
                  <a:lnTo>
                    <a:pt x="944810" y="26807"/>
                  </a:lnTo>
                  <a:lnTo>
                    <a:pt x="955602" y="23876"/>
                  </a:lnTo>
                  <a:lnTo>
                    <a:pt x="966168" y="21007"/>
                  </a:lnTo>
                  <a:lnTo>
                    <a:pt x="976515" y="18197"/>
                  </a:lnTo>
                  <a:lnTo>
                    <a:pt x="986653" y="15444"/>
                  </a:lnTo>
                  <a:lnTo>
                    <a:pt x="996591" y="12745"/>
                  </a:lnTo>
                  <a:lnTo>
                    <a:pt x="1006335" y="10099"/>
                  </a:lnTo>
                  <a:lnTo>
                    <a:pt x="1015894" y="7503"/>
                  </a:lnTo>
                  <a:lnTo>
                    <a:pt x="1025275" y="4956"/>
                  </a:lnTo>
                  <a:lnTo>
                    <a:pt x="1034483" y="2455"/>
                  </a:lnTo>
                  <a:lnTo>
                    <a:pt x="104352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84045" y="1775769"/>
              <a:ext cx="1043525" cy="50086"/>
            </a:xfrm>
            <a:custGeom>
              <a:avLst/>
              <a:pathLst>
                <a:path w="1043525" h="50086">
                  <a:moveTo>
                    <a:pt x="0" y="50086"/>
                  </a:moveTo>
                  <a:lnTo>
                    <a:pt x="67010" y="46869"/>
                  </a:lnTo>
                  <a:lnTo>
                    <a:pt x="126117" y="44032"/>
                  </a:lnTo>
                  <a:lnTo>
                    <a:pt x="178990" y="41495"/>
                  </a:lnTo>
                  <a:lnTo>
                    <a:pt x="226819" y="39199"/>
                  </a:lnTo>
                  <a:lnTo>
                    <a:pt x="270484" y="37103"/>
                  </a:lnTo>
                  <a:lnTo>
                    <a:pt x="310652" y="35175"/>
                  </a:lnTo>
                  <a:lnTo>
                    <a:pt x="347841" y="33390"/>
                  </a:lnTo>
                  <a:lnTo>
                    <a:pt x="382464" y="31729"/>
                  </a:lnTo>
                  <a:lnTo>
                    <a:pt x="414851" y="30174"/>
                  </a:lnTo>
                  <a:lnTo>
                    <a:pt x="445275" y="28714"/>
                  </a:lnTo>
                  <a:lnTo>
                    <a:pt x="473958" y="27337"/>
                  </a:lnTo>
                  <a:lnTo>
                    <a:pt x="501091" y="26035"/>
                  </a:lnTo>
                  <a:lnTo>
                    <a:pt x="526831" y="24799"/>
                  </a:lnTo>
                  <a:lnTo>
                    <a:pt x="551316" y="23624"/>
                  </a:lnTo>
                  <a:lnTo>
                    <a:pt x="574661" y="22504"/>
                  </a:lnTo>
                  <a:lnTo>
                    <a:pt x="596968" y="21433"/>
                  </a:lnTo>
                  <a:lnTo>
                    <a:pt x="618326" y="20408"/>
                  </a:lnTo>
                  <a:lnTo>
                    <a:pt x="638812" y="19425"/>
                  </a:lnTo>
                  <a:lnTo>
                    <a:pt x="658494" y="18480"/>
                  </a:lnTo>
                  <a:lnTo>
                    <a:pt x="677433" y="17571"/>
                  </a:lnTo>
                  <a:lnTo>
                    <a:pt x="695683" y="16695"/>
                  </a:lnTo>
                  <a:lnTo>
                    <a:pt x="713293" y="15850"/>
                  </a:lnTo>
                  <a:lnTo>
                    <a:pt x="730306" y="15033"/>
                  </a:lnTo>
                  <a:lnTo>
                    <a:pt x="746761" y="14243"/>
                  </a:lnTo>
                  <a:lnTo>
                    <a:pt x="762693" y="13479"/>
                  </a:lnTo>
                  <a:lnTo>
                    <a:pt x="778135" y="12737"/>
                  </a:lnTo>
                  <a:lnTo>
                    <a:pt x="793116" y="12018"/>
                  </a:lnTo>
                  <a:lnTo>
                    <a:pt x="807663" y="11320"/>
                  </a:lnTo>
                  <a:lnTo>
                    <a:pt x="821800" y="10642"/>
                  </a:lnTo>
                  <a:lnTo>
                    <a:pt x="835550" y="9982"/>
                  </a:lnTo>
                  <a:lnTo>
                    <a:pt x="848933" y="9339"/>
                  </a:lnTo>
                  <a:lnTo>
                    <a:pt x="861968" y="8714"/>
                  </a:lnTo>
                  <a:lnTo>
                    <a:pt x="874673" y="8104"/>
                  </a:lnTo>
                  <a:lnTo>
                    <a:pt x="887065" y="7509"/>
                  </a:lnTo>
                  <a:lnTo>
                    <a:pt x="899158" y="6929"/>
                  </a:lnTo>
                  <a:lnTo>
                    <a:pt x="910966" y="6362"/>
                  </a:lnTo>
                  <a:lnTo>
                    <a:pt x="922503" y="5808"/>
                  </a:lnTo>
                  <a:lnTo>
                    <a:pt x="933780" y="5267"/>
                  </a:lnTo>
                  <a:lnTo>
                    <a:pt x="944810" y="4738"/>
                  </a:lnTo>
                  <a:lnTo>
                    <a:pt x="955602" y="4220"/>
                  </a:lnTo>
                  <a:lnTo>
                    <a:pt x="966168" y="3712"/>
                  </a:lnTo>
                  <a:lnTo>
                    <a:pt x="976515" y="3216"/>
                  </a:lnTo>
                  <a:lnTo>
                    <a:pt x="986653" y="2729"/>
                  </a:lnTo>
                  <a:lnTo>
                    <a:pt x="996591" y="2252"/>
                  </a:lnTo>
                  <a:lnTo>
                    <a:pt x="1006335" y="1784"/>
                  </a:lnTo>
                  <a:lnTo>
                    <a:pt x="1015894" y="1326"/>
                  </a:lnTo>
                  <a:lnTo>
                    <a:pt x="1025275" y="875"/>
                  </a:lnTo>
                  <a:lnTo>
                    <a:pt x="1034483" y="434"/>
                  </a:lnTo>
                  <a:lnTo>
                    <a:pt x="104352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84045" y="1699642"/>
              <a:ext cx="1043525" cy="428825"/>
            </a:xfrm>
            <a:custGeom>
              <a:avLst/>
              <a:pathLst>
                <a:path w="1043525" h="428825">
                  <a:moveTo>
                    <a:pt x="0" y="428825"/>
                  </a:moveTo>
                  <a:lnTo>
                    <a:pt x="67010" y="401288"/>
                  </a:lnTo>
                  <a:lnTo>
                    <a:pt x="126117" y="376998"/>
                  </a:lnTo>
                  <a:lnTo>
                    <a:pt x="178990" y="355271"/>
                  </a:lnTo>
                  <a:lnTo>
                    <a:pt x="226819" y="335616"/>
                  </a:lnTo>
                  <a:lnTo>
                    <a:pt x="270484" y="317672"/>
                  </a:lnTo>
                  <a:lnTo>
                    <a:pt x="310652" y="301166"/>
                  </a:lnTo>
                  <a:lnTo>
                    <a:pt x="347841" y="285883"/>
                  </a:lnTo>
                  <a:lnTo>
                    <a:pt x="382464" y="271655"/>
                  </a:lnTo>
                  <a:lnTo>
                    <a:pt x="414851" y="258346"/>
                  </a:lnTo>
                  <a:lnTo>
                    <a:pt x="445275" y="245844"/>
                  </a:lnTo>
                  <a:lnTo>
                    <a:pt x="473958" y="234057"/>
                  </a:lnTo>
                  <a:lnTo>
                    <a:pt x="501091" y="222907"/>
                  </a:lnTo>
                  <a:lnTo>
                    <a:pt x="526831" y="212329"/>
                  </a:lnTo>
                  <a:lnTo>
                    <a:pt x="551316" y="202268"/>
                  </a:lnTo>
                  <a:lnTo>
                    <a:pt x="574661" y="192674"/>
                  </a:lnTo>
                  <a:lnTo>
                    <a:pt x="596968" y="183507"/>
                  </a:lnTo>
                  <a:lnTo>
                    <a:pt x="618326" y="174730"/>
                  </a:lnTo>
                  <a:lnTo>
                    <a:pt x="638812" y="166312"/>
                  </a:lnTo>
                  <a:lnTo>
                    <a:pt x="658494" y="158224"/>
                  </a:lnTo>
                  <a:lnTo>
                    <a:pt x="677433" y="150441"/>
                  </a:lnTo>
                  <a:lnTo>
                    <a:pt x="695683" y="142941"/>
                  </a:lnTo>
                  <a:lnTo>
                    <a:pt x="713293" y="135705"/>
                  </a:lnTo>
                  <a:lnTo>
                    <a:pt x="730306" y="128713"/>
                  </a:lnTo>
                  <a:lnTo>
                    <a:pt x="746761" y="121952"/>
                  </a:lnTo>
                  <a:lnTo>
                    <a:pt x="762693" y="115404"/>
                  </a:lnTo>
                  <a:lnTo>
                    <a:pt x="778135" y="109058"/>
                  </a:lnTo>
                  <a:lnTo>
                    <a:pt x="793116" y="102902"/>
                  </a:lnTo>
                  <a:lnTo>
                    <a:pt x="807663" y="96924"/>
                  </a:lnTo>
                  <a:lnTo>
                    <a:pt x="821800" y="91115"/>
                  </a:lnTo>
                  <a:lnTo>
                    <a:pt x="835550" y="85465"/>
                  </a:lnTo>
                  <a:lnTo>
                    <a:pt x="848933" y="79965"/>
                  </a:lnTo>
                  <a:lnTo>
                    <a:pt x="861968" y="74608"/>
                  </a:lnTo>
                  <a:lnTo>
                    <a:pt x="874673" y="69387"/>
                  </a:lnTo>
                  <a:lnTo>
                    <a:pt x="887065" y="64295"/>
                  </a:lnTo>
                  <a:lnTo>
                    <a:pt x="899158" y="59326"/>
                  </a:lnTo>
                  <a:lnTo>
                    <a:pt x="910966" y="54473"/>
                  </a:lnTo>
                  <a:lnTo>
                    <a:pt x="922503" y="49732"/>
                  </a:lnTo>
                  <a:lnTo>
                    <a:pt x="933780" y="45098"/>
                  </a:lnTo>
                  <a:lnTo>
                    <a:pt x="944810" y="40565"/>
                  </a:lnTo>
                  <a:lnTo>
                    <a:pt x="955602" y="36130"/>
                  </a:lnTo>
                  <a:lnTo>
                    <a:pt x="966168" y="31789"/>
                  </a:lnTo>
                  <a:lnTo>
                    <a:pt x="976515" y="27537"/>
                  </a:lnTo>
                  <a:lnTo>
                    <a:pt x="986653" y="23370"/>
                  </a:lnTo>
                  <a:lnTo>
                    <a:pt x="996591" y="19287"/>
                  </a:lnTo>
                  <a:lnTo>
                    <a:pt x="1006335" y="15282"/>
                  </a:lnTo>
                  <a:lnTo>
                    <a:pt x="1015894" y="11354"/>
                  </a:lnTo>
                  <a:lnTo>
                    <a:pt x="1025275" y="7499"/>
                  </a:lnTo>
                  <a:lnTo>
                    <a:pt x="1034483" y="3715"/>
                  </a:lnTo>
                  <a:lnTo>
                    <a:pt x="104352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84045" y="2040301"/>
              <a:ext cx="1043525" cy="219287"/>
            </a:xfrm>
            <a:custGeom>
              <a:avLst/>
              <a:pathLst>
                <a:path w="1043525" h="219287">
                  <a:moveTo>
                    <a:pt x="0" y="219287"/>
                  </a:moveTo>
                  <a:lnTo>
                    <a:pt x="67010" y="205206"/>
                  </a:lnTo>
                  <a:lnTo>
                    <a:pt x="126117" y="192785"/>
                  </a:lnTo>
                  <a:lnTo>
                    <a:pt x="178990" y="181674"/>
                  </a:lnTo>
                  <a:lnTo>
                    <a:pt x="226819" y="171623"/>
                  </a:lnTo>
                  <a:lnTo>
                    <a:pt x="270484" y="162447"/>
                  </a:lnTo>
                  <a:lnTo>
                    <a:pt x="310652" y="154007"/>
                  </a:lnTo>
                  <a:lnTo>
                    <a:pt x="347841" y="146191"/>
                  </a:lnTo>
                  <a:lnTo>
                    <a:pt x="382464" y="138916"/>
                  </a:lnTo>
                  <a:lnTo>
                    <a:pt x="414851" y="132110"/>
                  </a:lnTo>
                  <a:lnTo>
                    <a:pt x="445275" y="125717"/>
                  </a:lnTo>
                  <a:lnTo>
                    <a:pt x="473958" y="119689"/>
                  </a:lnTo>
                  <a:lnTo>
                    <a:pt x="501091" y="113987"/>
                  </a:lnTo>
                  <a:lnTo>
                    <a:pt x="526831" y="108578"/>
                  </a:lnTo>
                  <a:lnTo>
                    <a:pt x="551316" y="103433"/>
                  </a:lnTo>
                  <a:lnTo>
                    <a:pt x="574661" y="98527"/>
                  </a:lnTo>
                  <a:lnTo>
                    <a:pt x="596968" y="93840"/>
                  </a:lnTo>
                  <a:lnTo>
                    <a:pt x="618326" y="89351"/>
                  </a:lnTo>
                  <a:lnTo>
                    <a:pt x="638812" y="85047"/>
                  </a:lnTo>
                  <a:lnTo>
                    <a:pt x="658494" y="80911"/>
                  </a:lnTo>
                  <a:lnTo>
                    <a:pt x="677433" y="76931"/>
                  </a:lnTo>
                  <a:lnTo>
                    <a:pt x="695683" y="73095"/>
                  </a:lnTo>
                  <a:lnTo>
                    <a:pt x="713293" y="69395"/>
                  </a:lnTo>
                  <a:lnTo>
                    <a:pt x="730306" y="65820"/>
                  </a:lnTo>
                  <a:lnTo>
                    <a:pt x="746761" y="62362"/>
                  </a:lnTo>
                  <a:lnTo>
                    <a:pt x="762693" y="59014"/>
                  </a:lnTo>
                  <a:lnTo>
                    <a:pt x="778135" y="55769"/>
                  </a:lnTo>
                  <a:lnTo>
                    <a:pt x="793116" y="52621"/>
                  </a:lnTo>
                  <a:lnTo>
                    <a:pt x="807663" y="49564"/>
                  </a:lnTo>
                  <a:lnTo>
                    <a:pt x="821800" y="46593"/>
                  </a:lnTo>
                  <a:lnTo>
                    <a:pt x="835550" y="43704"/>
                  </a:lnTo>
                  <a:lnTo>
                    <a:pt x="848933" y="40891"/>
                  </a:lnTo>
                  <a:lnTo>
                    <a:pt x="861968" y="38152"/>
                  </a:lnTo>
                  <a:lnTo>
                    <a:pt x="874673" y="35482"/>
                  </a:lnTo>
                  <a:lnTo>
                    <a:pt x="887065" y="32878"/>
                  </a:lnTo>
                  <a:lnTo>
                    <a:pt x="899158" y="30337"/>
                  </a:lnTo>
                  <a:lnTo>
                    <a:pt x="910966" y="27856"/>
                  </a:lnTo>
                  <a:lnTo>
                    <a:pt x="922503" y="25431"/>
                  </a:lnTo>
                  <a:lnTo>
                    <a:pt x="933780" y="23061"/>
                  </a:lnTo>
                  <a:lnTo>
                    <a:pt x="944810" y="20744"/>
                  </a:lnTo>
                  <a:lnTo>
                    <a:pt x="955602" y="18476"/>
                  </a:lnTo>
                  <a:lnTo>
                    <a:pt x="966168" y="16255"/>
                  </a:lnTo>
                  <a:lnTo>
                    <a:pt x="976515" y="14081"/>
                  </a:lnTo>
                  <a:lnTo>
                    <a:pt x="986653" y="11951"/>
                  </a:lnTo>
                  <a:lnTo>
                    <a:pt x="996591" y="9862"/>
                  </a:lnTo>
                  <a:lnTo>
                    <a:pt x="1006335" y="7815"/>
                  </a:lnTo>
                  <a:lnTo>
                    <a:pt x="1015894" y="5806"/>
                  </a:lnTo>
                  <a:lnTo>
                    <a:pt x="1025275" y="3835"/>
                  </a:lnTo>
                  <a:lnTo>
                    <a:pt x="1034483" y="1900"/>
                  </a:lnTo>
                  <a:lnTo>
                    <a:pt x="104352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84045" y="2188259"/>
              <a:ext cx="1043525" cy="6034"/>
            </a:xfrm>
            <a:custGeom>
              <a:avLst/>
              <a:pathLst>
                <a:path w="1043525" h="6034">
                  <a:moveTo>
                    <a:pt x="0" y="6034"/>
                  </a:moveTo>
                  <a:lnTo>
                    <a:pt x="67010" y="5646"/>
                  </a:lnTo>
                  <a:lnTo>
                    <a:pt x="126117" y="5305"/>
                  </a:lnTo>
                  <a:lnTo>
                    <a:pt x="178990" y="4999"/>
                  </a:lnTo>
                  <a:lnTo>
                    <a:pt x="226819" y="4722"/>
                  </a:lnTo>
                  <a:lnTo>
                    <a:pt x="270484" y="4470"/>
                  </a:lnTo>
                  <a:lnTo>
                    <a:pt x="310652" y="4237"/>
                  </a:lnTo>
                  <a:lnTo>
                    <a:pt x="347841" y="4022"/>
                  </a:lnTo>
                  <a:lnTo>
                    <a:pt x="382464" y="3822"/>
                  </a:lnTo>
                  <a:lnTo>
                    <a:pt x="414851" y="3635"/>
                  </a:lnTo>
                  <a:lnTo>
                    <a:pt x="445275" y="3459"/>
                  </a:lnTo>
                  <a:lnTo>
                    <a:pt x="473958" y="3293"/>
                  </a:lnTo>
                  <a:lnTo>
                    <a:pt x="501091" y="3136"/>
                  </a:lnTo>
                  <a:lnTo>
                    <a:pt x="526831" y="2987"/>
                  </a:lnTo>
                  <a:lnTo>
                    <a:pt x="551316" y="2846"/>
                  </a:lnTo>
                  <a:lnTo>
                    <a:pt x="574661" y="2711"/>
                  </a:lnTo>
                  <a:lnTo>
                    <a:pt x="596968" y="2582"/>
                  </a:lnTo>
                  <a:lnTo>
                    <a:pt x="618326" y="2458"/>
                  </a:lnTo>
                  <a:lnTo>
                    <a:pt x="638812" y="2340"/>
                  </a:lnTo>
                  <a:lnTo>
                    <a:pt x="658494" y="2226"/>
                  </a:lnTo>
                  <a:lnTo>
                    <a:pt x="677433" y="2117"/>
                  </a:lnTo>
                  <a:lnTo>
                    <a:pt x="695683" y="2011"/>
                  </a:lnTo>
                  <a:lnTo>
                    <a:pt x="713293" y="1909"/>
                  </a:lnTo>
                  <a:lnTo>
                    <a:pt x="730306" y="1811"/>
                  </a:lnTo>
                  <a:lnTo>
                    <a:pt x="746761" y="1716"/>
                  </a:lnTo>
                  <a:lnTo>
                    <a:pt x="762693" y="1623"/>
                  </a:lnTo>
                  <a:lnTo>
                    <a:pt x="778135" y="1534"/>
                  </a:lnTo>
                  <a:lnTo>
                    <a:pt x="793116" y="1448"/>
                  </a:lnTo>
                  <a:lnTo>
                    <a:pt x="807663" y="1363"/>
                  </a:lnTo>
                  <a:lnTo>
                    <a:pt x="821800" y="1282"/>
                  </a:lnTo>
                  <a:lnTo>
                    <a:pt x="835550" y="1202"/>
                  </a:lnTo>
                  <a:lnTo>
                    <a:pt x="848933" y="1125"/>
                  </a:lnTo>
                  <a:lnTo>
                    <a:pt x="861968" y="1049"/>
                  </a:lnTo>
                  <a:lnTo>
                    <a:pt x="874673" y="976"/>
                  </a:lnTo>
                  <a:lnTo>
                    <a:pt x="887065" y="904"/>
                  </a:lnTo>
                  <a:lnTo>
                    <a:pt x="899158" y="834"/>
                  </a:lnTo>
                  <a:lnTo>
                    <a:pt x="910966" y="766"/>
                  </a:lnTo>
                  <a:lnTo>
                    <a:pt x="922503" y="699"/>
                  </a:lnTo>
                  <a:lnTo>
                    <a:pt x="933780" y="634"/>
                  </a:lnTo>
                  <a:lnTo>
                    <a:pt x="944810" y="570"/>
                  </a:lnTo>
                  <a:lnTo>
                    <a:pt x="955602" y="508"/>
                  </a:lnTo>
                  <a:lnTo>
                    <a:pt x="966168" y="447"/>
                  </a:lnTo>
                  <a:lnTo>
                    <a:pt x="976515" y="387"/>
                  </a:lnTo>
                  <a:lnTo>
                    <a:pt x="986653" y="328"/>
                  </a:lnTo>
                  <a:lnTo>
                    <a:pt x="996591" y="271"/>
                  </a:lnTo>
                  <a:lnTo>
                    <a:pt x="1006335" y="215"/>
                  </a:lnTo>
                  <a:lnTo>
                    <a:pt x="1015894" y="159"/>
                  </a:lnTo>
                  <a:lnTo>
                    <a:pt x="1025275" y="105"/>
                  </a:lnTo>
                  <a:lnTo>
                    <a:pt x="1034483" y="52"/>
                  </a:lnTo>
                  <a:lnTo>
                    <a:pt x="104352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84045" y="1727848"/>
              <a:ext cx="1043525" cy="82666"/>
            </a:xfrm>
            <a:custGeom>
              <a:avLst/>
              <a:pathLst>
                <a:path w="1043525" h="82666">
                  <a:moveTo>
                    <a:pt x="0" y="0"/>
                  </a:moveTo>
                  <a:lnTo>
                    <a:pt x="67010" y="5308"/>
                  </a:lnTo>
                  <a:lnTo>
                    <a:pt x="126117" y="9990"/>
                  </a:lnTo>
                  <a:lnTo>
                    <a:pt x="178990" y="14179"/>
                  </a:lnTo>
                  <a:lnTo>
                    <a:pt x="226819" y="17968"/>
                  </a:lnTo>
                  <a:lnTo>
                    <a:pt x="270484" y="21427"/>
                  </a:lnTo>
                  <a:lnTo>
                    <a:pt x="310652" y="24609"/>
                  </a:lnTo>
                  <a:lnTo>
                    <a:pt x="347841" y="27555"/>
                  </a:lnTo>
                  <a:lnTo>
                    <a:pt x="382464" y="30298"/>
                  </a:lnTo>
                  <a:lnTo>
                    <a:pt x="414851" y="32863"/>
                  </a:lnTo>
                  <a:lnTo>
                    <a:pt x="445275" y="35273"/>
                  </a:lnTo>
                  <a:lnTo>
                    <a:pt x="473958" y="37546"/>
                  </a:lnTo>
                  <a:lnTo>
                    <a:pt x="501091" y="39695"/>
                  </a:lnTo>
                  <a:lnTo>
                    <a:pt x="526831" y="41734"/>
                  </a:lnTo>
                  <a:lnTo>
                    <a:pt x="551316" y="43674"/>
                  </a:lnTo>
                  <a:lnTo>
                    <a:pt x="574661" y="45523"/>
                  </a:lnTo>
                  <a:lnTo>
                    <a:pt x="596968" y="47290"/>
                  </a:lnTo>
                  <a:lnTo>
                    <a:pt x="618326" y="48982"/>
                  </a:lnTo>
                  <a:lnTo>
                    <a:pt x="638812" y="50605"/>
                  </a:lnTo>
                  <a:lnTo>
                    <a:pt x="658494" y="52164"/>
                  </a:lnTo>
                  <a:lnTo>
                    <a:pt x="677433" y="53664"/>
                  </a:lnTo>
                  <a:lnTo>
                    <a:pt x="695683" y="55110"/>
                  </a:lnTo>
                  <a:lnTo>
                    <a:pt x="713293" y="56505"/>
                  </a:lnTo>
                  <a:lnTo>
                    <a:pt x="730306" y="57853"/>
                  </a:lnTo>
                  <a:lnTo>
                    <a:pt x="746761" y="59156"/>
                  </a:lnTo>
                  <a:lnTo>
                    <a:pt x="762693" y="60419"/>
                  </a:lnTo>
                  <a:lnTo>
                    <a:pt x="778135" y="61642"/>
                  </a:lnTo>
                  <a:lnTo>
                    <a:pt x="793116" y="62829"/>
                  </a:lnTo>
                  <a:lnTo>
                    <a:pt x="807663" y="63981"/>
                  </a:lnTo>
                  <a:lnTo>
                    <a:pt x="821800" y="65101"/>
                  </a:lnTo>
                  <a:lnTo>
                    <a:pt x="835550" y="66190"/>
                  </a:lnTo>
                  <a:lnTo>
                    <a:pt x="848933" y="67250"/>
                  </a:lnTo>
                  <a:lnTo>
                    <a:pt x="861968" y="68283"/>
                  </a:lnTo>
                  <a:lnTo>
                    <a:pt x="874673" y="69289"/>
                  </a:lnTo>
                  <a:lnTo>
                    <a:pt x="887065" y="70271"/>
                  </a:lnTo>
                  <a:lnTo>
                    <a:pt x="899158" y="71229"/>
                  </a:lnTo>
                  <a:lnTo>
                    <a:pt x="910966" y="72164"/>
                  </a:lnTo>
                  <a:lnTo>
                    <a:pt x="922503" y="73078"/>
                  </a:lnTo>
                  <a:lnTo>
                    <a:pt x="933780" y="73972"/>
                  </a:lnTo>
                  <a:lnTo>
                    <a:pt x="944810" y="74846"/>
                  </a:lnTo>
                  <a:lnTo>
                    <a:pt x="955602" y="75701"/>
                  </a:lnTo>
                  <a:lnTo>
                    <a:pt x="966168" y="76537"/>
                  </a:lnTo>
                  <a:lnTo>
                    <a:pt x="976515" y="77357"/>
                  </a:lnTo>
                  <a:lnTo>
                    <a:pt x="986653" y="78160"/>
                  </a:lnTo>
                  <a:lnTo>
                    <a:pt x="996591" y="78948"/>
                  </a:lnTo>
                  <a:lnTo>
                    <a:pt x="1006335" y="79719"/>
                  </a:lnTo>
                  <a:lnTo>
                    <a:pt x="1015894" y="80477"/>
                  </a:lnTo>
                  <a:lnTo>
                    <a:pt x="1025275" y="81220"/>
                  </a:lnTo>
                  <a:lnTo>
                    <a:pt x="1034483" y="81949"/>
                  </a:lnTo>
                  <a:lnTo>
                    <a:pt x="1043525" y="8266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84045" y="1819377"/>
              <a:ext cx="1043525" cy="144758"/>
            </a:xfrm>
            <a:custGeom>
              <a:avLst/>
              <a:pathLst>
                <a:path w="1043525" h="144758">
                  <a:moveTo>
                    <a:pt x="0" y="144758"/>
                  </a:moveTo>
                  <a:lnTo>
                    <a:pt x="67010" y="135462"/>
                  </a:lnTo>
                  <a:lnTo>
                    <a:pt x="126117" y="127263"/>
                  </a:lnTo>
                  <a:lnTo>
                    <a:pt x="178990" y="119928"/>
                  </a:lnTo>
                  <a:lnTo>
                    <a:pt x="226819" y="113294"/>
                  </a:lnTo>
                  <a:lnTo>
                    <a:pt x="270484" y="107236"/>
                  </a:lnTo>
                  <a:lnTo>
                    <a:pt x="310652" y="101664"/>
                  </a:lnTo>
                  <a:lnTo>
                    <a:pt x="347841" y="96505"/>
                  </a:lnTo>
                  <a:lnTo>
                    <a:pt x="382464" y="91702"/>
                  </a:lnTo>
                  <a:lnTo>
                    <a:pt x="414851" y="87210"/>
                  </a:lnTo>
                  <a:lnTo>
                    <a:pt x="445275" y="82989"/>
                  </a:lnTo>
                  <a:lnTo>
                    <a:pt x="473958" y="79010"/>
                  </a:lnTo>
                  <a:lnTo>
                    <a:pt x="501091" y="75246"/>
                  </a:lnTo>
                  <a:lnTo>
                    <a:pt x="526831" y="71676"/>
                  </a:lnTo>
                  <a:lnTo>
                    <a:pt x="551316" y="68279"/>
                  </a:lnTo>
                  <a:lnTo>
                    <a:pt x="574661" y="65041"/>
                  </a:lnTo>
                  <a:lnTo>
                    <a:pt x="596968" y="61946"/>
                  </a:lnTo>
                  <a:lnTo>
                    <a:pt x="618326" y="58983"/>
                  </a:lnTo>
                  <a:lnTo>
                    <a:pt x="638812" y="56142"/>
                  </a:lnTo>
                  <a:lnTo>
                    <a:pt x="658494" y="53411"/>
                  </a:lnTo>
                  <a:lnTo>
                    <a:pt x="677433" y="50784"/>
                  </a:lnTo>
                  <a:lnTo>
                    <a:pt x="695683" y="48252"/>
                  </a:lnTo>
                  <a:lnTo>
                    <a:pt x="713293" y="45810"/>
                  </a:lnTo>
                  <a:lnTo>
                    <a:pt x="730306" y="43449"/>
                  </a:lnTo>
                  <a:lnTo>
                    <a:pt x="746761" y="41167"/>
                  </a:lnTo>
                  <a:lnTo>
                    <a:pt x="762693" y="38957"/>
                  </a:lnTo>
                  <a:lnTo>
                    <a:pt x="778135" y="36815"/>
                  </a:lnTo>
                  <a:lnTo>
                    <a:pt x="793116" y="34736"/>
                  </a:lnTo>
                  <a:lnTo>
                    <a:pt x="807663" y="32718"/>
                  </a:lnTo>
                  <a:lnTo>
                    <a:pt x="821800" y="30757"/>
                  </a:lnTo>
                  <a:lnTo>
                    <a:pt x="835550" y="28850"/>
                  </a:lnTo>
                  <a:lnTo>
                    <a:pt x="848933" y="26993"/>
                  </a:lnTo>
                  <a:lnTo>
                    <a:pt x="861968" y="25185"/>
                  </a:lnTo>
                  <a:lnTo>
                    <a:pt x="874673" y="23423"/>
                  </a:lnTo>
                  <a:lnTo>
                    <a:pt x="887065" y="21704"/>
                  </a:lnTo>
                  <a:lnTo>
                    <a:pt x="899158" y="20026"/>
                  </a:lnTo>
                  <a:lnTo>
                    <a:pt x="910966" y="18388"/>
                  </a:lnTo>
                  <a:lnTo>
                    <a:pt x="922503" y="16788"/>
                  </a:lnTo>
                  <a:lnTo>
                    <a:pt x="933780" y="15223"/>
                  </a:lnTo>
                  <a:lnTo>
                    <a:pt x="944810" y="13693"/>
                  </a:lnTo>
                  <a:lnTo>
                    <a:pt x="955602" y="12196"/>
                  </a:lnTo>
                  <a:lnTo>
                    <a:pt x="966168" y="10731"/>
                  </a:lnTo>
                  <a:lnTo>
                    <a:pt x="976515" y="9295"/>
                  </a:lnTo>
                  <a:lnTo>
                    <a:pt x="986653" y="7889"/>
                  </a:lnTo>
                  <a:lnTo>
                    <a:pt x="996591" y="6510"/>
                  </a:lnTo>
                  <a:lnTo>
                    <a:pt x="1006335" y="5158"/>
                  </a:lnTo>
                  <a:lnTo>
                    <a:pt x="1015894" y="3832"/>
                  </a:lnTo>
                  <a:lnTo>
                    <a:pt x="1025275" y="2531"/>
                  </a:lnTo>
                  <a:lnTo>
                    <a:pt x="1034483" y="1254"/>
                  </a:lnTo>
                  <a:lnTo>
                    <a:pt x="104352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84045" y="1563112"/>
              <a:ext cx="1043525" cy="328454"/>
            </a:xfrm>
            <a:custGeom>
              <a:avLst/>
              <a:pathLst>
                <a:path w="1043525" h="328454">
                  <a:moveTo>
                    <a:pt x="0" y="328454"/>
                  </a:moveTo>
                  <a:lnTo>
                    <a:pt x="67010" y="307362"/>
                  </a:lnTo>
                  <a:lnTo>
                    <a:pt x="126117" y="288758"/>
                  </a:lnTo>
                  <a:lnTo>
                    <a:pt x="178990" y="272116"/>
                  </a:lnTo>
                  <a:lnTo>
                    <a:pt x="226819" y="257062"/>
                  </a:lnTo>
                  <a:lnTo>
                    <a:pt x="270484" y="243318"/>
                  </a:lnTo>
                  <a:lnTo>
                    <a:pt x="310652" y="230675"/>
                  </a:lnTo>
                  <a:lnTo>
                    <a:pt x="347841" y="218969"/>
                  </a:lnTo>
                  <a:lnTo>
                    <a:pt x="382464" y="208072"/>
                  </a:lnTo>
                  <a:lnTo>
                    <a:pt x="414851" y="197878"/>
                  </a:lnTo>
                  <a:lnTo>
                    <a:pt x="445275" y="188302"/>
                  </a:lnTo>
                  <a:lnTo>
                    <a:pt x="473958" y="179273"/>
                  </a:lnTo>
                  <a:lnTo>
                    <a:pt x="501091" y="170733"/>
                  </a:lnTo>
                  <a:lnTo>
                    <a:pt x="526831" y="162631"/>
                  </a:lnTo>
                  <a:lnTo>
                    <a:pt x="551316" y="154925"/>
                  </a:lnTo>
                  <a:lnTo>
                    <a:pt x="574661" y="147577"/>
                  </a:lnTo>
                  <a:lnTo>
                    <a:pt x="596968" y="140555"/>
                  </a:lnTo>
                  <a:lnTo>
                    <a:pt x="618326" y="133833"/>
                  </a:lnTo>
                  <a:lnTo>
                    <a:pt x="638812" y="127385"/>
                  </a:lnTo>
                  <a:lnTo>
                    <a:pt x="658494" y="121190"/>
                  </a:lnTo>
                  <a:lnTo>
                    <a:pt x="677433" y="115229"/>
                  </a:lnTo>
                  <a:lnTo>
                    <a:pt x="695683" y="109484"/>
                  </a:lnTo>
                  <a:lnTo>
                    <a:pt x="713293" y="103942"/>
                  </a:lnTo>
                  <a:lnTo>
                    <a:pt x="730306" y="98587"/>
                  </a:lnTo>
                  <a:lnTo>
                    <a:pt x="746761" y="93407"/>
                  </a:lnTo>
                  <a:lnTo>
                    <a:pt x="762693" y="88393"/>
                  </a:lnTo>
                  <a:lnTo>
                    <a:pt x="778135" y="83532"/>
                  </a:lnTo>
                  <a:lnTo>
                    <a:pt x="793116" y="78817"/>
                  </a:lnTo>
                  <a:lnTo>
                    <a:pt x="807663" y="74238"/>
                  </a:lnTo>
                  <a:lnTo>
                    <a:pt x="821800" y="69788"/>
                  </a:lnTo>
                  <a:lnTo>
                    <a:pt x="835550" y="65461"/>
                  </a:lnTo>
                  <a:lnTo>
                    <a:pt x="848933" y="61248"/>
                  </a:lnTo>
                  <a:lnTo>
                    <a:pt x="861968" y="57145"/>
                  </a:lnTo>
                  <a:lnTo>
                    <a:pt x="874673" y="53146"/>
                  </a:lnTo>
                  <a:lnTo>
                    <a:pt x="887065" y="49246"/>
                  </a:lnTo>
                  <a:lnTo>
                    <a:pt x="899158" y="45440"/>
                  </a:lnTo>
                  <a:lnTo>
                    <a:pt x="910966" y="41723"/>
                  </a:lnTo>
                  <a:lnTo>
                    <a:pt x="922503" y="38092"/>
                  </a:lnTo>
                  <a:lnTo>
                    <a:pt x="933780" y="34542"/>
                  </a:lnTo>
                  <a:lnTo>
                    <a:pt x="944810" y="31071"/>
                  </a:lnTo>
                  <a:lnTo>
                    <a:pt x="955602" y="27674"/>
                  </a:lnTo>
                  <a:lnTo>
                    <a:pt x="966168" y="24348"/>
                  </a:lnTo>
                  <a:lnTo>
                    <a:pt x="976515" y="21091"/>
                  </a:lnTo>
                  <a:lnTo>
                    <a:pt x="986653" y="17900"/>
                  </a:lnTo>
                  <a:lnTo>
                    <a:pt x="996591" y="14772"/>
                  </a:lnTo>
                  <a:lnTo>
                    <a:pt x="1006335" y="11705"/>
                  </a:lnTo>
                  <a:lnTo>
                    <a:pt x="1015894" y="8696"/>
                  </a:lnTo>
                  <a:lnTo>
                    <a:pt x="1025275" y="5744"/>
                  </a:lnTo>
                  <a:lnTo>
                    <a:pt x="1034483" y="2846"/>
                  </a:lnTo>
                  <a:lnTo>
                    <a:pt x="104352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84045" y="2029723"/>
              <a:ext cx="1043525" cy="15430"/>
            </a:xfrm>
            <a:custGeom>
              <a:avLst/>
              <a:pathLst>
                <a:path w="1043525" h="15430">
                  <a:moveTo>
                    <a:pt x="0" y="15430"/>
                  </a:moveTo>
                  <a:lnTo>
                    <a:pt x="67010" y="14439"/>
                  </a:lnTo>
                  <a:lnTo>
                    <a:pt x="126117" y="13565"/>
                  </a:lnTo>
                  <a:lnTo>
                    <a:pt x="178990" y="12784"/>
                  </a:lnTo>
                  <a:lnTo>
                    <a:pt x="226819" y="12076"/>
                  </a:lnTo>
                  <a:lnTo>
                    <a:pt x="270484" y="11431"/>
                  </a:lnTo>
                  <a:lnTo>
                    <a:pt x="310652" y="10837"/>
                  </a:lnTo>
                  <a:lnTo>
                    <a:pt x="347841" y="10287"/>
                  </a:lnTo>
                  <a:lnTo>
                    <a:pt x="382464" y="9775"/>
                  </a:lnTo>
                  <a:lnTo>
                    <a:pt x="414851" y="9296"/>
                  </a:lnTo>
                  <a:lnTo>
                    <a:pt x="445275" y="8846"/>
                  </a:lnTo>
                  <a:lnTo>
                    <a:pt x="473958" y="8422"/>
                  </a:lnTo>
                  <a:lnTo>
                    <a:pt x="501091" y="8021"/>
                  </a:lnTo>
                  <a:lnTo>
                    <a:pt x="526831" y="7640"/>
                  </a:lnTo>
                  <a:lnTo>
                    <a:pt x="551316" y="7278"/>
                  </a:lnTo>
                  <a:lnTo>
                    <a:pt x="574661" y="6933"/>
                  </a:lnTo>
                  <a:lnTo>
                    <a:pt x="596968" y="6603"/>
                  </a:lnTo>
                  <a:lnTo>
                    <a:pt x="618326" y="6287"/>
                  </a:lnTo>
                  <a:lnTo>
                    <a:pt x="638812" y="5984"/>
                  </a:lnTo>
                  <a:lnTo>
                    <a:pt x="658494" y="5693"/>
                  </a:lnTo>
                  <a:lnTo>
                    <a:pt x="677433" y="5413"/>
                  </a:lnTo>
                  <a:lnTo>
                    <a:pt x="695683" y="5143"/>
                  </a:lnTo>
                  <a:lnTo>
                    <a:pt x="713293" y="4883"/>
                  </a:lnTo>
                  <a:lnTo>
                    <a:pt x="730306" y="4631"/>
                  </a:lnTo>
                  <a:lnTo>
                    <a:pt x="746761" y="4388"/>
                  </a:lnTo>
                  <a:lnTo>
                    <a:pt x="762693" y="4152"/>
                  </a:lnTo>
                  <a:lnTo>
                    <a:pt x="778135" y="3924"/>
                  </a:lnTo>
                  <a:lnTo>
                    <a:pt x="793116" y="3702"/>
                  </a:lnTo>
                  <a:lnTo>
                    <a:pt x="807663" y="3487"/>
                  </a:lnTo>
                  <a:lnTo>
                    <a:pt x="821800" y="3278"/>
                  </a:lnTo>
                  <a:lnTo>
                    <a:pt x="835550" y="3075"/>
                  </a:lnTo>
                  <a:lnTo>
                    <a:pt x="848933" y="2877"/>
                  </a:lnTo>
                  <a:lnTo>
                    <a:pt x="861968" y="2684"/>
                  </a:lnTo>
                  <a:lnTo>
                    <a:pt x="874673" y="2496"/>
                  </a:lnTo>
                  <a:lnTo>
                    <a:pt x="887065" y="2313"/>
                  </a:lnTo>
                  <a:lnTo>
                    <a:pt x="899158" y="2134"/>
                  </a:lnTo>
                  <a:lnTo>
                    <a:pt x="910966" y="1960"/>
                  </a:lnTo>
                  <a:lnTo>
                    <a:pt x="922503" y="1789"/>
                  </a:lnTo>
                  <a:lnTo>
                    <a:pt x="933780" y="1622"/>
                  </a:lnTo>
                  <a:lnTo>
                    <a:pt x="944810" y="1459"/>
                  </a:lnTo>
                  <a:lnTo>
                    <a:pt x="955602" y="1300"/>
                  </a:lnTo>
                  <a:lnTo>
                    <a:pt x="966168" y="1143"/>
                  </a:lnTo>
                  <a:lnTo>
                    <a:pt x="976515" y="990"/>
                  </a:lnTo>
                  <a:lnTo>
                    <a:pt x="986653" y="840"/>
                  </a:lnTo>
                  <a:lnTo>
                    <a:pt x="996591" y="694"/>
                  </a:lnTo>
                  <a:lnTo>
                    <a:pt x="1006335" y="549"/>
                  </a:lnTo>
                  <a:lnTo>
                    <a:pt x="1015894" y="408"/>
                  </a:lnTo>
                  <a:lnTo>
                    <a:pt x="1025275" y="269"/>
                  </a:lnTo>
                  <a:lnTo>
                    <a:pt x="1034483" y="133"/>
                  </a:lnTo>
                  <a:lnTo>
                    <a:pt x="104352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2806669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80666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2"/>
            <p:cNvSpPr/>
            <p:nvPr/>
          </p:nvSpPr>
          <p:spPr>
            <a:xfrm rot="-5400000">
              <a:off x="2616642" y="203623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04" name="tx203"/>
            <p:cNvSpPr/>
            <p:nvPr/>
          </p:nvSpPr>
          <p:spPr>
            <a:xfrm rot="-5400000">
              <a:off x="2616642" y="166627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05" name="tx204"/>
            <p:cNvSpPr/>
            <p:nvPr/>
          </p:nvSpPr>
          <p:spPr>
            <a:xfrm rot="-5400000">
              <a:off x="2616642" y="129632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06" name="pl205"/>
            <p:cNvSpPr/>
            <p:nvPr/>
          </p:nvSpPr>
          <p:spPr>
            <a:xfrm>
              <a:off x="2775038" y="20772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775038" y="170729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2775038" y="13373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2806669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288404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323188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1"/>
            <p:cNvSpPr/>
            <p:nvPr/>
          </p:nvSpPr>
          <p:spPr>
            <a:xfrm>
              <a:off x="357972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2"/>
            <p:cNvSpPr/>
            <p:nvPr/>
          </p:nvSpPr>
          <p:spPr>
            <a:xfrm>
              <a:off x="392757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tx213"/>
            <p:cNvSpPr/>
            <p:nvPr/>
          </p:nvSpPr>
          <p:spPr>
            <a:xfrm>
              <a:off x="280666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5" name="rc214"/>
            <p:cNvSpPr/>
            <p:nvPr/>
          </p:nvSpPr>
          <p:spPr>
            <a:xfrm>
              <a:off x="4270675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97700" y="206559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328451" y="208754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307539" y="219034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332962" y="18928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314408" y="192390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318010" y="18830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96670" y="216137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318879" y="20431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327833" y="21182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308878" y="173448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72788" y="22239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64126" y="203940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55802" y="165537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44201" y="20443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64203" y="226611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84230" y="226174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49158" y="21011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88172" y="22354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57464" y="163505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37704" y="12098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72265" y="200265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47308" y="21199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61632" y="20937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81586" y="214626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57351" y="20265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673401" y="18964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660474" y="19642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667887" y="204497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03457" y="220531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38277" y="22188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5039746" y="211423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34232" y="208986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19520" y="12840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5004912" y="211130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08875" y="165253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5011108" y="175377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12354" y="221595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36708" y="12365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997816" y="22200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98057" y="217371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018187" y="17299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93167" y="20270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004894" y="20699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015686" y="134779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003272" y="210877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024120" y="212061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010370" y="18679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020049" y="190356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78237" y="215387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68143" y="218090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76079" y="221488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80582" y="21555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62901" y="16295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46689" y="217254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52644" y="176494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50888" y="222169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61675" y="132034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54173" y="13502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80332" y="207265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71629" y="207706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85070" y="194229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76658" y="20639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49775" y="199726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49487" y="219608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75254" y="218329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79113" y="198913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73103" y="20476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76300" y="18700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66540" y="12348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5378879" y="182970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5372221" y="212099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5386214" y="17878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337345" y="2049945"/>
              <a:ext cx="1062392" cy="87761"/>
            </a:xfrm>
            <a:custGeom>
              <a:avLst/>
              <a:pathLst>
                <a:path w="1062392" h="87761">
                  <a:moveTo>
                    <a:pt x="0" y="87761"/>
                  </a:moveTo>
                  <a:lnTo>
                    <a:pt x="68221" y="82125"/>
                  </a:lnTo>
                  <a:lnTo>
                    <a:pt x="128397" y="77155"/>
                  </a:lnTo>
                  <a:lnTo>
                    <a:pt x="182226" y="72708"/>
                  </a:lnTo>
                  <a:lnTo>
                    <a:pt x="230920" y="68685"/>
                  </a:lnTo>
                  <a:lnTo>
                    <a:pt x="275374" y="65013"/>
                  </a:lnTo>
                  <a:lnTo>
                    <a:pt x="316268" y="61635"/>
                  </a:lnTo>
                  <a:lnTo>
                    <a:pt x="354130" y="58507"/>
                  </a:lnTo>
                  <a:lnTo>
                    <a:pt x="389379" y="55595"/>
                  </a:lnTo>
                  <a:lnTo>
                    <a:pt x="422352" y="52872"/>
                  </a:lnTo>
                  <a:lnTo>
                    <a:pt x="453325" y="50313"/>
                  </a:lnTo>
                  <a:lnTo>
                    <a:pt x="482528" y="47901"/>
                  </a:lnTo>
                  <a:lnTo>
                    <a:pt x="510151" y="45619"/>
                  </a:lnTo>
                  <a:lnTo>
                    <a:pt x="536357" y="43454"/>
                  </a:lnTo>
                  <a:lnTo>
                    <a:pt x="561284" y="41395"/>
                  </a:lnTo>
                  <a:lnTo>
                    <a:pt x="585051" y="39431"/>
                  </a:lnTo>
                  <a:lnTo>
                    <a:pt x="607762" y="37555"/>
                  </a:lnTo>
                  <a:lnTo>
                    <a:pt x="629505" y="35759"/>
                  </a:lnTo>
                  <a:lnTo>
                    <a:pt x="650361" y="34036"/>
                  </a:lnTo>
                  <a:lnTo>
                    <a:pt x="670399" y="32381"/>
                  </a:lnTo>
                  <a:lnTo>
                    <a:pt x="689681" y="30788"/>
                  </a:lnTo>
                  <a:lnTo>
                    <a:pt x="708261" y="29253"/>
                  </a:lnTo>
                  <a:lnTo>
                    <a:pt x="726190" y="27772"/>
                  </a:lnTo>
                  <a:lnTo>
                    <a:pt x="743510" y="26342"/>
                  </a:lnTo>
                  <a:lnTo>
                    <a:pt x="760262" y="24958"/>
                  </a:lnTo>
                  <a:lnTo>
                    <a:pt x="776483" y="23618"/>
                  </a:lnTo>
                  <a:lnTo>
                    <a:pt x="792204" y="22319"/>
                  </a:lnTo>
                  <a:lnTo>
                    <a:pt x="807456" y="21059"/>
                  </a:lnTo>
                  <a:lnTo>
                    <a:pt x="822266" y="19836"/>
                  </a:lnTo>
                  <a:lnTo>
                    <a:pt x="836659" y="18647"/>
                  </a:lnTo>
                  <a:lnTo>
                    <a:pt x="850657" y="17490"/>
                  </a:lnTo>
                  <a:lnTo>
                    <a:pt x="864282" y="16365"/>
                  </a:lnTo>
                  <a:lnTo>
                    <a:pt x="877553" y="15269"/>
                  </a:lnTo>
                  <a:lnTo>
                    <a:pt x="890488" y="14200"/>
                  </a:lnTo>
                  <a:lnTo>
                    <a:pt x="903103" y="13158"/>
                  </a:lnTo>
                  <a:lnTo>
                    <a:pt x="915415" y="12141"/>
                  </a:lnTo>
                  <a:lnTo>
                    <a:pt x="927436" y="11148"/>
                  </a:lnTo>
                  <a:lnTo>
                    <a:pt x="939182" y="10178"/>
                  </a:lnTo>
                  <a:lnTo>
                    <a:pt x="950663" y="9229"/>
                  </a:lnTo>
                  <a:lnTo>
                    <a:pt x="961892" y="8302"/>
                  </a:lnTo>
                  <a:lnTo>
                    <a:pt x="972880" y="7394"/>
                  </a:lnTo>
                  <a:lnTo>
                    <a:pt x="983636" y="6505"/>
                  </a:lnTo>
                  <a:lnTo>
                    <a:pt x="994171" y="5635"/>
                  </a:lnTo>
                  <a:lnTo>
                    <a:pt x="1004492" y="4782"/>
                  </a:lnTo>
                  <a:lnTo>
                    <a:pt x="1014610" y="3947"/>
                  </a:lnTo>
                  <a:lnTo>
                    <a:pt x="1024530" y="3127"/>
                  </a:lnTo>
                  <a:lnTo>
                    <a:pt x="1034262" y="2323"/>
                  </a:lnTo>
                  <a:lnTo>
                    <a:pt x="1043812" y="1534"/>
                  </a:lnTo>
                  <a:lnTo>
                    <a:pt x="1053187" y="760"/>
                  </a:lnTo>
                  <a:lnTo>
                    <a:pt x="106239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37345" y="2039547"/>
              <a:ext cx="1062392" cy="90216"/>
            </a:xfrm>
            <a:custGeom>
              <a:avLst/>
              <a:pathLst>
                <a:path w="1062392" h="90216">
                  <a:moveTo>
                    <a:pt x="0" y="0"/>
                  </a:moveTo>
                  <a:lnTo>
                    <a:pt x="68221" y="5793"/>
                  </a:lnTo>
                  <a:lnTo>
                    <a:pt x="128397" y="10903"/>
                  </a:lnTo>
                  <a:lnTo>
                    <a:pt x="182226" y="15474"/>
                  </a:lnTo>
                  <a:lnTo>
                    <a:pt x="230920" y="19609"/>
                  </a:lnTo>
                  <a:lnTo>
                    <a:pt x="275374" y="23384"/>
                  </a:lnTo>
                  <a:lnTo>
                    <a:pt x="316268" y="26856"/>
                  </a:lnTo>
                  <a:lnTo>
                    <a:pt x="354130" y="30072"/>
                  </a:lnTo>
                  <a:lnTo>
                    <a:pt x="389379" y="33065"/>
                  </a:lnTo>
                  <a:lnTo>
                    <a:pt x="422352" y="35865"/>
                  </a:lnTo>
                  <a:lnTo>
                    <a:pt x="453325" y="38495"/>
                  </a:lnTo>
                  <a:lnTo>
                    <a:pt x="482528" y="40975"/>
                  </a:lnTo>
                  <a:lnTo>
                    <a:pt x="510151" y="43321"/>
                  </a:lnTo>
                  <a:lnTo>
                    <a:pt x="536357" y="45546"/>
                  </a:lnTo>
                  <a:lnTo>
                    <a:pt x="561284" y="47663"/>
                  </a:lnTo>
                  <a:lnTo>
                    <a:pt x="585051" y="49681"/>
                  </a:lnTo>
                  <a:lnTo>
                    <a:pt x="607762" y="51610"/>
                  </a:lnTo>
                  <a:lnTo>
                    <a:pt x="629505" y="53456"/>
                  </a:lnTo>
                  <a:lnTo>
                    <a:pt x="650361" y="55227"/>
                  </a:lnTo>
                  <a:lnTo>
                    <a:pt x="670399" y="56929"/>
                  </a:lnTo>
                  <a:lnTo>
                    <a:pt x="689681" y="58566"/>
                  </a:lnTo>
                  <a:lnTo>
                    <a:pt x="708261" y="60144"/>
                  </a:lnTo>
                  <a:lnTo>
                    <a:pt x="726190" y="61666"/>
                  </a:lnTo>
                  <a:lnTo>
                    <a:pt x="743510" y="63137"/>
                  </a:lnTo>
                  <a:lnTo>
                    <a:pt x="760262" y="64560"/>
                  </a:lnTo>
                  <a:lnTo>
                    <a:pt x="776483" y="65937"/>
                  </a:lnTo>
                  <a:lnTo>
                    <a:pt x="792204" y="67272"/>
                  </a:lnTo>
                  <a:lnTo>
                    <a:pt x="807456" y="68567"/>
                  </a:lnTo>
                  <a:lnTo>
                    <a:pt x="822266" y="69825"/>
                  </a:lnTo>
                  <a:lnTo>
                    <a:pt x="836659" y="71047"/>
                  </a:lnTo>
                  <a:lnTo>
                    <a:pt x="850657" y="72236"/>
                  </a:lnTo>
                  <a:lnTo>
                    <a:pt x="864282" y="73393"/>
                  </a:lnTo>
                  <a:lnTo>
                    <a:pt x="877553" y="74520"/>
                  </a:lnTo>
                  <a:lnTo>
                    <a:pt x="890488" y="75618"/>
                  </a:lnTo>
                  <a:lnTo>
                    <a:pt x="903103" y="76689"/>
                  </a:lnTo>
                  <a:lnTo>
                    <a:pt x="915415" y="77735"/>
                  </a:lnTo>
                  <a:lnTo>
                    <a:pt x="927436" y="78756"/>
                  </a:lnTo>
                  <a:lnTo>
                    <a:pt x="939182" y="79753"/>
                  </a:lnTo>
                  <a:lnTo>
                    <a:pt x="950663" y="80728"/>
                  </a:lnTo>
                  <a:lnTo>
                    <a:pt x="961892" y="81682"/>
                  </a:lnTo>
                  <a:lnTo>
                    <a:pt x="972880" y="82615"/>
                  </a:lnTo>
                  <a:lnTo>
                    <a:pt x="983636" y="83528"/>
                  </a:lnTo>
                  <a:lnTo>
                    <a:pt x="994171" y="84423"/>
                  </a:lnTo>
                  <a:lnTo>
                    <a:pt x="1004492" y="85299"/>
                  </a:lnTo>
                  <a:lnTo>
                    <a:pt x="1014610" y="86158"/>
                  </a:lnTo>
                  <a:lnTo>
                    <a:pt x="1024530" y="87001"/>
                  </a:lnTo>
                  <a:lnTo>
                    <a:pt x="1034262" y="87827"/>
                  </a:lnTo>
                  <a:lnTo>
                    <a:pt x="1043812" y="88638"/>
                  </a:lnTo>
                  <a:lnTo>
                    <a:pt x="1053187" y="89434"/>
                  </a:lnTo>
                  <a:lnTo>
                    <a:pt x="1062392" y="9021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337345" y="2198152"/>
              <a:ext cx="1062392" cy="10353"/>
            </a:xfrm>
            <a:custGeom>
              <a:avLst/>
              <a:pathLst>
                <a:path w="1062392" h="10353">
                  <a:moveTo>
                    <a:pt x="0" y="0"/>
                  </a:moveTo>
                  <a:lnTo>
                    <a:pt x="68221" y="664"/>
                  </a:lnTo>
                  <a:lnTo>
                    <a:pt x="128397" y="1251"/>
                  </a:lnTo>
                  <a:lnTo>
                    <a:pt x="182226" y="1775"/>
                  </a:lnTo>
                  <a:lnTo>
                    <a:pt x="230920" y="2250"/>
                  </a:lnTo>
                  <a:lnTo>
                    <a:pt x="275374" y="2683"/>
                  </a:lnTo>
                  <a:lnTo>
                    <a:pt x="316268" y="3082"/>
                  </a:lnTo>
                  <a:lnTo>
                    <a:pt x="354130" y="3451"/>
                  </a:lnTo>
                  <a:lnTo>
                    <a:pt x="389379" y="3794"/>
                  </a:lnTo>
                  <a:lnTo>
                    <a:pt x="422352" y="4116"/>
                  </a:lnTo>
                  <a:lnTo>
                    <a:pt x="453325" y="4418"/>
                  </a:lnTo>
                  <a:lnTo>
                    <a:pt x="482528" y="4702"/>
                  </a:lnTo>
                  <a:lnTo>
                    <a:pt x="510151" y="4971"/>
                  </a:lnTo>
                  <a:lnTo>
                    <a:pt x="536357" y="5227"/>
                  </a:lnTo>
                  <a:lnTo>
                    <a:pt x="561284" y="5470"/>
                  </a:lnTo>
                  <a:lnTo>
                    <a:pt x="585051" y="5701"/>
                  </a:lnTo>
                  <a:lnTo>
                    <a:pt x="607762" y="5923"/>
                  </a:lnTo>
                  <a:lnTo>
                    <a:pt x="629505" y="6135"/>
                  </a:lnTo>
                  <a:lnTo>
                    <a:pt x="650361" y="6338"/>
                  </a:lnTo>
                  <a:lnTo>
                    <a:pt x="670399" y="6533"/>
                  </a:lnTo>
                  <a:lnTo>
                    <a:pt x="689681" y="6721"/>
                  </a:lnTo>
                  <a:lnTo>
                    <a:pt x="708261" y="6902"/>
                  </a:lnTo>
                  <a:lnTo>
                    <a:pt x="726190" y="7077"/>
                  </a:lnTo>
                  <a:lnTo>
                    <a:pt x="743510" y="7246"/>
                  </a:lnTo>
                  <a:lnTo>
                    <a:pt x="760262" y="7409"/>
                  </a:lnTo>
                  <a:lnTo>
                    <a:pt x="776483" y="7567"/>
                  </a:lnTo>
                  <a:lnTo>
                    <a:pt x="792204" y="7720"/>
                  </a:lnTo>
                  <a:lnTo>
                    <a:pt x="807456" y="7869"/>
                  </a:lnTo>
                  <a:lnTo>
                    <a:pt x="822266" y="8013"/>
                  </a:lnTo>
                  <a:lnTo>
                    <a:pt x="836659" y="8153"/>
                  </a:lnTo>
                  <a:lnTo>
                    <a:pt x="850657" y="8290"/>
                  </a:lnTo>
                  <a:lnTo>
                    <a:pt x="864282" y="8423"/>
                  </a:lnTo>
                  <a:lnTo>
                    <a:pt x="877553" y="8552"/>
                  </a:lnTo>
                  <a:lnTo>
                    <a:pt x="890488" y="8678"/>
                  </a:lnTo>
                  <a:lnTo>
                    <a:pt x="903103" y="8801"/>
                  </a:lnTo>
                  <a:lnTo>
                    <a:pt x="915415" y="8921"/>
                  </a:lnTo>
                  <a:lnTo>
                    <a:pt x="927436" y="9038"/>
                  </a:lnTo>
                  <a:lnTo>
                    <a:pt x="939182" y="9153"/>
                  </a:lnTo>
                  <a:lnTo>
                    <a:pt x="950663" y="9264"/>
                  </a:lnTo>
                  <a:lnTo>
                    <a:pt x="961892" y="9374"/>
                  </a:lnTo>
                  <a:lnTo>
                    <a:pt x="972880" y="9481"/>
                  </a:lnTo>
                  <a:lnTo>
                    <a:pt x="983636" y="9586"/>
                  </a:lnTo>
                  <a:lnTo>
                    <a:pt x="994171" y="9689"/>
                  </a:lnTo>
                  <a:lnTo>
                    <a:pt x="1004492" y="9789"/>
                  </a:lnTo>
                  <a:lnTo>
                    <a:pt x="1014610" y="9888"/>
                  </a:lnTo>
                  <a:lnTo>
                    <a:pt x="1024530" y="9984"/>
                  </a:lnTo>
                  <a:lnTo>
                    <a:pt x="1034262" y="10079"/>
                  </a:lnTo>
                  <a:lnTo>
                    <a:pt x="1043812" y="10172"/>
                  </a:lnTo>
                  <a:lnTo>
                    <a:pt x="1053187" y="10264"/>
                  </a:lnTo>
                  <a:lnTo>
                    <a:pt x="1062392" y="1035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337345" y="1946983"/>
              <a:ext cx="1062392" cy="190912"/>
            </a:xfrm>
            <a:custGeom>
              <a:avLst/>
              <a:pathLst>
                <a:path w="1062392" h="190912">
                  <a:moveTo>
                    <a:pt x="0" y="0"/>
                  </a:moveTo>
                  <a:lnTo>
                    <a:pt x="68221" y="12259"/>
                  </a:lnTo>
                  <a:lnTo>
                    <a:pt x="128397" y="23073"/>
                  </a:lnTo>
                  <a:lnTo>
                    <a:pt x="182226" y="32746"/>
                  </a:lnTo>
                  <a:lnTo>
                    <a:pt x="230920" y="41496"/>
                  </a:lnTo>
                  <a:lnTo>
                    <a:pt x="275374" y="49485"/>
                  </a:lnTo>
                  <a:lnTo>
                    <a:pt x="316268" y="56833"/>
                  </a:lnTo>
                  <a:lnTo>
                    <a:pt x="354130" y="63637"/>
                  </a:lnTo>
                  <a:lnTo>
                    <a:pt x="389379" y="69971"/>
                  </a:lnTo>
                  <a:lnTo>
                    <a:pt x="422352" y="75897"/>
                  </a:lnTo>
                  <a:lnTo>
                    <a:pt x="453325" y="81462"/>
                  </a:lnTo>
                  <a:lnTo>
                    <a:pt x="482528" y="86710"/>
                  </a:lnTo>
                  <a:lnTo>
                    <a:pt x="510151" y="91674"/>
                  </a:lnTo>
                  <a:lnTo>
                    <a:pt x="536357" y="96383"/>
                  </a:lnTo>
                  <a:lnTo>
                    <a:pt x="561284" y="100863"/>
                  </a:lnTo>
                  <a:lnTo>
                    <a:pt x="585051" y="105134"/>
                  </a:lnTo>
                  <a:lnTo>
                    <a:pt x="607762" y="109215"/>
                  </a:lnTo>
                  <a:lnTo>
                    <a:pt x="629505" y="113122"/>
                  </a:lnTo>
                  <a:lnTo>
                    <a:pt x="650361" y="116870"/>
                  </a:lnTo>
                  <a:lnTo>
                    <a:pt x="670399" y="120471"/>
                  </a:lnTo>
                  <a:lnTo>
                    <a:pt x="689681" y="123936"/>
                  </a:lnTo>
                  <a:lnTo>
                    <a:pt x="708261" y="127275"/>
                  </a:lnTo>
                  <a:lnTo>
                    <a:pt x="726190" y="130496"/>
                  </a:lnTo>
                  <a:lnTo>
                    <a:pt x="743510" y="133609"/>
                  </a:lnTo>
                  <a:lnTo>
                    <a:pt x="760262" y="136619"/>
                  </a:lnTo>
                  <a:lnTo>
                    <a:pt x="776483" y="139534"/>
                  </a:lnTo>
                  <a:lnTo>
                    <a:pt x="792204" y="142359"/>
                  </a:lnTo>
                  <a:lnTo>
                    <a:pt x="807456" y="145100"/>
                  </a:lnTo>
                  <a:lnTo>
                    <a:pt x="822266" y="147761"/>
                  </a:lnTo>
                  <a:lnTo>
                    <a:pt x="836659" y="150348"/>
                  </a:lnTo>
                  <a:lnTo>
                    <a:pt x="850657" y="152863"/>
                  </a:lnTo>
                  <a:lnTo>
                    <a:pt x="864282" y="155312"/>
                  </a:lnTo>
                  <a:lnTo>
                    <a:pt x="877553" y="157696"/>
                  </a:lnTo>
                  <a:lnTo>
                    <a:pt x="890488" y="160021"/>
                  </a:lnTo>
                  <a:lnTo>
                    <a:pt x="903103" y="162288"/>
                  </a:lnTo>
                  <a:lnTo>
                    <a:pt x="915415" y="164500"/>
                  </a:lnTo>
                  <a:lnTo>
                    <a:pt x="927436" y="166661"/>
                  </a:lnTo>
                  <a:lnTo>
                    <a:pt x="939182" y="168771"/>
                  </a:lnTo>
                  <a:lnTo>
                    <a:pt x="950663" y="170835"/>
                  </a:lnTo>
                  <a:lnTo>
                    <a:pt x="961892" y="172852"/>
                  </a:lnTo>
                  <a:lnTo>
                    <a:pt x="972880" y="174827"/>
                  </a:lnTo>
                  <a:lnTo>
                    <a:pt x="983636" y="176760"/>
                  </a:lnTo>
                  <a:lnTo>
                    <a:pt x="994171" y="178653"/>
                  </a:lnTo>
                  <a:lnTo>
                    <a:pt x="1004492" y="180508"/>
                  </a:lnTo>
                  <a:lnTo>
                    <a:pt x="1014610" y="182326"/>
                  </a:lnTo>
                  <a:lnTo>
                    <a:pt x="1024530" y="184108"/>
                  </a:lnTo>
                  <a:lnTo>
                    <a:pt x="1034262" y="185857"/>
                  </a:lnTo>
                  <a:lnTo>
                    <a:pt x="1043812" y="187573"/>
                  </a:lnTo>
                  <a:lnTo>
                    <a:pt x="1053187" y="189258"/>
                  </a:lnTo>
                  <a:lnTo>
                    <a:pt x="1062392" y="190912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337345" y="1566063"/>
              <a:ext cx="1062392" cy="737284"/>
            </a:xfrm>
            <a:custGeom>
              <a:avLst/>
              <a:pathLst>
                <a:path w="1062392" h="737284">
                  <a:moveTo>
                    <a:pt x="0" y="737284"/>
                  </a:moveTo>
                  <a:lnTo>
                    <a:pt x="68221" y="689940"/>
                  </a:lnTo>
                  <a:lnTo>
                    <a:pt x="128397" y="648179"/>
                  </a:lnTo>
                  <a:lnTo>
                    <a:pt x="182226" y="610822"/>
                  </a:lnTo>
                  <a:lnTo>
                    <a:pt x="230920" y="577029"/>
                  </a:lnTo>
                  <a:lnTo>
                    <a:pt x="275374" y="546178"/>
                  </a:lnTo>
                  <a:lnTo>
                    <a:pt x="316268" y="517798"/>
                  </a:lnTo>
                  <a:lnTo>
                    <a:pt x="354130" y="491523"/>
                  </a:lnTo>
                  <a:lnTo>
                    <a:pt x="389379" y="467061"/>
                  </a:lnTo>
                  <a:lnTo>
                    <a:pt x="422352" y="444178"/>
                  </a:lnTo>
                  <a:lnTo>
                    <a:pt x="453325" y="422683"/>
                  </a:lnTo>
                  <a:lnTo>
                    <a:pt x="482528" y="402417"/>
                  </a:lnTo>
                  <a:lnTo>
                    <a:pt x="510151" y="383247"/>
                  </a:lnTo>
                  <a:lnTo>
                    <a:pt x="536357" y="365060"/>
                  </a:lnTo>
                  <a:lnTo>
                    <a:pt x="561284" y="347761"/>
                  </a:lnTo>
                  <a:lnTo>
                    <a:pt x="585051" y="331267"/>
                  </a:lnTo>
                  <a:lnTo>
                    <a:pt x="607762" y="315507"/>
                  </a:lnTo>
                  <a:lnTo>
                    <a:pt x="629505" y="300417"/>
                  </a:lnTo>
                  <a:lnTo>
                    <a:pt x="650361" y="285943"/>
                  </a:lnTo>
                  <a:lnTo>
                    <a:pt x="670399" y="272037"/>
                  </a:lnTo>
                  <a:lnTo>
                    <a:pt x="689681" y="258656"/>
                  </a:lnTo>
                  <a:lnTo>
                    <a:pt x="708261" y="245761"/>
                  </a:lnTo>
                  <a:lnTo>
                    <a:pt x="726190" y="233319"/>
                  </a:lnTo>
                  <a:lnTo>
                    <a:pt x="743510" y="221299"/>
                  </a:lnTo>
                  <a:lnTo>
                    <a:pt x="760262" y="209673"/>
                  </a:lnTo>
                  <a:lnTo>
                    <a:pt x="776483" y="198416"/>
                  </a:lnTo>
                  <a:lnTo>
                    <a:pt x="792204" y="187506"/>
                  </a:lnTo>
                  <a:lnTo>
                    <a:pt x="807456" y="176921"/>
                  </a:lnTo>
                  <a:lnTo>
                    <a:pt x="822266" y="166644"/>
                  </a:lnTo>
                  <a:lnTo>
                    <a:pt x="836659" y="156655"/>
                  </a:lnTo>
                  <a:lnTo>
                    <a:pt x="850657" y="146941"/>
                  </a:lnTo>
                  <a:lnTo>
                    <a:pt x="864282" y="137485"/>
                  </a:lnTo>
                  <a:lnTo>
                    <a:pt x="877553" y="128275"/>
                  </a:lnTo>
                  <a:lnTo>
                    <a:pt x="890488" y="119299"/>
                  </a:lnTo>
                  <a:lnTo>
                    <a:pt x="903103" y="110544"/>
                  </a:lnTo>
                  <a:lnTo>
                    <a:pt x="915415" y="102000"/>
                  </a:lnTo>
                  <a:lnTo>
                    <a:pt x="927436" y="93657"/>
                  </a:lnTo>
                  <a:lnTo>
                    <a:pt x="939182" y="85506"/>
                  </a:lnTo>
                  <a:lnTo>
                    <a:pt x="950663" y="77538"/>
                  </a:lnTo>
                  <a:lnTo>
                    <a:pt x="961892" y="69745"/>
                  </a:lnTo>
                  <a:lnTo>
                    <a:pt x="972880" y="62120"/>
                  </a:lnTo>
                  <a:lnTo>
                    <a:pt x="983636" y="54655"/>
                  </a:lnTo>
                  <a:lnTo>
                    <a:pt x="994171" y="47344"/>
                  </a:lnTo>
                  <a:lnTo>
                    <a:pt x="1004492" y="40181"/>
                  </a:lnTo>
                  <a:lnTo>
                    <a:pt x="1014610" y="33160"/>
                  </a:lnTo>
                  <a:lnTo>
                    <a:pt x="1024530" y="26275"/>
                  </a:lnTo>
                  <a:lnTo>
                    <a:pt x="1034262" y="19521"/>
                  </a:lnTo>
                  <a:lnTo>
                    <a:pt x="1043812" y="12894"/>
                  </a:lnTo>
                  <a:lnTo>
                    <a:pt x="1053187" y="6388"/>
                  </a:lnTo>
                  <a:lnTo>
                    <a:pt x="106239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337345" y="1616006"/>
              <a:ext cx="1062392" cy="11500"/>
            </a:xfrm>
            <a:custGeom>
              <a:avLst/>
              <a:pathLst>
                <a:path w="1062392" h="11500">
                  <a:moveTo>
                    <a:pt x="0" y="11500"/>
                  </a:moveTo>
                  <a:lnTo>
                    <a:pt x="68221" y="10762"/>
                  </a:lnTo>
                  <a:lnTo>
                    <a:pt x="128397" y="10110"/>
                  </a:lnTo>
                  <a:lnTo>
                    <a:pt x="182226" y="9527"/>
                  </a:lnTo>
                  <a:lnTo>
                    <a:pt x="230920" y="9000"/>
                  </a:lnTo>
                  <a:lnTo>
                    <a:pt x="275374" y="8519"/>
                  </a:lnTo>
                  <a:lnTo>
                    <a:pt x="316268" y="8076"/>
                  </a:lnTo>
                  <a:lnTo>
                    <a:pt x="354130" y="7667"/>
                  </a:lnTo>
                  <a:lnTo>
                    <a:pt x="389379" y="7285"/>
                  </a:lnTo>
                  <a:lnTo>
                    <a:pt x="422352" y="6928"/>
                  </a:lnTo>
                  <a:lnTo>
                    <a:pt x="453325" y="6593"/>
                  </a:lnTo>
                  <a:lnTo>
                    <a:pt x="482528" y="6277"/>
                  </a:lnTo>
                  <a:lnTo>
                    <a:pt x="510151" y="5978"/>
                  </a:lnTo>
                  <a:lnTo>
                    <a:pt x="536357" y="5694"/>
                  </a:lnTo>
                  <a:lnTo>
                    <a:pt x="561284" y="5424"/>
                  </a:lnTo>
                  <a:lnTo>
                    <a:pt x="585051" y="5167"/>
                  </a:lnTo>
                  <a:lnTo>
                    <a:pt x="607762" y="4921"/>
                  </a:lnTo>
                  <a:lnTo>
                    <a:pt x="629505" y="4686"/>
                  </a:lnTo>
                  <a:lnTo>
                    <a:pt x="650361" y="4460"/>
                  </a:lnTo>
                  <a:lnTo>
                    <a:pt x="670399" y="4243"/>
                  </a:lnTo>
                  <a:lnTo>
                    <a:pt x="689681" y="4034"/>
                  </a:lnTo>
                  <a:lnTo>
                    <a:pt x="708261" y="3833"/>
                  </a:lnTo>
                  <a:lnTo>
                    <a:pt x="726190" y="3639"/>
                  </a:lnTo>
                  <a:lnTo>
                    <a:pt x="743510" y="3451"/>
                  </a:lnTo>
                  <a:lnTo>
                    <a:pt x="760262" y="3270"/>
                  </a:lnTo>
                  <a:lnTo>
                    <a:pt x="776483" y="3094"/>
                  </a:lnTo>
                  <a:lnTo>
                    <a:pt x="792204" y="2924"/>
                  </a:lnTo>
                  <a:lnTo>
                    <a:pt x="807456" y="2759"/>
                  </a:lnTo>
                  <a:lnTo>
                    <a:pt x="822266" y="2599"/>
                  </a:lnTo>
                  <a:lnTo>
                    <a:pt x="836659" y="2443"/>
                  </a:lnTo>
                  <a:lnTo>
                    <a:pt x="850657" y="2292"/>
                  </a:lnTo>
                  <a:lnTo>
                    <a:pt x="864282" y="2144"/>
                  </a:lnTo>
                  <a:lnTo>
                    <a:pt x="877553" y="2000"/>
                  </a:lnTo>
                  <a:lnTo>
                    <a:pt x="890488" y="1860"/>
                  </a:lnTo>
                  <a:lnTo>
                    <a:pt x="903103" y="1724"/>
                  </a:lnTo>
                  <a:lnTo>
                    <a:pt x="915415" y="1591"/>
                  </a:lnTo>
                  <a:lnTo>
                    <a:pt x="927436" y="1460"/>
                  </a:lnTo>
                  <a:lnTo>
                    <a:pt x="939182" y="1333"/>
                  </a:lnTo>
                  <a:lnTo>
                    <a:pt x="950663" y="1209"/>
                  </a:lnTo>
                  <a:lnTo>
                    <a:pt x="961892" y="1087"/>
                  </a:lnTo>
                  <a:lnTo>
                    <a:pt x="972880" y="968"/>
                  </a:lnTo>
                  <a:lnTo>
                    <a:pt x="983636" y="852"/>
                  </a:lnTo>
                  <a:lnTo>
                    <a:pt x="994171" y="738"/>
                  </a:lnTo>
                  <a:lnTo>
                    <a:pt x="1004492" y="626"/>
                  </a:lnTo>
                  <a:lnTo>
                    <a:pt x="1014610" y="517"/>
                  </a:lnTo>
                  <a:lnTo>
                    <a:pt x="1024530" y="409"/>
                  </a:lnTo>
                  <a:lnTo>
                    <a:pt x="1034262" y="304"/>
                  </a:lnTo>
                  <a:lnTo>
                    <a:pt x="1043812" y="201"/>
                  </a:lnTo>
                  <a:lnTo>
                    <a:pt x="1053187" y="99"/>
                  </a:lnTo>
                  <a:lnTo>
                    <a:pt x="106239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337345" y="1734672"/>
              <a:ext cx="1062392" cy="254412"/>
            </a:xfrm>
            <a:custGeom>
              <a:avLst/>
              <a:pathLst>
                <a:path w="1062392" h="254412">
                  <a:moveTo>
                    <a:pt x="0" y="0"/>
                  </a:moveTo>
                  <a:lnTo>
                    <a:pt x="68221" y="16337"/>
                  </a:lnTo>
                  <a:lnTo>
                    <a:pt x="128397" y="30747"/>
                  </a:lnTo>
                  <a:lnTo>
                    <a:pt x="182226" y="43637"/>
                  </a:lnTo>
                  <a:lnTo>
                    <a:pt x="230920" y="55298"/>
                  </a:lnTo>
                  <a:lnTo>
                    <a:pt x="275374" y="65944"/>
                  </a:lnTo>
                  <a:lnTo>
                    <a:pt x="316268" y="75737"/>
                  </a:lnTo>
                  <a:lnTo>
                    <a:pt x="354130" y="84804"/>
                  </a:lnTo>
                  <a:lnTo>
                    <a:pt x="389379" y="93245"/>
                  </a:lnTo>
                  <a:lnTo>
                    <a:pt x="422352" y="101141"/>
                  </a:lnTo>
                  <a:lnTo>
                    <a:pt x="453325" y="108558"/>
                  </a:lnTo>
                  <a:lnTo>
                    <a:pt x="482528" y="115551"/>
                  </a:lnTo>
                  <a:lnTo>
                    <a:pt x="510151" y="122166"/>
                  </a:lnTo>
                  <a:lnTo>
                    <a:pt x="536357" y="128441"/>
                  </a:lnTo>
                  <a:lnTo>
                    <a:pt x="561284" y="134411"/>
                  </a:lnTo>
                  <a:lnTo>
                    <a:pt x="585051" y="140102"/>
                  </a:lnTo>
                  <a:lnTo>
                    <a:pt x="607762" y="145541"/>
                  </a:lnTo>
                  <a:lnTo>
                    <a:pt x="629505" y="150748"/>
                  </a:lnTo>
                  <a:lnTo>
                    <a:pt x="650361" y="155742"/>
                  </a:lnTo>
                  <a:lnTo>
                    <a:pt x="670399" y="160541"/>
                  </a:lnTo>
                  <a:lnTo>
                    <a:pt x="689681" y="165158"/>
                  </a:lnTo>
                  <a:lnTo>
                    <a:pt x="708261" y="169608"/>
                  </a:lnTo>
                  <a:lnTo>
                    <a:pt x="726190" y="173901"/>
                  </a:lnTo>
                  <a:lnTo>
                    <a:pt x="743510" y="178049"/>
                  </a:lnTo>
                  <a:lnTo>
                    <a:pt x="760262" y="182060"/>
                  </a:lnTo>
                  <a:lnTo>
                    <a:pt x="776483" y="185945"/>
                  </a:lnTo>
                  <a:lnTo>
                    <a:pt x="792204" y="189709"/>
                  </a:lnTo>
                  <a:lnTo>
                    <a:pt x="807456" y="193362"/>
                  </a:lnTo>
                  <a:lnTo>
                    <a:pt x="822266" y="196908"/>
                  </a:lnTo>
                  <a:lnTo>
                    <a:pt x="836659" y="200355"/>
                  </a:lnTo>
                  <a:lnTo>
                    <a:pt x="850657" y="203707"/>
                  </a:lnTo>
                  <a:lnTo>
                    <a:pt x="864282" y="206970"/>
                  </a:lnTo>
                  <a:lnTo>
                    <a:pt x="877553" y="210148"/>
                  </a:lnTo>
                  <a:lnTo>
                    <a:pt x="890488" y="213245"/>
                  </a:lnTo>
                  <a:lnTo>
                    <a:pt x="903103" y="216266"/>
                  </a:lnTo>
                  <a:lnTo>
                    <a:pt x="915415" y="219215"/>
                  </a:lnTo>
                  <a:lnTo>
                    <a:pt x="927436" y="222094"/>
                  </a:lnTo>
                  <a:lnTo>
                    <a:pt x="939182" y="224906"/>
                  </a:lnTo>
                  <a:lnTo>
                    <a:pt x="950663" y="227656"/>
                  </a:lnTo>
                  <a:lnTo>
                    <a:pt x="961892" y="230345"/>
                  </a:lnTo>
                  <a:lnTo>
                    <a:pt x="972880" y="232976"/>
                  </a:lnTo>
                  <a:lnTo>
                    <a:pt x="983636" y="235552"/>
                  </a:lnTo>
                  <a:lnTo>
                    <a:pt x="994171" y="238075"/>
                  </a:lnTo>
                  <a:lnTo>
                    <a:pt x="1004492" y="240546"/>
                  </a:lnTo>
                  <a:lnTo>
                    <a:pt x="1014610" y="242969"/>
                  </a:lnTo>
                  <a:lnTo>
                    <a:pt x="1024530" y="245345"/>
                  </a:lnTo>
                  <a:lnTo>
                    <a:pt x="1034262" y="247675"/>
                  </a:lnTo>
                  <a:lnTo>
                    <a:pt x="1043812" y="249962"/>
                  </a:lnTo>
                  <a:lnTo>
                    <a:pt x="1053187" y="252207"/>
                  </a:lnTo>
                  <a:lnTo>
                    <a:pt x="1062392" y="25441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37345" y="2079148"/>
              <a:ext cx="1062392" cy="53502"/>
            </a:xfrm>
            <a:custGeom>
              <a:avLst/>
              <a:pathLst>
                <a:path w="1062392" h="53502">
                  <a:moveTo>
                    <a:pt x="0" y="53502"/>
                  </a:moveTo>
                  <a:lnTo>
                    <a:pt x="68221" y="50066"/>
                  </a:lnTo>
                  <a:lnTo>
                    <a:pt x="128397" y="47036"/>
                  </a:lnTo>
                  <a:lnTo>
                    <a:pt x="182226" y="44325"/>
                  </a:lnTo>
                  <a:lnTo>
                    <a:pt x="230920" y="41873"/>
                  </a:lnTo>
                  <a:lnTo>
                    <a:pt x="275374" y="39634"/>
                  </a:lnTo>
                  <a:lnTo>
                    <a:pt x="316268" y="37574"/>
                  </a:lnTo>
                  <a:lnTo>
                    <a:pt x="354130" y="35668"/>
                  </a:lnTo>
                  <a:lnTo>
                    <a:pt x="389379" y="33893"/>
                  </a:lnTo>
                  <a:lnTo>
                    <a:pt x="422352" y="32232"/>
                  </a:lnTo>
                  <a:lnTo>
                    <a:pt x="453325" y="30672"/>
                  </a:lnTo>
                  <a:lnTo>
                    <a:pt x="482528" y="29202"/>
                  </a:lnTo>
                  <a:lnTo>
                    <a:pt x="510151" y="27810"/>
                  </a:lnTo>
                  <a:lnTo>
                    <a:pt x="536357" y="26491"/>
                  </a:lnTo>
                  <a:lnTo>
                    <a:pt x="561284" y="25235"/>
                  </a:lnTo>
                  <a:lnTo>
                    <a:pt x="585051" y="24038"/>
                  </a:lnTo>
                  <a:lnTo>
                    <a:pt x="607762" y="22895"/>
                  </a:lnTo>
                  <a:lnTo>
                    <a:pt x="629505" y="21800"/>
                  </a:lnTo>
                  <a:lnTo>
                    <a:pt x="650361" y="20749"/>
                  </a:lnTo>
                  <a:lnTo>
                    <a:pt x="670399" y="19740"/>
                  </a:lnTo>
                  <a:lnTo>
                    <a:pt x="689681" y="18769"/>
                  </a:lnTo>
                  <a:lnTo>
                    <a:pt x="708261" y="17834"/>
                  </a:lnTo>
                  <a:lnTo>
                    <a:pt x="726190" y="16931"/>
                  </a:lnTo>
                  <a:lnTo>
                    <a:pt x="743510" y="16058"/>
                  </a:lnTo>
                  <a:lnTo>
                    <a:pt x="760262" y="15215"/>
                  </a:lnTo>
                  <a:lnTo>
                    <a:pt x="776483" y="14398"/>
                  </a:lnTo>
                  <a:lnTo>
                    <a:pt x="792204" y="13606"/>
                  </a:lnTo>
                  <a:lnTo>
                    <a:pt x="807456" y="12838"/>
                  </a:lnTo>
                  <a:lnTo>
                    <a:pt x="822266" y="12092"/>
                  </a:lnTo>
                  <a:lnTo>
                    <a:pt x="836659" y="11367"/>
                  </a:lnTo>
                  <a:lnTo>
                    <a:pt x="850657" y="10663"/>
                  </a:lnTo>
                  <a:lnTo>
                    <a:pt x="864282" y="9976"/>
                  </a:lnTo>
                  <a:lnTo>
                    <a:pt x="877553" y="9308"/>
                  </a:lnTo>
                  <a:lnTo>
                    <a:pt x="890488" y="8657"/>
                  </a:lnTo>
                  <a:lnTo>
                    <a:pt x="903103" y="8021"/>
                  </a:lnTo>
                  <a:lnTo>
                    <a:pt x="915415" y="7401"/>
                  </a:lnTo>
                  <a:lnTo>
                    <a:pt x="927436" y="6796"/>
                  </a:lnTo>
                  <a:lnTo>
                    <a:pt x="939182" y="6204"/>
                  </a:lnTo>
                  <a:lnTo>
                    <a:pt x="950663" y="5626"/>
                  </a:lnTo>
                  <a:lnTo>
                    <a:pt x="961892" y="5061"/>
                  </a:lnTo>
                  <a:lnTo>
                    <a:pt x="972880" y="4507"/>
                  </a:lnTo>
                  <a:lnTo>
                    <a:pt x="983636" y="3966"/>
                  </a:lnTo>
                  <a:lnTo>
                    <a:pt x="994171" y="3435"/>
                  </a:lnTo>
                  <a:lnTo>
                    <a:pt x="1004492" y="2915"/>
                  </a:lnTo>
                  <a:lnTo>
                    <a:pt x="1014610" y="2406"/>
                  </a:lnTo>
                  <a:lnTo>
                    <a:pt x="1024530" y="1906"/>
                  </a:lnTo>
                  <a:lnTo>
                    <a:pt x="1034262" y="1416"/>
                  </a:lnTo>
                  <a:lnTo>
                    <a:pt x="1043812" y="935"/>
                  </a:lnTo>
                  <a:lnTo>
                    <a:pt x="1053187" y="463"/>
                  </a:lnTo>
                  <a:lnTo>
                    <a:pt x="106239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337345" y="2139687"/>
              <a:ext cx="1062392" cy="75663"/>
            </a:xfrm>
            <a:custGeom>
              <a:avLst/>
              <a:pathLst>
                <a:path w="1062392" h="75663">
                  <a:moveTo>
                    <a:pt x="0" y="0"/>
                  </a:moveTo>
                  <a:lnTo>
                    <a:pt x="68221" y="4858"/>
                  </a:lnTo>
                  <a:lnTo>
                    <a:pt x="128397" y="9144"/>
                  </a:lnTo>
                  <a:lnTo>
                    <a:pt x="182226" y="12978"/>
                  </a:lnTo>
                  <a:lnTo>
                    <a:pt x="230920" y="16446"/>
                  </a:lnTo>
                  <a:lnTo>
                    <a:pt x="275374" y="19612"/>
                  </a:lnTo>
                  <a:lnTo>
                    <a:pt x="316268" y="22524"/>
                  </a:lnTo>
                  <a:lnTo>
                    <a:pt x="354130" y="25221"/>
                  </a:lnTo>
                  <a:lnTo>
                    <a:pt x="389379" y="27731"/>
                  </a:lnTo>
                  <a:lnTo>
                    <a:pt x="422352" y="30079"/>
                  </a:lnTo>
                  <a:lnTo>
                    <a:pt x="453325" y="32285"/>
                  </a:lnTo>
                  <a:lnTo>
                    <a:pt x="482528" y="34365"/>
                  </a:lnTo>
                  <a:lnTo>
                    <a:pt x="510151" y="36332"/>
                  </a:lnTo>
                  <a:lnTo>
                    <a:pt x="536357" y="38199"/>
                  </a:lnTo>
                  <a:lnTo>
                    <a:pt x="561284" y="39974"/>
                  </a:lnTo>
                  <a:lnTo>
                    <a:pt x="585051" y="41667"/>
                  </a:lnTo>
                  <a:lnTo>
                    <a:pt x="607762" y="43284"/>
                  </a:lnTo>
                  <a:lnTo>
                    <a:pt x="629505" y="44833"/>
                  </a:lnTo>
                  <a:lnTo>
                    <a:pt x="650361" y="46318"/>
                  </a:lnTo>
                  <a:lnTo>
                    <a:pt x="670399" y="47745"/>
                  </a:lnTo>
                  <a:lnTo>
                    <a:pt x="689681" y="49118"/>
                  </a:lnTo>
                  <a:lnTo>
                    <a:pt x="708261" y="50442"/>
                  </a:lnTo>
                  <a:lnTo>
                    <a:pt x="726190" y="51718"/>
                  </a:lnTo>
                  <a:lnTo>
                    <a:pt x="743510" y="52952"/>
                  </a:lnTo>
                  <a:lnTo>
                    <a:pt x="760262" y="54145"/>
                  </a:lnTo>
                  <a:lnTo>
                    <a:pt x="776483" y="55300"/>
                  </a:lnTo>
                  <a:lnTo>
                    <a:pt x="792204" y="56420"/>
                  </a:lnTo>
                  <a:lnTo>
                    <a:pt x="807456" y="57506"/>
                  </a:lnTo>
                  <a:lnTo>
                    <a:pt x="822266" y="58561"/>
                  </a:lnTo>
                  <a:lnTo>
                    <a:pt x="836659" y="59586"/>
                  </a:lnTo>
                  <a:lnTo>
                    <a:pt x="850657" y="60583"/>
                  </a:lnTo>
                  <a:lnTo>
                    <a:pt x="864282" y="61553"/>
                  </a:lnTo>
                  <a:lnTo>
                    <a:pt x="877553" y="62498"/>
                  </a:lnTo>
                  <a:lnTo>
                    <a:pt x="890488" y="63420"/>
                  </a:lnTo>
                  <a:lnTo>
                    <a:pt x="903103" y="64318"/>
                  </a:lnTo>
                  <a:lnTo>
                    <a:pt x="915415" y="65195"/>
                  </a:lnTo>
                  <a:lnTo>
                    <a:pt x="927436" y="66051"/>
                  </a:lnTo>
                  <a:lnTo>
                    <a:pt x="939182" y="66888"/>
                  </a:lnTo>
                  <a:lnTo>
                    <a:pt x="950663" y="67705"/>
                  </a:lnTo>
                  <a:lnTo>
                    <a:pt x="961892" y="68505"/>
                  </a:lnTo>
                  <a:lnTo>
                    <a:pt x="972880" y="69288"/>
                  </a:lnTo>
                  <a:lnTo>
                    <a:pt x="983636" y="70054"/>
                  </a:lnTo>
                  <a:lnTo>
                    <a:pt x="994171" y="70804"/>
                  </a:lnTo>
                  <a:lnTo>
                    <a:pt x="1004492" y="71539"/>
                  </a:lnTo>
                  <a:lnTo>
                    <a:pt x="1014610" y="72260"/>
                  </a:lnTo>
                  <a:lnTo>
                    <a:pt x="1024530" y="72966"/>
                  </a:lnTo>
                  <a:lnTo>
                    <a:pt x="1034262" y="73659"/>
                  </a:lnTo>
                  <a:lnTo>
                    <a:pt x="1043812" y="74339"/>
                  </a:lnTo>
                  <a:lnTo>
                    <a:pt x="1053187" y="75007"/>
                  </a:lnTo>
                  <a:lnTo>
                    <a:pt x="1062392" y="7566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337345" y="1976044"/>
              <a:ext cx="1062392" cy="45277"/>
            </a:xfrm>
            <a:custGeom>
              <a:avLst/>
              <a:pathLst>
                <a:path w="1062392" h="45277">
                  <a:moveTo>
                    <a:pt x="0" y="45277"/>
                  </a:moveTo>
                  <a:lnTo>
                    <a:pt x="68221" y="42369"/>
                  </a:lnTo>
                  <a:lnTo>
                    <a:pt x="128397" y="39805"/>
                  </a:lnTo>
                  <a:lnTo>
                    <a:pt x="182226" y="37511"/>
                  </a:lnTo>
                  <a:lnTo>
                    <a:pt x="230920" y="35435"/>
                  </a:lnTo>
                  <a:lnTo>
                    <a:pt x="275374" y="33541"/>
                  </a:lnTo>
                  <a:lnTo>
                    <a:pt x="316268" y="31798"/>
                  </a:lnTo>
                  <a:lnTo>
                    <a:pt x="354130" y="30184"/>
                  </a:lnTo>
                  <a:lnTo>
                    <a:pt x="389379" y="28682"/>
                  </a:lnTo>
                  <a:lnTo>
                    <a:pt x="422352" y="27277"/>
                  </a:lnTo>
                  <a:lnTo>
                    <a:pt x="453325" y="25957"/>
                  </a:lnTo>
                  <a:lnTo>
                    <a:pt x="482528" y="24712"/>
                  </a:lnTo>
                  <a:lnTo>
                    <a:pt x="510151" y="23535"/>
                  </a:lnTo>
                  <a:lnTo>
                    <a:pt x="536357" y="22418"/>
                  </a:lnTo>
                  <a:lnTo>
                    <a:pt x="561284" y="21356"/>
                  </a:lnTo>
                  <a:lnTo>
                    <a:pt x="585051" y="20343"/>
                  </a:lnTo>
                  <a:lnTo>
                    <a:pt x="607762" y="19375"/>
                  </a:lnTo>
                  <a:lnTo>
                    <a:pt x="629505" y="18448"/>
                  </a:lnTo>
                  <a:lnTo>
                    <a:pt x="650361" y="17559"/>
                  </a:lnTo>
                  <a:lnTo>
                    <a:pt x="670399" y="16706"/>
                  </a:lnTo>
                  <a:lnTo>
                    <a:pt x="689681" y="15884"/>
                  </a:lnTo>
                  <a:lnTo>
                    <a:pt x="708261" y="15092"/>
                  </a:lnTo>
                  <a:lnTo>
                    <a:pt x="726190" y="14328"/>
                  </a:lnTo>
                  <a:lnTo>
                    <a:pt x="743510" y="13590"/>
                  </a:lnTo>
                  <a:lnTo>
                    <a:pt x="760262" y="12876"/>
                  </a:lnTo>
                  <a:lnTo>
                    <a:pt x="776483" y="12184"/>
                  </a:lnTo>
                  <a:lnTo>
                    <a:pt x="792204" y="11514"/>
                  </a:lnTo>
                  <a:lnTo>
                    <a:pt x="807456" y="10864"/>
                  </a:lnTo>
                  <a:lnTo>
                    <a:pt x="822266" y="10233"/>
                  </a:lnTo>
                  <a:lnTo>
                    <a:pt x="836659" y="9620"/>
                  </a:lnTo>
                  <a:lnTo>
                    <a:pt x="850657" y="9023"/>
                  </a:lnTo>
                  <a:lnTo>
                    <a:pt x="864282" y="8443"/>
                  </a:lnTo>
                  <a:lnTo>
                    <a:pt x="877553" y="7877"/>
                  </a:lnTo>
                  <a:lnTo>
                    <a:pt x="890488" y="7326"/>
                  </a:lnTo>
                  <a:lnTo>
                    <a:pt x="903103" y="6788"/>
                  </a:lnTo>
                  <a:lnTo>
                    <a:pt x="915415" y="6263"/>
                  </a:lnTo>
                  <a:lnTo>
                    <a:pt x="927436" y="5751"/>
                  </a:lnTo>
                  <a:lnTo>
                    <a:pt x="939182" y="5250"/>
                  </a:lnTo>
                  <a:lnTo>
                    <a:pt x="950663" y="4761"/>
                  </a:lnTo>
                  <a:lnTo>
                    <a:pt x="961892" y="4283"/>
                  </a:lnTo>
                  <a:lnTo>
                    <a:pt x="972880" y="3814"/>
                  </a:lnTo>
                  <a:lnTo>
                    <a:pt x="983636" y="3356"/>
                  </a:lnTo>
                  <a:lnTo>
                    <a:pt x="994171" y="2907"/>
                  </a:lnTo>
                  <a:lnTo>
                    <a:pt x="1004492" y="2467"/>
                  </a:lnTo>
                  <a:lnTo>
                    <a:pt x="1014610" y="2036"/>
                  </a:lnTo>
                  <a:lnTo>
                    <a:pt x="1024530" y="1613"/>
                  </a:lnTo>
                  <a:lnTo>
                    <a:pt x="1034262" y="1198"/>
                  </a:lnTo>
                  <a:lnTo>
                    <a:pt x="1043812" y="791"/>
                  </a:lnTo>
                  <a:lnTo>
                    <a:pt x="1053187" y="392"/>
                  </a:lnTo>
                  <a:lnTo>
                    <a:pt x="106239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8" name="rc297"/>
            <p:cNvSpPr/>
            <p:nvPr/>
          </p:nvSpPr>
          <p:spPr>
            <a:xfrm>
              <a:off x="4270675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27067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tx299"/>
            <p:cNvSpPr/>
            <p:nvPr/>
          </p:nvSpPr>
          <p:spPr>
            <a:xfrm rot="-5400000">
              <a:off x="4080648" y="206609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301" name="tx300"/>
            <p:cNvSpPr/>
            <p:nvPr/>
          </p:nvSpPr>
          <p:spPr>
            <a:xfrm rot="-5400000">
              <a:off x="4080648" y="172284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02" name="tx301"/>
            <p:cNvSpPr/>
            <p:nvPr/>
          </p:nvSpPr>
          <p:spPr>
            <a:xfrm rot="-5400000">
              <a:off x="4080648" y="137959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303" name="pl302"/>
            <p:cNvSpPr/>
            <p:nvPr/>
          </p:nvSpPr>
          <p:spPr>
            <a:xfrm>
              <a:off x="4239044" y="210710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4239044" y="17638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4239044" y="142060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4270675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433734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469147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504560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539973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tx310"/>
            <p:cNvSpPr/>
            <p:nvPr/>
          </p:nvSpPr>
          <p:spPr>
            <a:xfrm>
              <a:off x="4270675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12" name="rc311"/>
            <p:cNvSpPr/>
            <p:nvPr/>
          </p:nvSpPr>
          <p:spPr>
            <a:xfrm>
              <a:off x="5734681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99093" y="204637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802982" y="194944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768307" y="188709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760676" y="212502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794710" y="215976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796829" y="14791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804743" y="205406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790567" y="180299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780345" y="20525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804779" y="211759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150257" y="193872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127769" y="206008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142936" y="17090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138433" y="210062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126144" y="203784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117024" y="17994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149280" y="216322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105703" y="20546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144831" y="197188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125237" y="123183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108648" y="153686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134980" y="197724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154689" y="193218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127679" y="215134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150257" y="199638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123381" y="193155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153973" y="209015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148454" y="203331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60826" y="22748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98073" y="20536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78675" y="203623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87757" y="192270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69352" y="145592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82957" y="14014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68350" y="169320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59900" y="180942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57469" y="182265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56705" y="174595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77733" y="179021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63184" y="173194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81702" y="206633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80110" y="195715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497209" y="20333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455741" y="164568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479448" y="173906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487167" y="194080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458082" y="17887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476912" y="120983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13477" y="180238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13455" y="191440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39036" y="180751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43344" y="179387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19882" y="186471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07643" y="181443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48636" y="170396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26221" y="179969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08428" y="20247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49544" y="152878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45971" y="202261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09629" y="200748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817178" y="191701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814124" y="18247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42942" y="184156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44019" y="202553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805714" y="172006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802686" y="18522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820392" y="192272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833460" y="18533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803372" y="192737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6834902" y="159700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6850220" y="187201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6809145" y="181211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810388" y="1819059"/>
              <a:ext cx="1044315" cy="143958"/>
            </a:xfrm>
            <a:custGeom>
              <a:avLst/>
              <a:pathLst>
                <a:path w="1044315" h="143958">
                  <a:moveTo>
                    <a:pt x="0" y="143958"/>
                  </a:moveTo>
                  <a:lnTo>
                    <a:pt x="67060" y="134714"/>
                  </a:lnTo>
                  <a:lnTo>
                    <a:pt x="126212" y="126560"/>
                  </a:lnTo>
                  <a:lnTo>
                    <a:pt x="179125" y="119266"/>
                  </a:lnTo>
                  <a:lnTo>
                    <a:pt x="226991" y="112667"/>
                  </a:lnTo>
                  <a:lnTo>
                    <a:pt x="270689" y="106644"/>
                  </a:lnTo>
                  <a:lnTo>
                    <a:pt x="310887" y="101102"/>
                  </a:lnTo>
                  <a:lnTo>
                    <a:pt x="348105" y="95972"/>
                  </a:lnTo>
                  <a:lnTo>
                    <a:pt x="382754" y="91195"/>
                  </a:lnTo>
                  <a:lnTo>
                    <a:pt x="415166" y="86727"/>
                  </a:lnTo>
                  <a:lnTo>
                    <a:pt x="445612" y="82530"/>
                  </a:lnTo>
                  <a:lnTo>
                    <a:pt x="474317" y="78573"/>
                  </a:lnTo>
                  <a:lnTo>
                    <a:pt x="501470" y="74830"/>
                  </a:lnTo>
                  <a:lnTo>
                    <a:pt x="527230" y="71279"/>
                  </a:lnTo>
                  <a:lnTo>
                    <a:pt x="551733" y="67902"/>
                  </a:lnTo>
                  <a:lnTo>
                    <a:pt x="575096" y="64681"/>
                  </a:lnTo>
                  <a:lnTo>
                    <a:pt x="597420" y="61604"/>
                  </a:lnTo>
                  <a:lnTo>
                    <a:pt x="618794" y="58657"/>
                  </a:lnTo>
                  <a:lnTo>
                    <a:pt x="639295" y="55831"/>
                  </a:lnTo>
                  <a:lnTo>
                    <a:pt x="658992" y="53116"/>
                  </a:lnTo>
                  <a:lnTo>
                    <a:pt x="677946" y="50503"/>
                  </a:lnTo>
                  <a:lnTo>
                    <a:pt x="696210" y="47986"/>
                  </a:lnTo>
                  <a:lnTo>
                    <a:pt x="713833" y="45556"/>
                  </a:lnTo>
                  <a:lnTo>
                    <a:pt x="730859" y="43209"/>
                  </a:lnTo>
                  <a:lnTo>
                    <a:pt x="747326" y="40939"/>
                  </a:lnTo>
                  <a:lnTo>
                    <a:pt x="763271" y="38741"/>
                  </a:lnTo>
                  <a:lnTo>
                    <a:pt x="778725" y="36611"/>
                  </a:lnTo>
                  <a:lnTo>
                    <a:pt x="793717" y="34544"/>
                  </a:lnTo>
                  <a:lnTo>
                    <a:pt x="808275" y="32538"/>
                  </a:lnTo>
                  <a:lnTo>
                    <a:pt x="822423" y="30587"/>
                  </a:lnTo>
                  <a:lnTo>
                    <a:pt x="836183" y="28690"/>
                  </a:lnTo>
                  <a:lnTo>
                    <a:pt x="849576" y="26844"/>
                  </a:lnTo>
                  <a:lnTo>
                    <a:pt x="862621" y="25046"/>
                  </a:lnTo>
                  <a:lnTo>
                    <a:pt x="875336" y="23293"/>
                  </a:lnTo>
                  <a:lnTo>
                    <a:pt x="887737" y="21584"/>
                  </a:lnTo>
                  <a:lnTo>
                    <a:pt x="899839" y="19916"/>
                  </a:lnTo>
                  <a:lnTo>
                    <a:pt x="911656" y="18287"/>
                  </a:lnTo>
                  <a:lnTo>
                    <a:pt x="923201" y="16695"/>
                  </a:lnTo>
                  <a:lnTo>
                    <a:pt x="934488" y="15139"/>
                  </a:lnTo>
                  <a:lnTo>
                    <a:pt x="945526" y="13618"/>
                  </a:lnTo>
                  <a:lnTo>
                    <a:pt x="956326" y="12129"/>
                  </a:lnTo>
                  <a:lnTo>
                    <a:pt x="966899" y="10671"/>
                  </a:lnTo>
                  <a:lnTo>
                    <a:pt x="977255" y="9244"/>
                  </a:lnTo>
                  <a:lnTo>
                    <a:pt x="987401" y="7845"/>
                  </a:lnTo>
                  <a:lnTo>
                    <a:pt x="997346" y="6474"/>
                  </a:lnTo>
                  <a:lnTo>
                    <a:pt x="1007098" y="5130"/>
                  </a:lnTo>
                  <a:lnTo>
                    <a:pt x="1016664" y="3811"/>
                  </a:lnTo>
                  <a:lnTo>
                    <a:pt x="1026051" y="2517"/>
                  </a:lnTo>
                  <a:lnTo>
                    <a:pt x="1035266" y="1247"/>
                  </a:lnTo>
                  <a:lnTo>
                    <a:pt x="104431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810388" y="1867502"/>
              <a:ext cx="1044315" cy="279060"/>
            </a:xfrm>
            <a:custGeom>
              <a:avLst/>
              <a:pathLst>
                <a:path w="1044315" h="279060">
                  <a:moveTo>
                    <a:pt x="0" y="279060"/>
                  </a:moveTo>
                  <a:lnTo>
                    <a:pt x="67060" y="261140"/>
                  </a:lnTo>
                  <a:lnTo>
                    <a:pt x="126212" y="245334"/>
                  </a:lnTo>
                  <a:lnTo>
                    <a:pt x="179125" y="231195"/>
                  </a:lnTo>
                  <a:lnTo>
                    <a:pt x="226991" y="218404"/>
                  </a:lnTo>
                  <a:lnTo>
                    <a:pt x="270689" y="206727"/>
                  </a:lnTo>
                  <a:lnTo>
                    <a:pt x="310887" y="195985"/>
                  </a:lnTo>
                  <a:lnTo>
                    <a:pt x="348105" y="186040"/>
                  </a:lnTo>
                  <a:lnTo>
                    <a:pt x="382754" y="176781"/>
                  </a:lnTo>
                  <a:lnTo>
                    <a:pt x="415166" y="168120"/>
                  </a:lnTo>
                  <a:lnTo>
                    <a:pt x="445612" y="159984"/>
                  </a:lnTo>
                  <a:lnTo>
                    <a:pt x="474317" y="152314"/>
                  </a:lnTo>
                  <a:lnTo>
                    <a:pt x="501470" y="145058"/>
                  </a:lnTo>
                  <a:lnTo>
                    <a:pt x="527230" y="138174"/>
                  </a:lnTo>
                  <a:lnTo>
                    <a:pt x="551733" y="131627"/>
                  </a:lnTo>
                  <a:lnTo>
                    <a:pt x="575096" y="125384"/>
                  </a:lnTo>
                  <a:lnTo>
                    <a:pt x="597420" y="119418"/>
                  </a:lnTo>
                  <a:lnTo>
                    <a:pt x="618794" y="113707"/>
                  </a:lnTo>
                  <a:lnTo>
                    <a:pt x="639295" y="108228"/>
                  </a:lnTo>
                  <a:lnTo>
                    <a:pt x="658992" y="102965"/>
                  </a:lnTo>
                  <a:lnTo>
                    <a:pt x="677946" y="97900"/>
                  </a:lnTo>
                  <a:lnTo>
                    <a:pt x="696210" y="93020"/>
                  </a:lnTo>
                  <a:lnTo>
                    <a:pt x="713833" y="88311"/>
                  </a:lnTo>
                  <a:lnTo>
                    <a:pt x="730859" y="83761"/>
                  </a:lnTo>
                  <a:lnTo>
                    <a:pt x="747326" y="79361"/>
                  </a:lnTo>
                  <a:lnTo>
                    <a:pt x="763271" y="75100"/>
                  </a:lnTo>
                  <a:lnTo>
                    <a:pt x="778725" y="70970"/>
                  </a:lnTo>
                  <a:lnTo>
                    <a:pt x="793717" y="66964"/>
                  </a:lnTo>
                  <a:lnTo>
                    <a:pt x="808275" y="63074"/>
                  </a:lnTo>
                  <a:lnTo>
                    <a:pt x="822423" y="59293"/>
                  </a:lnTo>
                  <a:lnTo>
                    <a:pt x="836183" y="55616"/>
                  </a:lnTo>
                  <a:lnTo>
                    <a:pt x="849576" y="52038"/>
                  </a:lnTo>
                  <a:lnTo>
                    <a:pt x="862621" y="48552"/>
                  </a:lnTo>
                  <a:lnTo>
                    <a:pt x="875336" y="45154"/>
                  </a:lnTo>
                  <a:lnTo>
                    <a:pt x="887737" y="41840"/>
                  </a:lnTo>
                  <a:lnTo>
                    <a:pt x="899839" y="38606"/>
                  </a:lnTo>
                  <a:lnTo>
                    <a:pt x="911656" y="35449"/>
                  </a:lnTo>
                  <a:lnTo>
                    <a:pt x="923201" y="32363"/>
                  </a:lnTo>
                  <a:lnTo>
                    <a:pt x="934488" y="29348"/>
                  </a:lnTo>
                  <a:lnTo>
                    <a:pt x="945526" y="26398"/>
                  </a:lnTo>
                  <a:lnTo>
                    <a:pt x="956326" y="23512"/>
                  </a:lnTo>
                  <a:lnTo>
                    <a:pt x="966899" y="20687"/>
                  </a:lnTo>
                  <a:lnTo>
                    <a:pt x="977255" y="17919"/>
                  </a:lnTo>
                  <a:lnTo>
                    <a:pt x="987401" y="15208"/>
                  </a:lnTo>
                  <a:lnTo>
                    <a:pt x="997346" y="12551"/>
                  </a:lnTo>
                  <a:lnTo>
                    <a:pt x="1007098" y="9945"/>
                  </a:lnTo>
                  <a:lnTo>
                    <a:pt x="1016664" y="7389"/>
                  </a:lnTo>
                  <a:lnTo>
                    <a:pt x="1026051" y="4880"/>
                  </a:lnTo>
                  <a:lnTo>
                    <a:pt x="1035266" y="2418"/>
                  </a:lnTo>
                  <a:lnTo>
                    <a:pt x="104431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810388" y="1917063"/>
              <a:ext cx="1044315" cy="42958"/>
            </a:xfrm>
            <a:custGeom>
              <a:avLst/>
              <a:pathLst>
                <a:path w="1044315" h="42958">
                  <a:moveTo>
                    <a:pt x="0" y="42958"/>
                  </a:moveTo>
                  <a:lnTo>
                    <a:pt x="67060" y="40200"/>
                  </a:lnTo>
                  <a:lnTo>
                    <a:pt x="126212" y="37766"/>
                  </a:lnTo>
                  <a:lnTo>
                    <a:pt x="179125" y="35590"/>
                  </a:lnTo>
                  <a:lnTo>
                    <a:pt x="226991" y="33621"/>
                  </a:lnTo>
                  <a:lnTo>
                    <a:pt x="270689" y="31823"/>
                  </a:lnTo>
                  <a:lnTo>
                    <a:pt x="310887" y="30170"/>
                  </a:lnTo>
                  <a:lnTo>
                    <a:pt x="348105" y="28639"/>
                  </a:lnTo>
                  <a:lnTo>
                    <a:pt x="382754" y="27213"/>
                  </a:lnTo>
                  <a:lnTo>
                    <a:pt x="415166" y="25880"/>
                  </a:lnTo>
                  <a:lnTo>
                    <a:pt x="445612" y="24628"/>
                  </a:lnTo>
                  <a:lnTo>
                    <a:pt x="474317" y="23447"/>
                  </a:lnTo>
                  <a:lnTo>
                    <a:pt x="501470" y="22330"/>
                  </a:lnTo>
                  <a:lnTo>
                    <a:pt x="527230" y="21270"/>
                  </a:lnTo>
                  <a:lnTo>
                    <a:pt x="551733" y="20262"/>
                  </a:lnTo>
                  <a:lnTo>
                    <a:pt x="575096" y="19301"/>
                  </a:lnTo>
                  <a:lnTo>
                    <a:pt x="597420" y="18383"/>
                  </a:lnTo>
                  <a:lnTo>
                    <a:pt x="618794" y="17504"/>
                  </a:lnTo>
                  <a:lnTo>
                    <a:pt x="639295" y="16660"/>
                  </a:lnTo>
                  <a:lnTo>
                    <a:pt x="658992" y="15850"/>
                  </a:lnTo>
                  <a:lnTo>
                    <a:pt x="677946" y="15070"/>
                  </a:lnTo>
                  <a:lnTo>
                    <a:pt x="696210" y="14319"/>
                  </a:lnTo>
                  <a:lnTo>
                    <a:pt x="713833" y="13594"/>
                  </a:lnTo>
                  <a:lnTo>
                    <a:pt x="730859" y="12894"/>
                  </a:lnTo>
                  <a:lnTo>
                    <a:pt x="747326" y="12216"/>
                  </a:lnTo>
                  <a:lnTo>
                    <a:pt x="763271" y="11561"/>
                  </a:lnTo>
                  <a:lnTo>
                    <a:pt x="778725" y="10925"/>
                  </a:lnTo>
                  <a:lnTo>
                    <a:pt x="793717" y="10308"/>
                  </a:lnTo>
                  <a:lnTo>
                    <a:pt x="808275" y="9709"/>
                  </a:lnTo>
                  <a:lnTo>
                    <a:pt x="822423" y="9127"/>
                  </a:lnTo>
                  <a:lnTo>
                    <a:pt x="836183" y="8561"/>
                  </a:lnTo>
                  <a:lnTo>
                    <a:pt x="849576" y="8010"/>
                  </a:lnTo>
                  <a:lnTo>
                    <a:pt x="862621" y="7474"/>
                  </a:lnTo>
                  <a:lnTo>
                    <a:pt x="875336" y="6951"/>
                  </a:lnTo>
                  <a:lnTo>
                    <a:pt x="887737" y="6441"/>
                  </a:lnTo>
                  <a:lnTo>
                    <a:pt x="899839" y="5943"/>
                  </a:lnTo>
                  <a:lnTo>
                    <a:pt x="911656" y="5457"/>
                  </a:lnTo>
                  <a:lnTo>
                    <a:pt x="923201" y="4982"/>
                  </a:lnTo>
                  <a:lnTo>
                    <a:pt x="934488" y="4517"/>
                  </a:lnTo>
                  <a:lnTo>
                    <a:pt x="945526" y="4063"/>
                  </a:lnTo>
                  <a:lnTo>
                    <a:pt x="956326" y="3619"/>
                  </a:lnTo>
                  <a:lnTo>
                    <a:pt x="966899" y="3184"/>
                  </a:lnTo>
                  <a:lnTo>
                    <a:pt x="977255" y="2758"/>
                  </a:lnTo>
                  <a:lnTo>
                    <a:pt x="987401" y="2341"/>
                  </a:lnTo>
                  <a:lnTo>
                    <a:pt x="997346" y="1932"/>
                  </a:lnTo>
                  <a:lnTo>
                    <a:pt x="1007098" y="1530"/>
                  </a:lnTo>
                  <a:lnTo>
                    <a:pt x="1016664" y="1137"/>
                  </a:lnTo>
                  <a:lnTo>
                    <a:pt x="1026051" y="751"/>
                  </a:lnTo>
                  <a:lnTo>
                    <a:pt x="1035266" y="372"/>
                  </a:lnTo>
                  <a:lnTo>
                    <a:pt x="104431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810388" y="1487843"/>
              <a:ext cx="1044315" cy="642769"/>
            </a:xfrm>
            <a:custGeom>
              <a:avLst/>
              <a:pathLst>
                <a:path w="1044315" h="642769">
                  <a:moveTo>
                    <a:pt x="0" y="642769"/>
                  </a:moveTo>
                  <a:lnTo>
                    <a:pt x="67060" y="601493"/>
                  </a:lnTo>
                  <a:lnTo>
                    <a:pt x="126212" y="565086"/>
                  </a:lnTo>
                  <a:lnTo>
                    <a:pt x="179125" y="532518"/>
                  </a:lnTo>
                  <a:lnTo>
                    <a:pt x="226991" y="503057"/>
                  </a:lnTo>
                  <a:lnTo>
                    <a:pt x="270689" y="476161"/>
                  </a:lnTo>
                  <a:lnTo>
                    <a:pt x="310887" y="451420"/>
                  </a:lnTo>
                  <a:lnTo>
                    <a:pt x="348105" y="428512"/>
                  </a:lnTo>
                  <a:lnTo>
                    <a:pt x="382754" y="407186"/>
                  </a:lnTo>
                  <a:lnTo>
                    <a:pt x="415166" y="387237"/>
                  </a:lnTo>
                  <a:lnTo>
                    <a:pt x="445612" y="368497"/>
                  </a:lnTo>
                  <a:lnTo>
                    <a:pt x="474317" y="350829"/>
                  </a:lnTo>
                  <a:lnTo>
                    <a:pt x="501470" y="334117"/>
                  </a:lnTo>
                  <a:lnTo>
                    <a:pt x="527230" y="318262"/>
                  </a:lnTo>
                  <a:lnTo>
                    <a:pt x="551733" y="303180"/>
                  </a:lnTo>
                  <a:lnTo>
                    <a:pt x="575096" y="288801"/>
                  </a:lnTo>
                  <a:lnTo>
                    <a:pt x="597420" y="275060"/>
                  </a:lnTo>
                  <a:lnTo>
                    <a:pt x="618794" y="261905"/>
                  </a:lnTo>
                  <a:lnTo>
                    <a:pt x="639295" y="249287"/>
                  </a:lnTo>
                  <a:lnTo>
                    <a:pt x="658992" y="237163"/>
                  </a:lnTo>
                  <a:lnTo>
                    <a:pt x="677946" y="225497"/>
                  </a:lnTo>
                  <a:lnTo>
                    <a:pt x="696210" y="214256"/>
                  </a:lnTo>
                  <a:lnTo>
                    <a:pt x="713833" y="203409"/>
                  </a:lnTo>
                  <a:lnTo>
                    <a:pt x="730859" y="192930"/>
                  </a:lnTo>
                  <a:lnTo>
                    <a:pt x="747326" y="182794"/>
                  </a:lnTo>
                  <a:lnTo>
                    <a:pt x="763271" y="172980"/>
                  </a:lnTo>
                  <a:lnTo>
                    <a:pt x="778725" y="163469"/>
                  </a:lnTo>
                  <a:lnTo>
                    <a:pt x="793717" y="154241"/>
                  </a:lnTo>
                  <a:lnTo>
                    <a:pt x="808275" y="145281"/>
                  </a:lnTo>
                  <a:lnTo>
                    <a:pt x="822423" y="136573"/>
                  </a:lnTo>
                  <a:lnTo>
                    <a:pt x="836183" y="128104"/>
                  </a:lnTo>
                  <a:lnTo>
                    <a:pt x="849576" y="119860"/>
                  </a:lnTo>
                  <a:lnTo>
                    <a:pt x="862621" y="111831"/>
                  </a:lnTo>
                  <a:lnTo>
                    <a:pt x="875336" y="104005"/>
                  </a:lnTo>
                  <a:lnTo>
                    <a:pt x="887737" y="96373"/>
                  </a:lnTo>
                  <a:lnTo>
                    <a:pt x="899839" y="88924"/>
                  </a:lnTo>
                  <a:lnTo>
                    <a:pt x="911656" y="81651"/>
                  </a:lnTo>
                  <a:lnTo>
                    <a:pt x="923201" y="74544"/>
                  </a:lnTo>
                  <a:lnTo>
                    <a:pt x="934488" y="67598"/>
                  </a:lnTo>
                  <a:lnTo>
                    <a:pt x="945526" y="60804"/>
                  </a:lnTo>
                  <a:lnTo>
                    <a:pt x="956326" y="54156"/>
                  </a:lnTo>
                  <a:lnTo>
                    <a:pt x="966899" y="47649"/>
                  </a:lnTo>
                  <a:lnTo>
                    <a:pt x="977255" y="41275"/>
                  </a:lnTo>
                  <a:lnTo>
                    <a:pt x="987401" y="35030"/>
                  </a:lnTo>
                  <a:lnTo>
                    <a:pt x="997346" y="28909"/>
                  </a:lnTo>
                  <a:lnTo>
                    <a:pt x="1007098" y="22907"/>
                  </a:lnTo>
                  <a:lnTo>
                    <a:pt x="1016664" y="17019"/>
                  </a:lnTo>
                  <a:lnTo>
                    <a:pt x="1026051" y="11241"/>
                  </a:lnTo>
                  <a:lnTo>
                    <a:pt x="1035266" y="5569"/>
                  </a:lnTo>
                  <a:lnTo>
                    <a:pt x="104431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810388" y="1824177"/>
              <a:ext cx="1044315" cy="168401"/>
            </a:xfrm>
            <a:custGeom>
              <a:avLst/>
              <a:pathLst>
                <a:path w="1044315" h="168401">
                  <a:moveTo>
                    <a:pt x="0" y="0"/>
                  </a:moveTo>
                  <a:lnTo>
                    <a:pt x="67060" y="10813"/>
                  </a:lnTo>
                  <a:lnTo>
                    <a:pt x="126212" y="20352"/>
                  </a:lnTo>
                  <a:lnTo>
                    <a:pt x="179125" y="28884"/>
                  </a:lnTo>
                  <a:lnTo>
                    <a:pt x="226991" y="36603"/>
                  </a:lnTo>
                  <a:lnTo>
                    <a:pt x="270689" y="43650"/>
                  </a:lnTo>
                  <a:lnTo>
                    <a:pt x="310887" y="50132"/>
                  </a:lnTo>
                  <a:lnTo>
                    <a:pt x="348105" y="56133"/>
                  </a:lnTo>
                  <a:lnTo>
                    <a:pt x="382754" y="61721"/>
                  </a:lnTo>
                  <a:lnTo>
                    <a:pt x="415166" y="66947"/>
                  </a:lnTo>
                  <a:lnTo>
                    <a:pt x="445612" y="71857"/>
                  </a:lnTo>
                  <a:lnTo>
                    <a:pt x="474317" y="76486"/>
                  </a:lnTo>
                  <a:lnTo>
                    <a:pt x="501470" y="80864"/>
                  </a:lnTo>
                  <a:lnTo>
                    <a:pt x="527230" y="85018"/>
                  </a:lnTo>
                  <a:lnTo>
                    <a:pt x="551733" y="88969"/>
                  </a:lnTo>
                  <a:lnTo>
                    <a:pt x="575096" y="92737"/>
                  </a:lnTo>
                  <a:lnTo>
                    <a:pt x="597420" y="96337"/>
                  </a:lnTo>
                  <a:lnTo>
                    <a:pt x="618794" y="99783"/>
                  </a:lnTo>
                  <a:lnTo>
                    <a:pt x="639295" y="103089"/>
                  </a:lnTo>
                  <a:lnTo>
                    <a:pt x="658992" y="106265"/>
                  </a:lnTo>
                  <a:lnTo>
                    <a:pt x="677946" y="109322"/>
                  </a:lnTo>
                  <a:lnTo>
                    <a:pt x="696210" y="112267"/>
                  </a:lnTo>
                  <a:lnTo>
                    <a:pt x="713833" y="115109"/>
                  </a:lnTo>
                  <a:lnTo>
                    <a:pt x="730859" y="117854"/>
                  </a:lnTo>
                  <a:lnTo>
                    <a:pt x="747326" y="120510"/>
                  </a:lnTo>
                  <a:lnTo>
                    <a:pt x="763271" y="123081"/>
                  </a:lnTo>
                  <a:lnTo>
                    <a:pt x="778725" y="125573"/>
                  </a:lnTo>
                  <a:lnTo>
                    <a:pt x="793717" y="127991"/>
                  </a:lnTo>
                  <a:lnTo>
                    <a:pt x="808275" y="130338"/>
                  </a:lnTo>
                  <a:lnTo>
                    <a:pt x="822423" y="132619"/>
                  </a:lnTo>
                  <a:lnTo>
                    <a:pt x="836183" y="134838"/>
                  </a:lnTo>
                  <a:lnTo>
                    <a:pt x="849576" y="136998"/>
                  </a:lnTo>
                  <a:lnTo>
                    <a:pt x="862621" y="139102"/>
                  </a:lnTo>
                  <a:lnTo>
                    <a:pt x="875336" y="141152"/>
                  </a:lnTo>
                  <a:lnTo>
                    <a:pt x="887737" y="143152"/>
                  </a:lnTo>
                  <a:lnTo>
                    <a:pt x="899839" y="145103"/>
                  </a:lnTo>
                  <a:lnTo>
                    <a:pt x="911656" y="147009"/>
                  </a:lnTo>
                  <a:lnTo>
                    <a:pt x="923201" y="148871"/>
                  </a:lnTo>
                  <a:lnTo>
                    <a:pt x="934488" y="150690"/>
                  </a:lnTo>
                  <a:lnTo>
                    <a:pt x="945526" y="152470"/>
                  </a:lnTo>
                  <a:lnTo>
                    <a:pt x="956326" y="154212"/>
                  </a:lnTo>
                  <a:lnTo>
                    <a:pt x="966899" y="155917"/>
                  </a:lnTo>
                  <a:lnTo>
                    <a:pt x="977255" y="157587"/>
                  </a:lnTo>
                  <a:lnTo>
                    <a:pt x="987401" y="159223"/>
                  </a:lnTo>
                  <a:lnTo>
                    <a:pt x="997346" y="160827"/>
                  </a:lnTo>
                  <a:lnTo>
                    <a:pt x="1007098" y="162399"/>
                  </a:lnTo>
                  <a:lnTo>
                    <a:pt x="1016664" y="163942"/>
                  </a:lnTo>
                  <a:lnTo>
                    <a:pt x="1026051" y="165456"/>
                  </a:lnTo>
                  <a:lnTo>
                    <a:pt x="1035266" y="166942"/>
                  </a:lnTo>
                  <a:lnTo>
                    <a:pt x="1044315" y="168401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810388" y="1452491"/>
              <a:ext cx="1044315" cy="239875"/>
            </a:xfrm>
            <a:custGeom>
              <a:avLst/>
              <a:pathLst>
                <a:path w="1044315" h="239875">
                  <a:moveTo>
                    <a:pt x="0" y="0"/>
                  </a:moveTo>
                  <a:lnTo>
                    <a:pt x="67060" y="15403"/>
                  </a:lnTo>
                  <a:lnTo>
                    <a:pt x="126212" y="28990"/>
                  </a:lnTo>
                  <a:lnTo>
                    <a:pt x="179125" y="41144"/>
                  </a:lnTo>
                  <a:lnTo>
                    <a:pt x="226991" y="52139"/>
                  </a:lnTo>
                  <a:lnTo>
                    <a:pt x="270689" y="62176"/>
                  </a:lnTo>
                  <a:lnTo>
                    <a:pt x="310887" y="71409"/>
                  </a:lnTo>
                  <a:lnTo>
                    <a:pt x="348105" y="79958"/>
                  </a:lnTo>
                  <a:lnTo>
                    <a:pt x="382754" y="87917"/>
                  </a:lnTo>
                  <a:lnTo>
                    <a:pt x="415166" y="95362"/>
                  </a:lnTo>
                  <a:lnTo>
                    <a:pt x="445612" y="102355"/>
                  </a:lnTo>
                  <a:lnTo>
                    <a:pt x="474317" y="108948"/>
                  </a:lnTo>
                  <a:lnTo>
                    <a:pt x="501470" y="115185"/>
                  </a:lnTo>
                  <a:lnTo>
                    <a:pt x="527230" y="121102"/>
                  </a:lnTo>
                  <a:lnTo>
                    <a:pt x="551733" y="126731"/>
                  </a:lnTo>
                  <a:lnTo>
                    <a:pt x="575096" y="132097"/>
                  </a:lnTo>
                  <a:lnTo>
                    <a:pt x="597420" y="137225"/>
                  </a:lnTo>
                  <a:lnTo>
                    <a:pt x="618794" y="142134"/>
                  </a:lnTo>
                  <a:lnTo>
                    <a:pt x="639295" y="146843"/>
                  </a:lnTo>
                  <a:lnTo>
                    <a:pt x="658992" y="151368"/>
                  </a:lnTo>
                  <a:lnTo>
                    <a:pt x="677946" y="155721"/>
                  </a:lnTo>
                  <a:lnTo>
                    <a:pt x="696210" y="159916"/>
                  </a:lnTo>
                  <a:lnTo>
                    <a:pt x="713833" y="163964"/>
                  </a:lnTo>
                  <a:lnTo>
                    <a:pt x="730859" y="167875"/>
                  </a:lnTo>
                  <a:lnTo>
                    <a:pt x="747326" y="171658"/>
                  </a:lnTo>
                  <a:lnTo>
                    <a:pt x="763271" y="175320"/>
                  </a:lnTo>
                  <a:lnTo>
                    <a:pt x="778725" y="178870"/>
                  </a:lnTo>
                  <a:lnTo>
                    <a:pt x="793717" y="182313"/>
                  </a:lnTo>
                  <a:lnTo>
                    <a:pt x="808275" y="185657"/>
                  </a:lnTo>
                  <a:lnTo>
                    <a:pt x="822423" y="188907"/>
                  </a:lnTo>
                  <a:lnTo>
                    <a:pt x="836183" y="192068"/>
                  </a:lnTo>
                  <a:lnTo>
                    <a:pt x="849576" y="195144"/>
                  </a:lnTo>
                  <a:lnTo>
                    <a:pt x="862621" y="198140"/>
                  </a:lnTo>
                  <a:lnTo>
                    <a:pt x="875336" y="201061"/>
                  </a:lnTo>
                  <a:lnTo>
                    <a:pt x="887737" y="203909"/>
                  </a:lnTo>
                  <a:lnTo>
                    <a:pt x="899839" y="206689"/>
                  </a:lnTo>
                  <a:lnTo>
                    <a:pt x="911656" y="209403"/>
                  </a:lnTo>
                  <a:lnTo>
                    <a:pt x="923201" y="212055"/>
                  </a:lnTo>
                  <a:lnTo>
                    <a:pt x="934488" y="214648"/>
                  </a:lnTo>
                  <a:lnTo>
                    <a:pt x="945526" y="217183"/>
                  </a:lnTo>
                  <a:lnTo>
                    <a:pt x="956326" y="219664"/>
                  </a:lnTo>
                  <a:lnTo>
                    <a:pt x="966899" y="222093"/>
                  </a:lnTo>
                  <a:lnTo>
                    <a:pt x="977255" y="224471"/>
                  </a:lnTo>
                  <a:lnTo>
                    <a:pt x="987401" y="226802"/>
                  </a:lnTo>
                  <a:lnTo>
                    <a:pt x="997346" y="229086"/>
                  </a:lnTo>
                  <a:lnTo>
                    <a:pt x="1007098" y="231326"/>
                  </a:lnTo>
                  <a:lnTo>
                    <a:pt x="1016664" y="233523"/>
                  </a:lnTo>
                  <a:lnTo>
                    <a:pt x="1026051" y="235680"/>
                  </a:lnTo>
                  <a:lnTo>
                    <a:pt x="1035266" y="237796"/>
                  </a:lnTo>
                  <a:lnTo>
                    <a:pt x="1044315" y="23987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810388" y="1865279"/>
              <a:ext cx="1044315" cy="172586"/>
            </a:xfrm>
            <a:custGeom>
              <a:avLst/>
              <a:pathLst>
                <a:path w="1044315" h="172586">
                  <a:moveTo>
                    <a:pt x="0" y="172586"/>
                  </a:moveTo>
                  <a:lnTo>
                    <a:pt x="67060" y="161503"/>
                  </a:lnTo>
                  <a:lnTo>
                    <a:pt x="126212" y="151728"/>
                  </a:lnTo>
                  <a:lnTo>
                    <a:pt x="179125" y="142983"/>
                  </a:lnTo>
                  <a:lnTo>
                    <a:pt x="226991" y="135073"/>
                  </a:lnTo>
                  <a:lnTo>
                    <a:pt x="270689" y="127851"/>
                  </a:lnTo>
                  <a:lnTo>
                    <a:pt x="310887" y="121208"/>
                  </a:lnTo>
                  <a:lnTo>
                    <a:pt x="348105" y="115057"/>
                  </a:lnTo>
                  <a:lnTo>
                    <a:pt x="382754" y="109331"/>
                  </a:lnTo>
                  <a:lnTo>
                    <a:pt x="415166" y="103975"/>
                  </a:lnTo>
                  <a:lnTo>
                    <a:pt x="445612" y="98943"/>
                  </a:lnTo>
                  <a:lnTo>
                    <a:pt x="474317" y="94199"/>
                  </a:lnTo>
                  <a:lnTo>
                    <a:pt x="501470" y="89712"/>
                  </a:lnTo>
                  <a:lnTo>
                    <a:pt x="527230" y="85454"/>
                  </a:lnTo>
                  <a:lnTo>
                    <a:pt x="551733" y="81405"/>
                  </a:lnTo>
                  <a:lnTo>
                    <a:pt x="575096" y="77544"/>
                  </a:lnTo>
                  <a:lnTo>
                    <a:pt x="597420" y="73855"/>
                  </a:lnTo>
                  <a:lnTo>
                    <a:pt x="618794" y="70322"/>
                  </a:lnTo>
                  <a:lnTo>
                    <a:pt x="639295" y="66934"/>
                  </a:lnTo>
                  <a:lnTo>
                    <a:pt x="658992" y="63679"/>
                  </a:lnTo>
                  <a:lnTo>
                    <a:pt x="677946" y="60547"/>
                  </a:lnTo>
                  <a:lnTo>
                    <a:pt x="696210" y="57528"/>
                  </a:lnTo>
                  <a:lnTo>
                    <a:pt x="713833" y="54616"/>
                  </a:lnTo>
                  <a:lnTo>
                    <a:pt x="730859" y="51802"/>
                  </a:lnTo>
                  <a:lnTo>
                    <a:pt x="747326" y="49081"/>
                  </a:lnTo>
                  <a:lnTo>
                    <a:pt x="763271" y="46446"/>
                  </a:lnTo>
                  <a:lnTo>
                    <a:pt x="778725" y="43892"/>
                  </a:lnTo>
                  <a:lnTo>
                    <a:pt x="793717" y="41414"/>
                  </a:lnTo>
                  <a:lnTo>
                    <a:pt x="808275" y="39008"/>
                  </a:lnTo>
                  <a:lnTo>
                    <a:pt x="822423" y="36670"/>
                  </a:lnTo>
                  <a:lnTo>
                    <a:pt x="836183" y="34396"/>
                  </a:lnTo>
                  <a:lnTo>
                    <a:pt x="849576" y="32183"/>
                  </a:lnTo>
                  <a:lnTo>
                    <a:pt x="862621" y="30027"/>
                  </a:lnTo>
                  <a:lnTo>
                    <a:pt x="875336" y="27926"/>
                  </a:lnTo>
                  <a:lnTo>
                    <a:pt x="887737" y="25876"/>
                  </a:lnTo>
                  <a:lnTo>
                    <a:pt x="899839" y="23876"/>
                  </a:lnTo>
                  <a:lnTo>
                    <a:pt x="911656" y="21923"/>
                  </a:lnTo>
                  <a:lnTo>
                    <a:pt x="923201" y="20015"/>
                  </a:lnTo>
                  <a:lnTo>
                    <a:pt x="934488" y="18150"/>
                  </a:lnTo>
                  <a:lnTo>
                    <a:pt x="945526" y="16326"/>
                  </a:lnTo>
                  <a:lnTo>
                    <a:pt x="956326" y="14541"/>
                  </a:lnTo>
                  <a:lnTo>
                    <a:pt x="966899" y="12793"/>
                  </a:lnTo>
                  <a:lnTo>
                    <a:pt x="977255" y="11082"/>
                  </a:lnTo>
                  <a:lnTo>
                    <a:pt x="987401" y="9405"/>
                  </a:lnTo>
                  <a:lnTo>
                    <a:pt x="997346" y="7762"/>
                  </a:lnTo>
                  <a:lnTo>
                    <a:pt x="1007098" y="6150"/>
                  </a:lnTo>
                  <a:lnTo>
                    <a:pt x="1016664" y="4569"/>
                  </a:lnTo>
                  <a:lnTo>
                    <a:pt x="1026051" y="3018"/>
                  </a:lnTo>
                  <a:lnTo>
                    <a:pt x="1035266" y="1495"/>
                  </a:lnTo>
                  <a:lnTo>
                    <a:pt x="104431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810388" y="1796084"/>
              <a:ext cx="1044315" cy="308831"/>
            </a:xfrm>
            <a:custGeom>
              <a:avLst/>
              <a:pathLst>
                <a:path w="1044315" h="308831">
                  <a:moveTo>
                    <a:pt x="0" y="308831"/>
                  </a:moveTo>
                  <a:lnTo>
                    <a:pt x="67060" y="288999"/>
                  </a:lnTo>
                  <a:lnTo>
                    <a:pt x="126212" y="271506"/>
                  </a:lnTo>
                  <a:lnTo>
                    <a:pt x="179125" y="255859"/>
                  </a:lnTo>
                  <a:lnTo>
                    <a:pt x="226991" y="241703"/>
                  </a:lnTo>
                  <a:lnTo>
                    <a:pt x="270689" y="228781"/>
                  </a:lnTo>
                  <a:lnTo>
                    <a:pt x="310887" y="216893"/>
                  </a:lnTo>
                  <a:lnTo>
                    <a:pt x="348105" y="205887"/>
                  </a:lnTo>
                  <a:lnTo>
                    <a:pt x="382754" y="195640"/>
                  </a:lnTo>
                  <a:lnTo>
                    <a:pt x="415166" y="186055"/>
                  </a:lnTo>
                  <a:lnTo>
                    <a:pt x="445612" y="177052"/>
                  </a:lnTo>
                  <a:lnTo>
                    <a:pt x="474317" y="168563"/>
                  </a:lnTo>
                  <a:lnTo>
                    <a:pt x="501470" y="160533"/>
                  </a:lnTo>
                  <a:lnTo>
                    <a:pt x="527230" y="152915"/>
                  </a:lnTo>
                  <a:lnTo>
                    <a:pt x="551733" y="145669"/>
                  </a:lnTo>
                  <a:lnTo>
                    <a:pt x="575096" y="138760"/>
                  </a:lnTo>
                  <a:lnTo>
                    <a:pt x="597420" y="132158"/>
                  </a:lnTo>
                  <a:lnTo>
                    <a:pt x="618794" y="125837"/>
                  </a:lnTo>
                  <a:lnTo>
                    <a:pt x="639295" y="119774"/>
                  </a:lnTo>
                  <a:lnTo>
                    <a:pt x="658992" y="113949"/>
                  </a:lnTo>
                  <a:lnTo>
                    <a:pt x="677946" y="108344"/>
                  </a:lnTo>
                  <a:lnTo>
                    <a:pt x="696210" y="102943"/>
                  </a:lnTo>
                  <a:lnTo>
                    <a:pt x="713833" y="97732"/>
                  </a:lnTo>
                  <a:lnTo>
                    <a:pt x="730859" y="92697"/>
                  </a:lnTo>
                  <a:lnTo>
                    <a:pt x="747326" y="87827"/>
                  </a:lnTo>
                  <a:lnTo>
                    <a:pt x="763271" y="83112"/>
                  </a:lnTo>
                  <a:lnTo>
                    <a:pt x="778725" y="78542"/>
                  </a:lnTo>
                  <a:lnTo>
                    <a:pt x="793717" y="74108"/>
                  </a:lnTo>
                  <a:lnTo>
                    <a:pt x="808275" y="69803"/>
                  </a:lnTo>
                  <a:lnTo>
                    <a:pt x="822423" y="65619"/>
                  </a:lnTo>
                  <a:lnTo>
                    <a:pt x="836183" y="61550"/>
                  </a:lnTo>
                  <a:lnTo>
                    <a:pt x="849576" y="57589"/>
                  </a:lnTo>
                  <a:lnTo>
                    <a:pt x="862621" y="53731"/>
                  </a:lnTo>
                  <a:lnTo>
                    <a:pt x="875336" y="49971"/>
                  </a:lnTo>
                  <a:lnTo>
                    <a:pt x="887737" y="46304"/>
                  </a:lnTo>
                  <a:lnTo>
                    <a:pt x="899839" y="42725"/>
                  </a:lnTo>
                  <a:lnTo>
                    <a:pt x="911656" y="39230"/>
                  </a:lnTo>
                  <a:lnTo>
                    <a:pt x="923201" y="35816"/>
                  </a:lnTo>
                  <a:lnTo>
                    <a:pt x="934488" y="32478"/>
                  </a:lnTo>
                  <a:lnTo>
                    <a:pt x="945526" y="29214"/>
                  </a:lnTo>
                  <a:lnTo>
                    <a:pt x="956326" y="26020"/>
                  </a:lnTo>
                  <a:lnTo>
                    <a:pt x="966899" y="22893"/>
                  </a:lnTo>
                  <a:lnTo>
                    <a:pt x="977255" y="19831"/>
                  </a:lnTo>
                  <a:lnTo>
                    <a:pt x="987401" y="16831"/>
                  </a:lnTo>
                  <a:lnTo>
                    <a:pt x="997346" y="13890"/>
                  </a:lnTo>
                  <a:lnTo>
                    <a:pt x="1007098" y="11006"/>
                  </a:lnTo>
                  <a:lnTo>
                    <a:pt x="1016664" y="8177"/>
                  </a:lnTo>
                  <a:lnTo>
                    <a:pt x="1026051" y="5401"/>
                  </a:lnTo>
                  <a:lnTo>
                    <a:pt x="1035266" y="2676"/>
                  </a:lnTo>
                  <a:lnTo>
                    <a:pt x="104431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810388" y="2065597"/>
              <a:ext cx="1044315" cy="71689"/>
            </a:xfrm>
            <a:custGeom>
              <a:avLst/>
              <a:pathLst>
                <a:path w="1044315" h="71689">
                  <a:moveTo>
                    <a:pt x="0" y="71689"/>
                  </a:moveTo>
                  <a:lnTo>
                    <a:pt x="67060" y="67085"/>
                  </a:lnTo>
                  <a:lnTo>
                    <a:pt x="126212" y="63025"/>
                  </a:lnTo>
                  <a:lnTo>
                    <a:pt x="179125" y="59392"/>
                  </a:lnTo>
                  <a:lnTo>
                    <a:pt x="226991" y="56107"/>
                  </a:lnTo>
                  <a:lnTo>
                    <a:pt x="270689" y="53107"/>
                  </a:lnTo>
                  <a:lnTo>
                    <a:pt x="310887" y="50347"/>
                  </a:lnTo>
                  <a:lnTo>
                    <a:pt x="348105" y="47792"/>
                  </a:lnTo>
                  <a:lnTo>
                    <a:pt x="382754" y="45414"/>
                  </a:lnTo>
                  <a:lnTo>
                    <a:pt x="415166" y="43189"/>
                  </a:lnTo>
                  <a:lnTo>
                    <a:pt x="445612" y="41099"/>
                  </a:lnTo>
                  <a:lnTo>
                    <a:pt x="474317" y="39128"/>
                  </a:lnTo>
                  <a:lnTo>
                    <a:pt x="501470" y="37264"/>
                  </a:lnTo>
                  <a:lnTo>
                    <a:pt x="527230" y="35496"/>
                  </a:lnTo>
                  <a:lnTo>
                    <a:pt x="551733" y="33814"/>
                  </a:lnTo>
                  <a:lnTo>
                    <a:pt x="575096" y="32210"/>
                  </a:lnTo>
                  <a:lnTo>
                    <a:pt x="597420" y="30678"/>
                  </a:lnTo>
                  <a:lnTo>
                    <a:pt x="618794" y="29210"/>
                  </a:lnTo>
                  <a:lnTo>
                    <a:pt x="639295" y="27803"/>
                  </a:lnTo>
                  <a:lnTo>
                    <a:pt x="658992" y="26451"/>
                  </a:lnTo>
                  <a:lnTo>
                    <a:pt x="677946" y="25150"/>
                  </a:lnTo>
                  <a:lnTo>
                    <a:pt x="696210" y="23896"/>
                  </a:lnTo>
                  <a:lnTo>
                    <a:pt x="713833" y="22686"/>
                  </a:lnTo>
                  <a:lnTo>
                    <a:pt x="730859" y="21517"/>
                  </a:lnTo>
                  <a:lnTo>
                    <a:pt x="747326" y="20387"/>
                  </a:lnTo>
                  <a:lnTo>
                    <a:pt x="763271" y="19292"/>
                  </a:lnTo>
                  <a:lnTo>
                    <a:pt x="778725" y="18232"/>
                  </a:lnTo>
                  <a:lnTo>
                    <a:pt x="793717" y="17202"/>
                  </a:lnTo>
                  <a:lnTo>
                    <a:pt x="808275" y="16203"/>
                  </a:lnTo>
                  <a:lnTo>
                    <a:pt x="822423" y="15232"/>
                  </a:lnTo>
                  <a:lnTo>
                    <a:pt x="836183" y="14287"/>
                  </a:lnTo>
                  <a:lnTo>
                    <a:pt x="849576" y="13368"/>
                  </a:lnTo>
                  <a:lnTo>
                    <a:pt x="862621" y="12472"/>
                  </a:lnTo>
                  <a:lnTo>
                    <a:pt x="875336" y="11599"/>
                  </a:lnTo>
                  <a:lnTo>
                    <a:pt x="887737" y="10748"/>
                  </a:lnTo>
                  <a:lnTo>
                    <a:pt x="899839" y="9917"/>
                  </a:lnTo>
                  <a:lnTo>
                    <a:pt x="911656" y="9106"/>
                  </a:lnTo>
                  <a:lnTo>
                    <a:pt x="923201" y="8314"/>
                  </a:lnTo>
                  <a:lnTo>
                    <a:pt x="934488" y="7539"/>
                  </a:lnTo>
                  <a:lnTo>
                    <a:pt x="945526" y="6781"/>
                  </a:lnTo>
                  <a:lnTo>
                    <a:pt x="956326" y="6040"/>
                  </a:lnTo>
                  <a:lnTo>
                    <a:pt x="966899" y="5314"/>
                  </a:lnTo>
                  <a:lnTo>
                    <a:pt x="977255" y="4603"/>
                  </a:lnTo>
                  <a:lnTo>
                    <a:pt x="987401" y="3907"/>
                  </a:lnTo>
                  <a:lnTo>
                    <a:pt x="997346" y="3224"/>
                  </a:lnTo>
                  <a:lnTo>
                    <a:pt x="1007098" y="2554"/>
                  </a:lnTo>
                  <a:lnTo>
                    <a:pt x="1016664" y="1898"/>
                  </a:lnTo>
                  <a:lnTo>
                    <a:pt x="1026051" y="1253"/>
                  </a:lnTo>
                  <a:lnTo>
                    <a:pt x="1035266" y="621"/>
                  </a:lnTo>
                  <a:lnTo>
                    <a:pt x="104431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810388" y="1922778"/>
              <a:ext cx="1044315" cy="87682"/>
            </a:xfrm>
            <a:custGeom>
              <a:avLst/>
              <a:pathLst>
                <a:path w="1044315" h="87682">
                  <a:moveTo>
                    <a:pt x="0" y="87682"/>
                  </a:moveTo>
                  <a:lnTo>
                    <a:pt x="67060" y="82052"/>
                  </a:lnTo>
                  <a:lnTo>
                    <a:pt x="126212" y="77085"/>
                  </a:lnTo>
                  <a:lnTo>
                    <a:pt x="179125" y="72643"/>
                  </a:lnTo>
                  <a:lnTo>
                    <a:pt x="226991" y="68624"/>
                  </a:lnTo>
                  <a:lnTo>
                    <a:pt x="270689" y="64955"/>
                  </a:lnTo>
                  <a:lnTo>
                    <a:pt x="310887" y="61580"/>
                  </a:lnTo>
                  <a:lnTo>
                    <a:pt x="348105" y="58455"/>
                  </a:lnTo>
                  <a:lnTo>
                    <a:pt x="382754" y="55546"/>
                  </a:lnTo>
                  <a:lnTo>
                    <a:pt x="415166" y="52824"/>
                  </a:lnTo>
                  <a:lnTo>
                    <a:pt x="445612" y="50268"/>
                  </a:lnTo>
                  <a:lnTo>
                    <a:pt x="474317" y="47858"/>
                  </a:lnTo>
                  <a:lnTo>
                    <a:pt x="501470" y="45578"/>
                  </a:lnTo>
                  <a:lnTo>
                    <a:pt x="527230" y="43415"/>
                  </a:lnTo>
                  <a:lnTo>
                    <a:pt x="551733" y="41358"/>
                  </a:lnTo>
                  <a:lnTo>
                    <a:pt x="575096" y="39396"/>
                  </a:lnTo>
                  <a:lnTo>
                    <a:pt x="597420" y="37522"/>
                  </a:lnTo>
                  <a:lnTo>
                    <a:pt x="618794" y="35727"/>
                  </a:lnTo>
                  <a:lnTo>
                    <a:pt x="639295" y="34006"/>
                  </a:lnTo>
                  <a:lnTo>
                    <a:pt x="658992" y="32352"/>
                  </a:lnTo>
                  <a:lnTo>
                    <a:pt x="677946" y="30761"/>
                  </a:lnTo>
                  <a:lnTo>
                    <a:pt x="696210" y="29227"/>
                  </a:lnTo>
                  <a:lnTo>
                    <a:pt x="713833" y="27747"/>
                  </a:lnTo>
                  <a:lnTo>
                    <a:pt x="730859" y="26318"/>
                  </a:lnTo>
                  <a:lnTo>
                    <a:pt x="747326" y="24935"/>
                  </a:lnTo>
                  <a:lnTo>
                    <a:pt x="763271" y="23597"/>
                  </a:lnTo>
                  <a:lnTo>
                    <a:pt x="778725" y="22299"/>
                  </a:lnTo>
                  <a:lnTo>
                    <a:pt x="793717" y="21040"/>
                  </a:lnTo>
                  <a:lnTo>
                    <a:pt x="808275" y="19818"/>
                  </a:lnTo>
                  <a:lnTo>
                    <a:pt x="822423" y="18630"/>
                  </a:lnTo>
                  <a:lnTo>
                    <a:pt x="836183" y="17475"/>
                  </a:lnTo>
                  <a:lnTo>
                    <a:pt x="849576" y="16350"/>
                  </a:lnTo>
                  <a:lnTo>
                    <a:pt x="862621" y="15255"/>
                  </a:lnTo>
                  <a:lnTo>
                    <a:pt x="875336" y="14187"/>
                  </a:lnTo>
                  <a:lnTo>
                    <a:pt x="887737" y="13146"/>
                  </a:lnTo>
                  <a:lnTo>
                    <a:pt x="899839" y="12130"/>
                  </a:lnTo>
                  <a:lnTo>
                    <a:pt x="911656" y="11138"/>
                  </a:lnTo>
                  <a:lnTo>
                    <a:pt x="923201" y="10168"/>
                  </a:lnTo>
                  <a:lnTo>
                    <a:pt x="934488" y="9221"/>
                  </a:lnTo>
                  <a:lnTo>
                    <a:pt x="945526" y="8294"/>
                  </a:lnTo>
                  <a:lnTo>
                    <a:pt x="956326" y="7387"/>
                  </a:lnTo>
                  <a:lnTo>
                    <a:pt x="966899" y="6500"/>
                  </a:lnTo>
                  <a:lnTo>
                    <a:pt x="977255" y="5630"/>
                  </a:lnTo>
                  <a:lnTo>
                    <a:pt x="987401" y="4778"/>
                  </a:lnTo>
                  <a:lnTo>
                    <a:pt x="997346" y="3943"/>
                  </a:lnTo>
                  <a:lnTo>
                    <a:pt x="1007098" y="3124"/>
                  </a:lnTo>
                  <a:lnTo>
                    <a:pt x="1016664" y="2321"/>
                  </a:lnTo>
                  <a:lnTo>
                    <a:pt x="1026051" y="1533"/>
                  </a:lnTo>
                  <a:lnTo>
                    <a:pt x="1035266" y="759"/>
                  </a:lnTo>
                  <a:lnTo>
                    <a:pt x="104431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5" name="rc394"/>
            <p:cNvSpPr/>
            <p:nvPr/>
          </p:nvSpPr>
          <p:spPr>
            <a:xfrm>
              <a:off x="5734681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734681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tx396"/>
            <p:cNvSpPr/>
            <p:nvPr/>
          </p:nvSpPr>
          <p:spPr>
            <a:xfrm rot="-5400000">
              <a:off x="5544653" y="226164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398" name="tx397"/>
            <p:cNvSpPr/>
            <p:nvPr/>
          </p:nvSpPr>
          <p:spPr>
            <a:xfrm rot="-5400000">
              <a:off x="5544653" y="197549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99" name="tx398"/>
            <p:cNvSpPr/>
            <p:nvPr/>
          </p:nvSpPr>
          <p:spPr>
            <a:xfrm rot="-5400000">
              <a:off x="5544653" y="168934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00" name="tx399"/>
            <p:cNvSpPr/>
            <p:nvPr/>
          </p:nvSpPr>
          <p:spPr>
            <a:xfrm rot="-5400000">
              <a:off x="5544653" y="140320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01" name="pl400"/>
            <p:cNvSpPr/>
            <p:nvPr/>
          </p:nvSpPr>
          <p:spPr>
            <a:xfrm>
              <a:off x="5703049" y="230265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5703049" y="20165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5703049" y="17303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5703049" y="14442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5734681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5"/>
            <p:cNvSpPr/>
            <p:nvPr/>
          </p:nvSpPr>
          <p:spPr>
            <a:xfrm>
              <a:off x="581038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6158493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650659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685470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tx409"/>
            <p:cNvSpPr/>
            <p:nvPr/>
          </p:nvSpPr>
          <p:spPr>
            <a:xfrm>
              <a:off x="5734681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11" name="rc410"/>
            <p:cNvSpPr/>
            <p:nvPr/>
          </p:nvSpPr>
          <p:spPr>
            <a:xfrm>
              <a:off x="1342663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06312" y="349520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368658" y="36046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388234" y="332616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392846" y="332950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396717" y="374390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383406" y="33375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380492" y="3728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395495" y="37486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380809" y="362621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410242" y="33912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44573" y="34342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26099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40162" y="327512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46968" y="354274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25963" y="364942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22643" y="354701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18142" y="317803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52020" y="33273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50148" y="34871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1744642" y="285728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734746" y="318500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1740940" y="34333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759551" y="30793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1735791" y="307662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1734981" y="36641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1719268" y="286112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747679" y="324025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1724876" y="332971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089358" y="337621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10398" y="33078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097920" y="340745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096885" y="34170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077485" y="313744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074857" y="34753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075704" y="333260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092297" y="355416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07810" y="355527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081923" y="310969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079000" y="32229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62666" y="309956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62219" y="30551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096727" y="366341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099183" y="346329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79863" y="31350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101170" y="294910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069154" y="35568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064806" y="31543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111571" y="331079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16406" y="34178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11545" y="350610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30943" y="34585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45040" y="37453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14920" y="35363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35341" y="360458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14404" y="275783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13306" y="362053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27977" y="344471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47545" y="334010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417468" y="354200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58202" y="335418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16646" y="356025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26120" y="35683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415829" y="358482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424307" y="366725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454954" y="326862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417941" y="360029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443366" y="349968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416983" y="340963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409282" y="349048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422573" y="281144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2360" y="34801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427517" y="35318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21734" y="3496810"/>
              <a:ext cx="1040073" cy="94607"/>
            </a:xfrm>
            <a:custGeom>
              <a:avLst/>
              <a:pathLst>
                <a:path w="1040073" h="94607">
                  <a:moveTo>
                    <a:pt x="0" y="0"/>
                  </a:moveTo>
                  <a:lnTo>
                    <a:pt x="66788" y="6075"/>
                  </a:lnTo>
                  <a:lnTo>
                    <a:pt x="125699" y="11433"/>
                  </a:lnTo>
                  <a:lnTo>
                    <a:pt x="178398" y="16227"/>
                  </a:lnTo>
                  <a:lnTo>
                    <a:pt x="226069" y="20563"/>
                  </a:lnTo>
                  <a:lnTo>
                    <a:pt x="269589" y="24522"/>
                  </a:lnTo>
                  <a:lnTo>
                    <a:pt x="309624" y="28164"/>
                  </a:lnTo>
                  <a:lnTo>
                    <a:pt x="346691" y="31535"/>
                  </a:lnTo>
                  <a:lnTo>
                    <a:pt x="381199" y="34674"/>
                  </a:lnTo>
                  <a:lnTo>
                    <a:pt x="413479" y="37610"/>
                  </a:lnTo>
                  <a:lnTo>
                    <a:pt x="443802" y="40369"/>
                  </a:lnTo>
                  <a:lnTo>
                    <a:pt x="472391" y="42969"/>
                  </a:lnTo>
                  <a:lnTo>
                    <a:pt x="499433" y="45429"/>
                  </a:lnTo>
                  <a:lnTo>
                    <a:pt x="525089" y="47763"/>
                  </a:lnTo>
                  <a:lnTo>
                    <a:pt x="549492" y="49982"/>
                  </a:lnTo>
                  <a:lnTo>
                    <a:pt x="572760" y="52099"/>
                  </a:lnTo>
                  <a:lnTo>
                    <a:pt x="594993" y="54121"/>
                  </a:lnTo>
                  <a:lnTo>
                    <a:pt x="616280" y="56058"/>
                  </a:lnTo>
                  <a:lnTo>
                    <a:pt x="636698" y="57915"/>
                  </a:lnTo>
                  <a:lnTo>
                    <a:pt x="656315" y="59699"/>
                  </a:lnTo>
                  <a:lnTo>
                    <a:pt x="675192" y="61416"/>
                  </a:lnTo>
                  <a:lnTo>
                    <a:pt x="693382" y="63071"/>
                  </a:lnTo>
                  <a:lnTo>
                    <a:pt x="710934" y="64668"/>
                  </a:lnTo>
                  <a:lnTo>
                    <a:pt x="727890" y="66210"/>
                  </a:lnTo>
                  <a:lnTo>
                    <a:pt x="744291" y="67702"/>
                  </a:lnTo>
                  <a:lnTo>
                    <a:pt x="760170" y="69146"/>
                  </a:lnTo>
                  <a:lnTo>
                    <a:pt x="775561" y="70546"/>
                  </a:lnTo>
                  <a:lnTo>
                    <a:pt x="790493" y="71904"/>
                  </a:lnTo>
                  <a:lnTo>
                    <a:pt x="804992" y="73223"/>
                  </a:lnTo>
                  <a:lnTo>
                    <a:pt x="819082" y="74505"/>
                  </a:lnTo>
                  <a:lnTo>
                    <a:pt x="832786" y="75751"/>
                  </a:lnTo>
                  <a:lnTo>
                    <a:pt x="846125" y="76965"/>
                  </a:lnTo>
                  <a:lnTo>
                    <a:pt x="859117" y="78147"/>
                  </a:lnTo>
                  <a:lnTo>
                    <a:pt x="871780" y="79298"/>
                  </a:lnTo>
                  <a:lnTo>
                    <a:pt x="884130" y="80422"/>
                  </a:lnTo>
                  <a:lnTo>
                    <a:pt x="896183" y="81518"/>
                  </a:lnTo>
                  <a:lnTo>
                    <a:pt x="907953" y="82589"/>
                  </a:lnTo>
                  <a:lnTo>
                    <a:pt x="919451" y="83635"/>
                  </a:lnTo>
                  <a:lnTo>
                    <a:pt x="930692" y="84657"/>
                  </a:lnTo>
                  <a:lnTo>
                    <a:pt x="941685" y="85657"/>
                  </a:lnTo>
                  <a:lnTo>
                    <a:pt x="952441" y="86636"/>
                  </a:lnTo>
                  <a:lnTo>
                    <a:pt x="962972" y="87593"/>
                  </a:lnTo>
                  <a:lnTo>
                    <a:pt x="973285" y="88532"/>
                  </a:lnTo>
                  <a:lnTo>
                    <a:pt x="983390" y="89451"/>
                  </a:lnTo>
                  <a:lnTo>
                    <a:pt x="993294" y="90352"/>
                  </a:lnTo>
                  <a:lnTo>
                    <a:pt x="1003007" y="91235"/>
                  </a:lnTo>
                  <a:lnTo>
                    <a:pt x="1012534" y="92102"/>
                  </a:lnTo>
                  <a:lnTo>
                    <a:pt x="1021883" y="92952"/>
                  </a:lnTo>
                  <a:lnTo>
                    <a:pt x="1031061" y="93787"/>
                  </a:lnTo>
                  <a:lnTo>
                    <a:pt x="1040073" y="9460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421734" y="3379950"/>
              <a:ext cx="1040073" cy="50227"/>
            </a:xfrm>
            <a:custGeom>
              <a:avLst/>
              <a:pathLst>
                <a:path w="1040073" h="50227">
                  <a:moveTo>
                    <a:pt x="0" y="0"/>
                  </a:moveTo>
                  <a:lnTo>
                    <a:pt x="66788" y="3225"/>
                  </a:lnTo>
                  <a:lnTo>
                    <a:pt x="125699" y="6070"/>
                  </a:lnTo>
                  <a:lnTo>
                    <a:pt x="178398" y="8615"/>
                  </a:lnTo>
                  <a:lnTo>
                    <a:pt x="226069" y="10917"/>
                  </a:lnTo>
                  <a:lnTo>
                    <a:pt x="269589" y="13019"/>
                  </a:lnTo>
                  <a:lnTo>
                    <a:pt x="309624" y="14952"/>
                  </a:lnTo>
                  <a:lnTo>
                    <a:pt x="346691" y="16742"/>
                  </a:lnTo>
                  <a:lnTo>
                    <a:pt x="381199" y="18409"/>
                  </a:lnTo>
                  <a:lnTo>
                    <a:pt x="413479" y="19968"/>
                  </a:lnTo>
                  <a:lnTo>
                    <a:pt x="443802" y="21432"/>
                  </a:lnTo>
                  <a:lnTo>
                    <a:pt x="472391" y="22813"/>
                  </a:lnTo>
                  <a:lnTo>
                    <a:pt x="499433" y="24119"/>
                  </a:lnTo>
                  <a:lnTo>
                    <a:pt x="525089" y="25357"/>
                  </a:lnTo>
                  <a:lnTo>
                    <a:pt x="549492" y="26536"/>
                  </a:lnTo>
                  <a:lnTo>
                    <a:pt x="572760" y="27660"/>
                  </a:lnTo>
                  <a:lnTo>
                    <a:pt x="594993" y="28733"/>
                  </a:lnTo>
                  <a:lnTo>
                    <a:pt x="616280" y="29761"/>
                  </a:lnTo>
                  <a:lnTo>
                    <a:pt x="636698" y="30747"/>
                  </a:lnTo>
                  <a:lnTo>
                    <a:pt x="656315" y="31695"/>
                  </a:lnTo>
                  <a:lnTo>
                    <a:pt x="675192" y="32606"/>
                  </a:lnTo>
                  <a:lnTo>
                    <a:pt x="693382" y="33485"/>
                  </a:lnTo>
                  <a:lnTo>
                    <a:pt x="710934" y="34332"/>
                  </a:lnTo>
                  <a:lnTo>
                    <a:pt x="727890" y="35151"/>
                  </a:lnTo>
                  <a:lnTo>
                    <a:pt x="744291" y="35943"/>
                  </a:lnTo>
                  <a:lnTo>
                    <a:pt x="760170" y="36710"/>
                  </a:lnTo>
                  <a:lnTo>
                    <a:pt x="775561" y="37453"/>
                  </a:lnTo>
                  <a:lnTo>
                    <a:pt x="790493" y="38175"/>
                  </a:lnTo>
                  <a:lnTo>
                    <a:pt x="804992" y="38875"/>
                  </a:lnTo>
                  <a:lnTo>
                    <a:pt x="819082" y="39555"/>
                  </a:lnTo>
                  <a:lnTo>
                    <a:pt x="832786" y="40217"/>
                  </a:lnTo>
                  <a:lnTo>
                    <a:pt x="846125" y="40861"/>
                  </a:lnTo>
                  <a:lnTo>
                    <a:pt x="859117" y="41489"/>
                  </a:lnTo>
                  <a:lnTo>
                    <a:pt x="871780" y="42100"/>
                  </a:lnTo>
                  <a:lnTo>
                    <a:pt x="884130" y="42697"/>
                  </a:lnTo>
                  <a:lnTo>
                    <a:pt x="896183" y="43279"/>
                  </a:lnTo>
                  <a:lnTo>
                    <a:pt x="907953" y="43847"/>
                  </a:lnTo>
                  <a:lnTo>
                    <a:pt x="919451" y="44402"/>
                  </a:lnTo>
                  <a:lnTo>
                    <a:pt x="930692" y="44945"/>
                  </a:lnTo>
                  <a:lnTo>
                    <a:pt x="941685" y="45476"/>
                  </a:lnTo>
                  <a:lnTo>
                    <a:pt x="952441" y="45995"/>
                  </a:lnTo>
                  <a:lnTo>
                    <a:pt x="962972" y="46504"/>
                  </a:lnTo>
                  <a:lnTo>
                    <a:pt x="973285" y="47002"/>
                  </a:lnTo>
                  <a:lnTo>
                    <a:pt x="983390" y="47490"/>
                  </a:lnTo>
                  <a:lnTo>
                    <a:pt x="993294" y="47968"/>
                  </a:lnTo>
                  <a:lnTo>
                    <a:pt x="1003007" y="48437"/>
                  </a:lnTo>
                  <a:lnTo>
                    <a:pt x="1012534" y="48898"/>
                  </a:lnTo>
                  <a:lnTo>
                    <a:pt x="1021883" y="49349"/>
                  </a:lnTo>
                  <a:lnTo>
                    <a:pt x="1031061" y="49792"/>
                  </a:lnTo>
                  <a:lnTo>
                    <a:pt x="1040073" y="5022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421734" y="3330011"/>
              <a:ext cx="1040073" cy="269741"/>
            </a:xfrm>
            <a:custGeom>
              <a:avLst/>
              <a:pathLst>
                <a:path w="1040073" h="269741">
                  <a:moveTo>
                    <a:pt x="0" y="0"/>
                  </a:moveTo>
                  <a:lnTo>
                    <a:pt x="66788" y="17321"/>
                  </a:lnTo>
                  <a:lnTo>
                    <a:pt x="125699" y="32600"/>
                  </a:lnTo>
                  <a:lnTo>
                    <a:pt x="178398" y="46267"/>
                  </a:lnTo>
                  <a:lnTo>
                    <a:pt x="226069" y="58630"/>
                  </a:lnTo>
                  <a:lnTo>
                    <a:pt x="269589" y="69917"/>
                  </a:lnTo>
                  <a:lnTo>
                    <a:pt x="309624" y="80300"/>
                  </a:lnTo>
                  <a:lnTo>
                    <a:pt x="346691" y="89913"/>
                  </a:lnTo>
                  <a:lnTo>
                    <a:pt x="381199" y="98863"/>
                  </a:lnTo>
                  <a:lnTo>
                    <a:pt x="413479" y="107235"/>
                  </a:lnTo>
                  <a:lnTo>
                    <a:pt x="443802" y="115099"/>
                  </a:lnTo>
                  <a:lnTo>
                    <a:pt x="472391" y="122513"/>
                  </a:lnTo>
                  <a:lnTo>
                    <a:pt x="499433" y="129527"/>
                  </a:lnTo>
                  <a:lnTo>
                    <a:pt x="525089" y="136180"/>
                  </a:lnTo>
                  <a:lnTo>
                    <a:pt x="549492" y="142509"/>
                  </a:lnTo>
                  <a:lnTo>
                    <a:pt x="572760" y="148544"/>
                  </a:lnTo>
                  <a:lnTo>
                    <a:pt x="594993" y="154310"/>
                  </a:lnTo>
                  <a:lnTo>
                    <a:pt x="616280" y="159831"/>
                  </a:lnTo>
                  <a:lnTo>
                    <a:pt x="636698" y="165126"/>
                  </a:lnTo>
                  <a:lnTo>
                    <a:pt x="656315" y="170214"/>
                  </a:lnTo>
                  <a:lnTo>
                    <a:pt x="675192" y="175109"/>
                  </a:lnTo>
                  <a:lnTo>
                    <a:pt x="693382" y="179827"/>
                  </a:lnTo>
                  <a:lnTo>
                    <a:pt x="710934" y="184379"/>
                  </a:lnTo>
                  <a:lnTo>
                    <a:pt x="727890" y="188777"/>
                  </a:lnTo>
                  <a:lnTo>
                    <a:pt x="744291" y="193030"/>
                  </a:lnTo>
                  <a:lnTo>
                    <a:pt x="760170" y="197148"/>
                  </a:lnTo>
                  <a:lnTo>
                    <a:pt x="775561" y="201140"/>
                  </a:lnTo>
                  <a:lnTo>
                    <a:pt x="790493" y="205012"/>
                  </a:lnTo>
                  <a:lnTo>
                    <a:pt x="804992" y="208773"/>
                  </a:lnTo>
                  <a:lnTo>
                    <a:pt x="819082" y="212427"/>
                  </a:lnTo>
                  <a:lnTo>
                    <a:pt x="832786" y="215981"/>
                  </a:lnTo>
                  <a:lnTo>
                    <a:pt x="846125" y="219440"/>
                  </a:lnTo>
                  <a:lnTo>
                    <a:pt x="859117" y="222810"/>
                  </a:lnTo>
                  <a:lnTo>
                    <a:pt x="871780" y="226094"/>
                  </a:lnTo>
                  <a:lnTo>
                    <a:pt x="884130" y="229297"/>
                  </a:lnTo>
                  <a:lnTo>
                    <a:pt x="896183" y="232423"/>
                  </a:lnTo>
                  <a:lnTo>
                    <a:pt x="907953" y="235475"/>
                  </a:lnTo>
                  <a:lnTo>
                    <a:pt x="919451" y="238458"/>
                  </a:lnTo>
                  <a:lnTo>
                    <a:pt x="930692" y="241373"/>
                  </a:lnTo>
                  <a:lnTo>
                    <a:pt x="941685" y="244224"/>
                  </a:lnTo>
                  <a:lnTo>
                    <a:pt x="952441" y="247014"/>
                  </a:lnTo>
                  <a:lnTo>
                    <a:pt x="962972" y="249745"/>
                  </a:lnTo>
                  <a:lnTo>
                    <a:pt x="973285" y="252419"/>
                  </a:lnTo>
                  <a:lnTo>
                    <a:pt x="983390" y="255040"/>
                  </a:lnTo>
                  <a:lnTo>
                    <a:pt x="993294" y="257609"/>
                  </a:lnTo>
                  <a:lnTo>
                    <a:pt x="1003007" y="260128"/>
                  </a:lnTo>
                  <a:lnTo>
                    <a:pt x="1012534" y="262598"/>
                  </a:lnTo>
                  <a:lnTo>
                    <a:pt x="1021883" y="265023"/>
                  </a:lnTo>
                  <a:lnTo>
                    <a:pt x="1031061" y="267403"/>
                  </a:lnTo>
                  <a:lnTo>
                    <a:pt x="1040073" y="269741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421734" y="3225028"/>
              <a:ext cx="1040073" cy="433431"/>
            </a:xfrm>
            <a:custGeom>
              <a:avLst/>
              <a:pathLst>
                <a:path w="1040073" h="433431">
                  <a:moveTo>
                    <a:pt x="0" y="433431"/>
                  </a:moveTo>
                  <a:lnTo>
                    <a:pt x="66788" y="405599"/>
                  </a:lnTo>
                  <a:lnTo>
                    <a:pt x="125699" y="381048"/>
                  </a:lnTo>
                  <a:lnTo>
                    <a:pt x="178398" y="359087"/>
                  </a:lnTo>
                  <a:lnTo>
                    <a:pt x="226069" y="339221"/>
                  </a:lnTo>
                  <a:lnTo>
                    <a:pt x="269589" y="321085"/>
                  </a:lnTo>
                  <a:lnTo>
                    <a:pt x="309624" y="304401"/>
                  </a:lnTo>
                  <a:lnTo>
                    <a:pt x="346691" y="288954"/>
                  </a:lnTo>
                  <a:lnTo>
                    <a:pt x="381199" y="274573"/>
                  </a:lnTo>
                  <a:lnTo>
                    <a:pt x="413479" y="261121"/>
                  </a:lnTo>
                  <a:lnTo>
                    <a:pt x="443802" y="248485"/>
                  </a:lnTo>
                  <a:lnTo>
                    <a:pt x="472391" y="236571"/>
                  </a:lnTo>
                  <a:lnTo>
                    <a:pt x="499433" y="225301"/>
                  </a:lnTo>
                  <a:lnTo>
                    <a:pt x="525089" y="214610"/>
                  </a:lnTo>
                  <a:lnTo>
                    <a:pt x="549492" y="204440"/>
                  </a:lnTo>
                  <a:lnTo>
                    <a:pt x="572760" y="194744"/>
                  </a:lnTo>
                  <a:lnTo>
                    <a:pt x="594993" y="185478"/>
                  </a:lnTo>
                  <a:lnTo>
                    <a:pt x="616280" y="176607"/>
                  </a:lnTo>
                  <a:lnTo>
                    <a:pt x="636698" y="168099"/>
                  </a:lnTo>
                  <a:lnTo>
                    <a:pt x="656315" y="159924"/>
                  </a:lnTo>
                  <a:lnTo>
                    <a:pt x="675192" y="152057"/>
                  </a:lnTo>
                  <a:lnTo>
                    <a:pt x="693382" y="144477"/>
                  </a:lnTo>
                  <a:lnTo>
                    <a:pt x="710934" y="137162"/>
                  </a:lnTo>
                  <a:lnTo>
                    <a:pt x="727890" y="130096"/>
                  </a:lnTo>
                  <a:lnTo>
                    <a:pt x="744291" y="123262"/>
                  </a:lnTo>
                  <a:lnTo>
                    <a:pt x="760170" y="116644"/>
                  </a:lnTo>
                  <a:lnTo>
                    <a:pt x="775561" y="110230"/>
                  </a:lnTo>
                  <a:lnTo>
                    <a:pt x="790493" y="104008"/>
                  </a:lnTo>
                  <a:lnTo>
                    <a:pt x="804992" y="97965"/>
                  </a:lnTo>
                  <a:lnTo>
                    <a:pt x="819082" y="92094"/>
                  </a:lnTo>
                  <a:lnTo>
                    <a:pt x="832786" y="86383"/>
                  </a:lnTo>
                  <a:lnTo>
                    <a:pt x="846125" y="80824"/>
                  </a:lnTo>
                  <a:lnTo>
                    <a:pt x="859117" y="75410"/>
                  </a:lnTo>
                  <a:lnTo>
                    <a:pt x="871780" y="70133"/>
                  </a:lnTo>
                  <a:lnTo>
                    <a:pt x="884130" y="64986"/>
                  </a:lnTo>
                  <a:lnTo>
                    <a:pt x="896183" y="59963"/>
                  </a:lnTo>
                  <a:lnTo>
                    <a:pt x="907953" y="55058"/>
                  </a:lnTo>
                  <a:lnTo>
                    <a:pt x="919451" y="50267"/>
                  </a:lnTo>
                  <a:lnTo>
                    <a:pt x="930692" y="45582"/>
                  </a:lnTo>
                  <a:lnTo>
                    <a:pt x="941685" y="41001"/>
                  </a:lnTo>
                  <a:lnTo>
                    <a:pt x="952441" y="36518"/>
                  </a:lnTo>
                  <a:lnTo>
                    <a:pt x="962972" y="32130"/>
                  </a:lnTo>
                  <a:lnTo>
                    <a:pt x="973285" y="27832"/>
                  </a:lnTo>
                  <a:lnTo>
                    <a:pt x="983390" y="23621"/>
                  </a:lnTo>
                  <a:lnTo>
                    <a:pt x="993294" y="19494"/>
                  </a:lnTo>
                  <a:lnTo>
                    <a:pt x="1003007" y="15446"/>
                  </a:lnTo>
                  <a:lnTo>
                    <a:pt x="1012534" y="11476"/>
                  </a:lnTo>
                  <a:lnTo>
                    <a:pt x="1021883" y="7580"/>
                  </a:lnTo>
                  <a:lnTo>
                    <a:pt x="1031061" y="3755"/>
                  </a:lnTo>
                  <a:lnTo>
                    <a:pt x="104007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421734" y="3488117"/>
              <a:ext cx="1040073" cy="8771"/>
            </a:xfrm>
            <a:custGeom>
              <a:avLst/>
              <a:pathLst>
                <a:path w="1040073" h="8771">
                  <a:moveTo>
                    <a:pt x="0" y="8771"/>
                  </a:moveTo>
                  <a:lnTo>
                    <a:pt x="66788" y="8208"/>
                  </a:lnTo>
                  <a:lnTo>
                    <a:pt x="125699" y="7711"/>
                  </a:lnTo>
                  <a:lnTo>
                    <a:pt x="178398" y="7267"/>
                  </a:lnTo>
                  <a:lnTo>
                    <a:pt x="226069" y="6865"/>
                  </a:lnTo>
                  <a:lnTo>
                    <a:pt x="269589" y="6498"/>
                  </a:lnTo>
                  <a:lnTo>
                    <a:pt x="309624" y="6160"/>
                  </a:lnTo>
                  <a:lnTo>
                    <a:pt x="346691" y="5847"/>
                  </a:lnTo>
                  <a:lnTo>
                    <a:pt x="381199" y="5556"/>
                  </a:lnTo>
                  <a:lnTo>
                    <a:pt x="413479" y="5284"/>
                  </a:lnTo>
                  <a:lnTo>
                    <a:pt x="443802" y="5028"/>
                  </a:lnTo>
                  <a:lnTo>
                    <a:pt x="472391" y="4787"/>
                  </a:lnTo>
                  <a:lnTo>
                    <a:pt x="499433" y="4559"/>
                  </a:lnTo>
                  <a:lnTo>
                    <a:pt x="525089" y="4343"/>
                  </a:lnTo>
                  <a:lnTo>
                    <a:pt x="549492" y="4137"/>
                  </a:lnTo>
                  <a:lnTo>
                    <a:pt x="572760" y="3941"/>
                  </a:lnTo>
                  <a:lnTo>
                    <a:pt x="594993" y="3753"/>
                  </a:lnTo>
                  <a:lnTo>
                    <a:pt x="616280" y="3574"/>
                  </a:lnTo>
                  <a:lnTo>
                    <a:pt x="636698" y="3401"/>
                  </a:lnTo>
                  <a:lnTo>
                    <a:pt x="656315" y="3236"/>
                  </a:lnTo>
                  <a:lnTo>
                    <a:pt x="675192" y="3077"/>
                  </a:lnTo>
                  <a:lnTo>
                    <a:pt x="693382" y="2923"/>
                  </a:lnTo>
                  <a:lnTo>
                    <a:pt x="710934" y="2775"/>
                  </a:lnTo>
                  <a:lnTo>
                    <a:pt x="727890" y="2632"/>
                  </a:lnTo>
                  <a:lnTo>
                    <a:pt x="744291" y="2494"/>
                  </a:lnTo>
                  <a:lnTo>
                    <a:pt x="760170" y="2360"/>
                  </a:lnTo>
                  <a:lnTo>
                    <a:pt x="775561" y="2230"/>
                  </a:lnTo>
                  <a:lnTo>
                    <a:pt x="790493" y="2104"/>
                  </a:lnTo>
                  <a:lnTo>
                    <a:pt x="804992" y="1982"/>
                  </a:lnTo>
                  <a:lnTo>
                    <a:pt x="819082" y="1863"/>
                  </a:lnTo>
                  <a:lnTo>
                    <a:pt x="832786" y="1748"/>
                  </a:lnTo>
                  <a:lnTo>
                    <a:pt x="846125" y="1635"/>
                  </a:lnTo>
                  <a:lnTo>
                    <a:pt x="859117" y="1526"/>
                  </a:lnTo>
                  <a:lnTo>
                    <a:pt x="871780" y="1419"/>
                  </a:lnTo>
                  <a:lnTo>
                    <a:pt x="884130" y="1315"/>
                  </a:lnTo>
                  <a:lnTo>
                    <a:pt x="896183" y="1213"/>
                  </a:lnTo>
                  <a:lnTo>
                    <a:pt x="907953" y="1114"/>
                  </a:lnTo>
                  <a:lnTo>
                    <a:pt x="919451" y="1017"/>
                  </a:lnTo>
                  <a:lnTo>
                    <a:pt x="930692" y="922"/>
                  </a:lnTo>
                  <a:lnTo>
                    <a:pt x="941685" y="829"/>
                  </a:lnTo>
                  <a:lnTo>
                    <a:pt x="952441" y="739"/>
                  </a:lnTo>
                  <a:lnTo>
                    <a:pt x="962972" y="650"/>
                  </a:lnTo>
                  <a:lnTo>
                    <a:pt x="973285" y="563"/>
                  </a:lnTo>
                  <a:lnTo>
                    <a:pt x="983390" y="478"/>
                  </a:lnTo>
                  <a:lnTo>
                    <a:pt x="993294" y="394"/>
                  </a:lnTo>
                  <a:lnTo>
                    <a:pt x="1003007" y="312"/>
                  </a:lnTo>
                  <a:lnTo>
                    <a:pt x="1012534" y="232"/>
                  </a:lnTo>
                  <a:lnTo>
                    <a:pt x="1021883" y="153"/>
                  </a:lnTo>
                  <a:lnTo>
                    <a:pt x="1031061" y="76"/>
                  </a:lnTo>
                  <a:lnTo>
                    <a:pt x="104007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421734" y="2987858"/>
              <a:ext cx="1040073" cy="233637"/>
            </a:xfrm>
            <a:custGeom>
              <a:avLst/>
              <a:pathLst>
                <a:path w="1040073" h="233637">
                  <a:moveTo>
                    <a:pt x="0" y="233637"/>
                  </a:moveTo>
                  <a:lnTo>
                    <a:pt x="66788" y="218634"/>
                  </a:lnTo>
                  <a:lnTo>
                    <a:pt x="125699" y="205400"/>
                  </a:lnTo>
                  <a:lnTo>
                    <a:pt x="178398" y="193563"/>
                  </a:lnTo>
                  <a:lnTo>
                    <a:pt x="226069" y="182854"/>
                  </a:lnTo>
                  <a:lnTo>
                    <a:pt x="269589" y="173078"/>
                  </a:lnTo>
                  <a:lnTo>
                    <a:pt x="309624" y="164084"/>
                  </a:lnTo>
                  <a:lnTo>
                    <a:pt x="346691" y="155758"/>
                  </a:lnTo>
                  <a:lnTo>
                    <a:pt x="381199" y="148006"/>
                  </a:lnTo>
                  <a:lnTo>
                    <a:pt x="413479" y="140755"/>
                  </a:lnTo>
                  <a:lnTo>
                    <a:pt x="443802" y="133943"/>
                  </a:lnTo>
                  <a:lnTo>
                    <a:pt x="472391" y="127521"/>
                  </a:lnTo>
                  <a:lnTo>
                    <a:pt x="499433" y="121446"/>
                  </a:lnTo>
                  <a:lnTo>
                    <a:pt x="525089" y="115683"/>
                  </a:lnTo>
                  <a:lnTo>
                    <a:pt x="549492" y="110202"/>
                  </a:lnTo>
                  <a:lnTo>
                    <a:pt x="572760" y="104975"/>
                  </a:lnTo>
                  <a:lnTo>
                    <a:pt x="594993" y="99980"/>
                  </a:lnTo>
                  <a:lnTo>
                    <a:pt x="616280" y="95198"/>
                  </a:lnTo>
                  <a:lnTo>
                    <a:pt x="636698" y="90612"/>
                  </a:lnTo>
                  <a:lnTo>
                    <a:pt x="656315" y="86205"/>
                  </a:lnTo>
                  <a:lnTo>
                    <a:pt x="675192" y="81965"/>
                  </a:lnTo>
                  <a:lnTo>
                    <a:pt x="693382" y="77879"/>
                  </a:lnTo>
                  <a:lnTo>
                    <a:pt x="710934" y="73936"/>
                  </a:lnTo>
                  <a:lnTo>
                    <a:pt x="727890" y="70127"/>
                  </a:lnTo>
                  <a:lnTo>
                    <a:pt x="744291" y="66443"/>
                  </a:lnTo>
                  <a:lnTo>
                    <a:pt x="760170" y="62876"/>
                  </a:lnTo>
                  <a:lnTo>
                    <a:pt x="775561" y="59418"/>
                  </a:lnTo>
                  <a:lnTo>
                    <a:pt x="790493" y="56064"/>
                  </a:lnTo>
                  <a:lnTo>
                    <a:pt x="804992" y="52807"/>
                  </a:lnTo>
                  <a:lnTo>
                    <a:pt x="819082" y="49642"/>
                  </a:lnTo>
                  <a:lnTo>
                    <a:pt x="832786" y="46564"/>
                  </a:lnTo>
                  <a:lnTo>
                    <a:pt x="846125" y="43567"/>
                  </a:lnTo>
                  <a:lnTo>
                    <a:pt x="859117" y="40649"/>
                  </a:lnTo>
                  <a:lnTo>
                    <a:pt x="871780" y="37804"/>
                  </a:lnTo>
                  <a:lnTo>
                    <a:pt x="884130" y="35030"/>
                  </a:lnTo>
                  <a:lnTo>
                    <a:pt x="896183" y="32322"/>
                  </a:lnTo>
                  <a:lnTo>
                    <a:pt x="907953" y="29679"/>
                  </a:lnTo>
                  <a:lnTo>
                    <a:pt x="919451" y="27095"/>
                  </a:lnTo>
                  <a:lnTo>
                    <a:pt x="930692" y="24571"/>
                  </a:lnTo>
                  <a:lnTo>
                    <a:pt x="941685" y="22101"/>
                  </a:lnTo>
                  <a:lnTo>
                    <a:pt x="952441" y="19685"/>
                  </a:lnTo>
                  <a:lnTo>
                    <a:pt x="962972" y="17319"/>
                  </a:lnTo>
                  <a:lnTo>
                    <a:pt x="973285" y="15003"/>
                  </a:lnTo>
                  <a:lnTo>
                    <a:pt x="983390" y="12733"/>
                  </a:lnTo>
                  <a:lnTo>
                    <a:pt x="993294" y="10508"/>
                  </a:lnTo>
                  <a:lnTo>
                    <a:pt x="1003007" y="8326"/>
                  </a:lnTo>
                  <a:lnTo>
                    <a:pt x="1012534" y="6186"/>
                  </a:lnTo>
                  <a:lnTo>
                    <a:pt x="1021883" y="4086"/>
                  </a:lnTo>
                  <a:lnTo>
                    <a:pt x="1031061" y="2024"/>
                  </a:lnTo>
                  <a:lnTo>
                    <a:pt x="104007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421734" y="3211574"/>
              <a:ext cx="1040073" cy="196754"/>
            </a:xfrm>
            <a:custGeom>
              <a:avLst/>
              <a:pathLst>
                <a:path w="1040073" h="196754">
                  <a:moveTo>
                    <a:pt x="0" y="0"/>
                  </a:moveTo>
                  <a:lnTo>
                    <a:pt x="66788" y="12634"/>
                  </a:lnTo>
                  <a:lnTo>
                    <a:pt x="125699" y="23779"/>
                  </a:lnTo>
                  <a:lnTo>
                    <a:pt x="178398" y="33748"/>
                  </a:lnTo>
                  <a:lnTo>
                    <a:pt x="226069" y="42766"/>
                  </a:lnTo>
                  <a:lnTo>
                    <a:pt x="269589" y="50999"/>
                  </a:lnTo>
                  <a:lnTo>
                    <a:pt x="309624" y="58572"/>
                  </a:lnTo>
                  <a:lnTo>
                    <a:pt x="346691" y="65584"/>
                  </a:lnTo>
                  <a:lnTo>
                    <a:pt x="381199" y="72112"/>
                  </a:lnTo>
                  <a:lnTo>
                    <a:pt x="413479" y="78219"/>
                  </a:lnTo>
                  <a:lnTo>
                    <a:pt x="443802" y="83955"/>
                  </a:lnTo>
                  <a:lnTo>
                    <a:pt x="472391" y="89363"/>
                  </a:lnTo>
                  <a:lnTo>
                    <a:pt x="499433" y="94479"/>
                  </a:lnTo>
                  <a:lnTo>
                    <a:pt x="525089" y="99333"/>
                  </a:lnTo>
                  <a:lnTo>
                    <a:pt x="549492" y="103949"/>
                  </a:lnTo>
                  <a:lnTo>
                    <a:pt x="572760" y="108351"/>
                  </a:lnTo>
                  <a:lnTo>
                    <a:pt x="594993" y="112557"/>
                  </a:lnTo>
                  <a:lnTo>
                    <a:pt x="616280" y="116584"/>
                  </a:lnTo>
                  <a:lnTo>
                    <a:pt x="636698" y="120446"/>
                  </a:lnTo>
                  <a:lnTo>
                    <a:pt x="656315" y="124157"/>
                  </a:lnTo>
                  <a:lnTo>
                    <a:pt x="675192" y="127728"/>
                  </a:lnTo>
                  <a:lnTo>
                    <a:pt x="693382" y="131169"/>
                  </a:lnTo>
                  <a:lnTo>
                    <a:pt x="710934" y="134490"/>
                  </a:lnTo>
                  <a:lnTo>
                    <a:pt x="727890" y="137697"/>
                  </a:lnTo>
                  <a:lnTo>
                    <a:pt x="744291" y="140800"/>
                  </a:lnTo>
                  <a:lnTo>
                    <a:pt x="760170" y="143804"/>
                  </a:lnTo>
                  <a:lnTo>
                    <a:pt x="775561" y="146715"/>
                  </a:lnTo>
                  <a:lnTo>
                    <a:pt x="790493" y="149540"/>
                  </a:lnTo>
                  <a:lnTo>
                    <a:pt x="804992" y="152283"/>
                  </a:lnTo>
                  <a:lnTo>
                    <a:pt x="819082" y="154948"/>
                  </a:lnTo>
                  <a:lnTo>
                    <a:pt x="832786" y="157541"/>
                  </a:lnTo>
                  <a:lnTo>
                    <a:pt x="846125" y="160064"/>
                  </a:lnTo>
                  <a:lnTo>
                    <a:pt x="859117" y="162522"/>
                  </a:lnTo>
                  <a:lnTo>
                    <a:pt x="871780" y="164917"/>
                  </a:lnTo>
                  <a:lnTo>
                    <a:pt x="884130" y="167254"/>
                  </a:lnTo>
                  <a:lnTo>
                    <a:pt x="896183" y="169534"/>
                  </a:lnTo>
                  <a:lnTo>
                    <a:pt x="907953" y="171760"/>
                  </a:lnTo>
                  <a:lnTo>
                    <a:pt x="919451" y="173936"/>
                  </a:lnTo>
                  <a:lnTo>
                    <a:pt x="930692" y="176062"/>
                  </a:lnTo>
                  <a:lnTo>
                    <a:pt x="941685" y="178142"/>
                  </a:lnTo>
                  <a:lnTo>
                    <a:pt x="952441" y="180176"/>
                  </a:lnTo>
                  <a:lnTo>
                    <a:pt x="962972" y="182169"/>
                  </a:lnTo>
                  <a:lnTo>
                    <a:pt x="973285" y="184119"/>
                  </a:lnTo>
                  <a:lnTo>
                    <a:pt x="983390" y="186031"/>
                  </a:lnTo>
                  <a:lnTo>
                    <a:pt x="993294" y="187905"/>
                  </a:lnTo>
                  <a:lnTo>
                    <a:pt x="1003007" y="189742"/>
                  </a:lnTo>
                  <a:lnTo>
                    <a:pt x="1012534" y="191544"/>
                  </a:lnTo>
                  <a:lnTo>
                    <a:pt x="1021883" y="193313"/>
                  </a:lnTo>
                  <a:lnTo>
                    <a:pt x="1031061" y="195049"/>
                  </a:lnTo>
                  <a:lnTo>
                    <a:pt x="1040073" y="19675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421734" y="3466784"/>
              <a:ext cx="1040073" cy="91137"/>
            </a:xfrm>
            <a:custGeom>
              <a:avLst/>
              <a:pathLst>
                <a:path w="1040073" h="91137">
                  <a:moveTo>
                    <a:pt x="0" y="0"/>
                  </a:moveTo>
                  <a:lnTo>
                    <a:pt x="66788" y="5852"/>
                  </a:lnTo>
                  <a:lnTo>
                    <a:pt x="125699" y="11014"/>
                  </a:lnTo>
                  <a:lnTo>
                    <a:pt x="178398" y="15632"/>
                  </a:lnTo>
                  <a:lnTo>
                    <a:pt x="226069" y="19809"/>
                  </a:lnTo>
                  <a:lnTo>
                    <a:pt x="269589" y="23623"/>
                  </a:lnTo>
                  <a:lnTo>
                    <a:pt x="309624" y="27131"/>
                  </a:lnTo>
                  <a:lnTo>
                    <a:pt x="346691" y="30379"/>
                  </a:lnTo>
                  <a:lnTo>
                    <a:pt x="381199" y="33402"/>
                  </a:lnTo>
                  <a:lnTo>
                    <a:pt x="413479" y="36231"/>
                  </a:lnTo>
                  <a:lnTo>
                    <a:pt x="443802" y="38888"/>
                  </a:lnTo>
                  <a:lnTo>
                    <a:pt x="472391" y="41393"/>
                  </a:lnTo>
                  <a:lnTo>
                    <a:pt x="499433" y="43763"/>
                  </a:lnTo>
                  <a:lnTo>
                    <a:pt x="525089" y="46011"/>
                  </a:lnTo>
                  <a:lnTo>
                    <a:pt x="549492" y="48149"/>
                  </a:lnTo>
                  <a:lnTo>
                    <a:pt x="572760" y="50188"/>
                  </a:lnTo>
                  <a:lnTo>
                    <a:pt x="594993" y="52136"/>
                  </a:lnTo>
                  <a:lnTo>
                    <a:pt x="616280" y="54002"/>
                  </a:lnTo>
                  <a:lnTo>
                    <a:pt x="636698" y="55791"/>
                  </a:lnTo>
                  <a:lnTo>
                    <a:pt x="656315" y="57510"/>
                  </a:lnTo>
                  <a:lnTo>
                    <a:pt x="675192" y="59164"/>
                  </a:lnTo>
                  <a:lnTo>
                    <a:pt x="693382" y="60758"/>
                  </a:lnTo>
                  <a:lnTo>
                    <a:pt x="710934" y="62296"/>
                  </a:lnTo>
                  <a:lnTo>
                    <a:pt x="727890" y="63781"/>
                  </a:lnTo>
                  <a:lnTo>
                    <a:pt x="744291" y="65219"/>
                  </a:lnTo>
                  <a:lnTo>
                    <a:pt x="760170" y="66610"/>
                  </a:lnTo>
                  <a:lnTo>
                    <a:pt x="775561" y="67959"/>
                  </a:lnTo>
                  <a:lnTo>
                    <a:pt x="790493" y="69267"/>
                  </a:lnTo>
                  <a:lnTo>
                    <a:pt x="804992" y="70538"/>
                  </a:lnTo>
                  <a:lnTo>
                    <a:pt x="819082" y="71772"/>
                  </a:lnTo>
                  <a:lnTo>
                    <a:pt x="832786" y="72973"/>
                  </a:lnTo>
                  <a:lnTo>
                    <a:pt x="846125" y="74142"/>
                  </a:lnTo>
                  <a:lnTo>
                    <a:pt x="859117" y="75280"/>
                  </a:lnTo>
                  <a:lnTo>
                    <a:pt x="871780" y="76390"/>
                  </a:lnTo>
                  <a:lnTo>
                    <a:pt x="884130" y="77472"/>
                  </a:lnTo>
                  <a:lnTo>
                    <a:pt x="896183" y="78528"/>
                  </a:lnTo>
                  <a:lnTo>
                    <a:pt x="907953" y="79560"/>
                  </a:lnTo>
                  <a:lnTo>
                    <a:pt x="919451" y="80567"/>
                  </a:lnTo>
                  <a:lnTo>
                    <a:pt x="930692" y="81552"/>
                  </a:lnTo>
                  <a:lnTo>
                    <a:pt x="941685" y="82515"/>
                  </a:lnTo>
                  <a:lnTo>
                    <a:pt x="952441" y="83458"/>
                  </a:lnTo>
                  <a:lnTo>
                    <a:pt x="962972" y="84381"/>
                  </a:lnTo>
                  <a:lnTo>
                    <a:pt x="973285" y="85284"/>
                  </a:lnTo>
                  <a:lnTo>
                    <a:pt x="983390" y="86170"/>
                  </a:lnTo>
                  <a:lnTo>
                    <a:pt x="993294" y="87038"/>
                  </a:lnTo>
                  <a:lnTo>
                    <a:pt x="1003007" y="87889"/>
                  </a:lnTo>
                  <a:lnTo>
                    <a:pt x="1012534" y="88724"/>
                  </a:lnTo>
                  <a:lnTo>
                    <a:pt x="1021883" y="89543"/>
                  </a:lnTo>
                  <a:lnTo>
                    <a:pt x="1031061" y="90347"/>
                  </a:lnTo>
                  <a:lnTo>
                    <a:pt x="1040073" y="9113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421734" y="3307988"/>
              <a:ext cx="1040073" cy="187908"/>
            </a:xfrm>
            <a:custGeom>
              <a:avLst/>
              <a:pathLst>
                <a:path w="1040073" h="187908">
                  <a:moveTo>
                    <a:pt x="0" y="0"/>
                  </a:moveTo>
                  <a:lnTo>
                    <a:pt x="66788" y="12066"/>
                  </a:lnTo>
                  <a:lnTo>
                    <a:pt x="125699" y="22710"/>
                  </a:lnTo>
                  <a:lnTo>
                    <a:pt x="178398" y="32230"/>
                  </a:lnTo>
                  <a:lnTo>
                    <a:pt x="226069" y="40843"/>
                  </a:lnTo>
                  <a:lnTo>
                    <a:pt x="269589" y="48706"/>
                  </a:lnTo>
                  <a:lnTo>
                    <a:pt x="309624" y="55939"/>
                  </a:lnTo>
                  <a:lnTo>
                    <a:pt x="346691" y="62636"/>
                  </a:lnTo>
                  <a:lnTo>
                    <a:pt x="381199" y="68870"/>
                  </a:lnTo>
                  <a:lnTo>
                    <a:pt x="413479" y="74702"/>
                  </a:lnTo>
                  <a:lnTo>
                    <a:pt x="443802" y="80181"/>
                  </a:lnTo>
                  <a:lnTo>
                    <a:pt x="472391" y="85346"/>
                  </a:lnTo>
                  <a:lnTo>
                    <a:pt x="499433" y="90231"/>
                  </a:lnTo>
                  <a:lnTo>
                    <a:pt x="525089" y="94867"/>
                  </a:lnTo>
                  <a:lnTo>
                    <a:pt x="549492" y="99276"/>
                  </a:lnTo>
                  <a:lnTo>
                    <a:pt x="572760" y="103479"/>
                  </a:lnTo>
                  <a:lnTo>
                    <a:pt x="594993" y="107496"/>
                  </a:lnTo>
                  <a:lnTo>
                    <a:pt x="616280" y="111342"/>
                  </a:lnTo>
                  <a:lnTo>
                    <a:pt x="636698" y="115031"/>
                  </a:lnTo>
                  <a:lnTo>
                    <a:pt x="656315" y="118575"/>
                  </a:lnTo>
                  <a:lnTo>
                    <a:pt x="675192" y="121986"/>
                  </a:lnTo>
                  <a:lnTo>
                    <a:pt x="693382" y="125272"/>
                  </a:lnTo>
                  <a:lnTo>
                    <a:pt x="710934" y="128443"/>
                  </a:lnTo>
                  <a:lnTo>
                    <a:pt x="727890" y="131506"/>
                  </a:lnTo>
                  <a:lnTo>
                    <a:pt x="744291" y="134469"/>
                  </a:lnTo>
                  <a:lnTo>
                    <a:pt x="760170" y="137338"/>
                  </a:lnTo>
                  <a:lnTo>
                    <a:pt x="775561" y="140119"/>
                  </a:lnTo>
                  <a:lnTo>
                    <a:pt x="790493" y="142817"/>
                  </a:lnTo>
                  <a:lnTo>
                    <a:pt x="804992" y="145436"/>
                  </a:lnTo>
                  <a:lnTo>
                    <a:pt x="819082" y="147982"/>
                  </a:lnTo>
                  <a:lnTo>
                    <a:pt x="832786" y="150458"/>
                  </a:lnTo>
                  <a:lnTo>
                    <a:pt x="846125" y="152868"/>
                  </a:lnTo>
                  <a:lnTo>
                    <a:pt x="859117" y="155215"/>
                  </a:lnTo>
                  <a:lnTo>
                    <a:pt x="871780" y="157503"/>
                  </a:lnTo>
                  <a:lnTo>
                    <a:pt x="884130" y="159734"/>
                  </a:lnTo>
                  <a:lnTo>
                    <a:pt x="896183" y="161912"/>
                  </a:lnTo>
                  <a:lnTo>
                    <a:pt x="907953" y="164038"/>
                  </a:lnTo>
                  <a:lnTo>
                    <a:pt x="919451" y="166115"/>
                  </a:lnTo>
                  <a:lnTo>
                    <a:pt x="930692" y="168146"/>
                  </a:lnTo>
                  <a:lnTo>
                    <a:pt x="941685" y="170132"/>
                  </a:lnTo>
                  <a:lnTo>
                    <a:pt x="952441" y="172076"/>
                  </a:lnTo>
                  <a:lnTo>
                    <a:pt x="962972" y="173978"/>
                  </a:lnTo>
                  <a:lnTo>
                    <a:pt x="973285" y="175842"/>
                  </a:lnTo>
                  <a:lnTo>
                    <a:pt x="983390" y="177667"/>
                  </a:lnTo>
                  <a:lnTo>
                    <a:pt x="993294" y="179457"/>
                  </a:lnTo>
                  <a:lnTo>
                    <a:pt x="1003007" y="181211"/>
                  </a:lnTo>
                  <a:lnTo>
                    <a:pt x="1012534" y="182933"/>
                  </a:lnTo>
                  <a:lnTo>
                    <a:pt x="1021883" y="184622"/>
                  </a:lnTo>
                  <a:lnTo>
                    <a:pt x="1031061" y="186280"/>
                  </a:lnTo>
                  <a:lnTo>
                    <a:pt x="1040073" y="18790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421734" y="3260014"/>
              <a:ext cx="1040073" cy="159311"/>
            </a:xfrm>
            <a:custGeom>
              <a:avLst/>
              <a:pathLst>
                <a:path w="1040073" h="159311">
                  <a:moveTo>
                    <a:pt x="0" y="0"/>
                  </a:moveTo>
                  <a:lnTo>
                    <a:pt x="66788" y="10230"/>
                  </a:lnTo>
                  <a:lnTo>
                    <a:pt x="125699" y="19253"/>
                  </a:lnTo>
                  <a:lnTo>
                    <a:pt x="178398" y="27325"/>
                  </a:lnTo>
                  <a:lnTo>
                    <a:pt x="226069" y="34627"/>
                  </a:lnTo>
                  <a:lnTo>
                    <a:pt x="269589" y="41293"/>
                  </a:lnTo>
                  <a:lnTo>
                    <a:pt x="309624" y="47426"/>
                  </a:lnTo>
                  <a:lnTo>
                    <a:pt x="346691" y="53103"/>
                  </a:lnTo>
                  <a:lnTo>
                    <a:pt x="381199" y="58389"/>
                  </a:lnTo>
                  <a:lnTo>
                    <a:pt x="413479" y="63334"/>
                  </a:lnTo>
                  <a:lnTo>
                    <a:pt x="443802" y="67978"/>
                  </a:lnTo>
                  <a:lnTo>
                    <a:pt x="472391" y="72357"/>
                  </a:lnTo>
                  <a:lnTo>
                    <a:pt x="499433" y="76499"/>
                  </a:lnTo>
                  <a:lnTo>
                    <a:pt x="525089" y="80429"/>
                  </a:lnTo>
                  <a:lnTo>
                    <a:pt x="549492" y="84167"/>
                  </a:lnTo>
                  <a:lnTo>
                    <a:pt x="572760" y="87731"/>
                  </a:lnTo>
                  <a:lnTo>
                    <a:pt x="594993" y="91137"/>
                  </a:lnTo>
                  <a:lnTo>
                    <a:pt x="616280" y="94397"/>
                  </a:lnTo>
                  <a:lnTo>
                    <a:pt x="636698" y="97525"/>
                  </a:lnTo>
                  <a:lnTo>
                    <a:pt x="656315" y="100530"/>
                  </a:lnTo>
                  <a:lnTo>
                    <a:pt x="675192" y="103421"/>
                  </a:lnTo>
                  <a:lnTo>
                    <a:pt x="693382" y="106207"/>
                  </a:lnTo>
                  <a:lnTo>
                    <a:pt x="710934" y="108896"/>
                  </a:lnTo>
                  <a:lnTo>
                    <a:pt x="727890" y="111493"/>
                  </a:lnTo>
                  <a:lnTo>
                    <a:pt x="744291" y="114005"/>
                  </a:lnTo>
                  <a:lnTo>
                    <a:pt x="760170" y="116437"/>
                  </a:lnTo>
                  <a:lnTo>
                    <a:pt x="775561" y="118795"/>
                  </a:lnTo>
                  <a:lnTo>
                    <a:pt x="790493" y="121082"/>
                  </a:lnTo>
                  <a:lnTo>
                    <a:pt x="804992" y="123303"/>
                  </a:lnTo>
                  <a:lnTo>
                    <a:pt x="819082" y="125461"/>
                  </a:lnTo>
                  <a:lnTo>
                    <a:pt x="832786" y="127560"/>
                  </a:lnTo>
                  <a:lnTo>
                    <a:pt x="846125" y="129603"/>
                  </a:lnTo>
                  <a:lnTo>
                    <a:pt x="859117" y="131593"/>
                  </a:lnTo>
                  <a:lnTo>
                    <a:pt x="871780" y="133533"/>
                  </a:lnTo>
                  <a:lnTo>
                    <a:pt x="884130" y="135425"/>
                  </a:lnTo>
                  <a:lnTo>
                    <a:pt x="896183" y="137271"/>
                  </a:lnTo>
                  <a:lnTo>
                    <a:pt x="907953" y="139074"/>
                  </a:lnTo>
                  <a:lnTo>
                    <a:pt x="919451" y="140835"/>
                  </a:lnTo>
                  <a:lnTo>
                    <a:pt x="930692" y="142557"/>
                  </a:lnTo>
                  <a:lnTo>
                    <a:pt x="941685" y="144241"/>
                  </a:lnTo>
                  <a:lnTo>
                    <a:pt x="952441" y="145888"/>
                  </a:lnTo>
                  <a:lnTo>
                    <a:pt x="962972" y="147501"/>
                  </a:lnTo>
                  <a:lnTo>
                    <a:pt x="973285" y="149081"/>
                  </a:lnTo>
                  <a:lnTo>
                    <a:pt x="983390" y="150629"/>
                  </a:lnTo>
                  <a:lnTo>
                    <a:pt x="993294" y="152146"/>
                  </a:lnTo>
                  <a:lnTo>
                    <a:pt x="1003007" y="153633"/>
                  </a:lnTo>
                  <a:lnTo>
                    <a:pt x="1012534" y="155093"/>
                  </a:lnTo>
                  <a:lnTo>
                    <a:pt x="1021883" y="156525"/>
                  </a:lnTo>
                  <a:lnTo>
                    <a:pt x="1031061" y="157931"/>
                  </a:lnTo>
                  <a:lnTo>
                    <a:pt x="1040073" y="15931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4" name="rc493"/>
            <p:cNvSpPr/>
            <p:nvPr/>
          </p:nvSpPr>
          <p:spPr>
            <a:xfrm>
              <a:off x="1342663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 rot="-5400000">
              <a:off x="1152636" y="368579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97" name="tx496"/>
            <p:cNvSpPr/>
            <p:nvPr/>
          </p:nvSpPr>
          <p:spPr>
            <a:xfrm rot="-5400000">
              <a:off x="1152636" y="341170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98" name="tx497"/>
            <p:cNvSpPr/>
            <p:nvPr/>
          </p:nvSpPr>
          <p:spPr>
            <a:xfrm rot="-5400000">
              <a:off x="1152636" y="313761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9" name="tx498"/>
            <p:cNvSpPr/>
            <p:nvPr/>
          </p:nvSpPr>
          <p:spPr>
            <a:xfrm rot="-5400000">
              <a:off x="1152636" y="286352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500" name="pl499"/>
            <p:cNvSpPr/>
            <p:nvPr/>
          </p:nvSpPr>
          <p:spPr>
            <a:xfrm>
              <a:off x="1311032" y="37268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311032" y="34527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311032" y="317862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311032" y="290453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342663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42173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176842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6"/>
            <p:cNvSpPr/>
            <p:nvPr/>
          </p:nvSpPr>
          <p:spPr>
            <a:xfrm>
              <a:off x="211511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246180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510" name="tx50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11" name="rc510"/>
            <p:cNvSpPr/>
            <p:nvPr/>
          </p:nvSpPr>
          <p:spPr>
            <a:xfrm>
              <a:off x="2806669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841069" y="34183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849107" y="320684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837742" y="337212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865543" y="337697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834973" y="353946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856942" y="335013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860791" y="347622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832664" y="34154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858943" y="35627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835315" y="359440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191463" y="36655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206492" y="363754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218777" y="348581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212206" y="36147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215300" y="350352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189916" y="330187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197985" y="364287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220067" y="36354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207873" y="34874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192626" y="333577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188338" y="342749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183131" y="36345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199486" y="32602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211634" y="351064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215485" y="337980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213502" y="336832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211062" y="31535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190162" y="328227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34416" y="330578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28955" y="371761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74910" y="335323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35494" y="35745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74263" y="36058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41645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47206" y="309669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33549" y="329026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51888" y="34746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51302" y="33991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534342" y="368546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562849" y="35670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575291" y="35571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536728" y="35771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527958" y="34165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538139" y="362230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529941" y="353979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569903" y="324781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551740" y="347962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543074" y="268366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91619" y="34587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15162" y="351277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906785" y="311567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896148" y="36287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74061" y="322189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902284" y="35589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905042" y="352617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876046" y="330517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05885" y="315975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917919" y="357972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905424" y="338519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892366" y="34901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905107" y="332586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874883" y="36187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899796" y="326044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3920326" y="323433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3881596" y="349732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3904476" y="32975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3891242" y="323074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3878238" y="347317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3895059" y="324374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3922208" y="364567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910496" y="356174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3876106" y="37096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2883453" y="3369859"/>
              <a:ext cx="1043975" cy="8048"/>
            </a:xfrm>
            <a:custGeom>
              <a:avLst/>
              <a:pathLst>
                <a:path w="1043975" h="8048">
                  <a:moveTo>
                    <a:pt x="0" y="8048"/>
                  </a:moveTo>
                  <a:lnTo>
                    <a:pt x="67038" y="7531"/>
                  </a:lnTo>
                  <a:lnTo>
                    <a:pt x="126171" y="7075"/>
                  </a:lnTo>
                  <a:lnTo>
                    <a:pt x="179067" y="6667"/>
                  </a:lnTo>
                  <a:lnTo>
                    <a:pt x="226917" y="6299"/>
                  </a:lnTo>
                  <a:lnTo>
                    <a:pt x="270601" y="5962"/>
                  </a:lnTo>
                  <a:lnTo>
                    <a:pt x="310786" y="5652"/>
                  </a:lnTo>
                  <a:lnTo>
                    <a:pt x="347991" y="5365"/>
                  </a:lnTo>
                  <a:lnTo>
                    <a:pt x="382629" y="5098"/>
                  </a:lnTo>
                  <a:lnTo>
                    <a:pt x="415030" y="4848"/>
                  </a:lnTo>
                  <a:lnTo>
                    <a:pt x="445467" y="4614"/>
                  </a:lnTo>
                  <a:lnTo>
                    <a:pt x="474163" y="4392"/>
                  </a:lnTo>
                  <a:lnTo>
                    <a:pt x="501307" y="4183"/>
                  </a:lnTo>
                  <a:lnTo>
                    <a:pt x="527059" y="3985"/>
                  </a:lnTo>
                  <a:lnTo>
                    <a:pt x="551553" y="3796"/>
                  </a:lnTo>
                  <a:lnTo>
                    <a:pt x="574909" y="3616"/>
                  </a:lnTo>
                  <a:lnTo>
                    <a:pt x="597226" y="3444"/>
                  </a:lnTo>
                  <a:lnTo>
                    <a:pt x="618592" y="3279"/>
                  </a:lnTo>
                  <a:lnTo>
                    <a:pt x="639087" y="3121"/>
                  </a:lnTo>
                  <a:lnTo>
                    <a:pt x="658778" y="2969"/>
                  </a:lnTo>
                  <a:lnTo>
                    <a:pt x="677725" y="2823"/>
                  </a:lnTo>
                  <a:lnTo>
                    <a:pt x="695983" y="2682"/>
                  </a:lnTo>
                  <a:lnTo>
                    <a:pt x="713601" y="2546"/>
                  </a:lnTo>
                  <a:lnTo>
                    <a:pt x="730621" y="2415"/>
                  </a:lnTo>
                  <a:lnTo>
                    <a:pt x="747083" y="2288"/>
                  </a:lnTo>
                  <a:lnTo>
                    <a:pt x="763022" y="2165"/>
                  </a:lnTo>
                  <a:lnTo>
                    <a:pt x="778471" y="2046"/>
                  </a:lnTo>
                  <a:lnTo>
                    <a:pt x="793458" y="1931"/>
                  </a:lnTo>
                  <a:lnTo>
                    <a:pt x="808012" y="1819"/>
                  </a:lnTo>
                  <a:lnTo>
                    <a:pt x="822155" y="1710"/>
                  </a:lnTo>
                  <a:lnTo>
                    <a:pt x="835910" y="1604"/>
                  </a:lnTo>
                  <a:lnTo>
                    <a:pt x="849299" y="1500"/>
                  </a:lnTo>
                  <a:lnTo>
                    <a:pt x="862340" y="1400"/>
                  </a:lnTo>
                  <a:lnTo>
                    <a:pt x="875050" y="1302"/>
                  </a:lnTo>
                  <a:lnTo>
                    <a:pt x="887447" y="1206"/>
                  </a:lnTo>
                  <a:lnTo>
                    <a:pt x="899545" y="1113"/>
                  </a:lnTo>
                  <a:lnTo>
                    <a:pt x="911359" y="1022"/>
                  </a:lnTo>
                  <a:lnTo>
                    <a:pt x="922901" y="933"/>
                  </a:lnTo>
                  <a:lnTo>
                    <a:pt x="934183" y="846"/>
                  </a:lnTo>
                  <a:lnTo>
                    <a:pt x="945217" y="761"/>
                  </a:lnTo>
                  <a:lnTo>
                    <a:pt x="956014" y="678"/>
                  </a:lnTo>
                  <a:lnTo>
                    <a:pt x="966584" y="596"/>
                  </a:lnTo>
                  <a:lnTo>
                    <a:pt x="976936" y="516"/>
                  </a:lnTo>
                  <a:lnTo>
                    <a:pt x="987079" y="438"/>
                  </a:lnTo>
                  <a:lnTo>
                    <a:pt x="997021" y="361"/>
                  </a:lnTo>
                  <a:lnTo>
                    <a:pt x="1006769" y="286"/>
                  </a:lnTo>
                  <a:lnTo>
                    <a:pt x="1016332" y="213"/>
                  </a:lnTo>
                  <a:lnTo>
                    <a:pt x="1025717" y="140"/>
                  </a:lnTo>
                  <a:lnTo>
                    <a:pt x="1034929" y="69"/>
                  </a:lnTo>
                  <a:lnTo>
                    <a:pt x="104397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2883453" y="3494486"/>
              <a:ext cx="1043975" cy="32641"/>
            </a:xfrm>
            <a:custGeom>
              <a:avLst/>
              <a:pathLst>
                <a:path w="1043975" h="32641">
                  <a:moveTo>
                    <a:pt x="0" y="0"/>
                  </a:moveTo>
                  <a:lnTo>
                    <a:pt x="67038" y="2096"/>
                  </a:lnTo>
                  <a:lnTo>
                    <a:pt x="126171" y="3944"/>
                  </a:lnTo>
                  <a:lnTo>
                    <a:pt x="179067" y="5598"/>
                  </a:lnTo>
                  <a:lnTo>
                    <a:pt x="226917" y="7095"/>
                  </a:lnTo>
                  <a:lnTo>
                    <a:pt x="270601" y="8460"/>
                  </a:lnTo>
                  <a:lnTo>
                    <a:pt x="310786" y="9717"/>
                  </a:lnTo>
                  <a:lnTo>
                    <a:pt x="347991" y="10880"/>
                  </a:lnTo>
                  <a:lnTo>
                    <a:pt x="382629" y="11963"/>
                  </a:lnTo>
                  <a:lnTo>
                    <a:pt x="415030" y="12976"/>
                  </a:lnTo>
                  <a:lnTo>
                    <a:pt x="445467" y="13928"/>
                  </a:lnTo>
                  <a:lnTo>
                    <a:pt x="474163" y="14825"/>
                  </a:lnTo>
                  <a:lnTo>
                    <a:pt x="501307" y="15674"/>
                  </a:lnTo>
                  <a:lnTo>
                    <a:pt x="527059" y="16479"/>
                  </a:lnTo>
                  <a:lnTo>
                    <a:pt x="551553" y="17245"/>
                  </a:lnTo>
                  <a:lnTo>
                    <a:pt x="574909" y="17975"/>
                  </a:lnTo>
                  <a:lnTo>
                    <a:pt x="597226" y="18673"/>
                  </a:lnTo>
                  <a:lnTo>
                    <a:pt x="618592" y="19341"/>
                  </a:lnTo>
                  <a:lnTo>
                    <a:pt x="639087" y="19982"/>
                  </a:lnTo>
                  <a:lnTo>
                    <a:pt x="658778" y="20597"/>
                  </a:lnTo>
                  <a:lnTo>
                    <a:pt x="677725" y="21190"/>
                  </a:lnTo>
                  <a:lnTo>
                    <a:pt x="695983" y="21761"/>
                  </a:lnTo>
                  <a:lnTo>
                    <a:pt x="713601" y="22312"/>
                  </a:lnTo>
                  <a:lnTo>
                    <a:pt x="730621" y="22844"/>
                  </a:lnTo>
                  <a:lnTo>
                    <a:pt x="747083" y="23359"/>
                  </a:lnTo>
                  <a:lnTo>
                    <a:pt x="763022" y="23857"/>
                  </a:lnTo>
                  <a:lnTo>
                    <a:pt x="778471" y="24340"/>
                  </a:lnTo>
                  <a:lnTo>
                    <a:pt x="793458" y="24809"/>
                  </a:lnTo>
                  <a:lnTo>
                    <a:pt x="808012" y="25264"/>
                  </a:lnTo>
                  <a:lnTo>
                    <a:pt x="822155" y="25706"/>
                  </a:lnTo>
                  <a:lnTo>
                    <a:pt x="835910" y="26136"/>
                  </a:lnTo>
                  <a:lnTo>
                    <a:pt x="849299" y="26555"/>
                  </a:lnTo>
                  <a:lnTo>
                    <a:pt x="862340" y="26962"/>
                  </a:lnTo>
                  <a:lnTo>
                    <a:pt x="875050" y="27360"/>
                  </a:lnTo>
                  <a:lnTo>
                    <a:pt x="887447" y="27747"/>
                  </a:lnTo>
                  <a:lnTo>
                    <a:pt x="899545" y="28126"/>
                  </a:lnTo>
                  <a:lnTo>
                    <a:pt x="911359" y="28495"/>
                  </a:lnTo>
                  <a:lnTo>
                    <a:pt x="922901" y="28856"/>
                  </a:lnTo>
                  <a:lnTo>
                    <a:pt x="934183" y="29209"/>
                  </a:lnTo>
                  <a:lnTo>
                    <a:pt x="945217" y="29554"/>
                  </a:lnTo>
                  <a:lnTo>
                    <a:pt x="956014" y="29891"/>
                  </a:lnTo>
                  <a:lnTo>
                    <a:pt x="966584" y="30222"/>
                  </a:lnTo>
                  <a:lnTo>
                    <a:pt x="976936" y="30545"/>
                  </a:lnTo>
                  <a:lnTo>
                    <a:pt x="987079" y="30862"/>
                  </a:lnTo>
                  <a:lnTo>
                    <a:pt x="997021" y="31173"/>
                  </a:lnTo>
                  <a:lnTo>
                    <a:pt x="1006769" y="31478"/>
                  </a:lnTo>
                  <a:lnTo>
                    <a:pt x="1016332" y="31777"/>
                  </a:lnTo>
                  <a:lnTo>
                    <a:pt x="1025717" y="32071"/>
                  </a:lnTo>
                  <a:lnTo>
                    <a:pt x="1034929" y="32359"/>
                  </a:lnTo>
                  <a:lnTo>
                    <a:pt x="1043975" y="3264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883453" y="3344713"/>
              <a:ext cx="1043975" cy="61449"/>
            </a:xfrm>
            <a:custGeom>
              <a:avLst/>
              <a:pathLst>
                <a:path w="1043975" h="61449">
                  <a:moveTo>
                    <a:pt x="0" y="61449"/>
                  </a:moveTo>
                  <a:lnTo>
                    <a:pt x="67038" y="57503"/>
                  </a:lnTo>
                  <a:lnTo>
                    <a:pt x="126171" y="54023"/>
                  </a:lnTo>
                  <a:lnTo>
                    <a:pt x="179067" y="50909"/>
                  </a:lnTo>
                  <a:lnTo>
                    <a:pt x="226917" y="48093"/>
                  </a:lnTo>
                  <a:lnTo>
                    <a:pt x="270601" y="45521"/>
                  </a:lnTo>
                  <a:lnTo>
                    <a:pt x="310786" y="43156"/>
                  </a:lnTo>
                  <a:lnTo>
                    <a:pt x="347991" y="40966"/>
                  </a:lnTo>
                  <a:lnTo>
                    <a:pt x="382629" y="38927"/>
                  </a:lnTo>
                  <a:lnTo>
                    <a:pt x="415030" y="37020"/>
                  </a:lnTo>
                  <a:lnTo>
                    <a:pt x="445467" y="35228"/>
                  </a:lnTo>
                  <a:lnTo>
                    <a:pt x="474163" y="33539"/>
                  </a:lnTo>
                  <a:lnTo>
                    <a:pt x="501307" y="31942"/>
                  </a:lnTo>
                  <a:lnTo>
                    <a:pt x="527059" y="30426"/>
                  </a:lnTo>
                  <a:lnTo>
                    <a:pt x="551553" y="28984"/>
                  </a:lnTo>
                  <a:lnTo>
                    <a:pt x="574909" y="27609"/>
                  </a:lnTo>
                  <a:lnTo>
                    <a:pt x="597226" y="26296"/>
                  </a:lnTo>
                  <a:lnTo>
                    <a:pt x="618592" y="25038"/>
                  </a:lnTo>
                  <a:lnTo>
                    <a:pt x="639087" y="23832"/>
                  </a:lnTo>
                  <a:lnTo>
                    <a:pt x="658778" y="22673"/>
                  </a:lnTo>
                  <a:lnTo>
                    <a:pt x="677725" y="21557"/>
                  </a:lnTo>
                  <a:lnTo>
                    <a:pt x="695983" y="20483"/>
                  </a:lnTo>
                  <a:lnTo>
                    <a:pt x="713601" y="19446"/>
                  </a:lnTo>
                  <a:lnTo>
                    <a:pt x="730621" y="18444"/>
                  </a:lnTo>
                  <a:lnTo>
                    <a:pt x="747083" y="17475"/>
                  </a:lnTo>
                  <a:lnTo>
                    <a:pt x="763022" y="16537"/>
                  </a:lnTo>
                  <a:lnTo>
                    <a:pt x="778471" y="15627"/>
                  </a:lnTo>
                  <a:lnTo>
                    <a:pt x="793458" y="14745"/>
                  </a:lnTo>
                  <a:lnTo>
                    <a:pt x="808012" y="13889"/>
                  </a:lnTo>
                  <a:lnTo>
                    <a:pt x="822155" y="13056"/>
                  </a:lnTo>
                  <a:lnTo>
                    <a:pt x="835910" y="12246"/>
                  </a:lnTo>
                  <a:lnTo>
                    <a:pt x="849299" y="11458"/>
                  </a:lnTo>
                  <a:lnTo>
                    <a:pt x="862340" y="10691"/>
                  </a:lnTo>
                  <a:lnTo>
                    <a:pt x="875050" y="9943"/>
                  </a:lnTo>
                  <a:lnTo>
                    <a:pt x="887447" y="9213"/>
                  </a:lnTo>
                  <a:lnTo>
                    <a:pt x="899545" y="8501"/>
                  </a:lnTo>
                  <a:lnTo>
                    <a:pt x="911359" y="7805"/>
                  </a:lnTo>
                  <a:lnTo>
                    <a:pt x="922901" y="7126"/>
                  </a:lnTo>
                  <a:lnTo>
                    <a:pt x="934183" y="6462"/>
                  </a:lnTo>
                  <a:lnTo>
                    <a:pt x="945217" y="5813"/>
                  </a:lnTo>
                  <a:lnTo>
                    <a:pt x="956014" y="5177"/>
                  </a:lnTo>
                  <a:lnTo>
                    <a:pt x="966584" y="4555"/>
                  </a:lnTo>
                  <a:lnTo>
                    <a:pt x="976936" y="3945"/>
                  </a:lnTo>
                  <a:lnTo>
                    <a:pt x="987079" y="3348"/>
                  </a:lnTo>
                  <a:lnTo>
                    <a:pt x="997021" y="2763"/>
                  </a:lnTo>
                  <a:lnTo>
                    <a:pt x="1006769" y="2189"/>
                  </a:lnTo>
                  <a:lnTo>
                    <a:pt x="1016332" y="1627"/>
                  </a:lnTo>
                  <a:lnTo>
                    <a:pt x="1025717" y="1074"/>
                  </a:lnTo>
                  <a:lnTo>
                    <a:pt x="1034929" y="532"/>
                  </a:lnTo>
                  <a:lnTo>
                    <a:pt x="104397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883453" y="3170401"/>
              <a:ext cx="1043975" cy="217575"/>
            </a:xfrm>
            <a:custGeom>
              <a:avLst/>
              <a:pathLst>
                <a:path w="1043975" h="217575">
                  <a:moveTo>
                    <a:pt x="0" y="217575"/>
                  </a:moveTo>
                  <a:lnTo>
                    <a:pt x="67038" y="203604"/>
                  </a:lnTo>
                  <a:lnTo>
                    <a:pt x="126171" y="191280"/>
                  </a:lnTo>
                  <a:lnTo>
                    <a:pt x="179067" y="180256"/>
                  </a:lnTo>
                  <a:lnTo>
                    <a:pt x="226917" y="170283"/>
                  </a:lnTo>
                  <a:lnTo>
                    <a:pt x="270601" y="161179"/>
                  </a:lnTo>
                  <a:lnTo>
                    <a:pt x="310786" y="152804"/>
                  </a:lnTo>
                  <a:lnTo>
                    <a:pt x="347991" y="145050"/>
                  </a:lnTo>
                  <a:lnTo>
                    <a:pt x="382629" y="137831"/>
                  </a:lnTo>
                  <a:lnTo>
                    <a:pt x="415030" y="131078"/>
                  </a:lnTo>
                  <a:lnTo>
                    <a:pt x="445467" y="124735"/>
                  </a:lnTo>
                  <a:lnTo>
                    <a:pt x="474163" y="118754"/>
                  </a:lnTo>
                  <a:lnTo>
                    <a:pt x="501307" y="113097"/>
                  </a:lnTo>
                  <a:lnTo>
                    <a:pt x="527059" y="107730"/>
                  </a:lnTo>
                  <a:lnTo>
                    <a:pt x="551553" y="102625"/>
                  </a:lnTo>
                  <a:lnTo>
                    <a:pt x="574909" y="97758"/>
                  </a:lnTo>
                  <a:lnTo>
                    <a:pt x="597226" y="93107"/>
                  </a:lnTo>
                  <a:lnTo>
                    <a:pt x="618592" y="88654"/>
                  </a:lnTo>
                  <a:lnTo>
                    <a:pt x="639087" y="84383"/>
                  </a:lnTo>
                  <a:lnTo>
                    <a:pt x="658778" y="80279"/>
                  </a:lnTo>
                  <a:lnTo>
                    <a:pt x="677725" y="76330"/>
                  </a:lnTo>
                  <a:lnTo>
                    <a:pt x="695983" y="72525"/>
                  </a:lnTo>
                  <a:lnTo>
                    <a:pt x="713601" y="68853"/>
                  </a:lnTo>
                  <a:lnTo>
                    <a:pt x="730621" y="65306"/>
                  </a:lnTo>
                  <a:lnTo>
                    <a:pt x="747083" y="61875"/>
                  </a:lnTo>
                  <a:lnTo>
                    <a:pt x="763022" y="58553"/>
                  </a:lnTo>
                  <a:lnTo>
                    <a:pt x="778471" y="55333"/>
                  </a:lnTo>
                  <a:lnTo>
                    <a:pt x="793458" y="52210"/>
                  </a:lnTo>
                  <a:lnTo>
                    <a:pt x="808012" y="49177"/>
                  </a:lnTo>
                  <a:lnTo>
                    <a:pt x="822155" y="46229"/>
                  </a:lnTo>
                  <a:lnTo>
                    <a:pt x="835910" y="43362"/>
                  </a:lnTo>
                  <a:lnTo>
                    <a:pt x="849299" y="40572"/>
                  </a:lnTo>
                  <a:lnTo>
                    <a:pt x="862340" y="37854"/>
                  </a:lnTo>
                  <a:lnTo>
                    <a:pt x="875050" y="35205"/>
                  </a:lnTo>
                  <a:lnTo>
                    <a:pt x="887447" y="32622"/>
                  </a:lnTo>
                  <a:lnTo>
                    <a:pt x="899545" y="30100"/>
                  </a:lnTo>
                  <a:lnTo>
                    <a:pt x="911359" y="27638"/>
                  </a:lnTo>
                  <a:lnTo>
                    <a:pt x="922901" y="25233"/>
                  </a:lnTo>
                  <a:lnTo>
                    <a:pt x="934183" y="22881"/>
                  </a:lnTo>
                  <a:lnTo>
                    <a:pt x="945217" y="20582"/>
                  </a:lnTo>
                  <a:lnTo>
                    <a:pt x="956014" y="18331"/>
                  </a:lnTo>
                  <a:lnTo>
                    <a:pt x="966584" y="16129"/>
                  </a:lnTo>
                  <a:lnTo>
                    <a:pt x="976936" y="13971"/>
                  </a:lnTo>
                  <a:lnTo>
                    <a:pt x="987079" y="11857"/>
                  </a:lnTo>
                  <a:lnTo>
                    <a:pt x="997021" y="9785"/>
                  </a:lnTo>
                  <a:lnTo>
                    <a:pt x="1006769" y="7754"/>
                  </a:lnTo>
                  <a:lnTo>
                    <a:pt x="1016332" y="5761"/>
                  </a:lnTo>
                  <a:lnTo>
                    <a:pt x="1025717" y="3805"/>
                  </a:lnTo>
                  <a:lnTo>
                    <a:pt x="1034929" y="1885"/>
                  </a:lnTo>
                  <a:lnTo>
                    <a:pt x="104397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883453" y="3252539"/>
              <a:ext cx="1043975" cy="206297"/>
            </a:xfrm>
            <a:custGeom>
              <a:avLst/>
              <a:pathLst>
                <a:path w="1043975" h="206297">
                  <a:moveTo>
                    <a:pt x="0" y="206297"/>
                  </a:moveTo>
                  <a:lnTo>
                    <a:pt x="67038" y="193050"/>
                  </a:lnTo>
                  <a:lnTo>
                    <a:pt x="126171" y="181365"/>
                  </a:lnTo>
                  <a:lnTo>
                    <a:pt x="179067" y="170912"/>
                  </a:lnTo>
                  <a:lnTo>
                    <a:pt x="226917" y="161457"/>
                  </a:lnTo>
                  <a:lnTo>
                    <a:pt x="270601" y="152824"/>
                  </a:lnTo>
                  <a:lnTo>
                    <a:pt x="310786" y="144883"/>
                  </a:lnTo>
                  <a:lnTo>
                    <a:pt x="347991" y="137531"/>
                  </a:lnTo>
                  <a:lnTo>
                    <a:pt x="382629" y="130687"/>
                  </a:lnTo>
                  <a:lnTo>
                    <a:pt x="415030" y="124284"/>
                  </a:lnTo>
                  <a:lnTo>
                    <a:pt x="445467" y="118269"/>
                  </a:lnTo>
                  <a:lnTo>
                    <a:pt x="474163" y="112599"/>
                  </a:lnTo>
                  <a:lnTo>
                    <a:pt x="501307" y="107235"/>
                  </a:lnTo>
                  <a:lnTo>
                    <a:pt x="527059" y="102146"/>
                  </a:lnTo>
                  <a:lnTo>
                    <a:pt x="551553" y="97306"/>
                  </a:lnTo>
                  <a:lnTo>
                    <a:pt x="574909" y="92691"/>
                  </a:lnTo>
                  <a:lnTo>
                    <a:pt x="597226" y="88281"/>
                  </a:lnTo>
                  <a:lnTo>
                    <a:pt x="618592" y="84058"/>
                  </a:lnTo>
                  <a:lnTo>
                    <a:pt x="639087" y="80009"/>
                  </a:lnTo>
                  <a:lnTo>
                    <a:pt x="658778" y="76117"/>
                  </a:lnTo>
                  <a:lnTo>
                    <a:pt x="677725" y="72373"/>
                  </a:lnTo>
                  <a:lnTo>
                    <a:pt x="695983" y="68765"/>
                  </a:lnTo>
                  <a:lnTo>
                    <a:pt x="713601" y="65284"/>
                  </a:lnTo>
                  <a:lnTo>
                    <a:pt x="730621" y="61921"/>
                  </a:lnTo>
                  <a:lnTo>
                    <a:pt x="747083" y="58668"/>
                  </a:lnTo>
                  <a:lnTo>
                    <a:pt x="763022" y="55518"/>
                  </a:lnTo>
                  <a:lnTo>
                    <a:pt x="778471" y="52465"/>
                  </a:lnTo>
                  <a:lnTo>
                    <a:pt x="793458" y="49504"/>
                  </a:lnTo>
                  <a:lnTo>
                    <a:pt x="808012" y="46628"/>
                  </a:lnTo>
                  <a:lnTo>
                    <a:pt x="822155" y="43833"/>
                  </a:lnTo>
                  <a:lnTo>
                    <a:pt x="835910" y="41115"/>
                  </a:lnTo>
                  <a:lnTo>
                    <a:pt x="849299" y="38469"/>
                  </a:lnTo>
                  <a:lnTo>
                    <a:pt x="862340" y="35892"/>
                  </a:lnTo>
                  <a:lnTo>
                    <a:pt x="875050" y="33380"/>
                  </a:lnTo>
                  <a:lnTo>
                    <a:pt x="887447" y="30931"/>
                  </a:lnTo>
                  <a:lnTo>
                    <a:pt x="899545" y="28540"/>
                  </a:lnTo>
                  <a:lnTo>
                    <a:pt x="911359" y="26205"/>
                  </a:lnTo>
                  <a:lnTo>
                    <a:pt x="922901" y="23925"/>
                  </a:lnTo>
                  <a:lnTo>
                    <a:pt x="934183" y="21695"/>
                  </a:lnTo>
                  <a:lnTo>
                    <a:pt x="945217" y="19515"/>
                  </a:lnTo>
                  <a:lnTo>
                    <a:pt x="956014" y="17381"/>
                  </a:lnTo>
                  <a:lnTo>
                    <a:pt x="966584" y="15293"/>
                  </a:lnTo>
                  <a:lnTo>
                    <a:pt x="976936" y="13247"/>
                  </a:lnTo>
                  <a:lnTo>
                    <a:pt x="987079" y="11243"/>
                  </a:lnTo>
                  <a:lnTo>
                    <a:pt x="997021" y="9278"/>
                  </a:lnTo>
                  <a:lnTo>
                    <a:pt x="1006769" y="7352"/>
                  </a:lnTo>
                  <a:lnTo>
                    <a:pt x="1016332" y="5462"/>
                  </a:lnTo>
                  <a:lnTo>
                    <a:pt x="1025717" y="3607"/>
                  </a:lnTo>
                  <a:lnTo>
                    <a:pt x="1034929" y="1787"/>
                  </a:lnTo>
                  <a:lnTo>
                    <a:pt x="104397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883453" y="3349432"/>
              <a:ext cx="1043975" cy="268344"/>
            </a:xfrm>
            <a:custGeom>
              <a:avLst/>
              <a:pathLst>
                <a:path w="1043975" h="268344">
                  <a:moveTo>
                    <a:pt x="0" y="0"/>
                  </a:moveTo>
                  <a:lnTo>
                    <a:pt x="67038" y="17231"/>
                  </a:lnTo>
                  <a:lnTo>
                    <a:pt x="126171" y="32431"/>
                  </a:lnTo>
                  <a:lnTo>
                    <a:pt x="179067" y="46027"/>
                  </a:lnTo>
                  <a:lnTo>
                    <a:pt x="226917" y="58327"/>
                  </a:lnTo>
                  <a:lnTo>
                    <a:pt x="270601" y="69555"/>
                  </a:lnTo>
                  <a:lnTo>
                    <a:pt x="310786" y="79884"/>
                  </a:lnTo>
                  <a:lnTo>
                    <a:pt x="347991" y="89448"/>
                  </a:lnTo>
                  <a:lnTo>
                    <a:pt x="382629" y="98351"/>
                  </a:lnTo>
                  <a:lnTo>
                    <a:pt x="415030" y="106680"/>
                  </a:lnTo>
                  <a:lnTo>
                    <a:pt x="445467" y="114503"/>
                  </a:lnTo>
                  <a:lnTo>
                    <a:pt x="474163" y="121879"/>
                  </a:lnTo>
                  <a:lnTo>
                    <a:pt x="501307" y="128856"/>
                  </a:lnTo>
                  <a:lnTo>
                    <a:pt x="527059" y="135476"/>
                  </a:lnTo>
                  <a:lnTo>
                    <a:pt x="551553" y="141772"/>
                  </a:lnTo>
                  <a:lnTo>
                    <a:pt x="574909" y="147775"/>
                  </a:lnTo>
                  <a:lnTo>
                    <a:pt x="597226" y="153511"/>
                  </a:lnTo>
                  <a:lnTo>
                    <a:pt x="618592" y="159004"/>
                  </a:lnTo>
                  <a:lnTo>
                    <a:pt x="639087" y="164271"/>
                  </a:lnTo>
                  <a:lnTo>
                    <a:pt x="658778" y="169333"/>
                  </a:lnTo>
                  <a:lnTo>
                    <a:pt x="677725" y="174203"/>
                  </a:lnTo>
                  <a:lnTo>
                    <a:pt x="695983" y="178896"/>
                  </a:lnTo>
                  <a:lnTo>
                    <a:pt x="713601" y="183425"/>
                  </a:lnTo>
                  <a:lnTo>
                    <a:pt x="730621" y="187799"/>
                  </a:lnTo>
                  <a:lnTo>
                    <a:pt x="747083" y="192031"/>
                  </a:lnTo>
                  <a:lnTo>
                    <a:pt x="763022" y="196128"/>
                  </a:lnTo>
                  <a:lnTo>
                    <a:pt x="778471" y="200099"/>
                  </a:lnTo>
                  <a:lnTo>
                    <a:pt x="793458" y="203951"/>
                  </a:lnTo>
                  <a:lnTo>
                    <a:pt x="808012" y="207692"/>
                  </a:lnTo>
                  <a:lnTo>
                    <a:pt x="822155" y="211327"/>
                  </a:lnTo>
                  <a:lnTo>
                    <a:pt x="835910" y="214863"/>
                  </a:lnTo>
                  <a:lnTo>
                    <a:pt x="849299" y="218305"/>
                  </a:lnTo>
                  <a:lnTo>
                    <a:pt x="862340" y="221657"/>
                  </a:lnTo>
                  <a:lnTo>
                    <a:pt x="875050" y="224924"/>
                  </a:lnTo>
                  <a:lnTo>
                    <a:pt x="887447" y="228110"/>
                  </a:lnTo>
                  <a:lnTo>
                    <a:pt x="899545" y="231220"/>
                  </a:lnTo>
                  <a:lnTo>
                    <a:pt x="911359" y="234257"/>
                  </a:lnTo>
                  <a:lnTo>
                    <a:pt x="922901" y="237223"/>
                  </a:lnTo>
                  <a:lnTo>
                    <a:pt x="934183" y="240123"/>
                  </a:lnTo>
                  <a:lnTo>
                    <a:pt x="945217" y="242960"/>
                  </a:lnTo>
                  <a:lnTo>
                    <a:pt x="956014" y="245735"/>
                  </a:lnTo>
                  <a:lnTo>
                    <a:pt x="966584" y="248452"/>
                  </a:lnTo>
                  <a:lnTo>
                    <a:pt x="976936" y="251113"/>
                  </a:lnTo>
                  <a:lnTo>
                    <a:pt x="987079" y="253720"/>
                  </a:lnTo>
                  <a:lnTo>
                    <a:pt x="997021" y="256275"/>
                  </a:lnTo>
                  <a:lnTo>
                    <a:pt x="1006769" y="258781"/>
                  </a:lnTo>
                  <a:lnTo>
                    <a:pt x="1016332" y="261239"/>
                  </a:lnTo>
                  <a:lnTo>
                    <a:pt x="1025717" y="263651"/>
                  </a:lnTo>
                  <a:lnTo>
                    <a:pt x="1034929" y="266019"/>
                  </a:lnTo>
                  <a:lnTo>
                    <a:pt x="1043975" y="26834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883453" y="3414887"/>
              <a:ext cx="1043975" cy="247441"/>
            </a:xfrm>
            <a:custGeom>
              <a:avLst/>
              <a:pathLst>
                <a:path w="1043975" h="247441">
                  <a:moveTo>
                    <a:pt x="0" y="247441"/>
                  </a:moveTo>
                  <a:lnTo>
                    <a:pt x="67038" y="231551"/>
                  </a:lnTo>
                  <a:lnTo>
                    <a:pt x="126171" y="217536"/>
                  </a:lnTo>
                  <a:lnTo>
                    <a:pt x="179067" y="204999"/>
                  </a:lnTo>
                  <a:lnTo>
                    <a:pt x="226917" y="193657"/>
                  </a:lnTo>
                  <a:lnTo>
                    <a:pt x="270601" y="183303"/>
                  </a:lnTo>
                  <a:lnTo>
                    <a:pt x="310786" y="173779"/>
                  </a:lnTo>
                  <a:lnTo>
                    <a:pt x="347991" y="164960"/>
                  </a:lnTo>
                  <a:lnTo>
                    <a:pt x="382629" y="156751"/>
                  </a:lnTo>
                  <a:lnTo>
                    <a:pt x="415030" y="149071"/>
                  </a:lnTo>
                  <a:lnTo>
                    <a:pt x="445467" y="141857"/>
                  </a:lnTo>
                  <a:lnTo>
                    <a:pt x="474163" y="135055"/>
                  </a:lnTo>
                  <a:lnTo>
                    <a:pt x="501307" y="128622"/>
                  </a:lnTo>
                  <a:lnTo>
                    <a:pt x="527059" y="122518"/>
                  </a:lnTo>
                  <a:lnTo>
                    <a:pt x="551553" y="116712"/>
                  </a:lnTo>
                  <a:lnTo>
                    <a:pt x="574909" y="111177"/>
                  </a:lnTo>
                  <a:lnTo>
                    <a:pt x="597226" y="105887"/>
                  </a:lnTo>
                  <a:lnTo>
                    <a:pt x="618592" y="100823"/>
                  </a:lnTo>
                  <a:lnTo>
                    <a:pt x="639087" y="95965"/>
                  </a:lnTo>
                  <a:lnTo>
                    <a:pt x="658778" y="91298"/>
                  </a:lnTo>
                  <a:lnTo>
                    <a:pt x="677725" y="86807"/>
                  </a:lnTo>
                  <a:lnTo>
                    <a:pt x="695983" y="82480"/>
                  </a:lnTo>
                  <a:lnTo>
                    <a:pt x="713601" y="78304"/>
                  </a:lnTo>
                  <a:lnTo>
                    <a:pt x="730621" y="74270"/>
                  </a:lnTo>
                  <a:lnTo>
                    <a:pt x="747083" y="70368"/>
                  </a:lnTo>
                  <a:lnTo>
                    <a:pt x="763022" y="66590"/>
                  </a:lnTo>
                  <a:lnTo>
                    <a:pt x="778471" y="62929"/>
                  </a:lnTo>
                  <a:lnTo>
                    <a:pt x="793458" y="59377"/>
                  </a:lnTo>
                  <a:lnTo>
                    <a:pt x="808012" y="55927"/>
                  </a:lnTo>
                  <a:lnTo>
                    <a:pt x="822155" y="52575"/>
                  </a:lnTo>
                  <a:lnTo>
                    <a:pt x="835910" y="49315"/>
                  </a:lnTo>
                  <a:lnTo>
                    <a:pt x="849299" y="46141"/>
                  </a:lnTo>
                  <a:lnTo>
                    <a:pt x="862340" y="43050"/>
                  </a:lnTo>
                  <a:lnTo>
                    <a:pt x="875050" y="40038"/>
                  </a:lnTo>
                  <a:lnTo>
                    <a:pt x="887447" y="37099"/>
                  </a:lnTo>
                  <a:lnTo>
                    <a:pt x="899545" y="34232"/>
                  </a:lnTo>
                  <a:lnTo>
                    <a:pt x="911359" y="31432"/>
                  </a:lnTo>
                  <a:lnTo>
                    <a:pt x="922901" y="28696"/>
                  </a:lnTo>
                  <a:lnTo>
                    <a:pt x="934183" y="26022"/>
                  </a:lnTo>
                  <a:lnTo>
                    <a:pt x="945217" y="23407"/>
                  </a:lnTo>
                  <a:lnTo>
                    <a:pt x="956014" y="20848"/>
                  </a:lnTo>
                  <a:lnTo>
                    <a:pt x="966584" y="18343"/>
                  </a:lnTo>
                  <a:lnTo>
                    <a:pt x="976936" y="15889"/>
                  </a:lnTo>
                  <a:lnTo>
                    <a:pt x="987079" y="13485"/>
                  </a:lnTo>
                  <a:lnTo>
                    <a:pt x="997021" y="11129"/>
                  </a:lnTo>
                  <a:lnTo>
                    <a:pt x="1006769" y="8818"/>
                  </a:lnTo>
                  <a:lnTo>
                    <a:pt x="1016332" y="6551"/>
                  </a:lnTo>
                  <a:lnTo>
                    <a:pt x="1025717" y="4327"/>
                  </a:lnTo>
                  <a:lnTo>
                    <a:pt x="1034929" y="2144"/>
                  </a:lnTo>
                  <a:lnTo>
                    <a:pt x="104397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83453" y="3611939"/>
              <a:ext cx="1043975" cy="95697"/>
            </a:xfrm>
            <a:custGeom>
              <a:avLst/>
              <a:pathLst>
                <a:path w="1043975" h="95697">
                  <a:moveTo>
                    <a:pt x="0" y="0"/>
                  </a:moveTo>
                  <a:lnTo>
                    <a:pt x="67038" y="6145"/>
                  </a:lnTo>
                  <a:lnTo>
                    <a:pt x="126171" y="11565"/>
                  </a:lnTo>
                  <a:lnTo>
                    <a:pt x="179067" y="16414"/>
                  </a:lnTo>
                  <a:lnTo>
                    <a:pt x="226917" y="20800"/>
                  </a:lnTo>
                  <a:lnTo>
                    <a:pt x="270601" y="24805"/>
                  </a:lnTo>
                  <a:lnTo>
                    <a:pt x="310786" y="28488"/>
                  </a:lnTo>
                  <a:lnTo>
                    <a:pt x="347991" y="31899"/>
                  </a:lnTo>
                  <a:lnTo>
                    <a:pt x="382629" y="35074"/>
                  </a:lnTo>
                  <a:lnTo>
                    <a:pt x="415030" y="38044"/>
                  </a:lnTo>
                  <a:lnTo>
                    <a:pt x="445467" y="40834"/>
                  </a:lnTo>
                  <a:lnTo>
                    <a:pt x="474163" y="43464"/>
                  </a:lnTo>
                  <a:lnTo>
                    <a:pt x="501307" y="45953"/>
                  </a:lnTo>
                  <a:lnTo>
                    <a:pt x="527059" y="48313"/>
                  </a:lnTo>
                  <a:lnTo>
                    <a:pt x="551553" y="50558"/>
                  </a:lnTo>
                  <a:lnTo>
                    <a:pt x="574909" y="52699"/>
                  </a:lnTo>
                  <a:lnTo>
                    <a:pt x="597226" y="54745"/>
                  </a:lnTo>
                  <a:lnTo>
                    <a:pt x="618592" y="56704"/>
                  </a:lnTo>
                  <a:lnTo>
                    <a:pt x="639087" y="58582"/>
                  </a:lnTo>
                  <a:lnTo>
                    <a:pt x="658778" y="60387"/>
                  </a:lnTo>
                  <a:lnTo>
                    <a:pt x="677725" y="62124"/>
                  </a:lnTo>
                  <a:lnTo>
                    <a:pt x="695983" y="63798"/>
                  </a:lnTo>
                  <a:lnTo>
                    <a:pt x="713601" y="65413"/>
                  </a:lnTo>
                  <a:lnTo>
                    <a:pt x="730621" y="66973"/>
                  </a:lnTo>
                  <a:lnTo>
                    <a:pt x="747083" y="68482"/>
                  </a:lnTo>
                  <a:lnTo>
                    <a:pt x="763022" y="69943"/>
                  </a:lnTo>
                  <a:lnTo>
                    <a:pt x="778471" y="71359"/>
                  </a:lnTo>
                  <a:lnTo>
                    <a:pt x="793458" y="72733"/>
                  </a:lnTo>
                  <a:lnTo>
                    <a:pt x="808012" y="74067"/>
                  </a:lnTo>
                  <a:lnTo>
                    <a:pt x="822155" y="75364"/>
                  </a:lnTo>
                  <a:lnTo>
                    <a:pt x="835910" y="76624"/>
                  </a:lnTo>
                  <a:lnTo>
                    <a:pt x="849299" y="77852"/>
                  </a:lnTo>
                  <a:lnTo>
                    <a:pt x="862340" y="79047"/>
                  </a:lnTo>
                  <a:lnTo>
                    <a:pt x="875050" y="80212"/>
                  </a:lnTo>
                  <a:lnTo>
                    <a:pt x="887447" y="81349"/>
                  </a:lnTo>
                  <a:lnTo>
                    <a:pt x="899545" y="82458"/>
                  </a:lnTo>
                  <a:lnTo>
                    <a:pt x="911359" y="83541"/>
                  </a:lnTo>
                  <a:lnTo>
                    <a:pt x="922901" y="84599"/>
                  </a:lnTo>
                  <a:lnTo>
                    <a:pt x="934183" y="85633"/>
                  </a:lnTo>
                  <a:lnTo>
                    <a:pt x="945217" y="86644"/>
                  </a:lnTo>
                  <a:lnTo>
                    <a:pt x="956014" y="87634"/>
                  </a:lnTo>
                  <a:lnTo>
                    <a:pt x="966584" y="88603"/>
                  </a:lnTo>
                  <a:lnTo>
                    <a:pt x="976936" y="89552"/>
                  </a:lnTo>
                  <a:lnTo>
                    <a:pt x="987079" y="90482"/>
                  </a:lnTo>
                  <a:lnTo>
                    <a:pt x="997021" y="91393"/>
                  </a:lnTo>
                  <a:lnTo>
                    <a:pt x="1006769" y="92286"/>
                  </a:lnTo>
                  <a:lnTo>
                    <a:pt x="1016332" y="93163"/>
                  </a:lnTo>
                  <a:lnTo>
                    <a:pt x="1025717" y="94023"/>
                  </a:lnTo>
                  <a:lnTo>
                    <a:pt x="1034929" y="94868"/>
                  </a:lnTo>
                  <a:lnTo>
                    <a:pt x="1043975" y="9569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2883453" y="3389531"/>
              <a:ext cx="1043975" cy="180712"/>
            </a:xfrm>
            <a:custGeom>
              <a:avLst/>
              <a:pathLst>
                <a:path w="1043975" h="180712">
                  <a:moveTo>
                    <a:pt x="0" y="180712"/>
                  </a:moveTo>
                  <a:lnTo>
                    <a:pt x="67038" y="169108"/>
                  </a:lnTo>
                  <a:lnTo>
                    <a:pt x="126171" y="158872"/>
                  </a:lnTo>
                  <a:lnTo>
                    <a:pt x="179067" y="149715"/>
                  </a:lnTo>
                  <a:lnTo>
                    <a:pt x="226917" y="141433"/>
                  </a:lnTo>
                  <a:lnTo>
                    <a:pt x="270601" y="133871"/>
                  </a:lnTo>
                  <a:lnTo>
                    <a:pt x="310786" y="126915"/>
                  </a:lnTo>
                  <a:lnTo>
                    <a:pt x="347991" y="120475"/>
                  </a:lnTo>
                  <a:lnTo>
                    <a:pt x="382629" y="114479"/>
                  </a:lnTo>
                  <a:lnTo>
                    <a:pt x="415030" y="108870"/>
                  </a:lnTo>
                  <a:lnTo>
                    <a:pt x="445467" y="103602"/>
                  </a:lnTo>
                  <a:lnTo>
                    <a:pt x="474163" y="98634"/>
                  </a:lnTo>
                  <a:lnTo>
                    <a:pt x="501307" y="93936"/>
                  </a:lnTo>
                  <a:lnTo>
                    <a:pt x="527059" y="89478"/>
                  </a:lnTo>
                  <a:lnTo>
                    <a:pt x="551553" y="85238"/>
                  </a:lnTo>
                  <a:lnTo>
                    <a:pt x="574909" y="81195"/>
                  </a:lnTo>
                  <a:lnTo>
                    <a:pt x="597226" y="77332"/>
                  </a:lnTo>
                  <a:lnTo>
                    <a:pt x="618592" y="73633"/>
                  </a:lnTo>
                  <a:lnTo>
                    <a:pt x="639087" y="70086"/>
                  </a:lnTo>
                  <a:lnTo>
                    <a:pt x="658778" y="66677"/>
                  </a:lnTo>
                  <a:lnTo>
                    <a:pt x="677725" y="63398"/>
                  </a:lnTo>
                  <a:lnTo>
                    <a:pt x="695983" y="60237"/>
                  </a:lnTo>
                  <a:lnTo>
                    <a:pt x="713601" y="57187"/>
                  </a:lnTo>
                  <a:lnTo>
                    <a:pt x="730621" y="54241"/>
                  </a:lnTo>
                  <a:lnTo>
                    <a:pt x="747083" y="51392"/>
                  </a:lnTo>
                  <a:lnTo>
                    <a:pt x="763022" y="48633"/>
                  </a:lnTo>
                  <a:lnTo>
                    <a:pt x="778471" y="45958"/>
                  </a:lnTo>
                  <a:lnTo>
                    <a:pt x="793458" y="43364"/>
                  </a:lnTo>
                  <a:lnTo>
                    <a:pt x="808012" y="40845"/>
                  </a:lnTo>
                  <a:lnTo>
                    <a:pt x="822155" y="38397"/>
                  </a:lnTo>
                  <a:lnTo>
                    <a:pt x="835910" y="36016"/>
                  </a:lnTo>
                  <a:lnTo>
                    <a:pt x="849299" y="33698"/>
                  </a:lnTo>
                  <a:lnTo>
                    <a:pt x="862340" y="31441"/>
                  </a:lnTo>
                  <a:lnTo>
                    <a:pt x="875050" y="29240"/>
                  </a:lnTo>
                  <a:lnTo>
                    <a:pt x="887447" y="27095"/>
                  </a:lnTo>
                  <a:lnTo>
                    <a:pt x="899545" y="25000"/>
                  </a:lnTo>
                  <a:lnTo>
                    <a:pt x="911359" y="22955"/>
                  </a:lnTo>
                  <a:lnTo>
                    <a:pt x="922901" y="20958"/>
                  </a:lnTo>
                  <a:lnTo>
                    <a:pt x="934183" y="19005"/>
                  </a:lnTo>
                  <a:lnTo>
                    <a:pt x="945217" y="17094"/>
                  </a:lnTo>
                  <a:lnTo>
                    <a:pt x="956014" y="15226"/>
                  </a:lnTo>
                  <a:lnTo>
                    <a:pt x="966584" y="13396"/>
                  </a:lnTo>
                  <a:lnTo>
                    <a:pt x="976936" y="11604"/>
                  </a:lnTo>
                  <a:lnTo>
                    <a:pt x="987079" y="9848"/>
                  </a:lnTo>
                  <a:lnTo>
                    <a:pt x="997021" y="8127"/>
                  </a:lnTo>
                  <a:lnTo>
                    <a:pt x="1006769" y="6440"/>
                  </a:lnTo>
                  <a:lnTo>
                    <a:pt x="1016332" y="4784"/>
                  </a:lnTo>
                  <a:lnTo>
                    <a:pt x="1025717" y="3160"/>
                  </a:lnTo>
                  <a:lnTo>
                    <a:pt x="1034929" y="1565"/>
                  </a:lnTo>
                  <a:lnTo>
                    <a:pt x="104397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2883453" y="3275089"/>
              <a:ext cx="1043975" cy="85652"/>
            </a:xfrm>
            <a:custGeom>
              <a:avLst/>
              <a:pathLst>
                <a:path w="1043975" h="85652">
                  <a:moveTo>
                    <a:pt x="0" y="0"/>
                  </a:moveTo>
                  <a:lnTo>
                    <a:pt x="67038" y="5500"/>
                  </a:lnTo>
                  <a:lnTo>
                    <a:pt x="126171" y="10351"/>
                  </a:lnTo>
                  <a:lnTo>
                    <a:pt x="179067" y="14691"/>
                  </a:lnTo>
                  <a:lnTo>
                    <a:pt x="226917" y="18617"/>
                  </a:lnTo>
                  <a:lnTo>
                    <a:pt x="270601" y="22201"/>
                  </a:lnTo>
                  <a:lnTo>
                    <a:pt x="310786" y="25498"/>
                  </a:lnTo>
                  <a:lnTo>
                    <a:pt x="347991" y="28550"/>
                  </a:lnTo>
                  <a:lnTo>
                    <a:pt x="382629" y="31392"/>
                  </a:lnTo>
                  <a:lnTo>
                    <a:pt x="415030" y="34050"/>
                  </a:lnTo>
                  <a:lnTo>
                    <a:pt x="445467" y="36547"/>
                  </a:lnTo>
                  <a:lnTo>
                    <a:pt x="474163" y="38902"/>
                  </a:lnTo>
                  <a:lnTo>
                    <a:pt x="501307" y="41129"/>
                  </a:lnTo>
                  <a:lnTo>
                    <a:pt x="527059" y="43242"/>
                  </a:lnTo>
                  <a:lnTo>
                    <a:pt x="551553" y="45251"/>
                  </a:lnTo>
                  <a:lnTo>
                    <a:pt x="574909" y="47167"/>
                  </a:lnTo>
                  <a:lnTo>
                    <a:pt x="597226" y="48998"/>
                  </a:lnTo>
                  <a:lnTo>
                    <a:pt x="618592" y="50751"/>
                  </a:lnTo>
                  <a:lnTo>
                    <a:pt x="639087" y="52433"/>
                  </a:lnTo>
                  <a:lnTo>
                    <a:pt x="658778" y="54048"/>
                  </a:lnTo>
                  <a:lnTo>
                    <a:pt x="677725" y="55603"/>
                  </a:lnTo>
                  <a:lnTo>
                    <a:pt x="695983" y="57101"/>
                  </a:lnTo>
                  <a:lnTo>
                    <a:pt x="713601" y="58546"/>
                  </a:lnTo>
                  <a:lnTo>
                    <a:pt x="730621" y="59943"/>
                  </a:lnTo>
                  <a:lnTo>
                    <a:pt x="747083" y="61293"/>
                  </a:lnTo>
                  <a:lnTo>
                    <a:pt x="763022" y="62601"/>
                  </a:lnTo>
                  <a:lnTo>
                    <a:pt x="778471" y="63869"/>
                  </a:lnTo>
                  <a:lnTo>
                    <a:pt x="793458" y="65098"/>
                  </a:lnTo>
                  <a:lnTo>
                    <a:pt x="808012" y="66292"/>
                  </a:lnTo>
                  <a:lnTo>
                    <a:pt x="822155" y="67453"/>
                  </a:lnTo>
                  <a:lnTo>
                    <a:pt x="835910" y="68581"/>
                  </a:lnTo>
                  <a:lnTo>
                    <a:pt x="849299" y="69680"/>
                  </a:lnTo>
                  <a:lnTo>
                    <a:pt x="862340" y="70749"/>
                  </a:lnTo>
                  <a:lnTo>
                    <a:pt x="875050" y="71792"/>
                  </a:lnTo>
                  <a:lnTo>
                    <a:pt x="887447" y="72809"/>
                  </a:lnTo>
                  <a:lnTo>
                    <a:pt x="899545" y="73802"/>
                  </a:lnTo>
                  <a:lnTo>
                    <a:pt x="911359" y="74771"/>
                  </a:lnTo>
                  <a:lnTo>
                    <a:pt x="922901" y="75718"/>
                  </a:lnTo>
                  <a:lnTo>
                    <a:pt x="934183" y="76644"/>
                  </a:lnTo>
                  <a:lnTo>
                    <a:pt x="945217" y="77549"/>
                  </a:lnTo>
                  <a:lnTo>
                    <a:pt x="956014" y="78435"/>
                  </a:lnTo>
                  <a:lnTo>
                    <a:pt x="966584" y="79302"/>
                  </a:lnTo>
                  <a:lnTo>
                    <a:pt x="976936" y="80151"/>
                  </a:lnTo>
                  <a:lnTo>
                    <a:pt x="987079" y="80984"/>
                  </a:lnTo>
                  <a:lnTo>
                    <a:pt x="997021" y="81799"/>
                  </a:lnTo>
                  <a:lnTo>
                    <a:pt x="1006769" y="82599"/>
                  </a:lnTo>
                  <a:lnTo>
                    <a:pt x="1016332" y="83384"/>
                  </a:lnTo>
                  <a:lnTo>
                    <a:pt x="1025717" y="84154"/>
                  </a:lnTo>
                  <a:lnTo>
                    <a:pt x="1034929" y="84909"/>
                  </a:lnTo>
                  <a:lnTo>
                    <a:pt x="1043975" y="8565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4" name="rc593"/>
            <p:cNvSpPr/>
            <p:nvPr/>
          </p:nvSpPr>
          <p:spPr>
            <a:xfrm>
              <a:off x="2806669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2806669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 rot="-5400000">
              <a:off x="2616642" y="374839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597" name="tx596"/>
            <p:cNvSpPr/>
            <p:nvPr/>
          </p:nvSpPr>
          <p:spPr>
            <a:xfrm rot="-5400000">
              <a:off x="2616642" y="341701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98" name="tx597"/>
            <p:cNvSpPr/>
            <p:nvPr/>
          </p:nvSpPr>
          <p:spPr>
            <a:xfrm rot="-5400000">
              <a:off x="2616642" y="308563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99" name="tx598"/>
            <p:cNvSpPr/>
            <p:nvPr/>
          </p:nvSpPr>
          <p:spPr>
            <a:xfrm rot="-5400000">
              <a:off x="2616642" y="275425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00" name="pl599"/>
            <p:cNvSpPr/>
            <p:nvPr/>
          </p:nvSpPr>
          <p:spPr>
            <a:xfrm>
              <a:off x="2775038" y="378940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2775038" y="34580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2775038" y="31266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2775038" y="279526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3"/>
            <p:cNvSpPr/>
            <p:nvPr/>
          </p:nvSpPr>
          <p:spPr>
            <a:xfrm>
              <a:off x="2806669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4"/>
            <p:cNvSpPr/>
            <p:nvPr/>
          </p:nvSpPr>
          <p:spPr>
            <a:xfrm>
              <a:off x="288345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323144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357943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392742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tx608"/>
            <p:cNvSpPr/>
            <p:nvPr/>
          </p:nvSpPr>
          <p:spPr>
            <a:xfrm>
              <a:off x="2806669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4270675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316157" y="35090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315015" y="291612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315744" y="327562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338281" y="353140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296670" y="339303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340253" y="339814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325505" y="307828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319465" y="352426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316216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311500" y="34998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60425" y="36533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87677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45874" y="335222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91454" y="36080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664877" y="351283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656863" y="345133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678192" y="353705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656885" y="36817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664261" y="32749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656050" y="341501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658767" y="31355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683965" y="350043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648295" y="31953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667502" y="33549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657237" y="35376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671298" y="32718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670709" y="307173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691170" y="280787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036152" y="357146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024585" y="34736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015383" y="324396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032161" y="344796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010119" y="33743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033501" y="365165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030730" y="36024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020962" y="339733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029829" y="337288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031796" y="304881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014651" y="349171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011415" y="305553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016094" y="35383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028048" y="367715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030576" y="332467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004744" y="320989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4996939" y="359438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4989925" y="332338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4999281" y="303888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003600" y="331263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50587" y="325958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52009" y="333681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86214" y="347245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55144" y="35326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78056" y="351876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380540" y="348790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45339" y="320651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346599" y="329694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71518" y="32188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63867" y="296035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5357536" y="353622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5385593" y="309501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5364614" y="288527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5368411" y="36336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5380168" y="32437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5356823" y="354933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5359538" y="280047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5347100" y="32698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5338841" y="315757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5343619" y="338609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5362191" y="327906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5354633" y="35056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5384263" y="321474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5369111" y="354497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347501" y="3389500"/>
              <a:ext cx="1043258" cy="175575"/>
            </a:xfrm>
            <a:custGeom>
              <a:avLst/>
              <a:pathLst>
                <a:path w="1043258" h="175575">
                  <a:moveTo>
                    <a:pt x="0" y="175575"/>
                  </a:moveTo>
                  <a:lnTo>
                    <a:pt x="66992" y="164300"/>
                  </a:lnTo>
                  <a:lnTo>
                    <a:pt x="126084" y="154355"/>
                  </a:lnTo>
                  <a:lnTo>
                    <a:pt x="178944" y="145459"/>
                  </a:lnTo>
                  <a:lnTo>
                    <a:pt x="226761" y="137412"/>
                  </a:lnTo>
                  <a:lnTo>
                    <a:pt x="270415" y="130065"/>
                  </a:lnTo>
                  <a:lnTo>
                    <a:pt x="310572" y="123307"/>
                  </a:lnTo>
                  <a:lnTo>
                    <a:pt x="347752" y="117050"/>
                  </a:lnTo>
                  <a:lnTo>
                    <a:pt x="382366" y="111224"/>
                  </a:lnTo>
                  <a:lnTo>
                    <a:pt x="414745" y="105775"/>
                  </a:lnTo>
                  <a:lnTo>
                    <a:pt x="445160" y="100656"/>
                  </a:lnTo>
                  <a:lnTo>
                    <a:pt x="473837" y="95830"/>
                  </a:lnTo>
                  <a:lnTo>
                    <a:pt x="500962" y="91265"/>
                  </a:lnTo>
                  <a:lnTo>
                    <a:pt x="526696" y="86934"/>
                  </a:lnTo>
                  <a:lnTo>
                    <a:pt x="551174" y="82815"/>
                  </a:lnTo>
                  <a:lnTo>
                    <a:pt x="574514" y="78887"/>
                  </a:lnTo>
                  <a:lnTo>
                    <a:pt x="596815" y="75134"/>
                  </a:lnTo>
                  <a:lnTo>
                    <a:pt x="618167" y="71540"/>
                  </a:lnTo>
                  <a:lnTo>
                    <a:pt x="638648" y="68093"/>
                  </a:lnTo>
                  <a:lnTo>
                    <a:pt x="658325" y="64782"/>
                  </a:lnTo>
                  <a:lnTo>
                    <a:pt x="677259" y="61595"/>
                  </a:lnTo>
                  <a:lnTo>
                    <a:pt x="695505" y="58525"/>
                  </a:lnTo>
                  <a:lnTo>
                    <a:pt x="713110" y="55562"/>
                  </a:lnTo>
                  <a:lnTo>
                    <a:pt x="730119" y="52699"/>
                  </a:lnTo>
                  <a:lnTo>
                    <a:pt x="746569" y="49931"/>
                  </a:lnTo>
                  <a:lnTo>
                    <a:pt x="762498" y="47250"/>
                  </a:lnTo>
                  <a:lnTo>
                    <a:pt x="777936" y="44652"/>
                  </a:lnTo>
                  <a:lnTo>
                    <a:pt x="792913" y="42131"/>
                  </a:lnTo>
                  <a:lnTo>
                    <a:pt x="807456" y="39684"/>
                  </a:lnTo>
                  <a:lnTo>
                    <a:pt x="821590" y="37305"/>
                  </a:lnTo>
                  <a:lnTo>
                    <a:pt x="835336" y="34992"/>
                  </a:lnTo>
                  <a:lnTo>
                    <a:pt x="848715" y="32740"/>
                  </a:lnTo>
                  <a:lnTo>
                    <a:pt x="861747" y="30547"/>
                  </a:lnTo>
                  <a:lnTo>
                    <a:pt x="874449" y="28409"/>
                  </a:lnTo>
                  <a:lnTo>
                    <a:pt x="886837" y="26324"/>
                  </a:lnTo>
                  <a:lnTo>
                    <a:pt x="898927" y="24290"/>
                  </a:lnTo>
                  <a:lnTo>
                    <a:pt x="910732" y="22303"/>
                  </a:lnTo>
                  <a:lnTo>
                    <a:pt x="922266" y="20362"/>
                  </a:lnTo>
                  <a:lnTo>
                    <a:pt x="933541" y="18464"/>
                  </a:lnTo>
                  <a:lnTo>
                    <a:pt x="944568" y="16609"/>
                  </a:lnTo>
                  <a:lnTo>
                    <a:pt x="955357" y="14793"/>
                  </a:lnTo>
                  <a:lnTo>
                    <a:pt x="965920" y="13015"/>
                  </a:lnTo>
                  <a:lnTo>
                    <a:pt x="976265" y="11274"/>
                  </a:lnTo>
                  <a:lnTo>
                    <a:pt x="986400" y="9568"/>
                  </a:lnTo>
                  <a:lnTo>
                    <a:pt x="996335" y="7896"/>
                  </a:lnTo>
                  <a:lnTo>
                    <a:pt x="1006078" y="6257"/>
                  </a:lnTo>
                  <a:lnTo>
                    <a:pt x="1015634" y="4648"/>
                  </a:lnTo>
                  <a:lnTo>
                    <a:pt x="1025012" y="3070"/>
                  </a:lnTo>
                  <a:lnTo>
                    <a:pt x="1034218" y="1521"/>
                  </a:lnTo>
                  <a:lnTo>
                    <a:pt x="104325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347501" y="3199565"/>
              <a:ext cx="1043258" cy="411583"/>
            </a:xfrm>
            <a:custGeom>
              <a:avLst/>
              <a:pathLst>
                <a:path w="1043258" h="411583">
                  <a:moveTo>
                    <a:pt x="0" y="411583"/>
                  </a:moveTo>
                  <a:lnTo>
                    <a:pt x="66992" y="385153"/>
                  </a:lnTo>
                  <a:lnTo>
                    <a:pt x="126084" y="361841"/>
                  </a:lnTo>
                  <a:lnTo>
                    <a:pt x="178944" y="340987"/>
                  </a:lnTo>
                  <a:lnTo>
                    <a:pt x="226761" y="322122"/>
                  </a:lnTo>
                  <a:lnTo>
                    <a:pt x="270415" y="304900"/>
                  </a:lnTo>
                  <a:lnTo>
                    <a:pt x="310572" y="289057"/>
                  </a:lnTo>
                  <a:lnTo>
                    <a:pt x="347752" y="274389"/>
                  </a:lnTo>
                  <a:lnTo>
                    <a:pt x="382366" y="260733"/>
                  </a:lnTo>
                  <a:lnTo>
                    <a:pt x="414745" y="247959"/>
                  </a:lnTo>
                  <a:lnTo>
                    <a:pt x="445160" y="235959"/>
                  </a:lnTo>
                  <a:lnTo>
                    <a:pt x="473837" y="224646"/>
                  </a:lnTo>
                  <a:lnTo>
                    <a:pt x="500962" y="213944"/>
                  </a:lnTo>
                  <a:lnTo>
                    <a:pt x="526696" y="203792"/>
                  </a:lnTo>
                  <a:lnTo>
                    <a:pt x="551174" y="194135"/>
                  </a:lnTo>
                  <a:lnTo>
                    <a:pt x="574514" y="184927"/>
                  </a:lnTo>
                  <a:lnTo>
                    <a:pt x="596815" y="176129"/>
                  </a:lnTo>
                  <a:lnTo>
                    <a:pt x="618167" y="167705"/>
                  </a:lnTo>
                  <a:lnTo>
                    <a:pt x="638648" y="159625"/>
                  </a:lnTo>
                  <a:lnTo>
                    <a:pt x="658325" y="151862"/>
                  </a:lnTo>
                  <a:lnTo>
                    <a:pt x="677259" y="144392"/>
                  </a:lnTo>
                  <a:lnTo>
                    <a:pt x="695505" y="137194"/>
                  </a:lnTo>
                  <a:lnTo>
                    <a:pt x="713110" y="130248"/>
                  </a:lnTo>
                  <a:lnTo>
                    <a:pt x="730119" y="123538"/>
                  </a:lnTo>
                  <a:lnTo>
                    <a:pt x="746569" y="117048"/>
                  </a:lnTo>
                  <a:lnTo>
                    <a:pt x="762498" y="110764"/>
                  </a:lnTo>
                  <a:lnTo>
                    <a:pt x="777936" y="104674"/>
                  </a:lnTo>
                  <a:lnTo>
                    <a:pt x="792913" y="98765"/>
                  </a:lnTo>
                  <a:lnTo>
                    <a:pt x="807456" y="93027"/>
                  </a:lnTo>
                  <a:lnTo>
                    <a:pt x="821590" y="87451"/>
                  </a:lnTo>
                  <a:lnTo>
                    <a:pt x="835336" y="82028"/>
                  </a:lnTo>
                  <a:lnTo>
                    <a:pt x="848715" y="76750"/>
                  </a:lnTo>
                  <a:lnTo>
                    <a:pt x="861747" y="71609"/>
                  </a:lnTo>
                  <a:lnTo>
                    <a:pt x="874449" y="66597"/>
                  </a:lnTo>
                  <a:lnTo>
                    <a:pt x="886837" y="61710"/>
                  </a:lnTo>
                  <a:lnTo>
                    <a:pt x="898927" y="56940"/>
                  </a:lnTo>
                  <a:lnTo>
                    <a:pt x="910732" y="52283"/>
                  </a:lnTo>
                  <a:lnTo>
                    <a:pt x="922266" y="47733"/>
                  </a:lnTo>
                  <a:lnTo>
                    <a:pt x="933541" y="43285"/>
                  </a:lnTo>
                  <a:lnTo>
                    <a:pt x="944568" y="38934"/>
                  </a:lnTo>
                  <a:lnTo>
                    <a:pt x="955357" y="34678"/>
                  </a:lnTo>
                  <a:lnTo>
                    <a:pt x="965920" y="30511"/>
                  </a:lnTo>
                  <a:lnTo>
                    <a:pt x="976265" y="26429"/>
                  </a:lnTo>
                  <a:lnTo>
                    <a:pt x="986400" y="22431"/>
                  </a:lnTo>
                  <a:lnTo>
                    <a:pt x="996335" y="18511"/>
                  </a:lnTo>
                  <a:lnTo>
                    <a:pt x="1006078" y="14668"/>
                  </a:lnTo>
                  <a:lnTo>
                    <a:pt x="1015634" y="10897"/>
                  </a:lnTo>
                  <a:lnTo>
                    <a:pt x="1025012" y="7198"/>
                  </a:lnTo>
                  <a:lnTo>
                    <a:pt x="1034218" y="3566"/>
                  </a:lnTo>
                  <a:lnTo>
                    <a:pt x="104325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347501" y="3294291"/>
              <a:ext cx="1043258" cy="11553"/>
            </a:xfrm>
            <a:custGeom>
              <a:avLst/>
              <a:pathLst>
                <a:path w="1043258" h="11553">
                  <a:moveTo>
                    <a:pt x="0" y="0"/>
                  </a:moveTo>
                  <a:lnTo>
                    <a:pt x="66992" y="741"/>
                  </a:lnTo>
                  <a:lnTo>
                    <a:pt x="126084" y="1396"/>
                  </a:lnTo>
                  <a:lnTo>
                    <a:pt x="178944" y="1981"/>
                  </a:lnTo>
                  <a:lnTo>
                    <a:pt x="226761" y="2511"/>
                  </a:lnTo>
                  <a:lnTo>
                    <a:pt x="270415" y="2994"/>
                  </a:lnTo>
                  <a:lnTo>
                    <a:pt x="310572" y="3439"/>
                  </a:lnTo>
                  <a:lnTo>
                    <a:pt x="347752" y="3851"/>
                  </a:lnTo>
                  <a:lnTo>
                    <a:pt x="382366" y="4234"/>
                  </a:lnTo>
                  <a:lnTo>
                    <a:pt x="414745" y="4592"/>
                  </a:lnTo>
                  <a:lnTo>
                    <a:pt x="445160" y="4929"/>
                  </a:lnTo>
                  <a:lnTo>
                    <a:pt x="473837" y="5247"/>
                  </a:lnTo>
                  <a:lnTo>
                    <a:pt x="500962" y="5547"/>
                  </a:lnTo>
                  <a:lnTo>
                    <a:pt x="526696" y="5832"/>
                  </a:lnTo>
                  <a:lnTo>
                    <a:pt x="551174" y="6103"/>
                  </a:lnTo>
                  <a:lnTo>
                    <a:pt x="574514" y="6362"/>
                  </a:lnTo>
                  <a:lnTo>
                    <a:pt x="596815" y="6609"/>
                  </a:lnTo>
                  <a:lnTo>
                    <a:pt x="618167" y="6845"/>
                  </a:lnTo>
                  <a:lnTo>
                    <a:pt x="638648" y="7072"/>
                  </a:lnTo>
                  <a:lnTo>
                    <a:pt x="658325" y="7290"/>
                  </a:lnTo>
                  <a:lnTo>
                    <a:pt x="677259" y="7500"/>
                  </a:lnTo>
                  <a:lnTo>
                    <a:pt x="695505" y="7702"/>
                  </a:lnTo>
                  <a:lnTo>
                    <a:pt x="713110" y="7897"/>
                  </a:lnTo>
                  <a:lnTo>
                    <a:pt x="730119" y="8085"/>
                  </a:lnTo>
                  <a:lnTo>
                    <a:pt x="746569" y="8267"/>
                  </a:lnTo>
                  <a:lnTo>
                    <a:pt x="762498" y="8444"/>
                  </a:lnTo>
                  <a:lnTo>
                    <a:pt x="777936" y="8615"/>
                  </a:lnTo>
                  <a:lnTo>
                    <a:pt x="792913" y="8780"/>
                  </a:lnTo>
                  <a:lnTo>
                    <a:pt x="807456" y="8941"/>
                  </a:lnTo>
                  <a:lnTo>
                    <a:pt x="821590" y="9098"/>
                  </a:lnTo>
                  <a:lnTo>
                    <a:pt x="835336" y="9250"/>
                  </a:lnTo>
                  <a:lnTo>
                    <a:pt x="848715" y="9398"/>
                  </a:lnTo>
                  <a:lnTo>
                    <a:pt x="861747" y="9543"/>
                  </a:lnTo>
                  <a:lnTo>
                    <a:pt x="874449" y="9683"/>
                  </a:lnTo>
                  <a:lnTo>
                    <a:pt x="886837" y="9821"/>
                  </a:lnTo>
                  <a:lnTo>
                    <a:pt x="898927" y="9954"/>
                  </a:lnTo>
                  <a:lnTo>
                    <a:pt x="910732" y="10085"/>
                  </a:lnTo>
                  <a:lnTo>
                    <a:pt x="922266" y="10213"/>
                  </a:lnTo>
                  <a:lnTo>
                    <a:pt x="933541" y="10338"/>
                  </a:lnTo>
                  <a:lnTo>
                    <a:pt x="944568" y="10460"/>
                  </a:lnTo>
                  <a:lnTo>
                    <a:pt x="955357" y="10579"/>
                  </a:lnTo>
                  <a:lnTo>
                    <a:pt x="965920" y="10696"/>
                  </a:lnTo>
                  <a:lnTo>
                    <a:pt x="976265" y="10811"/>
                  </a:lnTo>
                  <a:lnTo>
                    <a:pt x="986400" y="10923"/>
                  </a:lnTo>
                  <a:lnTo>
                    <a:pt x="996335" y="11033"/>
                  </a:lnTo>
                  <a:lnTo>
                    <a:pt x="1006078" y="11141"/>
                  </a:lnTo>
                  <a:lnTo>
                    <a:pt x="1015634" y="11247"/>
                  </a:lnTo>
                  <a:lnTo>
                    <a:pt x="1025012" y="11351"/>
                  </a:lnTo>
                  <a:lnTo>
                    <a:pt x="1034218" y="11453"/>
                  </a:lnTo>
                  <a:lnTo>
                    <a:pt x="1043258" y="1155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347501" y="2916086"/>
              <a:ext cx="1043258" cy="381896"/>
            </a:xfrm>
            <a:custGeom>
              <a:avLst/>
              <a:pathLst>
                <a:path w="1043258" h="381896">
                  <a:moveTo>
                    <a:pt x="0" y="381896"/>
                  </a:moveTo>
                  <a:lnTo>
                    <a:pt x="66992" y="357372"/>
                  </a:lnTo>
                  <a:lnTo>
                    <a:pt x="126084" y="335741"/>
                  </a:lnTo>
                  <a:lnTo>
                    <a:pt x="178944" y="316391"/>
                  </a:lnTo>
                  <a:lnTo>
                    <a:pt x="226761" y="298887"/>
                  </a:lnTo>
                  <a:lnTo>
                    <a:pt x="270415" y="282907"/>
                  </a:lnTo>
                  <a:lnTo>
                    <a:pt x="310572" y="268207"/>
                  </a:lnTo>
                  <a:lnTo>
                    <a:pt x="347752" y="254597"/>
                  </a:lnTo>
                  <a:lnTo>
                    <a:pt x="382366" y="241926"/>
                  </a:lnTo>
                  <a:lnTo>
                    <a:pt x="414745" y="230074"/>
                  </a:lnTo>
                  <a:lnTo>
                    <a:pt x="445160" y="218940"/>
                  </a:lnTo>
                  <a:lnTo>
                    <a:pt x="473837" y="208442"/>
                  </a:lnTo>
                  <a:lnTo>
                    <a:pt x="500962" y="198513"/>
                  </a:lnTo>
                  <a:lnTo>
                    <a:pt x="526696" y="189092"/>
                  </a:lnTo>
                  <a:lnTo>
                    <a:pt x="551174" y="180132"/>
                  </a:lnTo>
                  <a:lnTo>
                    <a:pt x="574514" y="171588"/>
                  </a:lnTo>
                  <a:lnTo>
                    <a:pt x="596815" y="163425"/>
                  </a:lnTo>
                  <a:lnTo>
                    <a:pt x="618167" y="155609"/>
                  </a:lnTo>
                  <a:lnTo>
                    <a:pt x="638648" y="148111"/>
                  </a:lnTo>
                  <a:lnTo>
                    <a:pt x="658325" y="140908"/>
                  </a:lnTo>
                  <a:lnTo>
                    <a:pt x="677259" y="133977"/>
                  </a:lnTo>
                  <a:lnTo>
                    <a:pt x="695505" y="127298"/>
                  </a:lnTo>
                  <a:lnTo>
                    <a:pt x="713110" y="120854"/>
                  </a:lnTo>
                  <a:lnTo>
                    <a:pt x="730119" y="114627"/>
                  </a:lnTo>
                  <a:lnTo>
                    <a:pt x="746569" y="108606"/>
                  </a:lnTo>
                  <a:lnTo>
                    <a:pt x="762498" y="102775"/>
                  </a:lnTo>
                  <a:lnTo>
                    <a:pt x="777936" y="97123"/>
                  </a:lnTo>
                  <a:lnTo>
                    <a:pt x="792913" y="91641"/>
                  </a:lnTo>
                  <a:lnTo>
                    <a:pt x="807456" y="86317"/>
                  </a:lnTo>
                  <a:lnTo>
                    <a:pt x="821590" y="81144"/>
                  </a:lnTo>
                  <a:lnTo>
                    <a:pt x="835336" y="76112"/>
                  </a:lnTo>
                  <a:lnTo>
                    <a:pt x="848715" y="71214"/>
                  </a:lnTo>
                  <a:lnTo>
                    <a:pt x="861747" y="66443"/>
                  </a:lnTo>
                  <a:lnTo>
                    <a:pt x="874449" y="61794"/>
                  </a:lnTo>
                  <a:lnTo>
                    <a:pt x="886837" y="57259"/>
                  </a:lnTo>
                  <a:lnTo>
                    <a:pt x="898927" y="52833"/>
                  </a:lnTo>
                  <a:lnTo>
                    <a:pt x="910732" y="48512"/>
                  </a:lnTo>
                  <a:lnTo>
                    <a:pt x="922266" y="44290"/>
                  </a:lnTo>
                  <a:lnTo>
                    <a:pt x="933541" y="40162"/>
                  </a:lnTo>
                  <a:lnTo>
                    <a:pt x="944568" y="36126"/>
                  </a:lnTo>
                  <a:lnTo>
                    <a:pt x="955357" y="32176"/>
                  </a:lnTo>
                  <a:lnTo>
                    <a:pt x="965920" y="28310"/>
                  </a:lnTo>
                  <a:lnTo>
                    <a:pt x="976265" y="24523"/>
                  </a:lnTo>
                  <a:lnTo>
                    <a:pt x="986400" y="20813"/>
                  </a:lnTo>
                  <a:lnTo>
                    <a:pt x="996335" y="17176"/>
                  </a:lnTo>
                  <a:lnTo>
                    <a:pt x="1006078" y="13610"/>
                  </a:lnTo>
                  <a:lnTo>
                    <a:pt x="1015634" y="10111"/>
                  </a:lnTo>
                  <a:lnTo>
                    <a:pt x="1025012" y="6679"/>
                  </a:lnTo>
                  <a:lnTo>
                    <a:pt x="1034218" y="3309"/>
                  </a:lnTo>
                  <a:lnTo>
                    <a:pt x="104325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4347501" y="3339921"/>
              <a:ext cx="1043258" cy="69380"/>
            </a:xfrm>
            <a:custGeom>
              <a:avLst/>
              <a:pathLst>
                <a:path w="1043258" h="69380">
                  <a:moveTo>
                    <a:pt x="0" y="69380"/>
                  </a:moveTo>
                  <a:lnTo>
                    <a:pt x="66992" y="64924"/>
                  </a:lnTo>
                  <a:lnTo>
                    <a:pt x="126084" y="60995"/>
                  </a:lnTo>
                  <a:lnTo>
                    <a:pt x="178944" y="57479"/>
                  </a:lnTo>
                  <a:lnTo>
                    <a:pt x="226761" y="54299"/>
                  </a:lnTo>
                  <a:lnTo>
                    <a:pt x="270415" y="51396"/>
                  </a:lnTo>
                  <a:lnTo>
                    <a:pt x="310572" y="48726"/>
                  </a:lnTo>
                  <a:lnTo>
                    <a:pt x="347752" y="46253"/>
                  </a:lnTo>
                  <a:lnTo>
                    <a:pt x="382366" y="43951"/>
                  </a:lnTo>
                  <a:lnTo>
                    <a:pt x="414745" y="41798"/>
                  </a:lnTo>
                  <a:lnTo>
                    <a:pt x="445160" y="39775"/>
                  </a:lnTo>
                  <a:lnTo>
                    <a:pt x="473837" y="37868"/>
                  </a:lnTo>
                  <a:lnTo>
                    <a:pt x="500962" y="36064"/>
                  </a:lnTo>
                  <a:lnTo>
                    <a:pt x="526696" y="34353"/>
                  </a:lnTo>
                  <a:lnTo>
                    <a:pt x="551174" y="32725"/>
                  </a:lnTo>
                  <a:lnTo>
                    <a:pt x="574514" y="31173"/>
                  </a:lnTo>
                  <a:lnTo>
                    <a:pt x="596815" y="29689"/>
                  </a:lnTo>
                  <a:lnTo>
                    <a:pt x="618167" y="28269"/>
                  </a:lnTo>
                  <a:lnTo>
                    <a:pt x="638648" y="26907"/>
                  </a:lnTo>
                  <a:lnTo>
                    <a:pt x="658325" y="25599"/>
                  </a:lnTo>
                  <a:lnTo>
                    <a:pt x="677259" y="24340"/>
                  </a:lnTo>
                  <a:lnTo>
                    <a:pt x="695505" y="23126"/>
                  </a:lnTo>
                  <a:lnTo>
                    <a:pt x="713110" y="21955"/>
                  </a:lnTo>
                  <a:lnTo>
                    <a:pt x="730119" y="20824"/>
                  </a:lnTo>
                  <a:lnTo>
                    <a:pt x="746569" y="19730"/>
                  </a:lnTo>
                  <a:lnTo>
                    <a:pt x="762498" y="18671"/>
                  </a:lnTo>
                  <a:lnTo>
                    <a:pt x="777936" y="17644"/>
                  </a:lnTo>
                  <a:lnTo>
                    <a:pt x="792913" y="16648"/>
                  </a:lnTo>
                  <a:lnTo>
                    <a:pt x="807456" y="15681"/>
                  </a:lnTo>
                  <a:lnTo>
                    <a:pt x="821590" y="14741"/>
                  </a:lnTo>
                  <a:lnTo>
                    <a:pt x="835336" y="13827"/>
                  </a:lnTo>
                  <a:lnTo>
                    <a:pt x="848715" y="12937"/>
                  </a:lnTo>
                  <a:lnTo>
                    <a:pt x="861747" y="12071"/>
                  </a:lnTo>
                  <a:lnTo>
                    <a:pt x="874449" y="11226"/>
                  </a:lnTo>
                  <a:lnTo>
                    <a:pt x="886837" y="10402"/>
                  </a:lnTo>
                  <a:lnTo>
                    <a:pt x="898927" y="9598"/>
                  </a:lnTo>
                  <a:lnTo>
                    <a:pt x="910732" y="8813"/>
                  </a:lnTo>
                  <a:lnTo>
                    <a:pt x="922266" y="8046"/>
                  </a:lnTo>
                  <a:lnTo>
                    <a:pt x="933541" y="7296"/>
                  </a:lnTo>
                  <a:lnTo>
                    <a:pt x="944568" y="6563"/>
                  </a:lnTo>
                  <a:lnTo>
                    <a:pt x="955357" y="5845"/>
                  </a:lnTo>
                  <a:lnTo>
                    <a:pt x="965920" y="5143"/>
                  </a:lnTo>
                  <a:lnTo>
                    <a:pt x="976265" y="4455"/>
                  </a:lnTo>
                  <a:lnTo>
                    <a:pt x="986400" y="3781"/>
                  </a:lnTo>
                  <a:lnTo>
                    <a:pt x="996335" y="3120"/>
                  </a:lnTo>
                  <a:lnTo>
                    <a:pt x="1006078" y="2472"/>
                  </a:lnTo>
                  <a:lnTo>
                    <a:pt x="1015634" y="1837"/>
                  </a:lnTo>
                  <a:lnTo>
                    <a:pt x="1025012" y="1213"/>
                  </a:lnTo>
                  <a:lnTo>
                    <a:pt x="1034218" y="601"/>
                  </a:lnTo>
                  <a:lnTo>
                    <a:pt x="104325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4347501" y="3253544"/>
              <a:ext cx="1043258" cy="201884"/>
            </a:xfrm>
            <a:custGeom>
              <a:avLst/>
              <a:pathLst>
                <a:path w="1043258" h="201884">
                  <a:moveTo>
                    <a:pt x="0" y="201884"/>
                  </a:moveTo>
                  <a:lnTo>
                    <a:pt x="66992" y="188920"/>
                  </a:lnTo>
                  <a:lnTo>
                    <a:pt x="126084" y="177485"/>
                  </a:lnTo>
                  <a:lnTo>
                    <a:pt x="178944" y="167256"/>
                  </a:lnTo>
                  <a:lnTo>
                    <a:pt x="226761" y="158003"/>
                  </a:lnTo>
                  <a:lnTo>
                    <a:pt x="270415" y="149555"/>
                  </a:lnTo>
                  <a:lnTo>
                    <a:pt x="310572" y="141784"/>
                  </a:lnTo>
                  <a:lnTo>
                    <a:pt x="347752" y="134589"/>
                  </a:lnTo>
                  <a:lnTo>
                    <a:pt x="382366" y="127891"/>
                  </a:lnTo>
                  <a:lnTo>
                    <a:pt x="414745" y="121625"/>
                  </a:lnTo>
                  <a:lnTo>
                    <a:pt x="445160" y="115739"/>
                  </a:lnTo>
                  <a:lnTo>
                    <a:pt x="473837" y="110190"/>
                  </a:lnTo>
                  <a:lnTo>
                    <a:pt x="500962" y="104941"/>
                  </a:lnTo>
                  <a:lnTo>
                    <a:pt x="526696" y="99961"/>
                  </a:lnTo>
                  <a:lnTo>
                    <a:pt x="551174" y="95224"/>
                  </a:lnTo>
                  <a:lnTo>
                    <a:pt x="574514" y="90708"/>
                  </a:lnTo>
                  <a:lnTo>
                    <a:pt x="596815" y="86392"/>
                  </a:lnTo>
                  <a:lnTo>
                    <a:pt x="618167" y="82260"/>
                  </a:lnTo>
                  <a:lnTo>
                    <a:pt x="638648" y="78297"/>
                  </a:lnTo>
                  <a:lnTo>
                    <a:pt x="658325" y="74489"/>
                  </a:lnTo>
                  <a:lnTo>
                    <a:pt x="677259" y="70825"/>
                  </a:lnTo>
                  <a:lnTo>
                    <a:pt x="695505" y="67294"/>
                  </a:lnTo>
                  <a:lnTo>
                    <a:pt x="713110" y="63887"/>
                  </a:lnTo>
                  <a:lnTo>
                    <a:pt x="730119" y="60596"/>
                  </a:lnTo>
                  <a:lnTo>
                    <a:pt x="746569" y="57413"/>
                  </a:lnTo>
                  <a:lnTo>
                    <a:pt x="762498" y="54330"/>
                  </a:lnTo>
                  <a:lnTo>
                    <a:pt x="777936" y="51343"/>
                  </a:lnTo>
                  <a:lnTo>
                    <a:pt x="792913" y="48445"/>
                  </a:lnTo>
                  <a:lnTo>
                    <a:pt x="807456" y="45630"/>
                  </a:lnTo>
                  <a:lnTo>
                    <a:pt x="821590" y="42895"/>
                  </a:lnTo>
                  <a:lnTo>
                    <a:pt x="835336" y="40235"/>
                  </a:lnTo>
                  <a:lnTo>
                    <a:pt x="848715" y="37646"/>
                  </a:lnTo>
                  <a:lnTo>
                    <a:pt x="861747" y="35124"/>
                  </a:lnTo>
                  <a:lnTo>
                    <a:pt x="874449" y="32666"/>
                  </a:lnTo>
                  <a:lnTo>
                    <a:pt x="886837" y="30269"/>
                  </a:lnTo>
                  <a:lnTo>
                    <a:pt x="898927" y="27929"/>
                  </a:lnTo>
                  <a:lnTo>
                    <a:pt x="910732" y="25645"/>
                  </a:lnTo>
                  <a:lnTo>
                    <a:pt x="922266" y="23413"/>
                  </a:lnTo>
                  <a:lnTo>
                    <a:pt x="933541" y="21231"/>
                  </a:lnTo>
                  <a:lnTo>
                    <a:pt x="944568" y="19097"/>
                  </a:lnTo>
                  <a:lnTo>
                    <a:pt x="955357" y="17009"/>
                  </a:lnTo>
                  <a:lnTo>
                    <a:pt x="965920" y="14965"/>
                  </a:lnTo>
                  <a:lnTo>
                    <a:pt x="976265" y="12964"/>
                  </a:lnTo>
                  <a:lnTo>
                    <a:pt x="986400" y="11002"/>
                  </a:lnTo>
                  <a:lnTo>
                    <a:pt x="996335" y="9080"/>
                  </a:lnTo>
                  <a:lnTo>
                    <a:pt x="1006078" y="7194"/>
                  </a:lnTo>
                  <a:lnTo>
                    <a:pt x="1015634" y="5345"/>
                  </a:lnTo>
                  <a:lnTo>
                    <a:pt x="1025012" y="3530"/>
                  </a:lnTo>
                  <a:lnTo>
                    <a:pt x="1034218" y="1749"/>
                  </a:lnTo>
                  <a:lnTo>
                    <a:pt x="104325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347501" y="3441435"/>
              <a:ext cx="1043258" cy="43407"/>
            </a:xfrm>
            <a:custGeom>
              <a:avLst/>
              <a:pathLst>
                <a:path w="1043258" h="43407">
                  <a:moveTo>
                    <a:pt x="0" y="0"/>
                  </a:moveTo>
                  <a:lnTo>
                    <a:pt x="66992" y="2787"/>
                  </a:lnTo>
                  <a:lnTo>
                    <a:pt x="126084" y="5246"/>
                  </a:lnTo>
                  <a:lnTo>
                    <a:pt x="178944" y="7445"/>
                  </a:lnTo>
                  <a:lnTo>
                    <a:pt x="226761" y="9434"/>
                  </a:lnTo>
                  <a:lnTo>
                    <a:pt x="270415" y="11251"/>
                  </a:lnTo>
                  <a:lnTo>
                    <a:pt x="310572" y="12922"/>
                  </a:lnTo>
                  <a:lnTo>
                    <a:pt x="347752" y="14469"/>
                  </a:lnTo>
                  <a:lnTo>
                    <a:pt x="382366" y="15909"/>
                  </a:lnTo>
                  <a:lnTo>
                    <a:pt x="414745" y="17256"/>
                  </a:lnTo>
                  <a:lnTo>
                    <a:pt x="445160" y="18521"/>
                  </a:lnTo>
                  <a:lnTo>
                    <a:pt x="473837" y="19715"/>
                  </a:lnTo>
                  <a:lnTo>
                    <a:pt x="500962" y="20843"/>
                  </a:lnTo>
                  <a:lnTo>
                    <a:pt x="526696" y="21914"/>
                  </a:lnTo>
                  <a:lnTo>
                    <a:pt x="551174" y="22932"/>
                  </a:lnTo>
                  <a:lnTo>
                    <a:pt x="574514" y="23903"/>
                  </a:lnTo>
                  <a:lnTo>
                    <a:pt x="596815" y="24831"/>
                  </a:lnTo>
                  <a:lnTo>
                    <a:pt x="618167" y="25720"/>
                  </a:lnTo>
                  <a:lnTo>
                    <a:pt x="638648" y="26572"/>
                  </a:lnTo>
                  <a:lnTo>
                    <a:pt x="658325" y="27391"/>
                  </a:lnTo>
                  <a:lnTo>
                    <a:pt x="677259" y="28178"/>
                  </a:lnTo>
                  <a:lnTo>
                    <a:pt x="695505" y="28938"/>
                  </a:lnTo>
                  <a:lnTo>
                    <a:pt x="713110" y="29670"/>
                  </a:lnTo>
                  <a:lnTo>
                    <a:pt x="730119" y="30378"/>
                  </a:lnTo>
                  <a:lnTo>
                    <a:pt x="746569" y="31062"/>
                  </a:lnTo>
                  <a:lnTo>
                    <a:pt x="762498" y="31725"/>
                  </a:lnTo>
                  <a:lnTo>
                    <a:pt x="777936" y="32367"/>
                  </a:lnTo>
                  <a:lnTo>
                    <a:pt x="792913" y="32991"/>
                  </a:lnTo>
                  <a:lnTo>
                    <a:pt x="807456" y="33596"/>
                  </a:lnTo>
                  <a:lnTo>
                    <a:pt x="821590" y="34184"/>
                  </a:lnTo>
                  <a:lnTo>
                    <a:pt x="835336" y="34756"/>
                  </a:lnTo>
                  <a:lnTo>
                    <a:pt x="848715" y="35312"/>
                  </a:lnTo>
                  <a:lnTo>
                    <a:pt x="861747" y="35855"/>
                  </a:lnTo>
                  <a:lnTo>
                    <a:pt x="874449" y="36383"/>
                  </a:lnTo>
                  <a:lnTo>
                    <a:pt x="886837" y="36898"/>
                  </a:lnTo>
                  <a:lnTo>
                    <a:pt x="898927" y="37401"/>
                  </a:lnTo>
                  <a:lnTo>
                    <a:pt x="910732" y="37893"/>
                  </a:lnTo>
                  <a:lnTo>
                    <a:pt x="922266" y="38373"/>
                  </a:lnTo>
                  <a:lnTo>
                    <a:pt x="933541" y="38842"/>
                  </a:lnTo>
                  <a:lnTo>
                    <a:pt x="944568" y="39300"/>
                  </a:lnTo>
                  <a:lnTo>
                    <a:pt x="955357" y="39749"/>
                  </a:lnTo>
                  <a:lnTo>
                    <a:pt x="965920" y="40189"/>
                  </a:lnTo>
                  <a:lnTo>
                    <a:pt x="976265" y="40619"/>
                  </a:lnTo>
                  <a:lnTo>
                    <a:pt x="986400" y="41041"/>
                  </a:lnTo>
                  <a:lnTo>
                    <a:pt x="996335" y="41454"/>
                  </a:lnTo>
                  <a:lnTo>
                    <a:pt x="1006078" y="41860"/>
                  </a:lnTo>
                  <a:lnTo>
                    <a:pt x="1015634" y="42257"/>
                  </a:lnTo>
                  <a:lnTo>
                    <a:pt x="1025012" y="42648"/>
                  </a:lnTo>
                  <a:lnTo>
                    <a:pt x="1034218" y="43031"/>
                  </a:lnTo>
                  <a:lnTo>
                    <a:pt x="1043258" y="4340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347501" y="3578349"/>
              <a:ext cx="1043258" cy="57277"/>
            </a:xfrm>
            <a:custGeom>
              <a:avLst/>
              <a:pathLst>
                <a:path w="1043258" h="57277">
                  <a:moveTo>
                    <a:pt x="0" y="57277"/>
                  </a:moveTo>
                  <a:lnTo>
                    <a:pt x="66992" y="53599"/>
                  </a:lnTo>
                  <a:lnTo>
                    <a:pt x="126084" y="50355"/>
                  </a:lnTo>
                  <a:lnTo>
                    <a:pt x="178944" y="47453"/>
                  </a:lnTo>
                  <a:lnTo>
                    <a:pt x="226761" y="44828"/>
                  </a:lnTo>
                  <a:lnTo>
                    <a:pt x="270415" y="42431"/>
                  </a:lnTo>
                  <a:lnTo>
                    <a:pt x="310572" y="40226"/>
                  </a:lnTo>
                  <a:lnTo>
                    <a:pt x="347752" y="38185"/>
                  </a:lnTo>
                  <a:lnTo>
                    <a:pt x="382366" y="36284"/>
                  </a:lnTo>
                  <a:lnTo>
                    <a:pt x="414745" y="34507"/>
                  </a:lnTo>
                  <a:lnTo>
                    <a:pt x="445160" y="32837"/>
                  </a:lnTo>
                  <a:lnTo>
                    <a:pt x="473837" y="31262"/>
                  </a:lnTo>
                  <a:lnTo>
                    <a:pt x="500962" y="29773"/>
                  </a:lnTo>
                  <a:lnTo>
                    <a:pt x="526696" y="28360"/>
                  </a:lnTo>
                  <a:lnTo>
                    <a:pt x="551174" y="27016"/>
                  </a:lnTo>
                  <a:lnTo>
                    <a:pt x="574514" y="25735"/>
                  </a:lnTo>
                  <a:lnTo>
                    <a:pt x="596815" y="24511"/>
                  </a:lnTo>
                  <a:lnTo>
                    <a:pt x="618167" y="23338"/>
                  </a:lnTo>
                  <a:lnTo>
                    <a:pt x="638648" y="22214"/>
                  </a:lnTo>
                  <a:lnTo>
                    <a:pt x="658325" y="21133"/>
                  </a:lnTo>
                  <a:lnTo>
                    <a:pt x="677259" y="20094"/>
                  </a:lnTo>
                  <a:lnTo>
                    <a:pt x="695505" y="19092"/>
                  </a:lnTo>
                  <a:lnTo>
                    <a:pt x="713110" y="18126"/>
                  </a:lnTo>
                  <a:lnTo>
                    <a:pt x="730119" y="17192"/>
                  </a:lnTo>
                  <a:lnTo>
                    <a:pt x="746569" y="16289"/>
                  </a:lnTo>
                  <a:lnTo>
                    <a:pt x="762498" y="15414"/>
                  </a:lnTo>
                  <a:lnTo>
                    <a:pt x="777936" y="14566"/>
                  </a:lnTo>
                  <a:lnTo>
                    <a:pt x="792913" y="13744"/>
                  </a:lnTo>
                  <a:lnTo>
                    <a:pt x="807456" y="12946"/>
                  </a:lnTo>
                  <a:lnTo>
                    <a:pt x="821590" y="12170"/>
                  </a:lnTo>
                  <a:lnTo>
                    <a:pt x="835336" y="11415"/>
                  </a:lnTo>
                  <a:lnTo>
                    <a:pt x="848715" y="10680"/>
                  </a:lnTo>
                  <a:lnTo>
                    <a:pt x="861747" y="9965"/>
                  </a:lnTo>
                  <a:lnTo>
                    <a:pt x="874449" y="9268"/>
                  </a:lnTo>
                  <a:lnTo>
                    <a:pt x="886837" y="8587"/>
                  </a:lnTo>
                  <a:lnTo>
                    <a:pt x="898927" y="7924"/>
                  </a:lnTo>
                  <a:lnTo>
                    <a:pt x="910732" y="7276"/>
                  </a:lnTo>
                  <a:lnTo>
                    <a:pt x="922266" y="6642"/>
                  </a:lnTo>
                  <a:lnTo>
                    <a:pt x="933541" y="6023"/>
                  </a:lnTo>
                  <a:lnTo>
                    <a:pt x="944568" y="5418"/>
                  </a:lnTo>
                  <a:lnTo>
                    <a:pt x="955357" y="4825"/>
                  </a:lnTo>
                  <a:lnTo>
                    <a:pt x="965920" y="4246"/>
                  </a:lnTo>
                  <a:lnTo>
                    <a:pt x="976265" y="3678"/>
                  </a:lnTo>
                  <a:lnTo>
                    <a:pt x="986400" y="3121"/>
                  </a:lnTo>
                  <a:lnTo>
                    <a:pt x="996335" y="2576"/>
                  </a:lnTo>
                  <a:lnTo>
                    <a:pt x="1006078" y="2041"/>
                  </a:lnTo>
                  <a:lnTo>
                    <a:pt x="1015634" y="1516"/>
                  </a:lnTo>
                  <a:lnTo>
                    <a:pt x="1025012" y="1001"/>
                  </a:lnTo>
                  <a:lnTo>
                    <a:pt x="1034218" y="496"/>
                  </a:lnTo>
                  <a:lnTo>
                    <a:pt x="104325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347501" y="2930946"/>
              <a:ext cx="1043258" cy="569058"/>
            </a:xfrm>
            <a:custGeom>
              <a:avLst/>
              <a:pathLst>
                <a:path w="1043258" h="569058">
                  <a:moveTo>
                    <a:pt x="0" y="0"/>
                  </a:moveTo>
                  <a:lnTo>
                    <a:pt x="66992" y="36542"/>
                  </a:lnTo>
                  <a:lnTo>
                    <a:pt x="126084" y="68774"/>
                  </a:lnTo>
                  <a:lnTo>
                    <a:pt x="178944" y="97607"/>
                  </a:lnTo>
                  <a:lnTo>
                    <a:pt x="226761" y="123689"/>
                  </a:lnTo>
                  <a:lnTo>
                    <a:pt x="270415" y="147501"/>
                  </a:lnTo>
                  <a:lnTo>
                    <a:pt x="310572" y="169405"/>
                  </a:lnTo>
                  <a:lnTo>
                    <a:pt x="347752" y="189686"/>
                  </a:lnTo>
                  <a:lnTo>
                    <a:pt x="382366" y="208566"/>
                  </a:lnTo>
                  <a:lnTo>
                    <a:pt x="414745" y="226228"/>
                  </a:lnTo>
                  <a:lnTo>
                    <a:pt x="445160" y="242818"/>
                  </a:lnTo>
                  <a:lnTo>
                    <a:pt x="473837" y="258460"/>
                  </a:lnTo>
                  <a:lnTo>
                    <a:pt x="500962" y="273256"/>
                  </a:lnTo>
                  <a:lnTo>
                    <a:pt x="526696" y="287293"/>
                  </a:lnTo>
                  <a:lnTo>
                    <a:pt x="551174" y="300645"/>
                  </a:lnTo>
                  <a:lnTo>
                    <a:pt x="574514" y="313375"/>
                  </a:lnTo>
                  <a:lnTo>
                    <a:pt x="596815" y="325540"/>
                  </a:lnTo>
                  <a:lnTo>
                    <a:pt x="618167" y="337187"/>
                  </a:lnTo>
                  <a:lnTo>
                    <a:pt x="638648" y="348358"/>
                  </a:lnTo>
                  <a:lnTo>
                    <a:pt x="658325" y="359091"/>
                  </a:lnTo>
                  <a:lnTo>
                    <a:pt x="677259" y="369419"/>
                  </a:lnTo>
                  <a:lnTo>
                    <a:pt x="695505" y="379372"/>
                  </a:lnTo>
                  <a:lnTo>
                    <a:pt x="713110" y="388975"/>
                  </a:lnTo>
                  <a:lnTo>
                    <a:pt x="730119" y="398252"/>
                  </a:lnTo>
                  <a:lnTo>
                    <a:pt x="746569" y="407225"/>
                  </a:lnTo>
                  <a:lnTo>
                    <a:pt x="762498" y="415914"/>
                  </a:lnTo>
                  <a:lnTo>
                    <a:pt x="777936" y="424335"/>
                  </a:lnTo>
                  <a:lnTo>
                    <a:pt x="792913" y="432504"/>
                  </a:lnTo>
                  <a:lnTo>
                    <a:pt x="807456" y="440437"/>
                  </a:lnTo>
                  <a:lnTo>
                    <a:pt x="821590" y="448146"/>
                  </a:lnTo>
                  <a:lnTo>
                    <a:pt x="835336" y="455644"/>
                  </a:lnTo>
                  <a:lnTo>
                    <a:pt x="848715" y="462942"/>
                  </a:lnTo>
                  <a:lnTo>
                    <a:pt x="861747" y="470050"/>
                  </a:lnTo>
                  <a:lnTo>
                    <a:pt x="874449" y="476979"/>
                  </a:lnTo>
                  <a:lnTo>
                    <a:pt x="886837" y="483736"/>
                  </a:lnTo>
                  <a:lnTo>
                    <a:pt x="898927" y="490331"/>
                  </a:lnTo>
                  <a:lnTo>
                    <a:pt x="910732" y="496770"/>
                  </a:lnTo>
                  <a:lnTo>
                    <a:pt x="922266" y="503061"/>
                  </a:lnTo>
                  <a:lnTo>
                    <a:pt x="933541" y="509211"/>
                  </a:lnTo>
                  <a:lnTo>
                    <a:pt x="944568" y="515226"/>
                  </a:lnTo>
                  <a:lnTo>
                    <a:pt x="955357" y="521111"/>
                  </a:lnTo>
                  <a:lnTo>
                    <a:pt x="965920" y="526873"/>
                  </a:lnTo>
                  <a:lnTo>
                    <a:pt x="976265" y="532515"/>
                  </a:lnTo>
                  <a:lnTo>
                    <a:pt x="986400" y="538044"/>
                  </a:lnTo>
                  <a:lnTo>
                    <a:pt x="996335" y="543463"/>
                  </a:lnTo>
                  <a:lnTo>
                    <a:pt x="1006078" y="548777"/>
                  </a:lnTo>
                  <a:lnTo>
                    <a:pt x="1015634" y="553990"/>
                  </a:lnTo>
                  <a:lnTo>
                    <a:pt x="1025012" y="559105"/>
                  </a:lnTo>
                  <a:lnTo>
                    <a:pt x="1034218" y="564127"/>
                  </a:lnTo>
                  <a:lnTo>
                    <a:pt x="1043258" y="56905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2" name="pl691"/>
            <p:cNvSpPr/>
            <p:nvPr/>
          </p:nvSpPr>
          <p:spPr>
            <a:xfrm>
              <a:off x="4347501" y="3081968"/>
              <a:ext cx="1043258" cy="7672"/>
            </a:xfrm>
            <a:custGeom>
              <a:avLst/>
              <a:pathLst>
                <a:path w="1043258" h="7672">
                  <a:moveTo>
                    <a:pt x="0" y="7672"/>
                  </a:moveTo>
                  <a:lnTo>
                    <a:pt x="66992" y="7179"/>
                  </a:lnTo>
                  <a:lnTo>
                    <a:pt x="126084" y="6745"/>
                  </a:lnTo>
                  <a:lnTo>
                    <a:pt x="178944" y="6356"/>
                  </a:lnTo>
                  <a:lnTo>
                    <a:pt x="226761" y="6004"/>
                  </a:lnTo>
                  <a:lnTo>
                    <a:pt x="270415" y="5683"/>
                  </a:lnTo>
                  <a:lnTo>
                    <a:pt x="310572" y="5388"/>
                  </a:lnTo>
                  <a:lnTo>
                    <a:pt x="347752" y="5115"/>
                  </a:lnTo>
                  <a:lnTo>
                    <a:pt x="382366" y="4860"/>
                  </a:lnTo>
                  <a:lnTo>
                    <a:pt x="414745" y="4622"/>
                  </a:lnTo>
                  <a:lnTo>
                    <a:pt x="445160" y="4398"/>
                  </a:lnTo>
                  <a:lnTo>
                    <a:pt x="473837" y="4187"/>
                  </a:lnTo>
                  <a:lnTo>
                    <a:pt x="500962" y="3988"/>
                  </a:lnTo>
                  <a:lnTo>
                    <a:pt x="526696" y="3799"/>
                  </a:lnTo>
                  <a:lnTo>
                    <a:pt x="551174" y="3619"/>
                  </a:lnTo>
                  <a:lnTo>
                    <a:pt x="574514" y="3447"/>
                  </a:lnTo>
                  <a:lnTo>
                    <a:pt x="596815" y="3283"/>
                  </a:lnTo>
                  <a:lnTo>
                    <a:pt x="618167" y="3126"/>
                  </a:lnTo>
                  <a:lnTo>
                    <a:pt x="638648" y="2975"/>
                  </a:lnTo>
                  <a:lnTo>
                    <a:pt x="658325" y="2830"/>
                  </a:lnTo>
                  <a:lnTo>
                    <a:pt x="677259" y="2691"/>
                  </a:lnTo>
                  <a:lnTo>
                    <a:pt x="695505" y="2557"/>
                  </a:lnTo>
                  <a:lnTo>
                    <a:pt x="713110" y="2428"/>
                  </a:lnTo>
                  <a:lnTo>
                    <a:pt x="730119" y="2302"/>
                  </a:lnTo>
                  <a:lnTo>
                    <a:pt x="746569" y="2181"/>
                  </a:lnTo>
                  <a:lnTo>
                    <a:pt x="762498" y="2064"/>
                  </a:lnTo>
                  <a:lnTo>
                    <a:pt x="777936" y="1951"/>
                  </a:lnTo>
                  <a:lnTo>
                    <a:pt x="792913" y="1841"/>
                  </a:lnTo>
                  <a:lnTo>
                    <a:pt x="807456" y="1734"/>
                  </a:lnTo>
                  <a:lnTo>
                    <a:pt x="821590" y="1630"/>
                  </a:lnTo>
                  <a:lnTo>
                    <a:pt x="835336" y="1529"/>
                  </a:lnTo>
                  <a:lnTo>
                    <a:pt x="848715" y="1430"/>
                  </a:lnTo>
                  <a:lnTo>
                    <a:pt x="861747" y="1334"/>
                  </a:lnTo>
                  <a:lnTo>
                    <a:pt x="874449" y="1241"/>
                  </a:lnTo>
                  <a:lnTo>
                    <a:pt x="886837" y="1150"/>
                  </a:lnTo>
                  <a:lnTo>
                    <a:pt x="898927" y="1061"/>
                  </a:lnTo>
                  <a:lnTo>
                    <a:pt x="910732" y="974"/>
                  </a:lnTo>
                  <a:lnTo>
                    <a:pt x="922266" y="889"/>
                  </a:lnTo>
                  <a:lnTo>
                    <a:pt x="933541" y="806"/>
                  </a:lnTo>
                  <a:lnTo>
                    <a:pt x="944568" y="725"/>
                  </a:lnTo>
                  <a:lnTo>
                    <a:pt x="955357" y="646"/>
                  </a:lnTo>
                  <a:lnTo>
                    <a:pt x="965920" y="568"/>
                  </a:lnTo>
                  <a:lnTo>
                    <a:pt x="976265" y="492"/>
                  </a:lnTo>
                  <a:lnTo>
                    <a:pt x="986400" y="418"/>
                  </a:lnTo>
                  <a:lnTo>
                    <a:pt x="996335" y="345"/>
                  </a:lnTo>
                  <a:lnTo>
                    <a:pt x="1006078" y="273"/>
                  </a:lnTo>
                  <a:lnTo>
                    <a:pt x="1015634" y="203"/>
                  </a:lnTo>
                  <a:lnTo>
                    <a:pt x="1025012" y="134"/>
                  </a:lnTo>
                  <a:lnTo>
                    <a:pt x="1034218" y="66"/>
                  </a:lnTo>
                  <a:lnTo>
                    <a:pt x="104325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3" name="rc692"/>
            <p:cNvSpPr/>
            <p:nvPr/>
          </p:nvSpPr>
          <p:spPr>
            <a:xfrm>
              <a:off x="4270675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4" name="pl693"/>
            <p:cNvSpPr/>
            <p:nvPr/>
          </p:nvSpPr>
          <p:spPr>
            <a:xfrm>
              <a:off x="427067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tx694"/>
            <p:cNvSpPr/>
            <p:nvPr/>
          </p:nvSpPr>
          <p:spPr>
            <a:xfrm rot="-5400000">
              <a:off x="4048872" y="35017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696" name="tx695"/>
            <p:cNvSpPr/>
            <p:nvPr/>
          </p:nvSpPr>
          <p:spPr>
            <a:xfrm rot="-5400000">
              <a:off x="4048872" y="3171567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697" name="tx696"/>
            <p:cNvSpPr/>
            <p:nvPr/>
          </p:nvSpPr>
          <p:spPr>
            <a:xfrm rot="-5400000">
              <a:off x="4048872" y="2841353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698" name="pl697"/>
            <p:cNvSpPr/>
            <p:nvPr/>
          </p:nvSpPr>
          <p:spPr>
            <a:xfrm>
              <a:off x="4239044" y="35427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8"/>
            <p:cNvSpPr/>
            <p:nvPr/>
          </p:nvSpPr>
          <p:spPr>
            <a:xfrm>
              <a:off x="4239044" y="32125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699"/>
            <p:cNvSpPr/>
            <p:nvPr/>
          </p:nvSpPr>
          <p:spPr>
            <a:xfrm>
              <a:off x="4239044" y="28823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0"/>
            <p:cNvSpPr/>
            <p:nvPr/>
          </p:nvSpPr>
          <p:spPr>
            <a:xfrm>
              <a:off x="4270675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4750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2"/>
            <p:cNvSpPr/>
            <p:nvPr/>
          </p:nvSpPr>
          <p:spPr>
            <a:xfrm>
              <a:off x="469525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3"/>
            <p:cNvSpPr/>
            <p:nvPr/>
          </p:nvSpPr>
          <p:spPr>
            <a:xfrm>
              <a:off x="504300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4"/>
            <p:cNvSpPr/>
            <p:nvPr/>
          </p:nvSpPr>
          <p:spPr>
            <a:xfrm>
              <a:off x="539075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tx705"/>
            <p:cNvSpPr/>
            <p:nvPr/>
          </p:nvSpPr>
          <p:spPr>
            <a:xfrm>
              <a:off x="4270675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707" name="rc706"/>
            <p:cNvSpPr/>
            <p:nvPr/>
          </p:nvSpPr>
          <p:spPr>
            <a:xfrm>
              <a:off x="1342663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374788" y="476508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375936" y="49627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368658" y="494150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412567" y="452973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408909" y="500948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391344" y="48821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414421" y="511885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392423" y="50717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381217" y="46793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384837" y="484549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62097" y="498007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728289" y="472300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728706" y="479114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22577" y="51729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747145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740450" y="432926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765330" y="49821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766665" y="51832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746317" y="51402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732114" y="497286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753188" y="492442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727117" y="50914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737933" y="50359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719523" y="498784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744153" y="51013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724766" y="489063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722087" y="507554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762265" y="494614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93191" y="477751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12178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06342" y="491415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097470" y="507319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072363" y="463121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094910" y="49486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91883" y="471640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107938" y="501899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098916" y="486254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73595" y="49756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073746" y="50434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115835" y="44510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082469" y="497137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116624" y="51007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097075" y="452456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110664" y="466112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098878" y="487928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073547" y="514776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088126" y="496594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092977" y="485281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427398" y="493353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28076" y="492508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41283" y="49510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47234" y="504234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27884" y="490222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453623" y="48677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45492" y="48338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428718" y="492274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444116" y="50492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432148" y="473393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445664" y="506378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437080" y="494600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431476" y="501172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444275" y="51654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2436234" y="504202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433156" y="509077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439435" y="502472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458202" y="488435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441009" y="506350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429828" y="48327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2418943" y="49845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2453740" y="485630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435891" y="494102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2443494" y="51019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421946" y="4575911"/>
              <a:ext cx="1049988" cy="350427"/>
            </a:xfrm>
            <a:custGeom>
              <a:avLst/>
              <a:pathLst>
                <a:path w="1049988" h="350427">
                  <a:moveTo>
                    <a:pt x="0" y="0"/>
                  </a:moveTo>
                  <a:lnTo>
                    <a:pt x="67425" y="22502"/>
                  </a:lnTo>
                  <a:lnTo>
                    <a:pt x="126898" y="42351"/>
                  </a:lnTo>
                  <a:lnTo>
                    <a:pt x="180098" y="60106"/>
                  </a:lnTo>
                  <a:lnTo>
                    <a:pt x="228224" y="76168"/>
                  </a:lnTo>
                  <a:lnTo>
                    <a:pt x="272159" y="90831"/>
                  </a:lnTo>
                  <a:lnTo>
                    <a:pt x="312576" y="104320"/>
                  </a:lnTo>
                  <a:lnTo>
                    <a:pt x="349996" y="116809"/>
                  </a:lnTo>
                  <a:lnTo>
                    <a:pt x="384833" y="128435"/>
                  </a:lnTo>
                  <a:lnTo>
                    <a:pt x="417421" y="139311"/>
                  </a:lnTo>
                  <a:lnTo>
                    <a:pt x="448033" y="149528"/>
                  </a:lnTo>
                  <a:lnTo>
                    <a:pt x="476894" y="159160"/>
                  </a:lnTo>
                  <a:lnTo>
                    <a:pt x="504195" y="168271"/>
                  </a:lnTo>
                  <a:lnTo>
                    <a:pt x="530094" y="176915"/>
                  </a:lnTo>
                  <a:lnTo>
                    <a:pt x="554730" y="185137"/>
                  </a:lnTo>
                  <a:lnTo>
                    <a:pt x="578220" y="192977"/>
                  </a:lnTo>
                  <a:lnTo>
                    <a:pt x="600666" y="200468"/>
                  </a:lnTo>
                  <a:lnTo>
                    <a:pt x="622156" y="207640"/>
                  </a:lnTo>
                  <a:lnTo>
                    <a:pt x="642768" y="214519"/>
                  </a:lnTo>
                  <a:lnTo>
                    <a:pt x="662572" y="221129"/>
                  </a:lnTo>
                  <a:lnTo>
                    <a:pt x="681629" y="227489"/>
                  </a:lnTo>
                  <a:lnTo>
                    <a:pt x="699992" y="233618"/>
                  </a:lnTo>
                  <a:lnTo>
                    <a:pt x="717711" y="239531"/>
                  </a:lnTo>
                  <a:lnTo>
                    <a:pt x="734829" y="245244"/>
                  </a:lnTo>
                  <a:lnTo>
                    <a:pt x="751386" y="250770"/>
                  </a:lnTo>
                  <a:lnTo>
                    <a:pt x="767417" y="256120"/>
                  </a:lnTo>
                  <a:lnTo>
                    <a:pt x="782955" y="261306"/>
                  </a:lnTo>
                  <a:lnTo>
                    <a:pt x="798029" y="266337"/>
                  </a:lnTo>
                  <a:lnTo>
                    <a:pt x="812666" y="271222"/>
                  </a:lnTo>
                  <a:lnTo>
                    <a:pt x="826890" y="275969"/>
                  </a:lnTo>
                  <a:lnTo>
                    <a:pt x="840725" y="280586"/>
                  </a:lnTo>
                  <a:lnTo>
                    <a:pt x="854191" y="285080"/>
                  </a:lnTo>
                  <a:lnTo>
                    <a:pt x="867307" y="289458"/>
                  </a:lnTo>
                  <a:lnTo>
                    <a:pt x="880091" y="293724"/>
                  </a:lnTo>
                  <a:lnTo>
                    <a:pt x="892559" y="297886"/>
                  </a:lnTo>
                  <a:lnTo>
                    <a:pt x="904727" y="301946"/>
                  </a:lnTo>
                  <a:lnTo>
                    <a:pt x="916608" y="305912"/>
                  </a:lnTo>
                  <a:lnTo>
                    <a:pt x="928216" y="309786"/>
                  </a:lnTo>
                  <a:lnTo>
                    <a:pt x="939564" y="313573"/>
                  </a:lnTo>
                  <a:lnTo>
                    <a:pt x="950662" y="317277"/>
                  </a:lnTo>
                  <a:lnTo>
                    <a:pt x="961521" y="320901"/>
                  </a:lnTo>
                  <a:lnTo>
                    <a:pt x="972152" y="324449"/>
                  </a:lnTo>
                  <a:lnTo>
                    <a:pt x="982563" y="327924"/>
                  </a:lnTo>
                  <a:lnTo>
                    <a:pt x="992764" y="331328"/>
                  </a:lnTo>
                  <a:lnTo>
                    <a:pt x="1002763" y="334666"/>
                  </a:lnTo>
                  <a:lnTo>
                    <a:pt x="1012568" y="337938"/>
                  </a:lnTo>
                  <a:lnTo>
                    <a:pt x="1022187" y="341148"/>
                  </a:lnTo>
                  <a:lnTo>
                    <a:pt x="1031625" y="344298"/>
                  </a:lnTo>
                  <a:lnTo>
                    <a:pt x="1040890" y="347390"/>
                  </a:lnTo>
                  <a:lnTo>
                    <a:pt x="1049988" y="35042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421946" y="4484829"/>
              <a:ext cx="1049988" cy="461817"/>
            </a:xfrm>
            <a:custGeom>
              <a:avLst/>
              <a:pathLst>
                <a:path w="1049988" h="461817">
                  <a:moveTo>
                    <a:pt x="0" y="0"/>
                  </a:moveTo>
                  <a:lnTo>
                    <a:pt x="67425" y="29655"/>
                  </a:lnTo>
                  <a:lnTo>
                    <a:pt x="126898" y="55813"/>
                  </a:lnTo>
                  <a:lnTo>
                    <a:pt x="180098" y="79212"/>
                  </a:lnTo>
                  <a:lnTo>
                    <a:pt x="228224" y="100380"/>
                  </a:lnTo>
                  <a:lnTo>
                    <a:pt x="272159" y="119704"/>
                  </a:lnTo>
                  <a:lnTo>
                    <a:pt x="312576" y="137480"/>
                  </a:lnTo>
                  <a:lnTo>
                    <a:pt x="349996" y="153939"/>
                  </a:lnTo>
                  <a:lnTo>
                    <a:pt x="384833" y="169261"/>
                  </a:lnTo>
                  <a:lnTo>
                    <a:pt x="417421" y="183594"/>
                  </a:lnTo>
                  <a:lnTo>
                    <a:pt x="448033" y="197058"/>
                  </a:lnTo>
                  <a:lnTo>
                    <a:pt x="476894" y="209752"/>
                  </a:lnTo>
                  <a:lnTo>
                    <a:pt x="504195" y="221760"/>
                  </a:lnTo>
                  <a:lnTo>
                    <a:pt x="530094" y="233152"/>
                  </a:lnTo>
                  <a:lnTo>
                    <a:pt x="554730" y="243987"/>
                  </a:lnTo>
                  <a:lnTo>
                    <a:pt x="578220" y="254319"/>
                  </a:lnTo>
                  <a:lnTo>
                    <a:pt x="600666" y="264191"/>
                  </a:lnTo>
                  <a:lnTo>
                    <a:pt x="622156" y="273643"/>
                  </a:lnTo>
                  <a:lnTo>
                    <a:pt x="642768" y="282709"/>
                  </a:lnTo>
                  <a:lnTo>
                    <a:pt x="662572" y="291419"/>
                  </a:lnTo>
                  <a:lnTo>
                    <a:pt x="681629" y="299801"/>
                  </a:lnTo>
                  <a:lnTo>
                    <a:pt x="699992" y="307878"/>
                  </a:lnTo>
                  <a:lnTo>
                    <a:pt x="717711" y="315671"/>
                  </a:lnTo>
                  <a:lnTo>
                    <a:pt x="734829" y="323200"/>
                  </a:lnTo>
                  <a:lnTo>
                    <a:pt x="751386" y="330482"/>
                  </a:lnTo>
                  <a:lnTo>
                    <a:pt x="767417" y="337533"/>
                  </a:lnTo>
                  <a:lnTo>
                    <a:pt x="782955" y="344367"/>
                  </a:lnTo>
                  <a:lnTo>
                    <a:pt x="798029" y="350997"/>
                  </a:lnTo>
                  <a:lnTo>
                    <a:pt x="812666" y="357435"/>
                  </a:lnTo>
                  <a:lnTo>
                    <a:pt x="826890" y="363691"/>
                  </a:lnTo>
                  <a:lnTo>
                    <a:pt x="840725" y="369776"/>
                  </a:lnTo>
                  <a:lnTo>
                    <a:pt x="854191" y="375699"/>
                  </a:lnTo>
                  <a:lnTo>
                    <a:pt x="867307" y="381468"/>
                  </a:lnTo>
                  <a:lnTo>
                    <a:pt x="880091" y="387091"/>
                  </a:lnTo>
                  <a:lnTo>
                    <a:pt x="892559" y="392575"/>
                  </a:lnTo>
                  <a:lnTo>
                    <a:pt x="904727" y="397926"/>
                  </a:lnTo>
                  <a:lnTo>
                    <a:pt x="916608" y="403152"/>
                  </a:lnTo>
                  <a:lnTo>
                    <a:pt x="928216" y="408258"/>
                  </a:lnTo>
                  <a:lnTo>
                    <a:pt x="939564" y="413249"/>
                  </a:lnTo>
                  <a:lnTo>
                    <a:pt x="950662" y="418130"/>
                  </a:lnTo>
                  <a:lnTo>
                    <a:pt x="961521" y="422906"/>
                  </a:lnTo>
                  <a:lnTo>
                    <a:pt x="972152" y="427582"/>
                  </a:lnTo>
                  <a:lnTo>
                    <a:pt x="982563" y="432161"/>
                  </a:lnTo>
                  <a:lnTo>
                    <a:pt x="992764" y="436648"/>
                  </a:lnTo>
                  <a:lnTo>
                    <a:pt x="1002763" y="441046"/>
                  </a:lnTo>
                  <a:lnTo>
                    <a:pt x="1012568" y="445358"/>
                  </a:lnTo>
                  <a:lnTo>
                    <a:pt x="1022187" y="449589"/>
                  </a:lnTo>
                  <a:lnTo>
                    <a:pt x="1031625" y="453740"/>
                  </a:lnTo>
                  <a:lnTo>
                    <a:pt x="1040890" y="457815"/>
                  </a:lnTo>
                  <a:lnTo>
                    <a:pt x="1049988" y="46181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21946" y="4944824"/>
              <a:ext cx="1049988" cy="21919"/>
            </a:xfrm>
            <a:custGeom>
              <a:avLst/>
              <a:pathLst>
                <a:path w="1049988" h="21919">
                  <a:moveTo>
                    <a:pt x="0" y="21919"/>
                  </a:moveTo>
                  <a:lnTo>
                    <a:pt x="67425" y="20511"/>
                  </a:lnTo>
                  <a:lnTo>
                    <a:pt x="126898" y="19270"/>
                  </a:lnTo>
                  <a:lnTo>
                    <a:pt x="180098" y="18159"/>
                  </a:lnTo>
                  <a:lnTo>
                    <a:pt x="228224" y="17154"/>
                  </a:lnTo>
                  <a:lnTo>
                    <a:pt x="272159" y="16237"/>
                  </a:lnTo>
                  <a:lnTo>
                    <a:pt x="312576" y="15393"/>
                  </a:lnTo>
                  <a:lnTo>
                    <a:pt x="349996" y="14612"/>
                  </a:lnTo>
                  <a:lnTo>
                    <a:pt x="384833" y="13885"/>
                  </a:lnTo>
                  <a:lnTo>
                    <a:pt x="417421" y="13205"/>
                  </a:lnTo>
                  <a:lnTo>
                    <a:pt x="448033" y="12566"/>
                  </a:lnTo>
                  <a:lnTo>
                    <a:pt x="476894" y="11963"/>
                  </a:lnTo>
                  <a:lnTo>
                    <a:pt x="504195" y="11393"/>
                  </a:lnTo>
                  <a:lnTo>
                    <a:pt x="530094" y="10853"/>
                  </a:lnTo>
                  <a:lnTo>
                    <a:pt x="554730" y="10338"/>
                  </a:lnTo>
                  <a:lnTo>
                    <a:pt x="578220" y="9848"/>
                  </a:lnTo>
                  <a:lnTo>
                    <a:pt x="600666" y="9379"/>
                  </a:lnTo>
                  <a:lnTo>
                    <a:pt x="622156" y="8931"/>
                  </a:lnTo>
                  <a:lnTo>
                    <a:pt x="642768" y="8500"/>
                  </a:lnTo>
                  <a:lnTo>
                    <a:pt x="662572" y="8087"/>
                  </a:lnTo>
                  <a:lnTo>
                    <a:pt x="681629" y="7689"/>
                  </a:lnTo>
                  <a:lnTo>
                    <a:pt x="699992" y="7306"/>
                  </a:lnTo>
                  <a:lnTo>
                    <a:pt x="717711" y="6936"/>
                  </a:lnTo>
                  <a:lnTo>
                    <a:pt x="734829" y="6579"/>
                  </a:lnTo>
                  <a:lnTo>
                    <a:pt x="751386" y="6233"/>
                  </a:lnTo>
                  <a:lnTo>
                    <a:pt x="767417" y="5898"/>
                  </a:lnTo>
                  <a:lnTo>
                    <a:pt x="782955" y="5574"/>
                  </a:lnTo>
                  <a:lnTo>
                    <a:pt x="798029" y="5259"/>
                  </a:lnTo>
                  <a:lnTo>
                    <a:pt x="812666" y="4954"/>
                  </a:lnTo>
                  <a:lnTo>
                    <a:pt x="826890" y="4657"/>
                  </a:lnTo>
                  <a:lnTo>
                    <a:pt x="840725" y="4368"/>
                  </a:lnTo>
                  <a:lnTo>
                    <a:pt x="854191" y="4087"/>
                  </a:lnTo>
                  <a:lnTo>
                    <a:pt x="867307" y="3813"/>
                  </a:lnTo>
                  <a:lnTo>
                    <a:pt x="880091" y="3546"/>
                  </a:lnTo>
                  <a:lnTo>
                    <a:pt x="892559" y="3286"/>
                  </a:lnTo>
                  <a:lnTo>
                    <a:pt x="904727" y="3032"/>
                  </a:lnTo>
                  <a:lnTo>
                    <a:pt x="916608" y="2784"/>
                  </a:lnTo>
                  <a:lnTo>
                    <a:pt x="928216" y="2542"/>
                  </a:lnTo>
                  <a:lnTo>
                    <a:pt x="939564" y="2305"/>
                  </a:lnTo>
                  <a:lnTo>
                    <a:pt x="950662" y="2073"/>
                  </a:lnTo>
                  <a:lnTo>
                    <a:pt x="961521" y="1846"/>
                  </a:lnTo>
                  <a:lnTo>
                    <a:pt x="972152" y="1624"/>
                  </a:lnTo>
                  <a:lnTo>
                    <a:pt x="982563" y="1407"/>
                  </a:lnTo>
                  <a:lnTo>
                    <a:pt x="992764" y="1194"/>
                  </a:lnTo>
                  <a:lnTo>
                    <a:pt x="1002763" y="985"/>
                  </a:lnTo>
                  <a:lnTo>
                    <a:pt x="1012568" y="781"/>
                  </a:lnTo>
                  <a:lnTo>
                    <a:pt x="1022187" y="580"/>
                  </a:lnTo>
                  <a:lnTo>
                    <a:pt x="1031625" y="383"/>
                  </a:lnTo>
                  <a:lnTo>
                    <a:pt x="1040890" y="189"/>
                  </a:lnTo>
                  <a:lnTo>
                    <a:pt x="104998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421946" y="4979661"/>
              <a:ext cx="1049988" cy="14235"/>
            </a:xfrm>
            <a:custGeom>
              <a:avLst/>
              <a:pathLst>
                <a:path w="1049988" h="14235">
                  <a:moveTo>
                    <a:pt x="0" y="14235"/>
                  </a:moveTo>
                  <a:lnTo>
                    <a:pt x="67425" y="13320"/>
                  </a:lnTo>
                  <a:lnTo>
                    <a:pt x="126898" y="12514"/>
                  </a:lnTo>
                  <a:lnTo>
                    <a:pt x="180098" y="11793"/>
                  </a:lnTo>
                  <a:lnTo>
                    <a:pt x="228224" y="11140"/>
                  </a:lnTo>
                  <a:lnTo>
                    <a:pt x="272159" y="10545"/>
                  </a:lnTo>
                  <a:lnTo>
                    <a:pt x="312576" y="9997"/>
                  </a:lnTo>
                  <a:lnTo>
                    <a:pt x="349996" y="9490"/>
                  </a:lnTo>
                  <a:lnTo>
                    <a:pt x="384833" y="9017"/>
                  </a:lnTo>
                  <a:lnTo>
                    <a:pt x="417421" y="8575"/>
                  </a:lnTo>
                  <a:lnTo>
                    <a:pt x="448033" y="8160"/>
                  </a:lnTo>
                  <a:lnTo>
                    <a:pt x="476894" y="7769"/>
                  </a:lnTo>
                  <a:lnTo>
                    <a:pt x="504195" y="7399"/>
                  </a:lnTo>
                  <a:lnTo>
                    <a:pt x="530094" y="7048"/>
                  </a:lnTo>
                  <a:lnTo>
                    <a:pt x="554730" y="6714"/>
                  </a:lnTo>
                  <a:lnTo>
                    <a:pt x="578220" y="6395"/>
                  </a:lnTo>
                  <a:lnTo>
                    <a:pt x="600666" y="6091"/>
                  </a:lnTo>
                  <a:lnTo>
                    <a:pt x="622156" y="5800"/>
                  </a:lnTo>
                  <a:lnTo>
                    <a:pt x="642768" y="5520"/>
                  </a:lnTo>
                  <a:lnTo>
                    <a:pt x="662572" y="5252"/>
                  </a:lnTo>
                  <a:lnTo>
                    <a:pt x="681629" y="4993"/>
                  </a:lnTo>
                  <a:lnTo>
                    <a:pt x="699992" y="4745"/>
                  </a:lnTo>
                  <a:lnTo>
                    <a:pt x="717711" y="4504"/>
                  </a:lnTo>
                  <a:lnTo>
                    <a:pt x="734829" y="4272"/>
                  </a:lnTo>
                  <a:lnTo>
                    <a:pt x="751386" y="4048"/>
                  </a:lnTo>
                  <a:lnTo>
                    <a:pt x="767417" y="3830"/>
                  </a:lnTo>
                  <a:lnTo>
                    <a:pt x="782955" y="3620"/>
                  </a:lnTo>
                  <a:lnTo>
                    <a:pt x="798029" y="3415"/>
                  </a:lnTo>
                  <a:lnTo>
                    <a:pt x="812666" y="3217"/>
                  </a:lnTo>
                  <a:lnTo>
                    <a:pt x="826890" y="3024"/>
                  </a:lnTo>
                  <a:lnTo>
                    <a:pt x="840725" y="2837"/>
                  </a:lnTo>
                  <a:lnTo>
                    <a:pt x="854191" y="2654"/>
                  </a:lnTo>
                  <a:lnTo>
                    <a:pt x="867307" y="2476"/>
                  </a:lnTo>
                  <a:lnTo>
                    <a:pt x="880091" y="2303"/>
                  </a:lnTo>
                  <a:lnTo>
                    <a:pt x="892559" y="2134"/>
                  </a:lnTo>
                  <a:lnTo>
                    <a:pt x="904727" y="1969"/>
                  </a:lnTo>
                  <a:lnTo>
                    <a:pt x="916608" y="1808"/>
                  </a:lnTo>
                  <a:lnTo>
                    <a:pt x="928216" y="1650"/>
                  </a:lnTo>
                  <a:lnTo>
                    <a:pt x="939564" y="1497"/>
                  </a:lnTo>
                  <a:lnTo>
                    <a:pt x="950662" y="1346"/>
                  </a:lnTo>
                  <a:lnTo>
                    <a:pt x="961521" y="1199"/>
                  </a:lnTo>
                  <a:lnTo>
                    <a:pt x="972152" y="1055"/>
                  </a:lnTo>
                  <a:lnTo>
                    <a:pt x="982563" y="914"/>
                  </a:lnTo>
                  <a:lnTo>
                    <a:pt x="992764" y="775"/>
                  </a:lnTo>
                  <a:lnTo>
                    <a:pt x="1002763" y="640"/>
                  </a:lnTo>
                  <a:lnTo>
                    <a:pt x="1012568" y="507"/>
                  </a:lnTo>
                  <a:lnTo>
                    <a:pt x="1022187" y="376"/>
                  </a:lnTo>
                  <a:lnTo>
                    <a:pt x="1031625" y="248"/>
                  </a:lnTo>
                  <a:lnTo>
                    <a:pt x="1040890" y="123"/>
                  </a:lnTo>
                  <a:lnTo>
                    <a:pt x="104998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1421946" y="4957984"/>
              <a:ext cx="1049988" cy="102527"/>
            </a:xfrm>
            <a:custGeom>
              <a:avLst/>
              <a:pathLst>
                <a:path w="1049988" h="102527">
                  <a:moveTo>
                    <a:pt x="0" y="102527"/>
                  </a:moveTo>
                  <a:lnTo>
                    <a:pt x="67425" y="95943"/>
                  </a:lnTo>
                  <a:lnTo>
                    <a:pt x="126898" y="90136"/>
                  </a:lnTo>
                  <a:lnTo>
                    <a:pt x="180098" y="84941"/>
                  </a:lnTo>
                  <a:lnTo>
                    <a:pt x="228224" y="80242"/>
                  </a:lnTo>
                  <a:lnTo>
                    <a:pt x="272159" y="75952"/>
                  </a:lnTo>
                  <a:lnTo>
                    <a:pt x="312576" y="72005"/>
                  </a:lnTo>
                  <a:lnTo>
                    <a:pt x="349996" y="68351"/>
                  </a:lnTo>
                  <a:lnTo>
                    <a:pt x="384833" y="64950"/>
                  </a:lnTo>
                  <a:lnTo>
                    <a:pt x="417421" y="61767"/>
                  </a:lnTo>
                  <a:lnTo>
                    <a:pt x="448033" y="58778"/>
                  </a:lnTo>
                  <a:lnTo>
                    <a:pt x="476894" y="55960"/>
                  </a:lnTo>
                  <a:lnTo>
                    <a:pt x="504195" y="53294"/>
                  </a:lnTo>
                  <a:lnTo>
                    <a:pt x="530094" y="50765"/>
                  </a:lnTo>
                  <a:lnTo>
                    <a:pt x="554730" y="48360"/>
                  </a:lnTo>
                  <a:lnTo>
                    <a:pt x="578220" y="46066"/>
                  </a:lnTo>
                  <a:lnTo>
                    <a:pt x="600666" y="43874"/>
                  </a:lnTo>
                  <a:lnTo>
                    <a:pt x="622156" y="41776"/>
                  </a:lnTo>
                  <a:lnTo>
                    <a:pt x="642768" y="39763"/>
                  </a:lnTo>
                  <a:lnTo>
                    <a:pt x="662572" y="37829"/>
                  </a:lnTo>
                  <a:lnTo>
                    <a:pt x="681629" y="35969"/>
                  </a:lnTo>
                  <a:lnTo>
                    <a:pt x="699992" y="34175"/>
                  </a:lnTo>
                  <a:lnTo>
                    <a:pt x="717711" y="32445"/>
                  </a:lnTo>
                  <a:lnTo>
                    <a:pt x="734829" y="30774"/>
                  </a:lnTo>
                  <a:lnTo>
                    <a:pt x="751386" y="29157"/>
                  </a:lnTo>
                  <a:lnTo>
                    <a:pt x="767417" y="27592"/>
                  </a:lnTo>
                  <a:lnTo>
                    <a:pt x="782955" y="26074"/>
                  </a:lnTo>
                  <a:lnTo>
                    <a:pt x="798029" y="24602"/>
                  </a:lnTo>
                  <a:lnTo>
                    <a:pt x="812666" y="23173"/>
                  </a:lnTo>
                  <a:lnTo>
                    <a:pt x="826890" y="21784"/>
                  </a:lnTo>
                  <a:lnTo>
                    <a:pt x="840725" y="20433"/>
                  </a:lnTo>
                  <a:lnTo>
                    <a:pt x="854191" y="19118"/>
                  </a:lnTo>
                  <a:lnTo>
                    <a:pt x="867307" y="17838"/>
                  </a:lnTo>
                  <a:lnTo>
                    <a:pt x="880091" y="16589"/>
                  </a:lnTo>
                  <a:lnTo>
                    <a:pt x="892559" y="15372"/>
                  </a:lnTo>
                  <a:lnTo>
                    <a:pt x="904727" y="14184"/>
                  </a:lnTo>
                  <a:lnTo>
                    <a:pt x="916608" y="13024"/>
                  </a:lnTo>
                  <a:lnTo>
                    <a:pt x="928216" y="11890"/>
                  </a:lnTo>
                  <a:lnTo>
                    <a:pt x="939564" y="10782"/>
                  </a:lnTo>
                  <a:lnTo>
                    <a:pt x="950662" y="9698"/>
                  </a:lnTo>
                  <a:lnTo>
                    <a:pt x="961521" y="8638"/>
                  </a:lnTo>
                  <a:lnTo>
                    <a:pt x="972152" y="7600"/>
                  </a:lnTo>
                  <a:lnTo>
                    <a:pt x="982563" y="6583"/>
                  </a:lnTo>
                  <a:lnTo>
                    <a:pt x="992764" y="5587"/>
                  </a:lnTo>
                  <a:lnTo>
                    <a:pt x="1002763" y="4611"/>
                  </a:lnTo>
                  <a:lnTo>
                    <a:pt x="1012568" y="3653"/>
                  </a:lnTo>
                  <a:lnTo>
                    <a:pt x="1022187" y="2714"/>
                  </a:lnTo>
                  <a:lnTo>
                    <a:pt x="1031625" y="1793"/>
                  </a:lnTo>
                  <a:lnTo>
                    <a:pt x="1040890" y="888"/>
                  </a:lnTo>
                  <a:lnTo>
                    <a:pt x="104998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1421946" y="4838753"/>
              <a:ext cx="1049988" cy="117314"/>
            </a:xfrm>
            <a:custGeom>
              <a:avLst/>
              <a:pathLst>
                <a:path w="1049988" h="117314">
                  <a:moveTo>
                    <a:pt x="0" y="117314"/>
                  </a:moveTo>
                  <a:lnTo>
                    <a:pt x="67425" y="109781"/>
                  </a:lnTo>
                  <a:lnTo>
                    <a:pt x="126898" y="103136"/>
                  </a:lnTo>
                  <a:lnTo>
                    <a:pt x="180098" y="97192"/>
                  </a:lnTo>
                  <a:lnTo>
                    <a:pt x="228224" y="91815"/>
                  </a:lnTo>
                  <a:lnTo>
                    <a:pt x="272159" y="86906"/>
                  </a:lnTo>
                  <a:lnTo>
                    <a:pt x="312576" y="82390"/>
                  </a:lnTo>
                  <a:lnTo>
                    <a:pt x="349996" y="78209"/>
                  </a:lnTo>
                  <a:lnTo>
                    <a:pt x="384833" y="74317"/>
                  </a:lnTo>
                  <a:lnTo>
                    <a:pt x="417421" y="70676"/>
                  </a:lnTo>
                  <a:lnTo>
                    <a:pt x="448033" y="67256"/>
                  </a:lnTo>
                  <a:lnTo>
                    <a:pt x="476894" y="64031"/>
                  </a:lnTo>
                  <a:lnTo>
                    <a:pt x="504195" y="60981"/>
                  </a:lnTo>
                  <a:lnTo>
                    <a:pt x="530094" y="58087"/>
                  </a:lnTo>
                  <a:lnTo>
                    <a:pt x="554730" y="55334"/>
                  </a:lnTo>
                  <a:lnTo>
                    <a:pt x="578220" y="52710"/>
                  </a:lnTo>
                  <a:lnTo>
                    <a:pt x="600666" y="50202"/>
                  </a:lnTo>
                  <a:lnTo>
                    <a:pt x="622156" y="47801"/>
                  </a:lnTo>
                  <a:lnTo>
                    <a:pt x="642768" y="45498"/>
                  </a:lnTo>
                  <a:lnTo>
                    <a:pt x="662572" y="43285"/>
                  </a:lnTo>
                  <a:lnTo>
                    <a:pt x="681629" y="41156"/>
                  </a:lnTo>
                  <a:lnTo>
                    <a:pt x="699992" y="39104"/>
                  </a:lnTo>
                  <a:lnTo>
                    <a:pt x="717711" y="37125"/>
                  </a:lnTo>
                  <a:lnTo>
                    <a:pt x="734829" y="35212"/>
                  </a:lnTo>
                  <a:lnTo>
                    <a:pt x="751386" y="33362"/>
                  </a:lnTo>
                  <a:lnTo>
                    <a:pt x="767417" y="31571"/>
                  </a:lnTo>
                  <a:lnTo>
                    <a:pt x="782955" y="29835"/>
                  </a:lnTo>
                  <a:lnTo>
                    <a:pt x="798029" y="28151"/>
                  </a:lnTo>
                  <a:lnTo>
                    <a:pt x="812666" y="26515"/>
                  </a:lnTo>
                  <a:lnTo>
                    <a:pt x="826890" y="24926"/>
                  </a:lnTo>
                  <a:lnTo>
                    <a:pt x="840725" y="23380"/>
                  </a:lnTo>
                  <a:lnTo>
                    <a:pt x="854191" y="21876"/>
                  </a:lnTo>
                  <a:lnTo>
                    <a:pt x="867307" y="20410"/>
                  </a:lnTo>
                  <a:lnTo>
                    <a:pt x="880091" y="18982"/>
                  </a:lnTo>
                  <a:lnTo>
                    <a:pt x="892559" y="17589"/>
                  </a:lnTo>
                  <a:lnTo>
                    <a:pt x="904727" y="16229"/>
                  </a:lnTo>
                  <a:lnTo>
                    <a:pt x="916608" y="14902"/>
                  </a:lnTo>
                  <a:lnTo>
                    <a:pt x="928216" y="13605"/>
                  </a:lnTo>
                  <a:lnTo>
                    <a:pt x="939564" y="12337"/>
                  </a:lnTo>
                  <a:lnTo>
                    <a:pt x="950662" y="11097"/>
                  </a:lnTo>
                  <a:lnTo>
                    <a:pt x="961521" y="9884"/>
                  </a:lnTo>
                  <a:lnTo>
                    <a:pt x="972152" y="8696"/>
                  </a:lnTo>
                  <a:lnTo>
                    <a:pt x="982563" y="7533"/>
                  </a:lnTo>
                  <a:lnTo>
                    <a:pt x="992764" y="6393"/>
                  </a:lnTo>
                  <a:lnTo>
                    <a:pt x="1002763" y="5276"/>
                  </a:lnTo>
                  <a:lnTo>
                    <a:pt x="1012568" y="4180"/>
                  </a:lnTo>
                  <a:lnTo>
                    <a:pt x="1022187" y="3106"/>
                  </a:lnTo>
                  <a:lnTo>
                    <a:pt x="1031625" y="2051"/>
                  </a:lnTo>
                  <a:lnTo>
                    <a:pt x="1040890" y="1016"/>
                  </a:lnTo>
                  <a:lnTo>
                    <a:pt x="104998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1421946" y="4873625"/>
              <a:ext cx="1049988" cy="95527"/>
            </a:xfrm>
            <a:custGeom>
              <a:avLst/>
              <a:pathLst>
                <a:path w="1049988" h="95527">
                  <a:moveTo>
                    <a:pt x="0" y="0"/>
                  </a:moveTo>
                  <a:lnTo>
                    <a:pt x="67425" y="6134"/>
                  </a:lnTo>
                  <a:lnTo>
                    <a:pt x="126898" y="11545"/>
                  </a:lnTo>
                  <a:lnTo>
                    <a:pt x="180098" y="16385"/>
                  </a:lnTo>
                  <a:lnTo>
                    <a:pt x="228224" y="20763"/>
                  </a:lnTo>
                  <a:lnTo>
                    <a:pt x="272159" y="24760"/>
                  </a:lnTo>
                  <a:lnTo>
                    <a:pt x="312576" y="28438"/>
                  </a:lnTo>
                  <a:lnTo>
                    <a:pt x="349996" y="31842"/>
                  </a:lnTo>
                  <a:lnTo>
                    <a:pt x="384833" y="35011"/>
                  </a:lnTo>
                  <a:lnTo>
                    <a:pt x="417421" y="37976"/>
                  </a:lnTo>
                  <a:lnTo>
                    <a:pt x="448033" y="40761"/>
                  </a:lnTo>
                  <a:lnTo>
                    <a:pt x="476894" y="43387"/>
                  </a:lnTo>
                  <a:lnTo>
                    <a:pt x="504195" y="45871"/>
                  </a:lnTo>
                  <a:lnTo>
                    <a:pt x="530094" y="48227"/>
                  </a:lnTo>
                  <a:lnTo>
                    <a:pt x="554730" y="50469"/>
                  </a:lnTo>
                  <a:lnTo>
                    <a:pt x="578220" y="52606"/>
                  </a:lnTo>
                  <a:lnTo>
                    <a:pt x="600666" y="54648"/>
                  </a:lnTo>
                  <a:lnTo>
                    <a:pt x="622156" y="56603"/>
                  </a:lnTo>
                  <a:lnTo>
                    <a:pt x="642768" y="58478"/>
                  </a:lnTo>
                  <a:lnTo>
                    <a:pt x="662572" y="60280"/>
                  </a:lnTo>
                  <a:lnTo>
                    <a:pt x="681629" y="62014"/>
                  </a:lnTo>
                  <a:lnTo>
                    <a:pt x="699992" y="63685"/>
                  </a:lnTo>
                  <a:lnTo>
                    <a:pt x="717711" y="65297"/>
                  </a:lnTo>
                  <a:lnTo>
                    <a:pt x="734829" y="66854"/>
                  </a:lnTo>
                  <a:lnTo>
                    <a:pt x="751386" y="68360"/>
                  </a:lnTo>
                  <a:lnTo>
                    <a:pt x="767417" y="69819"/>
                  </a:lnTo>
                  <a:lnTo>
                    <a:pt x="782955" y="71232"/>
                  </a:lnTo>
                  <a:lnTo>
                    <a:pt x="798029" y="72604"/>
                  </a:lnTo>
                  <a:lnTo>
                    <a:pt x="812666" y="73936"/>
                  </a:lnTo>
                  <a:lnTo>
                    <a:pt x="826890" y="75230"/>
                  </a:lnTo>
                  <a:lnTo>
                    <a:pt x="840725" y="76488"/>
                  </a:lnTo>
                  <a:lnTo>
                    <a:pt x="854191" y="77713"/>
                  </a:lnTo>
                  <a:lnTo>
                    <a:pt x="867307" y="78907"/>
                  </a:lnTo>
                  <a:lnTo>
                    <a:pt x="880091" y="80070"/>
                  </a:lnTo>
                  <a:lnTo>
                    <a:pt x="892559" y="81204"/>
                  </a:lnTo>
                  <a:lnTo>
                    <a:pt x="904727" y="82311"/>
                  </a:lnTo>
                  <a:lnTo>
                    <a:pt x="916608" y="83392"/>
                  </a:lnTo>
                  <a:lnTo>
                    <a:pt x="928216" y="84448"/>
                  </a:lnTo>
                  <a:lnTo>
                    <a:pt x="939564" y="85481"/>
                  </a:lnTo>
                  <a:lnTo>
                    <a:pt x="950662" y="86490"/>
                  </a:lnTo>
                  <a:lnTo>
                    <a:pt x="961521" y="87478"/>
                  </a:lnTo>
                  <a:lnTo>
                    <a:pt x="972152" y="88446"/>
                  </a:lnTo>
                  <a:lnTo>
                    <a:pt x="982563" y="89393"/>
                  </a:lnTo>
                  <a:lnTo>
                    <a:pt x="992764" y="90321"/>
                  </a:lnTo>
                  <a:lnTo>
                    <a:pt x="1002763" y="91231"/>
                  </a:lnTo>
                  <a:lnTo>
                    <a:pt x="1012568" y="92123"/>
                  </a:lnTo>
                  <a:lnTo>
                    <a:pt x="1022187" y="92998"/>
                  </a:lnTo>
                  <a:lnTo>
                    <a:pt x="1031625" y="93856"/>
                  </a:lnTo>
                  <a:lnTo>
                    <a:pt x="1040890" y="94699"/>
                  </a:lnTo>
                  <a:lnTo>
                    <a:pt x="1049988" y="9552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7" name="pl786"/>
            <p:cNvSpPr/>
            <p:nvPr/>
          </p:nvSpPr>
          <p:spPr>
            <a:xfrm>
              <a:off x="1421946" y="4993177"/>
              <a:ext cx="1049988" cy="181528"/>
            </a:xfrm>
            <a:custGeom>
              <a:avLst/>
              <a:pathLst>
                <a:path w="1049988" h="181528">
                  <a:moveTo>
                    <a:pt x="0" y="0"/>
                  </a:moveTo>
                  <a:lnTo>
                    <a:pt x="67425" y="11656"/>
                  </a:lnTo>
                  <a:lnTo>
                    <a:pt x="126898" y="21938"/>
                  </a:lnTo>
                  <a:lnTo>
                    <a:pt x="180098" y="31136"/>
                  </a:lnTo>
                  <a:lnTo>
                    <a:pt x="228224" y="39456"/>
                  </a:lnTo>
                  <a:lnTo>
                    <a:pt x="272159" y="47052"/>
                  </a:lnTo>
                  <a:lnTo>
                    <a:pt x="312576" y="54040"/>
                  </a:lnTo>
                  <a:lnTo>
                    <a:pt x="349996" y="60509"/>
                  </a:lnTo>
                  <a:lnTo>
                    <a:pt x="384833" y="66532"/>
                  </a:lnTo>
                  <a:lnTo>
                    <a:pt x="417421" y="72166"/>
                  </a:lnTo>
                  <a:lnTo>
                    <a:pt x="448033" y="77458"/>
                  </a:lnTo>
                  <a:lnTo>
                    <a:pt x="476894" y="82448"/>
                  </a:lnTo>
                  <a:lnTo>
                    <a:pt x="504195" y="87168"/>
                  </a:lnTo>
                  <a:lnTo>
                    <a:pt x="530094" y="91646"/>
                  </a:lnTo>
                  <a:lnTo>
                    <a:pt x="554730" y="95905"/>
                  </a:lnTo>
                  <a:lnTo>
                    <a:pt x="578220" y="99966"/>
                  </a:lnTo>
                  <a:lnTo>
                    <a:pt x="600666" y="103847"/>
                  </a:lnTo>
                  <a:lnTo>
                    <a:pt x="622156" y="107562"/>
                  </a:lnTo>
                  <a:lnTo>
                    <a:pt x="642768" y="111125"/>
                  </a:lnTo>
                  <a:lnTo>
                    <a:pt x="662572" y="114549"/>
                  </a:lnTo>
                  <a:lnTo>
                    <a:pt x="681629" y="117844"/>
                  </a:lnTo>
                  <a:lnTo>
                    <a:pt x="699992" y="121019"/>
                  </a:lnTo>
                  <a:lnTo>
                    <a:pt x="717711" y="124082"/>
                  </a:lnTo>
                  <a:lnTo>
                    <a:pt x="734829" y="127042"/>
                  </a:lnTo>
                  <a:lnTo>
                    <a:pt x="751386" y="129904"/>
                  </a:lnTo>
                  <a:lnTo>
                    <a:pt x="767417" y="132676"/>
                  </a:lnTo>
                  <a:lnTo>
                    <a:pt x="782955" y="135362"/>
                  </a:lnTo>
                  <a:lnTo>
                    <a:pt x="798029" y="137968"/>
                  </a:lnTo>
                  <a:lnTo>
                    <a:pt x="812666" y="140498"/>
                  </a:lnTo>
                  <a:lnTo>
                    <a:pt x="826890" y="142958"/>
                  </a:lnTo>
                  <a:lnTo>
                    <a:pt x="840725" y="145350"/>
                  </a:lnTo>
                  <a:lnTo>
                    <a:pt x="854191" y="147678"/>
                  </a:lnTo>
                  <a:lnTo>
                    <a:pt x="867307" y="149945"/>
                  </a:lnTo>
                  <a:lnTo>
                    <a:pt x="880091" y="152155"/>
                  </a:lnTo>
                  <a:lnTo>
                    <a:pt x="892559" y="154311"/>
                  </a:lnTo>
                  <a:lnTo>
                    <a:pt x="904727" y="156415"/>
                  </a:lnTo>
                  <a:lnTo>
                    <a:pt x="916608" y="158469"/>
                  </a:lnTo>
                  <a:lnTo>
                    <a:pt x="928216" y="160476"/>
                  </a:lnTo>
                  <a:lnTo>
                    <a:pt x="939564" y="162437"/>
                  </a:lnTo>
                  <a:lnTo>
                    <a:pt x="950662" y="164356"/>
                  </a:lnTo>
                  <a:lnTo>
                    <a:pt x="961521" y="166234"/>
                  </a:lnTo>
                  <a:lnTo>
                    <a:pt x="972152" y="168071"/>
                  </a:lnTo>
                  <a:lnTo>
                    <a:pt x="982563" y="169871"/>
                  </a:lnTo>
                  <a:lnTo>
                    <a:pt x="992764" y="171635"/>
                  </a:lnTo>
                  <a:lnTo>
                    <a:pt x="1002763" y="173364"/>
                  </a:lnTo>
                  <a:lnTo>
                    <a:pt x="1012568" y="175059"/>
                  </a:lnTo>
                  <a:lnTo>
                    <a:pt x="1022187" y="176722"/>
                  </a:lnTo>
                  <a:lnTo>
                    <a:pt x="1031625" y="178354"/>
                  </a:lnTo>
                  <a:lnTo>
                    <a:pt x="1040890" y="179955"/>
                  </a:lnTo>
                  <a:lnTo>
                    <a:pt x="1049988" y="18152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8" name="pl787"/>
            <p:cNvSpPr/>
            <p:nvPr/>
          </p:nvSpPr>
          <p:spPr>
            <a:xfrm>
              <a:off x="1421946" y="4952398"/>
              <a:ext cx="1049988" cy="7899"/>
            </a:xfrm>
            <a:custGeom>
              <a:avLst/>
              <a:pathLst>
                <a:path w="1049988" h="7899">
                  <a:moveTo>
                    <a:pt x="0" y="7899"/>
                  </a:moveTo>
                  <a:lnTo>
                    <a:pt x="67425" y="7392"/>
                  </a:lnTo>
                  <a:lnTo>
                    <a:pt x="126898" y="6945"/>
                  </a:lnTo>
                  <a:lnTo>
                    <a:pt x="180098" y="6544"/>
                  </a:lnTo>
                  <a:lnTo>
                    <a:pt x="228224" y="6182"/>
                  </a:lnTo>
                  <a:lnTo>
                    <a:pt x="272159" y="5852"/>
                  </a:lnTo>
                  <a:lnTo>
                    <a:pt x="312576" y="5548"/>
                  </a:lnTo>
                  <a:lnTo>
                    <a:pt x="349996" y="5266"/>
                  </a:lnTo>
                  <a:lnTo>
                    <a:pt x="384833" y="5004"/>
                  </a:lnTo>
                  <a:lnTo>
                    <a:pt x="417421" y="4759"/>
                  </a:lnTo>
                  <a:lnTo>
                    <a:pt x="448033" y="4528"/>
                  </a:lnTo>
                  <a:lnTo>
                    <a:pt x="476894" y="4311"/>
                  </a:lnTo>
                  <a:lnTo>
                    <a:pt x="504195" y="4106"/>
                  </a:lnTo>
                  <a:lnTo>
                    <a:pt x="530094" y="3911"/>
                  </a:lnTo>
                  <a:lnTo>
                    <a:pt x="554730" y="3726"/>
                  </a:lnTo>
                  <a:lnTo>
                    <a:pt x="578220" y="3549"/>
                  </a:lnTo>
                  <a:lnTo>
                    <a:pt x="600666" y="3380"/>
                  </a:lnTo>
                  <a:lnTo>
                    <a:pt x="622156" y="3218"/>
                  </a:lnTo>
                  <a:lnTo>
                    <a:pt x="642768" y="3063"/>
                  </a:lnTo>
                  <a:lnTo>
                    <a:pt x="662572" y="2914"/>
                  </a:lnTo>
                  <a:lnTo>
                    <a:pt x="681629" y="2771"/>
                  </a:lnTo>
                  <a:lnTo>
                    <a:pt x="699992" y="2633"/>
                  </a:lnTo>
                  <a:lnTo>
                    <a:pt x="717711" y="2499"/>
                  </a:lnTo>
                  <a:lnTo>
                    <a:pt x="734829" y="2371"/>
                  </a:lnTo>
                  <a:lnTo>
                    <a:pt x="751386" y="2246"/>
                  </a:lnTo>
                  <a:lnTo>
                    <a:pt x="767417" y="2125"/>
                  </a:lnTo>
                  <a:lnTo>
                    <a:pt x="782955" y="2009"/>
                  </a:lnTo>
                  <a:lnTo>
                    <a:pt x="798029" y="1895"/>
                  </a:lnTo>
                  <a:lnTo>
                    <a:pt x="812666" y="1785"/>
                  </a:lnTo>
                  <a:lnTo>
                    <a:pt x="826890" y="1678"/>
                  </a:lnTo>
                  <a:lnTo>
                    <a:pt x="840725" y="1574"/>
                  </a:lnTo>
                  <a:lnTo>
                    <a:pt x="854191" y="1473"/>
                  </a:lnTo>
                  <a:lnTo>
                    <a:pt x="867307" y="1374"/>
                  </a:lnTo>
                  <a:lnTo>
                    <a:pt x="880091" y="1278"/>
                  </a:lnTo>
                  <a:lnTo>
                    <a:pt x="892559" y="1184"/>
                  </a:lnTo>
                  <a:lnTo>
                    <a:pt x="904727" y="1092"/>
                  </a:lnTo>
                  <a:lnTo>
                    <a:pt x="916608" y="1003"/>
                  </a:lnTo>
                  <a:lnTo>
                    <a:pt x="928216" y="916"/>
                  </a:lnTo>
                  <a:lnTo>
                    <a:pt x="939564" y="830"/>
                  </a:lnTo>
                  <a:lnTo>
                    <a:pt x="950662" y="747"/>
                  </a:lnTo>
                  <a:lnTo>
                    <a:pt x="961521" y="665"/>
                  </a:lnTo>
                  <a:lnTo>
                    <a:pt x="972152" y="585"/>
                  </a:lnTo>
                  <a:lnTo>
                    <a:pt x="982563" y="507"/>
                  </a:lnTo>
                  <a:lnTo>
                    <a:pt x="992764" y="430"/>
                  </a:lnTo>
                  <a:lnTo>
                    <a:pt x="1002763" y="355"/>
                  </a:lnTo>
                  <a:lnTo>
                    <a:pt x="1012568" y="281"/>
                  </a:lnTo>
                  <a:lnTo>
                    <a:pt x="1022187" y="209"/>
                  </a:lnTo>
                  <a:lnTo>
                    <a:pt x="1031625" y="138"/>
                  </a:lnTo>
                  <a:lnTo>
                    <a:pt x="1040890" y="68"/>
                  </a:lnTo>
                  <a:lnTo>
                    <a:pt x="104998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9" name="pl788"/>
            <p:cNvSpPr/>
            <p:nvPr/>
          </p:nvSpPr>
          <p:spPr>
            <a:xfrm>
              <a:off x="1421946" y="4984048"/>
              <a:ext cx="1049988" cy="71006"/>
            </a:xfrm>
            <a:custGeom>
              <a:avLst/>
              <a:pathLst>
                <a:path w="1049988" h="71006">
                  <a:moveTo>
                    <a:pt x="0" y="0"/>
                  </a:moveTo>
                  <a:lnTo>
                    <a:pt x="67425" y="4559"/>
                  </a:lnTo>
                  <a:lnTo>
                    <a:pt x="126898" y="8581"/>
                  </a:lnTo>
                  <a:lnTo>
                    <a:pt x="180098" y="12179"/>
                  </a:lnTo>
                  <a:lnTo>
                    <a:pt x="228224" y="15433"/>
                  </a:lnTo>
                  <a:lnTo>
                    <a:pt x="272159" y="18405"/>
                  </a:lnTo>
                  <a:lnTo>
                    <a:pt x="312576" y="21138"/>
                  </a:lnTo>
                  <a:lnTo>
                    <a:pt x="349996" y="23668"/>
                  </a:lnTo>
                  <a:lnTo>
                    <a:pt x="384833" y="26024"/>
                  </a:lnTo>
                  <a:lnTo>
                    <a:pt x="417421" y="28228"/>
                  </a:lnTo>
                  <a:lnTo>
                    <a:pt x="448033" y="30298"/>
                  </a:lnTo>
                  <a:lnTo>
                    <a:pt x="476894" y="32250"/>
                  </a:lnTo>
                  <a:lnTo>
                    <a:pt x="504195" y="34096"/>
                  </a:lnTo>
                  <a:lnTo>
                    <a:pt x="530094" y="35848"/>
                  </a:lnTo>
                  <a:lnTo>
                    <a:pt x="554730" y="37514"/>
                  </a:lnTo>
                  <a:lnTo>
                    <a:pt x="578220" y="39102"/>
                  </a:lnTo>
                  <a:lnTo>
                    <a:pt x="600666" y="40620"/>
                  </a:lnTo>
                  <a:lnTo>
                    <a:pt x="622156" y="42073"/>
                  </a:lnTo>
                  <a:lnTo>
                    <a:pt x="642768" y="43467"/>
                  </a:lnTo>
                  <a:lnTo>
                    <a:pt x="662572" y="44806"/>
                  </a:lnTo>
                  <a:lnTo>
                    <a:pt x="681629" y="46095"/>
                  </a:lnTo>
                  <a:lnTo>
                    <a:pt x="699992" y="47337"/>
                  </a:lnTo>
                  <a:lnTo>
                    <a:pt x="717711" y="48535"/>
                  </a:lnTo>
                  <a:lnTo>
                    <a:pt x="734829" y="49693"/>
                  </a:lnTo>
                  <a:lnTo>
                    <a:pt x="751386" y="50813"/>
                  </a:lnTo>
                  <a:lnTo>
                    <a:pt x="767417" y="51897"/>
                  </a:lnTo>
                  <a:lnTo>
                    <a:pt x="782955" y="52947"/>
                  </a:lnTo>
                  <a:lnTo>
                    <a:pt x="798029" y="53967"/>
                  </a:lnTo>
                  <a:lnTo>
                    <a:pt x="812666" y="54957"/>
                  </a:lnTo>
                  <a:lnTo>
                    <a:pt x="826890" y="55919"/>
                  </a:lnTo>
                  <a:lnTo>
                    <a:pt x="840725" y="56854"/>
                  </a:lnTo>
                  <a:lnTo>
                    <a:pt x="854191" y="57765"/>
                  </a:lnTo>
                  <a:lnTo>
                    <a:pt x="867307" y="58652"/>
                  </a:lnTo>
                  <a:lnTo>
                    <a:pt x="880091" y="59516"/>
                  </a:lnTo>
                  <a:lnTo>
                    <a:pt x="892559" y="60359"/>
                  </a:lnTo>
                  <a:lnTo>
                    <a:pt x="904727" y="61182"/>
                  </a:lnTo>
                  <a:lnTo>
                    <a:pt x="916608" y="61986"/>
                  </a:lnTo>
                  <a:lnTo>
                    <a:pt x="928216" y="62771"/>
                  </a:lnTo>
                  <a:lnTo>
                    <a:pt x="939564" y="63538"/>
                  </a:lnTo>
                  <a:lnTo>
                    <a:pt x="950662" y="64289"/>
                  </a:lnTo>
                  <a:lnTo>
                    <a:pt x="961521" y="65023"/>
                  </a:lnTo>
                  <a:lnTo>
                    <a:pt x="972152" y="65742"/>
                  </a:lnTo>
                  <a:lnTo>
                    <a:pt x="982563" y="66446"/>
                  </a:lnTo>
                  <a:lnTo>
                    <a:pt x="992764" y="67136"/>
                  </a:lnTo>
                  <a:lnTo>
                    <a:pt x="1002763" y="67812"/>
                  </a:lnTo>
                  <a:lnTo>
                    <a:pt x="1012568" y="68475"/>
                  </a:lnTo>
                  <a:lnTo>
                    <a:pt x="1022187" y="69126"/>
                  </a:lnTo>
                  <a:lnTo>
                    <a:pt x="1031625" y="69764"/>
                  </a:lnTo>
                  <a:lnTo>
                    <a:pt x="1040890" y="70390"/>
                  </a:lnTo>
                  <a:lnTo>
                    <a:pt x="1049988" y="7100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0" name="rc789"/>
            <p:cNvSpPr/>
            <p:nvPr/>
          </p:nvSpPr>
          <p:spPr>
            <a:xfrm>
              <a:off x="1342663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91" name="pl790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tx791"/>
            <p:cNvSpPr/>
            <p:nvPr/>
          </p:nvSpPr>
          <p:spPr>
            <a:xfrm rot="-5400000">
              <a:off x="1152636" y="515877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93" name="tx792"/>
            <p:cNvSpPr/>
            <p:nvPr/>
          </p:nvSpPr>
          <p:spPr>
            <a:xfrm rot="-5400000">
              <a:off x="1152636" y="478633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94" name="tx793"/>
            <p:cNvSpPr/>
            <p:nvPr/>
          </p:nvSpPr>
          <p:spPr>
            <a:xfrm rot="-5400000">
              <a:off x="1152636" y="441390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95" name="pl794"/>
            <p:cNvSpPr/>
            <p:nvPr/>
          </p:nvSpPr>
          <p:spPr>
            <a:xfrm>
              <a:off x="1311032" y="51997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5"/>
            <p:cNvSpPr/>
            <p:nvPr/>
          </p:nvSpPr>
          <p:spPr>
            <a:xfrm>
              <a:off x="1311032" y="482734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6"/>
            <p:cNvSpPr/>
            <p:nvPr/>
          </p:nvSpPr>
          <p:spPr>
            <a:xfrm>
              <a:off x="1311032" y="44549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7"/>
            <p:cNvSpPr/>
            <p:nvPr/>
          </p:nvSpPr>
          <p:spPr>
            <a:xfrm>
              <a:off x="1342663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8"/>
            <p:cNvSpPr/>
            <p:nvPr/>
          </p:nvSpPr>
          <p:spPr>
            <a:xfrm>
              <a:off x="142194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799"/>
            <p:cNvSpPr/>
            <p:nvPr/>
          </p:nvSpPr>
          <p:spPr>
            <a:xfrm>
              <a:off x="177194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0"/>
            <p:cNvSpPr/>
            <p:nvPr/>
          </p:nvSpPr>
          <p:spPr>
            <a:xfrm>
              <a:off x="212193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1"/>
            <p:cNvSpPr/>
            <p:nvPr/>
          </p:nvSpPr>
          <p:spPr>
            <a:xfrm>
              <a:off x="247193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tx802"/>
            <p:cNvSpPr/>
            <p:nvPr/>
          </p:nvSpPr>
          <p:spPr>
            <a:xfrm>
              <a:off x="139017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4" name="tx803"/>
            <p:cNvSpPr/>
            <p:nvPr/>
          </p:nvSpPr>
          <p:spPr>
            <a:xfrm>
              <a:off x="174016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05" name="tx804"/>
            <p:cNvSpPr/>
            <p:nvPr/>
          </p:nvSpPr>
          <p:spPr>
            <a:xfrm>
              <a:off x="209016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06" name="tx805"/>
            <p:cNvSpPr/>
            <p:nvPr/>
          </p:nvSpPr>
          <p:spPr>
            <a:xfrm>
              <a:off x="244015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07" name="tx806"/>
            <p:cNvSpPr/>
            <p:nvPr/>
          </p:nvSpPr>
          <p:spPr>
            <a:xfrm>
              <a:off x="165460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08" name="tx807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809" name="rc808"/>
            <p:cNvSpPr/>
            <p:nvPr/>
          </p:nvSpPr>
          <p:spPr>
            <a:xfrm>
              <a:off x="2806669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836680" y="467045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870582" y="440564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855582" y="470968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841075" y="46817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868302" y="426832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847122" y="464872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862853" y="500234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839288" y="488609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832664" y="46802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867000" y="41993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195739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181092" y="462122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186212" y="47228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185962" y="51096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201160" y="472620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182310" y="487507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187888" y="495684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188324" y="50322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200088" y="48159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180444" y="451212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212460" y="446848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209529" y="494927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212285" y="479709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215796" y="483744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216552" y="473186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185145" y="441890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220606" y="489907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226424" y="426938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42027" y="437534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27256" y="47812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28383" y="469866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554502" y="48876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528373" y="486050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559995" y="49594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575791" y="462471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567891" y="451640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529224" y="452016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548526" y="457888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558806" y="473172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543141" y="430748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568298" y="498363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555299" y="509392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543380" y="466836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534604" y="446164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531332" y="474076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562145" y="509537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559158" y="41575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559537" y="460230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09836" y="489146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888295" y="473140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891663" y="488566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15292" y="48693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882351" y="495519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01411" y="467768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882995" y="483634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3892279" y="518244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3902548" y="47390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3917904" y="495017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3919015" y="496573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3894552" y="479506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3886662" y="47037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3916137" y="504082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3895302" y="495780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3922208" y="499075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3902355" y="447558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3883392" y="460936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3919988" y="500042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3877723" y="48027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3885499" y="46519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3907549" y="469078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3909942" y="46194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3909444" y="48835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2880328" y="4726282"/>
              <a:ext cx="1048497" cy="10858"/>
            </a:xfrm>
            <a:custGeom>
              <a:avLst/>
              <a:pathLst>
                <a:path w="1048497" h="10858">
                  <a:moveTo>
                    <a:pt x="0" y="0"/>
                  </a:moveTo>
                  <a:lnTo>
                    <a:pt x="67329" y="697"/>
                  </a:lnTo>
                  <a:lnTo>
                    <a:pt x="126717" y="1312"/>
                  </a:lnTo>
                  <a:lnTo>
                    <a:pt x="179842" y="1862"/>
                  </a:lnTo>
                  <a:lnTo>
                    <a:pt x="227900" y="2360"/>
                  </a:lnTo>
                  <a:lnTo>
                    <a:pt x="271773" y="2814"/>
                  </a:lnTo>
                  <a:lnTo>
                    <a:pt x="312132" y="3232"/>
                  </a:lnTo>
                  <a:lnTo>
                    <a:pt x="349499" y="3619"/>
                  </a:lnTo>
                  <a:lnTo>
                    <a:pt x="384286" y="3979"/>
                  </a:lnTo>
                  <a:lnTo>
                    <a:pt x="416828" y="4316"/>
                  </a:lnTo>
                  <a:lnTo>
                    <a:pt x="447396" y="4633"/>
                  </a:lnTo>
                  <a:lnTo>
                    <a:pt x="476216" y="4931"/>
                  </a:lnTo>
                  <a:lnTo>
                    <a:pt x="503478" y="5214"/>
                  </a:lnTo>
                  <a:lnTo>
                    <a:pt x="529341" y="5481"/>
                  </a:lnTo>
                  <a:lnTo>
                    <a:pt x="553942" y="5736"/>
                  </a:lnTo>
                  <a:lnTo>
                    <a:pt x="577399" y="5979"/>
                  </a:lnTo>
                  <a:lnTo>
                    <a:pt x="599812" y="6211"/>
                  </a:lnTo>
                  <a:lnTo>
                    <a:pt x="621272" y="6434"/>
                  </a:lnTo>
                  <a:lnTo>
                    <a:pt x="641855" y="6647"/>
                  </a:lnTo>
                  <a:lnTo>
                    <a:pt x="661631" y="6851"/>
                  </a:lnTo>
                  <a:lnTo>
                    <a:pt x="680660" y="7049"/>
                  </a:lnTo>
                  <a:lnTo>
                    <a:pt x="698998" y="7238"/>
                  </a:lnTo>
                  <a:lnTo>
                    <a:pt x="716691" y="7422"/>
                  </a:lnTo>
                  <a:lnTo>
                    <a:pt x="733785" y="7599"/>
                  </a:lnTo>
                  <a:lnTo>
                    <a:pt x="750319" y="7770"/>
                  </a:lnTo>
                  <a:lnTo>
                    <a:pt x="766327" y="7936"/>
                  </a:lnTo>
                  <a:lnTo>
                    <a:pt x="781843" y="8096"/>
                  </a:lnTo>
                  <a:lnTo>
                    <a:pt x="796895" y="8252"/>
                  </a:lnTo>
                  <a:lnTo>
                    <a:pt x="811511" y="8404"/>
                  </a:lnTo>
                  <a:lnTo>
                    <a:pt x="825716" y="8551"/>
                  </a:lnTo>
                  <a:lnTo>
                    <a:pt x="839531" y="8694"/>
                  </a:lnTo>
                  <a:lnTo>
                    <a:pt x="852977" y="8833"/>
                  </a:lnTo>
                  <a:lnTo>
                    <a:pt x="866075" y="8969"/>
                  </a:lnTo>
                  <a:lnTo>
                    <a:pt x="878841" y="9101"/>
                  </a:lnTo>
                  <a:lnTo>
                    <a:pt x="891291" y="9230"/>
                  </a:lnTo>
                  <a:lnTo>
                    <a:pt x="903442" y="9356"/>
                  </a:lnTo>
                  <a:lnTo>
                    <a:pt x="915306" y="9479"/>
                  </a:lnTo>
                  <a:lnTo>
                    <a:pt x="926898" y="9599"/>
                  </a:lnTo>
                  <a:lnTo>
                    <a:pt x="938229" y="9716"/>
                  </a:lnTo>
                  <a:lnTo>
                    <a:pt x="949311" y="9831"/>
                  </a:lnTo>
                  <a:lnTo>
                    <a:pt x="960155" y="9943"/>
                  </a:lnTo>
                  <a:lnTo>
                    <a:pt x="970771" y="10053"/>
                  </a:lnTo>
                  <a:lnTo>
                    <a:pt x="981167" y="10161"/>
                  </a:lnTo>
                  <a:lnTo>
                    <a:pt x="991354" y="10266"/>
                  </a:lnTo>
                  <a:lnTo>
                    <a:pt x="1001339" y="10370"/>
                  </a:lnTo>
                  <a:lnTo>
                    <a:pt x="1011130" y="10471"/>
                  </a:lnTo>
                  <a:lnTo>
                    <a:pt x="1020734" y="10570"/>
                  </a:lnTo>
                  <a:lnTo>
                    <a:pt x="1030159" y="10668"/>
                  </a:lnTo>
                  <a:lnTo>
                    <a:pt x="1039411" y="10764"/>
                  </a:lnTo>
                  <a:lnTo>
                    <a:pt x="1048497" y="1085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2880328" y="4708503"/>
              <a:ext cx="1048497" cy="18185"/>
            </a:xfrm>
            <a:custGeom>
              <a:avLst/>
              <a:pathLst>
                <a:path w="1048497" h="18185">
                  <a:moveTo>
                    <a:pt x="0" y="18185"/>
                  </a:moveTo>
                  <a:lnTo>
                    <a:pt x="67329" y="17017"/>
                  </a:lnTo>
                  <a:lnTo>
                    <a:pt x="126717" y="15987"/>
                  </a:lnTo>
                  <a:lnTo>
                    <a:pt x="179842" y="15066"/>
                  </a:lnTo>
                  <a:lnTo>
                    <a:pt x="227900" y="14232"/>
                  </a:lnTo>
                  <a:lnTo>
                    <a:pt x="271773" y="13471"/>
                  </a:lnTo>
                  <a:lnTo>
                    <a:pt x="312132" y="12771"/>
                  </a:lnTo>
                  <a:lnTo>
                    <a:pt x="349499" y="12123"/>
                  </a:lnTo>
                  <a:lnTo>
                    <a:pt x="384286" y="11520"/>
                  </a:lnTo>
                  <a:lnTo>
                    <a:pt x="416828" y="10956"/>
                  </a:lnTo>
                  <a:lnTo>
                    <a:pt x="447396" y="10425"/>
                  </a:lnTo>
                  <a:lnTo>
                    <a:pt x="476216" y="9925"/>
                  </a:lnTo>
                  <a:lnTo>
                    <a:pt x="503478" y="9453"/>
                  </a:lnTo>
                  <a:lnTo>
                    <a:pt x="529341" y="9004"/>
                  </a:lnTo>
                  <a:lnTo>
                    <a:pt x="553942" y="8577"/>
                  </a:lnTo>
                  <a:lnTo>
                    <a:pt x="577399" y="8170"/>
                  </a:lnTo>
                  <a:lnTo>
                    <a:pt x="599812" y="7782"/>
                  </a:lnTo>
                  <a:lnTo>
                    <a:pt x="621272" y="7410"/>
                  </a:lnTo>
                  <a:lnTo>
                    <a:pt x="641855" y="7053"/>
                  </a:lnTo>
                  <a:lnTo>
                    <a:pt x="661631" y="6710"/>
                  </a:lnTo>
                  <a:lnTo>
                    <a:pt x="680660" y="6379"/>
                  </a:lnTo>
                  <a:lnTo>
                    <a:pt x="698998" y="6061"/>
                  </a:lnTo>
                  <a:lnTo>
                    <a:pt x="716691" y="5755"/>
                  </a:lnTo>
                  <a:lnTo>
                    <a:pt x="733785" y="5458"/>
                  </a:lnTo>
                  <a:lnTo>
                    <a:pt x="750319" y="5171"/>
                  </a:lnTo>
                  <a:lnTo>
                    <a:pt x="766327" y="4894"/>
                  </a:lnTo>
                  <a:lnTo>
                    <a:pt x="781843" y="4624"/>
                  </a:lnTo>
                  <a:lnTo>
                    <a:pt x="796895" y="4363"/>
                  </a:lnTo>
                  <a:lnTo>
                    <a:pt x="811511" y="4110"/>
                  </a:lnTo>
                  <a:lnTo>
                    <a:pt x="825716" y="3864"/>
                  </a:lnTo>
                  <a:lnTo>
                    <a:pt x="839531" y="3624"/>
                  </a:lnTo>
                  <a:lnTo>
                    <a:pt x="852977" y="3391"/>
                  </a:lnTo>
                  <a:lnTo>
                    <a:pt x="866075" y="3164"/>
                  </a:lnTo>
                  <a:lnTo>
                    <a:pt x="878841" y="2942"/>
                  </a:lnTo>
                  <a:lnTo>
                    <a:pt x="891291" y="2726"/>
                  </a:lnTo>
                  <a:lnTo>
                    <a:pt x="903442" y="2515"/>
                  </a:lnTo>
                  <a:lnTo>
                    <a:pt x="915306" y="2310"/>
                  </a:lnTo>
                  <a:lnTo>
                    <a:pt x="926898" y="2109"/>
                  </a:lnTo>
                  <a:lnTo>
                    <a:pt x="938229" y="1912"/>
                  </a:lnTo>
                  <a:lnTo>
                    <a:pt x="949311" y="1720"/>
                  </a:lnTo>
                  <a:lnTo>
                    <a:pt x="960155" y="1532"/>
                  </a:lnTo>
                  <a:lnTo>
                    <a:pt x="970771" y="1348"/>
                  </a:lnTo>
                  <a:lnTo>
                    <a:pt x="981167" y="1167"/>
                  </a:lnTo>
                  <a:lnTo>
                    <a:pt x="991354" y="991"/>
                  </a:lnTo>
                  <a:lnTo>
                    <a:pt x="1001339" y="817"/>
                  </a:lnTo>
                  <a:lnTo>
                    <a:pt x="1011130" y="648"/>
                  </a:lnTo>
                  <a:lnTo>
                    <a:pt x="1020734" y="481"/>
                  </a:lnTo>
                  <a:lnTo>
                    <a:pt x="1030159" y="318"/>
                  </a:lnTo>
                  <a:lnTo>
                    <a:pt x="1039411" y="157"/>
                  </a:lnTo>
                  <a:lnTo>
                    <a:pt x="104849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2880328" y="4668252"/>
              <a:ext cx="1048497" cy="402926"/>
            </a:xfrm>
            <a:custGeom>
              <a:avLst/>
              <a:pathLst>
                <a:path w="1048497" h="402926">
                  <a:moveTo>
                    <a:pt x="0" y="0"/>
                  </a:moveTo>
                  <a:lnTo>
                    <a:pt x="67329" y="25873"/>
                  </a:lnTo>
                  <a:lnTo>
                    <a:pt x="126717" y="48696"/>
                  </a:lnTo>
                  <a:lnTo>
                    <a:pt x="179842" y="69111"/>
                  </a:lnTo>
                  <a:lnTo>
                    <a:pt x="227900" y="87579"/>
                  </a:lnTo>
                  <a:lnTo>
                    <a:pt x="271773" y="104439"/>
                  </a:lnTo>
                  <a:lnTo>
                    <a:pt x="312132" y="119949"/>
                  </a:lnTo>
                  <a:lnTo>
                    <a:pt x="349499" y="134308"/>
                  </a:lnTo>
                  <a:lnTo>
                    <a:pt x="384286" y="147677"/>
                  </a:lnTo>
                  <a:lnTo>
                    <a:pt x="416828" y="160182"/>
                  </a:lnTo>
                  <a:lnTo>
                    <a:pt x="447396" y="171929"/>
                  </a:lnTo>
                  <a:lnTo>
                    <a:pt x="476216" y="183005"/>
                  </a:lnTo>
                  <a:lnTo>
                    <a:pt x="503478" y="193481"/>
                  </a:lnTo>
                  <a:lnTo>
                    <a:pt x="529341" y="203420"/>
                  </a:lnTo>
                  <a:lnTo>
                    <a:pt x="553942" y="212874"/>
                  </a:lnTo>
                  <a:lnTo>
                    <a:pt x="577399" y="221888"/>
                  </a:lnTo>
                  <a:lnTo>
                    <a:pt x="599812" y="230501"/>
                  </a:lnTo>
                  <a:lnTo>
                    <a:pt x="621272" y="238748"/>
                  </a:lnTo>
                  <a:lnTo>
                    <a:pt x="641855" y="246658"/>
                  </a:lnTo>
                  <a:lnTo>
                    <a:pt x="661631" y="254257"/>
                  </a:lnTo>
                  <a:lnTo>
                    <a:pt x="680660" y="261570"/>
                  </a:lnTo>
                  <a:lnTo>
                    <a:pt x="698998" y="268617"/>
                  </a:lnTo>
                  <a:lnTo>
                    <a:pt x="716691" y="275417"/>
                  </a:lnTo>
                  <a:lnTo>
                    <a:pt x="733785" y="281986"/>
                  </a:lnTo>
                  <a:lnTo>
                    <a:pt x="750319" y="288339"/>
                  </a:lnTo>
                  <a:lnTo>
                    <a:pt x="766327" y="294491"/>
                  </a:lnTo>
                  <a:lnTo>
                    <a:pt x="781843" y="300454"/>
                  </a:lnTo>
                  <a:lnTo>
                    <a:pt x="796895" y="306238"/>
                  </a:lnTo>
                  <a:lnTo>
                    <a:pt x="811511" y="311855"/>
                  </a:lnTo>
                  <a:lnTo>
                    <a:pt x="825716" y="317313"/>
                  </a:lnTo>
                  <a:lnTo>
                    <a:pt x="839531" y="322622"/>
                  </a:lnTo>
                  <a:lnTo>
                    <a:pt x="852977" y="327790"/>
                  </a:lnTo>
                  <a:lnTo>
                    <a:pt x="866075" y="332823"/>
                  </a:lnTo>
                  <a:lnTo>
                    <a:pt x="878841" y="337729"/>
                  </a:lnTo>
                  <a:lnTo>
                    <a:pt x="891291" y="342513"/>
                  </a:lnTo>
                  <a:lnTo>
                    <a:pt x="903442" y="347183"/>
                  </a:lnTo>
                  <a:lnTo>
                    <a:pt x="915306" y="351742"/>
                  </a:lnTo>
                  <a:lnTo>
                    <a:pt x="926898" y="356197"/>
                  </a:lnTo>
                  <a:lnTo>
                    <a:pt x="938229" y="360551"/>
                  </a:lnTo>
                  <a:lnTo>
                    <a:pt x="949311" y="364810"/>
                  </a:lnTo>
                  <a:lnTo>
                    <a:pt x="960155" y="368977"/>
                  </a:lnTo>
                  <a:lnTo>
                    <a:pt x="970771" y="373057"/>
                  </a:lnTo>
                  <a:lnTo>
                    <a:pt x="981167" y="377052"/>
                  </a:lnTo>
                  <a:lnTo>
                    <a:pt x="991354" y="380967"/>
                  </a:lnTo>
                  <a:lnTo>
                    <a:pt x="1001339" y="384804"/>
                  </a:lnTo>
                  <a:lnTo>
                    <a:pt x="1011130" y="388566"/>
                  </a:lnTo>
                  <a:lnTo>
                    <a:pt x="1020734" y="392257"/>
                  </a:lnTo>
                  <a:lnTo>
                    <a:pt x="1030159" y="395879"/>
                  </a:lnTo>
                  <a:lnTo>
                    <a:pt x="1039411" y="399435"/>
                  </a:lnTo>
                  <a:lnTo>
                    <a:pt x="1048497" y="40292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2880328" y="4289152"/>
              <a:ext cx="1048497" cy="286438"/>
            </a:xfrm>
            <a:custGeom>
              <a:avLst/>
              <a:pathLst>
                <a:path w="1048497" h="286438">
                  <a:moveTo>
                    <a:pt x="0" y="0"/>
                  </a:moveTo>
                  <a:lnTo>
                    <a:pt x="67329" y="18393"/>
                  </a:lnTo>
                  <a:lnTo>
                    <a:pt x="126717" y="34617"/>
                  </a:lnTo>
                  <a:lnTo>
                    <a:pt x="179842" y="49131"/>
                  </a:lnTo>
                  <a:lnTo>
                    <a:pt x="227900" y="62259"/>
                  </a:lnTo>
                  <a:lnTo>
                    <a:pt x="271773" y="74245"/>
                  </a:lnTo>
                  <a:lnTo>
                    <a:pt x="312132" y="85271"/>
                  </a:lnTo>
                  <a:lnTo>
                    <a:pt x="349499" y="95479"/>
                  </a:lnTo>
                  <a:lnTo>
                    <a:pt x="384286" y="104982"/>
                  </a:lnTo>
                  <a:lnTo>
                    <a:pt x="416828" y="113872"/>
                  </a:lnTo>
                  <a:lnTo>
                    <a:pt x="447396" y="122223"/>
                  </a:lnTo>
                  <a:lnTo>
                    <a:pt x="476216" y="130097"/>
                  </a:lnTo>
                  <a:lnTo>
                    <a:pt x="503478" y="137544"/>
                  </a:lnTo>
                  <a:lnTo>
                    <a:pt x="529341" y="144610"/>
                  </a:lnTo>
                  <a:lnTo>
                    <a:pt x="553942" y="151331"/>
                  </a:lnTo>
                  <a:lnTo>
                    <a:pt x="577399" y="157739"/>
                  </a:lnTo>
                  <a:lnTo>
                    <a:pt x="599812" y="163862"/>
                  </a:lnTo>
                  <a:lnTo>
                    <a:pt x="621272" y="169724"/>
                  </a:lnTo>
                  <a:lnTo>
                    <a:pt x="641855" y="175347"/>
                  </a:lnTo>
                  <a:lnTo>
                    <a:pt x="661631" y="180750"/>
                  </a:lnTo>
                  <a:lnTo>
                    <a:pt x="680660" y="185949"/>
                  </a:lnTo>
                  <a:lnTo>
                    <a:pt x="698998" y="190958"/>
                  </a:lnTo>
                  <a:lnTo>
                    <a:pt x="716691" y="195792"/>
                  </a:lnTo>
                  <a:lnTo>
                    <a:pt x="733785" y="200462"/>
                  </a:lnTo>
                  <a:lnTo>
                    <a:pt x="750319" y="204979"/>
                  </a:lnTo>
                  <a:lnTo>
                    <a:pt x="766327" y="209352"/>
                  </a:lnTo>
                  <a:lnTo>
                    <a:pt x="781843" y="213591"/>
                  </a:lnTo>
                  <a:lnTo>
                    <a:pt x="796895" y="217703"/>
                  </a:lnTo>
                  <a:lnTo>
                    <a:pt x="811511" y="221696"/>
                  </a:lnTo>
                  <a:lnTo>
                    <a:pt x="825716" y="225576"/>
                  </a:lnTo>
                  <a:lnTo>
                    <a:pt x="839531" y="229350"/>
                  </a:lnTo>
                  <a:lnTo>
                    <a:pt x="852977" y="233024"/>
                  </a:lnTo>
                  <a:lnTo>
                    <a:pt x="866075" y="236602"/>
                  </a:lnTo>
                  <a:lnTo>
                    <a:pt x="878841" y="240089"/>
                  </a:lnTo>
                  <a:lnTo>
                    <a:pt x="891291" y="243491"/>
                  </a:lnTo>
                  <a:lnTo>
                    <a:pt x="903442" y="246810"/>
                  </a:lnTo>
                  <a:lnTo>
                    <a:pt x="915306" y="250051"/>
                  </a:lnTo>
                  <a:lnTo>
                    <a:pt x="926898" y="253218"/>
                  </a:lnTo>
                  <a:lnTo>
                    <a:pt x="938229" y="256314"/>
                  </a:lnTo>
                  <a:lnTo>
                    <a:pt x="949311" y="259341"/>
                  </a:lnTo>
                  <a:lnTo>
                    <a:pt x="960155" y="262304"/>
                  </a:lnTo>
                  <a:lnTo>
                    <a:pt x="970771" y="265204"/>
                  </a:lnTo>
                  <a:lnTo>
                    <a:pt x="981167" y="268044"/>
                  </a:lnTo>
                  <a:lnTo>
                    <a:pt x="991354" y="270827"/>
                  </a:lnTo>
                  <a:lnTo>
                    <a:pt x="1001339" y="273555"/>
                  </a:lnTo>
                  <a:lnTo>
                    <a:pt x="1011130" y="276229"/>
                  </a:lnTo>
                  <a:lnTo>
                    <a:pt x="1020734" y="278853"/>
                  </a:lnTo>
                  <a:lnTo>
                    <a:pt x="1030159" y="281428"/>
                  </a:lnTo>
                  <a:lnTo>
                    <a:pt x="1039411" y="283956"/>
                  </a:lnTo>
                  <a:lnTo>
                    <a:pt x="1048497" y="286438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2880328" y="4781250"/>
              <a:ext cx="1048497" cy="40966"/>
            </a:xfrm>
            <a:custGeom>
              <a:avLst/>
              <a:pathLst>
                <a:path w="1048497" h="40966">
                  <a:moveTo>
                    <a:pt x="0" y="0"/>
                  </a:moveTo>
                  <a:lnTo>
                    <a:pt x="67329" y="2630"/>
                  </a:lnTo>
                  <a:lnTo>
                    <a:pt x="126717" y="4951"/>
                  </a:lnTo>
                  <a:lnTo>
                    <a:pt x="179842" y="7026"/>
                  </a:lnTo>
                  <a:lnTo>
                    <a:pt x="227900" y="8904"/>
                  </a:lnTo>
                  <a:lnTo>
                    <a:pt x="271773" y="10618"/>
                  </a:lnTo>
                  <a:lnTo>
                    <a:pt x="312132" y="12195"/>
                  </a:lnTo>
                  <a:lnTo>
                    <a:pt x="349499" y="13655"/>
                  </a:lnTo>
                  <a:lnTo>
                    <a:pt x="384286" y="15014"/>
                  </a:lnTo>
                  <a:lnTo>
                    <a:pt x="416828" y="16286"/>
                  </a:lnTo>
                  <a:lnTo>
                    <a:pt x="447396" y="17480"/>
                  </a:lnTo>
                  <a:lnTo>
                    <a:pt x="476216" y="18606"/>
                  </a:lnTo>
                  <a:lnTo>
                    <a:pt x="503478" y="19671"/>
                  </a:lnTo>
                  <a:lnTo>
                    <a:pt x="529341" y="20682"/>
                  </a:lnTo>
                  <a:lnTo>
                    <a:pt x="553942" y="21643"/>
                  </a:lnTo>
                  <a:lnTo>
                    <a:pt x="577399" y="22559"/>
                  </a:lnTo>
                  <a:lnTo>
                    <a:pt x="599812" y="23435"/>
                  </a:lnTo>
                  <a:lnTo>
                    <a:pt x="621272" y="24273"/>
                  </a:lnTo>
                  <a:lnTo>
                    <a:pt x="641855" y="25078"/>
                  </a:lnTo>
                  <a:lnTo>
                    <a:pt x="661631" y="25850"/>
                  </a:lnTo>
                  <a:lnTo>
                    <a:pt x="680660" y="26594"/>
                  </a:lnTo>
                  <a:lnTo>
                    <a:pt x="698998" y="27310"/>
                  </a:lnTo>
                  <a:lnTo>
                    <a:pt x="716691" y="28002"/>
                  </a:lnTo>
                  <a:lnTo>
                    <a:pt x="733785" y="28670"/>
                  </a:lnTo>
                  <a:lnTo>
                    <a:pt x="750319" y="29315"/>
                  </a:lnTo>
                  <a:lnTo>
                    <a:pt x="766327" y="29941"/>
                  </a:lnTo>
                  <a:lnTo>
                    <a:pt x="781843" y="30547"/>
                  </a:lnTo>
                  <a:lnTo>
                    <a:pt x="796895" y="31135"/>
                  </a:lnTo>
                  <a:lnTo>
                    <a:pt x="811511" y="31706"/>
                  </a:lnTo>
                  <a:lnTo>
                    <a:pt x="825716" y="32261"/>
                  </a:lnTo>
                  <a:lnTo>
                    <a:pt x="839531" y="32801"/>
                  </a:lnTo>
                  <a:lnTo>
                    <a:pt x="852977" y="33327"/>
                  </a:lnTo>
                  <a:lnTo>
                    <a:pt x="866075" y="33838"/>
                  </a:lnTo>
                  <a:lnTo>
                    <a:pt x="878841" y="34337"/>
                  </a:lnTo>
                  <a:lnTo>
                    <a:pt x="891291" y="34823"/>
                  </a:lnTo>
                  <a:lnTo>
                    <a:pt x="903442" y="35298"/>
                  </a:lnTo>
                  <a:lnTo>
                    <a:pt x="915306" y="35762"/>
                  </a:lnTo>
                  <a:lnTo>
                    <a:pt x="926898" y="36215"/>
                  </a:lnTo>
                  <a:lnTo>
                    <a:pt x="938229" y="36657"/>
                  </a:lnTo>
                  <a:lnTo>
                    <a:pt x="949311" y="37090"/>
                  </a:lnTo>
                  <a:lnTo>
                    <a:pt x="960155" y="37514"/>
                  </a:lnTo>
                  <a:lnTo>
                    <a:pt x="970771" y="37929"/>
                  </a:lnTo>
                  <a:lnTo>
                    <a:pt x="981167" y="38335"/>
                  </a:lnTo>
                  <a:lnTo>
                    <a:pt x="991354" y="38733"/>
                  </a:lnTo>
                  <a:lnTo>
                    <a:pt x="1001339" y="39123"/>
                  </a:lnTo>
                  <a:lnTo>
                    <a:pt x="1011130" y="39506"/>
                  </a:lnTo>
                  <a:lnTo>
                    <a:pt x="1020734" y="39881"/>
                  </a:lnTo>
                  <a:lnTo>
                    <a:pt x="1030159" y="40249"/>
                  </a:lnTo>
                  <a:lnTo>
                    <a:pt x="1039411" y="40611"/>
                  </a:lnTo>
                  <a:lnTo>
                    <a:pt x="1048497" y="40966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7" name="pl886"/>
            <p:cNvSpPr/>
            <p:nvPr/>
          </p:nvSpPr>
          <p:spPr>
            <a:xfrm>
              <a:off x="2880328" y="4538946"/>
              <a:ext cx="1048497" cy="250430"/>
            </a:xfrm>
            <a:custGeom>
              <a:avLst/>
              <a:pathLst>
                <a:path w="1048497" h="250430">
                  <a:moveTo>
                    <a:pt x="0" y="0"/>
                  </a:moveTo>
                  <a:lnTo>
                    <a:pt x="67329" y="16081"/>
                  </a:lnTo>
                  <a:lnTo>
                    <a:pt x="126717" y="30266"/>
                  </a:lnTo>
                  <a:lnTo>
                    <a:pt x="179842" y="42954"/>
                  </a:lnTo>
                  <a:lnTo>
                    <a:pt x="227900" y="54433"/>
                  </a:lnTo>
                  <a:lnTo>
                    <a:pt x="271773" y="64912"/>
                  </a:lnTo>
                  <a:lnTo>
                    <a:pt x="312132" y="74551"/>
                  </a:lnTo>
                  <a:lnTo>
                    <a:pt x="349499" y="83476"/>
                  </a:lnTo>
                  <a:lnTo>
                    <a:pt x="384286" y="91785"/>
                  </a:lnTo>
                  <a:lnTo>
                    <a:pt x="416828" y="99558"/>
                  </a:lnTo>
                  <a:lnTo>
                    <a:pt x="447396" y="106859"/>
                  </a:lnTo>
                  <a:lnTo>
                    <a:pt x="476216" y="113742"/>
                  </a:lnTo>
                  <a:lnTo>
                    <a:pt x="503478" y="120254"/>
                  </a:lnTo>
                  <a:lnTo>
                    <a:pt x="529341" y="126431"/>
                  </a:lnTo>
                  <a:lnTo>
                    <a:pt x="553942" y="132307"/>
                  </a:lnTo>
                  <a:lnTo>
                    <a:pt x="577399" y="137910"/>
                  </a:lnTo>
                  <a:lnTo>
                    <a:pt x="599812" y="143263"/>
                  </a:lnTo>
                  <a:lnTo>
                    <a:pt x="621272" y="148388"/>
                  </a:lnTo>
                  <a:lnTo>
                    <a:pt x="641855" y="153305"/>
                  </a:lnTo>
                  <a:lnTo>
                    <a:pt x="661631" y="158028"/>
                  </a:lnTo>
                  <a:lnTo>
                    <a:pt x="680660" y="162573"/>
                  </a:lnTo>
                  <a:lnTo>
                    <a:pt x="698998" y="166953"/>
                  </a:lnTo>
                  <a:lnTo>
                    <a:pt x="716691" y="171179"/>
                  </a:lnTo>
                  <a:lnTo>
                    <a:pt x="733785" y="175262"/>
                  </a:lnTo>
                  <a:lnTo>
                    <a:pt x="750319" y="179211"/>
                  </a:lnTo>
                  <a:lnTo>
                    <a:pt x="766327" y="183034"/>
                  </a:lnTo>
                  <a:lnTo>
                    <a:pt x="781843" y="186740"/>
                  </a:lnTo>
                  <a:lnTo>
                    <a:pt x="796895" y="190336"/>
                  </a:lnTo>
                  <a:lnTo>
                    <a:pt x="811511" y="193827"/>
                  </a:lnTo>
                  <a:lnTo>
                    <a:pt x="825716" y="197219"/>
                  </a:lnTo>
                  <a:lnTo>
                    <a:pt x="839531" y="200519"/>
                  </a:lnTo>
                  <a:lnTo>
                    <a:pt x="852977" y="203731"/>
                  </a:lnTo>
                  <a:lnTo>
                    <a:pt x="866075" y="206859"/>
                  </a:lnTo>
                  <a:lnTo>
                    <a:pt x="878841" y="209908"/>
                  </a:lnTo>
                  <a:lnTo>
                    <a:pt x="891291" y="212882"/>
                  </a:lnTo>
                  <a:lnTo>
                    <a:pt x="903442" y="215784"/>
                  </a:lnTo>
                  <a:lnTo>
                    <a:pt x="915306" y="218618"/>
                  </a:lnTo>
                  <a:lnTo>
                    <a:pt x="926898" y="221386"/>
                  </a:lnTo>
                  <a:lnTo>
                    <a:pt x="938229" y="224093"/>
                  </a:lnTo>
                  <a:lnTo>
                    <a:pt x="949311" y="226740"/>
                  </a:lnTo>
                  <a:lnTo>
                    <a:pt x="960155" y="229330"/>
                  </a:lnTo>
                  <a:lnTo>
                    <a:pt x="970771" y="231865"/>
                  </a:lnTo>
                  <a:lnTo>
                    <a:pt x="981167" y="234348"/>
                  </a:lnTo>
                  <a:lnTo>
                    <a:pt x="991354" y="236781"/>
                  </a:lnTo>
                  <a:lnTo>
                    <a:pt x="1001339" y="239166"/>
                  </a:lnTo>
                  <a:lnTo>
                    <a:pt x="1011130" y="241505"/>
                  </a:lnTo>
                  <a:lnTo>
                    <a:pt x="1020734" y="243799"/>
                  </a:lnTo>
                  <a:lnTo>
                    <a:pt x="1030159" y="246050"/>
                  </a:lnTo>
                  <a:lnTo>
                    <a:pt x="1039411" y="248260"/>
                  </a:lnTo>
                  <a:lnTo>
                    <a:pt x="1048497" y="25043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8" name="pl887"/>
            <p:cNvSpPr/>
            <p:nvPr/>
          </p:nvSpPr>
          <p:spPr>
            <a:xfrm>
              <a:off x="2880328" y="4506007"/>
              <a:ext cx="1048497" cy="502547"/>
            </a:xfrm>
            <a:custGeom>
              <a:avLst/>
              <a:pathLst>
                <a:path w="1048497" h="502547">
                  <a:moveTo>
                    <a:pt x="0" y="0"/>
                  </a:moveTo>
                  <a:lnTo>
                    <a:pt x="67329" y="32271"/>
                  </a:lnTo>
                  <a:lnTo>
                    <a:pt x="126717" y="60736"/>
                  </a:lnTo>
                  <a:lnTo>
                    <a:pt x="179842" y="86199"/>
                  </a:lnTo>
                  <a:lnTo>
                    <a:pt x="227900" y="109233"/>
                  </a:lnTo>
                  <a:lnTo>
                    <a:pt x="271773" y="130261"/>
                  </a:lnTo>
                  <a:lnTo>
                    <a:pt x="312132" y="149605"/>
                  </a:lnTo>
                  <a:lnTo>
                    <a:pt x="349499" y="167515"/>
                  </a:lnTo>
                  <a:lnTo>
                    <a:pt x="384286" y="184189"/>
                  </a:lnTo>
                  <a:lnTo>
                    <a:pt x="416828" y="199787"/>
                  </a:lnTo>
                  <a:lnTo>
                    <a:pt x="447396" y="214438"/>
                  </a:lnTo>
                  <a:lnTo>
                    <a:pt x="476216" y="228252"/>
                  </a:lnTo>
                  <a:lnTo>
                    <a:pt x="503478" y="241318"/>
                  </a:lnTo>
                  <a:lnTo>
                    <a:pt x="529341" y="253715"/>
                  </a:lnTo>
                  <a:lnTo>
                    <a:pt x="553942" y="265506"/>
                  </a:lnTo>
                  <a:lnTo>
                    <a:pt x="577399" y="276749"/>
                  </a:lnTo>
                  <a:lnTo>
                    <a:pt x="599812" y="287492"/>
                  </a:lnTo>
                  <a:lnTo>
                    <a:pt x="621272" y="297777"/>
                  </a:lnTo>
                  <a:lnTo>
                    <a:pt x="641855" y="307643"/>
                  </a:lnTo>
                  <a:lnTo>
                    <a:pt x="661631" y="317121"/>
                  </a:lnTo>
                  <a:lnTo>
                    <a:pt x="680660" y="326242"/>
                  </a:lnTo>
                  <a:lnTo>
                    <a:pt x="698998" y="335031"/>
                  </a:lnTo>
                  <a:lnTo>
                    <a:pt x="716691" y="343512"/>
                  </a:lnTo>
                  <a:lnTo>
                    <a:pt x="733785" y="351705"/>
                  </a:lnTo>
                  <a:lnTo>
                    <a:pt x="750319" y="359630"/>
                  </a:lnTo>
                  <a:lnTo>
                    <a:pt x="766327" y="367303"/>
                  </a:lnTo>
                  <a:lnTo>
                    <a:pt x="781843" y="374739"/>
                  </a:lnTo>
                  <a:lnTo>
                    <a:pt x="796895" y="381954"/>
                  </a:lnTo>
                  <a:lnTo>
                    <a:pt x="811511" y="388960"/>
                  </a:lnTo>
                  <a:lnTo>
                    <a:pt x="825716" y="395768"/>
                  </a:lnTo>
                  <a:lnTo>
                    <a:pt x="839531" y="402389"/>
                  </a:lnTo>
                  <a:lnTo>
                    <a:pt x="852977" y="408834"/>
                  </a:lnTo>
                  <a:lnTo>
                    <a:pt x="866075" y="415112"/>
                  </a:lnTo>
                  <a:lnTo>
                    <a:pt x="878841" y="421231"/>
                  </a:lnTo>
                  <a:lnTo>
                    <a:pt x="891291" y="427198"/>
                  </a:lnTo>
                  <a:lnTo>
                    <a:pt x="903442" y="433022"/>
                  </a:lnTo>
                  <a:lnTo>
                    <a:pt x="915306" y="438709"/>
                  </a:lnTo>
                  <a:lnTo>
                    <a:pt x="926898" y="444265"/>
                  </a:lnTo>
                  <a:lnTo>
                    <a:pt x="938229" y="449696"/>
                  </a:lnTo>
                  <a:lnTo>
                    <a:pt x="949311" y="455008"/>
                  </a:lnTo>
                  <a:lnTo>
                    <a:pt x="960155" y="460205"/>
                  </a:lnTo>
                  <a:lnTo>
                    <a:pt x="970771" y="465293"/>
                  </a:lnTo>
                  <a:lnTo>
                    <a:pt x="981167" y="470276"/>
                  </a:lnTo>
                  <a:lnTo>
                    <a:pt x="991354" y="475159"/>
                  </a:lnTo>
                  <a:lnTo>
                    <a:pt x="1001339" y="479945"/>
                  </a:lnTo>
                  <a:lnTo>
                    <a:pt x="1011130" y="484637"/>
                  </a:lnTo>
                  <a:lnTo>
                    <a:pt x="1020734" y="489241"/>
                  </a:lnTo>
                  <a:lnTo>
                    <a:pt x="1030159" y="493758"/>
                  </a:lnTo>
                  <a:lnTo>
                    <a:pt x="1039411" y="498193"/>
                  </a:lnTo>
                  <a:lnTo>
                    <a:pt x="1048497" y="50254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8"/>
            <p:cNvSpPr/>
            <p:nvPr/>
          </p:nvSpPr>
          <p:spPr>
            <a:xfrm>
              <a:off x="2880328" y="4957047"/>
              <a:ext cx="1048497" cy="13451"/>
            </a:xfrm>
            <a:custGeom>
              <a:avLst/>
              <a:pathLst>
                <a:path w="1048497" h="13451">
                  <a:moveTo>
                    <a:pt x="0" y="0"/>
                  </a:moveTo>
                  <a:lnTo>
                    <a:pt x="67329" y="863"/>
                  </a:lnTo>
                  <a:lnTo>
                    <a:pt x="126717" y="1625"/>
                  </a:lnTo>
                  <a:lnTo>
                    <a:pt x="179842" y="2307"/>
                  </a:lnTo>
                  <a:lnTo>
                    <a:pt x="227900" y="2923"/>
                  </a:lnTo>
                  <a:lnTo>
                    <a:pt x="271773" y="3486"/>
                  </a:lnTo>
                  <a:lnTo>
                    <a:pt x="312132" y="4004"/>
                  </a:lnTo>
                  <a:lnTo>
                    <a:pt x="349499" y="4483"/>
                  </a:lnTo>
                  <a:lnTo>
                    <a:pt x="384286" y="4930"/>
                  </a:lnTo>
                  <a:lnTo>
                    <a:pt x="416828" y="5347"/>
                  </a:lnTo>
                  <a:lnTo>
                    <a:pt x="447396" y="5739"/>
                  </a:lnTo>
                  <a:lnTo>
                    <a:pt x="476216" y="6109"/>
                  </a:lnTo>
                  <a:lnTo>
                    <a:pt x="503478" y="6459"/>
                  </a:lnTo>
                  <a:lnTo>
                    <a:pt x="529341" y="6790"/>
                  </a:lnTo>
                  <a:lnTo>
                    <a:pt x="553942" y="7106"/>
                  </a:lnTo>
                  <a:lnTo>
                    <a:pt x="577399" y="7407"/>
                  </a:lnTo>
                  <a:lnTo>
                    <a:pt x="599812" y="7695"/>
                  </a:lnTo>
                  <a:lnTo>
                    <a:pt x="621272" y="7970"/>
                  </a:lnTo>
                  <a:lnTo>
                    <a:pt x="641855" y="8234"/>
                  </a:lnTo>
                  <a:lnTo>
                    <a:pt x="661631" y="8488"/>
                  </a:lnTo>
                  <a:lnTo>
                    <a:pt x="680660" y="8732"/>
                  </a:lnTo>
                  <a:lnTo>
                    <a:pt x="698998" y="8967"/>
                  </a:lnTo>
                  <a:lnTo>
                    <a:pt x="716691" y="9194"/>
                  </a:lnTo>
                  <a:lnTo>
                    <a:pt x="733785" y="9413"/>
                  </a:lnTo>
                  <a:lnTo>
                    <a:pt x="750319" y="9625"/>
                  </a:lnTo>
                  <a:lnTo>
                    <a:pt x="766327" y="9831"/>
                  </a:lnTo>
                  <a:lnTo>
                    <a:pt x="781843" y="10030"/>
                  </a:lnTo>
                  <a:lnTo>
                    <a:pt x="796895" y="10223"/>
                  </a:lnTo>
                  <a:lnTo>
                    <a:pt x="811511" y="10410"/>
                  </a:lnTo>
                  <a:lnTo>
                    <a:pt x="825716" y="10593"/>
                  </a:lnTo>
                  <a:lnTo>
                    <a:pt x="839531" y="10770"/>
                  </a:lnTo>
                  <a:lnTo>
                    <a:pt x="852977" y="10942"/>
                  </a:lnTo>
                  <a:lnTo>
                    <a:pt x="866075" y="11110"/>
                  </a:lnTo>
                  <a:lnTo>
                    <a:pt x="878841" y="11274"/>
                  </a:lnTo>
                  <a:lnTo>
                    <a:pt x="891291" y="11434"/>
                  </a:lnTo>
                  <a:lnTo>
                    <a:pt x="903442" y="11590"/>
                  </a:lnTo>
                  <a:lnTo>
                    <a:pt x="915306" y="11742"/>
                  </a:lnTo>
                  <a:lnTo>
                    <a:pt x="926898" y="11891"/>
                  </a:lnTo>
                  <a:lnTo>
                    <a:pt x="938229" y="12036"/>
                  </a:lnTo>
                  <a:lnTo>
                    <a:pt x="949311" y="12178"/>
                  </a:lnTo>
                  <a:lnTo>
                    <a:pt x="960155" y="12317"/>
                  </a:lnTo>
                  <a:lnTo>
                    <a:pt x="970771" y="12454"/>
                  </a:lnTo>
                  <a:lnTo>
                    <a:pt x="981167" y="12587"/>
                  </a:lnTo>
                  <a:lnTo>
                    <a:pt x="991354" y="12718"/>
                  </a:lnTo>
                  <a:lnTo>
                    <a:pt x="1001339" y="12846"/>
                  </a:lnTo>
                  <a:lnTo>
                    <a:pt x="1011130" y="12971"/>
                  </a:lnTo>
                  <a:lnTo>
                    <a:pt x="1020734" y="13095"/>
                  </a:lnTo>
                  <a:lnTo>
                    <a:pt x="1030159" y="13215"/>
                  </a:lnTo>
                  <a:lnTo>
                    <a:pt x="1039411" y="13334"/>
                  </a:lnTo>
                  <a:lnTo>
                    <a:pt x="1048497" y="1345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2880328" y="4744498"/>
              <a:ext cx="1048497" cy="70385"/>
            </a:xfrm>
            <a:custGeom>
              <a:avLst/>
              <a:pathLst>
                <a:path w="1048497" h="70385">
                  <a:moveTo>
                    <a:pt x="0" y="70385"/>
                  </a:moveTo>
                  <a:lnTo>
                    <a:pt x="67329" y="65865"/>
                  </a:lnTo>
                  <a:lnTo>
                    <a:pt x="126717" y="61879"/>
                  </a:lnTo>
                  <a:lnTo>
                    <a:pt x="179842" y="58312"/>
                  </a:lnTo>
                  <a:lnTo>
                    <a:pt x="227900" y="55086"/>
                  </a:lnTo>
                  <a:lnTo>
                    <a:pt x="271773" y="52141"/>
                  </a:lnTo>
                  <a:lnTo>
                    <a:pt x="312132" y="49432"/>
                  </a:lnTo>
                  <a:lnTo>
                    <a:pt x="349499" y="46923"/>
                  </a:lnTo>
                  <a:lnTo>
                    <a:pt x="384286" y="44588"/>
                  </a:lnTo>
                  <a:lnTo>
                    <a:pt x="416828" y="42403"/>
                  </a:lnTo>
                  <a:lnTo>
                    <a:pt x="447396" y="40351"/>
                  </a:lnTo>
                  <a:lnTo>
                    <a:pt x="476216" y="38417"/>
                  </a:lnTo>
                  <a:lnTo>
                    <a:pt x="503478" y="36587"/>
                  </a:lnTo>
                  <a:lnTo>
                    <a:pt x="529341" y="34850"/>
                  </a:lnTo>
                  <a:lnTo>
                    <a:pt x="553942" y="33199"/>
                  </a:lnTo>
                  <a:lnTo>
                    <a:pt x="577399" y="31624"/>
                  </a:lnTo>
                  <a:lnTo>
                    <a:pt x="599812" y="30120"/>
                  </a:lnTo>
                  <a:lnTo>
                    <a:pt x="621272" y="28679"/>
                  </a:lnTo>
                  <a:lnTo>
                    <a:pt x="641855" y="27297"/>
                  </a:lnTo>
                  <a:lnTo>
                    <a:pt x="661631" y="25970"/>
                  </a:lnTo>
                  <a:lnTo>
                    <a:pt x="680660" y="24692"/>
                  </a:lnTo>
                  <a:lnTo>
                    <a:pt x="698998" y="23461"/>
                  </a:lnTo>
                  <a:lnTo>
                    <a:pt x="716691" y="22274"/>
                  </a:lnTo>
                  <a:lnTo>
                    <a:pt x="733785" y="21126"/>
                  </a:lnTo>
                  <a:lnTo>
                    <a:pt x="750319" y="20016"/>
                  </a:lnTo>
                  <a:lnTo>
                    <a:pt x="766327" y="18942"/>
                  </a:lnTo>
                  <a:lnTo>
                    <a:pt x="781843" y="17900"/>
                  </a:lnTo>
                  <a:lnTo>
                    <a:pt x="796895" y="16890"/>
                  </a:lnTo>
                  <a:lnTo>
                    <a:pt x="811511" y="15908"/>
                  </a:lnTo>
                  <a:lnTo>
                    <a:pt x="825716" y="14955"/>
                  </a:lnTo>
                  <a:lnTo>
                    <a:pt x="839531" y="14027"/>
                  </a:lnTo>
                  <a:lnTo>
                    <a:pt x="852977" y="13125"/>
                  </a:lnTo>
                  <a:lnTo>
                    <a:pt x="866075" y="12246"/>
                  </a:lnTo>
                  <a:lnTo>
                    <a:pt x="878841" y="11389"/>
                  </a:lnTo>
                  <a:lnTo>
                    <a:pt x="891291" y="10553"/>
                  </a:lnTo>
                  <a:lnTo>
                    <a:pt x="903442" y="9737"/>
                  </a:lnTo>
                  <a:lnTo>
                    <a:pt x="915306" y="8941"/>
                  </a:lnTo>
                  <a:lnTo>
                    <a:pt x="926898" y="8162"/>
                  </a:lnTo>
                  <a:lnTo>
                    <a:pt x="938229" y="7402"/>
                  </a:lnTo>
                  <a:lnTo>
                    <a:pt x="949311" y="6658"/>
                  </a:lnTo>
                  <a:lnTo>
                    <a:pt x="960155" y="5930"/>
                  </a:lnTo>
                  <a:lnTo>
                    <a:pt x="970771" y="5217"/>
                  </a:lnTo>
                  <a:lnTo>
                    <a:pt x="981167" y="4519"/>
                  </a:lnTo>
                  <a:lnTo>
                    <a:pt x="991354" y="3835"/>
                  </a:lnTo>
                  <a:lnTo>
                    <a:pt x="1001339" y="3165"/>
                  </a:lnTo>
                  <a:lnTo>
                    <a:pt x="1011130" y="2508"/>
                  </a:lnTo>
                  <a:lnTo>
                    <a:pt x="1020734" y="1863"/>
                  </a:lnTo>
                  <a:lnTo>
                    <a:pt x="1030159" y="1230"/>
                  </a:lnTo>
                  <a:lnTo>
                    <a:pt x="1039411" y="609"/>
                  </a:lnTo>
                  <a:lnTo>
                    <a:pt x="104849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2880328" y="4450978"/>
              <a:ext cx="1048497" cy="315029"/>
            </a:xfrm>
            <a:custGeom>
              <a:avLst/>
              <a:pathLst>
                <a:path w="1048497" h="315029">
                  <a:moveTo>
                    <a:pt x="0" y="0"/>
                  </a:moveTo>
                  <a:lnTo>
                    <a:pt x="67329" y="20229"/>
                  </a:lnTo>
                  <a:lnTo>
                    <a:pt x="126717" y="38073"/>
                  </a:lnTo>
                  <a:lnTo>
                    <a:pt x="179842" y="54035"/>
                  </a:lnTo>
                  <a:lnTo>
                    <a:pt x="227900" y="68474"/>
                  </a:lnTo>
                  <a:lnTo>
                    <a:pt x="271773" y="81656"/>
                  </a:lnTo>
                  <a:lnTo>
                    <a:pt x="312132" y="93782"/>
                  </a:lnTo>
                  <a:lnTo>
                    <a:pt x="349499" y="105009"/>
                  </a:lnTo>
                  <a:lnTo>
                    <a:pt x="384286" y="115461"/>
                  </a:lnTo>
                  <a:lnTo>
                    <a:pt x="416828" y="125239"/>
                  </a:lnTo>
                  <a:lnTo>
                    <a:pt x="447396" y="134423"/>
                  </a:lnTo>
                  <a:lnTo>
                    <a:pt x="476216" y="143083"/>
                  </a:lnTo>
                  <a:lnTo>
                    <a:pt x="503478" y="151274"/>
                  </a:lnTo>
                  <a:lnTo>
                    <a:pt x="529341" y="159044"/>
                  </a:lnTo>
                  <a:lnTo>
                    <a:pt x="553942" y="166436"/>
                  </a:lnTo>
                  <a:lnTo>
                    <a:pt x="577399" y="173484"/>
                  </a:lnTo>
                  <a:lnTo>
                    <a:pt x="599812" y="180218"/>
                  </a:lnTo>
                  <a:lnTo>
                    <a:pt x="621272" y="186666"/>
                  </a:lnTo>
                  <a:lnTo>
                    <a:pt x="641855" y="192850"/>
                  </a:lnTo>
                  <a:lnTo>
                    <a:pt x="661631" y="198792"/>
                  </a:lnTo>
                  <a:lnTo>
                    <a:pt x="680660" y="204509"/>
                  </a:lnTo>
                  <a:lnTo>
                    <a:pt x="698998" y="210019"/>
                  </a:lnTo>
                  <a:lnTo>
                    <a:pt x="716691" y="215335"/>
                  </a:lnTo>
                  <a:lnTo>
                    <a:pt x="733785" y="220471"/>
                  </a:lnTo>
                  <a:lnTo>
                    <a:pt x="750319" y="225439"/>
                  </a:lnTo>
                  <a:lnTo>
                    <a:pt x="766327" y="230249"/>
                  </a:lnTo>
                  <a:lnTo>
                    <a:pt x="781843" y="234910"/>
                  </a:lnTo>
                  <a:lnTo>
                    <a:pt x="796895" y="239433"/>
                  </a:lnTo>
                  <a:lnTo>
                    <a:pt x="811511" y="243825"/>
                  </a:lnTo>
                  <a:lnTo>
                    <a:pt x="825716" y="248092"/>
                  </a:lnTo>
                  <a:lnTo>
                    <a:pt x="839531" y="252243"/>
                  </a:lnTo>
                  <a:lnTo>
                    <a:pt x="852977" y="256283"/>
                  </a:lnTo>
                  <a:lnTo>
                    <a:pt x="866075" y="260219"/>
                  </a:lnTo>
                  <a:lnTo>
                    <a:pt x="878841" y="264054"/>
                  </a:lnTo>
                  <a:lnTo>
                    <a:pt x="891291" y="267795"/>
                  </a:lnTo>
                  <a:lnTo>
                    <a:pt x="903442" y="271446"/>
                  </a:lnTo>
                  <a:lnTo>
                    <a:pt x="915306" y="275011"/>
                  </a:lnTo>
                  <a:lnTo>
                    <a:pt x="926898" y="278493"/>
                  </a:lnTo>
                  <a:lnTo>
                    <a:pt x="938229" y="281898"/>
                  </a:lnTo>
                  <a:lnTo>
                    <a:pt x="949311" y="285228"/>
                  </a:lnTo>
                  <a:lnTo>
                    <a:pt x="960155" y="288486"/>
                  </a:lnTo>
                  <a:lnTo>
                    <a:pt x="970771" y="291675"/>
                  </a:lnTo>
                  <a:lnTo>
                    <a:pt x="981167" y="294799"/>
                  </a:lnTo>
                  <a:lnTo>
                    <a:pt x="991354" y="297860"/>
                  </a:lnTo>
                  <a:lnTo>
                    <a:pt x="1001339" y="300860"/>
                  </a:lnTo>
                  <a:lnTo>
                    <a:pt x="1011130" y="303802"/>
                  </a:lnTo>
                  <a:lnTo>
                    <a:pt x="1020734" y="306687"/>
                  </a:lnTo>
                  <a:lnTo>
                    <a:pt x="1030159" y="309519"/>
                  </a:lnTo>
                  <a:lnTo>
                    <a:pt x="1039411" y="312299"/>
                  </a:lnTo>
                  <a:lnTo>
                    <a:pt x="1048497" y="31502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2" name="rc891"/>
            <p:cNvSpPr/>
            <p:nvPr/>
          </p:nvSpPr>
          <p:spPr>
            <a:xfrm>
              <a:off x="2806669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80666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tx893"/>
            <p:cNvSpPr/>
            <p:nvPr/>
          </p:nvSpPr>
          <p:spPr>
            <a:xfrm rot="-5400000">
              <a:off x="2616642" y="516607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895" name="tx894"/>
            <p:cNvSpPr/>
            <p:nvPr/>
          </p:nvSpPr>
          <p:spPr>
            <a:xfrm rot="-5400000">
              <a:off x="2616642" y="480079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896" name="tx895"/>
            <p:cNvSpPr/>
            <p:nvPr/>
          </p:nvSpPr>
          <p:spPr>
            <a:xfrm rot="-5400000">
              <a:off x="2616642" y="443551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897" name="pl896"/>
            <p:cNvSpPr/>
            <p:nvPr/>
          </p:nvSpPr>
          <p:spPr>
            <a:xfrm>
              <a:off x="2775038" y="52070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2775038" y="48418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2775038" y="447652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899"/>
            <p:cNvSpPr/>
            <p:nvPr/>
          </p:nvSpPr>
          <p:spPr>
            <a:xfrm>
              <a:off x="2806669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288032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322982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357932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3"/>
            <p:cNvSpPr/>
            <p:nvPr/>
          </p:nvSpPr>
          <p:spPr>
            <a:xfrm>
              <a:off x="392882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tx904"/>
            <p:cNvSpPr/>
            <p:nvPr/>
          </p:nvSpPr>
          <p:spPr>
            <a:xfrm>
              <a:off x="284855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06" name="tx905"/>
            <p:cNvSpPr/>
            <p:nvPr/>
          </p:nvSpPr>
          <p:spPr>
            <a:xfrm>
              <a:off x="319805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07" name="tx906"/>
            <p:cNvSpPr/>
            <p:nvPr/>
          </p:nvSpPr>
          <p:spPr>
            <a:xfrm>
              <a:off x="354755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08" name="tx907"/>
            <p:cNvSpPr/>
            <p:nvPr/>
          </p:nvSpPr>
          <p:spPr>
            <a:xfrm>
              <a:off x="389705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09" name="tx908"/>
            <p:cNvSpPr/>
            <p:nvPr/>
          </p:nvSpPr>
          <p:spPr>
            <a:xfrm>
              <a:off x="311861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10" name="tx909"/>
            <p:cNvSpPr/>
            <p:nvPr/>
          </p:nvSpPr>
          <p:spPr>
            <a:xfrm>
              <a:off x="2806669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911" name="rc910"/>
            <p:cNvSpPr/>
            <p:nvPr/>
          </p:nvSpPr>
          <p:spPr>
            <a:xfrm>
              <a:off x="4270675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300963" y="506148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331042" y="493076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332797" y="508372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304939" y="431816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300442" y="483192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342204" y="464664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296670" y="522252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298312" y="493982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321442" y="48232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303994" y="449813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682649" y="47965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671659" y="455705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689562" y="506509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689881" y="512481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644632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672440" y="433293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667709" y="518008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668174" y="50984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660878" y="51360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644843" y="504994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675575" y="50121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677583" y="515413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4685737" y="491425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646084" y="494329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4667311" y="471815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660716" y="482370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653112" y="515840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691868" y="503417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009890" y="506450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006046" y="50182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4991882" y="501740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4990441" y="498428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038625" y="49967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032609" y="50683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035904" y="50443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4993540" y="475928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018839" y="511197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003353" y="48630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4998049" y="50933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010306" y="49072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035582" y="507939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034239" y="51193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021173" y="46647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4999086" y="503664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005234" y="480313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4993110" y="495428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017545" y="485028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4994599" y="48603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39356" y="51538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356467" y="497553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53040" y="48053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73018" y="495884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348167" y="484195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5342278" y="503660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5348180" y="493269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5366266" y="504507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5363690" y="47724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5338349" y="479656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5375588" y="498456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5361134" y="508226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5338667" y="492586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5356849" y="50935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5370881" y="49146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5340539" y="513876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5374600" y="468867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5380760" y="508002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5342013" y="503710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5386214" y="493773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5378708" y="485709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5377077" y="494395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5359124" y="499339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5345466" y="506011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4348386" y="4824931"/>
              <a:ext cx="1041760" cy="215756"/>
            </a:xfrm>
            <a:custGeom>
              <a:avLst/>
              <a:pathLst>
                <a:path w="1041760" h="215756">
                  <a:moveTo>
                    <a:pt x="0" y="0"/>
                  </a:moveTo>
                  <a:lnTo>
                    <a:pt x="66896" y="13854"/>
                  </a:lnTo>
                  <a:lnTo>
                    <a:pt x="125903" y="26075"/>
                  </a:lnTo>
                  <a:lnTo>
                    <a:pt x="178687" y="37007"/>
                  </a:lnTo>
                  <a:lnTo>
                    <a:pt x="226435" y="46896"/>
                  </a:lnTo>
                  <a:lnTo>
                    <a:pt x="270026" y="55924"/>
                  </a:lnTo>
                  <a:lnTo>
                    <a:pt x="310126" y="64229"/>
                  </a:lnTo>
                  <a:lnTo>
                    <a:pt x="347253" y="71918"/>
                  </a:lnTo>
                  <a:lnTo>
                    <a:pt x="381817" y="79077"/>
                  </a:lnTo>
                  <a:lnTo>
                    <a:pt x="414150" y="85773"/>
                  </a:lnTo>
                  <a:lnTo>
                    <a:pt x="444521" y="92063"/>
                  </a:lnTo>
                  <a:lnTo>
                    <a:pt x="473157" y="97994"/>
                  </a:lnTo>
                  <a:lnTo>
                    <a:pt x="500243" y="103604"/>
                  </a:lnTo>
                  <a:lnTo>
                    <a:pt x="525940" y="108926"/>
                  </a:lnTo>
                  <a:lnTo>
                    <a:pt x="550383" y="113988"/>
                  </a:lnTo>
                  <a:lnTo>
                    <a:pt x="573689" y="118815"/>
                  </a:lnTo>
                  <a:lnTo>
                    <a:pt x="595958" y="123427"/>
                  </a:lnTo>
                  <a:lnTo>
                    <a:pt x="617280" y="127843"/>
                  </a:lnTo>
                  <a:lnTo>
                    <a:pt x="637731" y="132078"/>
                  </a:lnTo>
                  <a:lnTo>
                    <a:pt x="657380" y="136148"/>
                  </a:lnTo>
                  <a:lnTo>
                    <a:pt x="676287" y="140064"/>
                  </a:lnTo>
                  <a:lnTo>
                    <a:pt x="694506" y="143837"/>
                  </a:lnTo>
                  <a:lnTo>
                    <a:pt x="712087" y="147478"/>
                  </a:lnTo>
                  <a:lnTo>
                    <a:pt x="729071" y="150995"/>
                  </a:lnTo>
                  <a:lnTo>
                    <a:pt x="745498" y="154398"/>
                  </a:lnTo>
                  <a:lnTo>
                    <a:pt x="761403" y="157692"/>
                  </a:lnTo>
                  <a:lnTo>
                    <a:pt x="776819" y="160885"/>
                  </a:lnTo>
                  <a:lnTo>
                    <a:pt x="791775" y="163982"/>
                  </a:lnTo>
                  <a:lnTo>
                    <a:pt x="806297" y="166990"/>
                  </a:lnTo>
                  <a:lnTo>
                    <a:pt x="820410" y="169913"/>
                  </a:lnTo>
                  <a:lnTo>
                    <a:pt x="834137" y="172755"/>
                  </a:lnTo>
                  <a:lnTo>
                    <a:pt x="847497" y="175522"/>
                  </a:lnTo>
                  <a:lnTo>
                    <a:pt x="860510" y="178218"/>
                  </a:lnTo>
                  <a:lnTo>
                    <a:pt x="873194" y="180844"/>
                  </a:lnTo>
                  <a:lnTo>
                    <a:pt x="885564" y="183406"/>
                  </a:lnTo>
                  <a:lnTo>
                    <a:pt x="897637" y="185907"/>
                  </a:lnTo>
                  <a:lnTo>
                    <a:pt x="909425" y="188348"/>
                  </a:lnTo>
                  <a:lnTo>
                    <a:pt x="920942" y="190733"/>
                  </a:lnTo>
                  <a:lnTo>
                    <a:pt x="932201" y="193065"/>
                  </a:lnTo>
                  <a:lnTo>
                    <a:pt x="943212" y="195346"/>
                  </a:lnTo>
                  <a:lnTo>
                    <a:pt x="953986" y="197577"/>
                  </a:lnTo>
                  <a:lnTo>
                    <a:pt x="964533" y="199762"/>
                  </a:lnTo>
                  <a:lnTo>
                    <a:pt x="974863" y="201901"/>
                  </a:lnTo>
                  <a:lnTo>
                    <a:pt x="984984" y="203997"/>
                  </a:lnTo>
                  <a:lnTo>
                    <a:pt x="994905" y="206052"/>
                  </a:lnTo>
                  <a:lnTo>
                    <a:pt x="1004633" y="208066"/>
                  </a:lnTo>
                  <a:lnTo>
                    <a:pt x="1014176" y="210043"/>
                  </a:lnTo>
                  <a:lnTo>
                    <a:pt x="1023540" y="211982"/>
                  </a:lnTo>
                  <a:lnTo>
                    <a:pt x="1032733" y="213886"/>
                  </a:lnTo>
                  <a:lnTo>
                    <a:pt x="1041760" y="21575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4348386" y="4409159"/>
              <a:ext cx="1041760" cy="701283"/>
            </a:xfrm>
            <a:custGeom>
              <a:avLst/>
              <a:pathLst>
                <a:path w="1041760" h="701283">
                  <a:moveTo>
                    <a:pt x="0" y="0"/>
                  </a:moveTo>
                  <a:lnTo>
                    <a:pt x="66896" y="45032"/>
                  </a:lnTo>
                  <a:lnTo>
                    <a:pt x="125903" y="84754"/>
                  </a:lnTo>
                  <a:lnTo>
                    <a:pt x="178687" y="120287"/>
                  </a:lnTo>
                  <a:lnTo>
                    <a:pt x="226435" y="152430"/>
                  </a:lnTo>
                  <a:lnTo>
                    <a:pt x="270026" y="181774"/>
                  </a:lnTo>
                  <a:lnTo>
                    <a:pt x="310126" y="208768"/>
                  </a:lnTo>
                  <a:lnTo>
                    <a:pt x="347253" y="233761"/>
                  </a:lnTo>
                  <a:lnTo>
                    <a:pt x="381817" y="257028"/>
                  </a:lnTo>
                  <a:lnTo>
                    <a:pt x="414150" y="278793"/>
                  </a:lnTo>
                  <a:lnTo>
                    <a:pt x="444521" y="299239"/>
                  </a:lnTo>
                  <a:lnTo>
                    <a:pt x="473157" y="318515"/>
                  </a:lnTo>
                  <a:lnTo>
                    <a:pt x="500243" y="336749"/>
                  </a:lnTo>
                  <a:lnTo>
                    <a:pt x="525940" y="354048"/>
                  </a:lnTo>
                  <a:lnTo>
                    <a:pt x="550383" y="370502"/>
                  </a:lnTo>
                  <a:lnTo>
                    <a:pt x="573689" y="386191"/>
                  </a:lnTo>
                  <a:lnTo>
                    <a:pt x="595958" y="401182"/>
                  </a:lnTo>
                  <a:lnTo>
                    <a:pt x="617280" y="415535"/>
                  </a:lnTo>
                  <a:lnTo>
                    <a:pt x="637731" y="429302"/>
                  </a:lnTo>
                  <a:lnTo>
                    <a:pt x="657380" y="442529"/>
                  </a:lnTo>
                  <a:lnTo>
                    <a:pt x="676287" y="455257"/>
                  </a:lnTo>
                  <a:lnTo>
                    <a:pt x="694506" y="467522"/>
                  </a:lnTo>
                  <a:lnTo>
                    <a:pt x="712087" y="479356"/>
                  </a:lnTo>
                  <a:lnTo>
                    <a:pt x="729071" y="490789"/>
                  </a:lnTo>
                  <a:lnTo>
                    <a:pt x="745498" y="501847"/>
                  </a:lnTo>
                  <a:lnTo>
                    <a:pt x="761403" y="512554"/>
                  </a:lnTo>
                  <a:lnTo>
                    <a:pt x="776819" y="522932"/>
                  </a:lnTo>
                  <a:lnTo>
                    <a:pt x="791775" y="533000"/>
                  </a:lnTo>
                  <a:lnTo>
                    <a:pt x="806297" y="542776"/>
                  </a:lnTo>
                  <a:lnTo>
                    <a:pt x="820410" y="552276"/>
                  </a:lnTo>
                  <a:lnTo>
                    <a:pt x="834137" y="561516"/>
                  </a:lnTo>
                  <a:lnTo>
                    <a:pt x="847497" y="570510"/>
                  </a:lnTo>
                  <a:lnTo>
                    <a:pt x="860510" y="579270"/>
                  </a:lnTo>
                  <a:lnTo>
                    <a:pt x="873194" y="587809"/>
                  </a:lnTo>
                  <a:lnTo>
                    <a:pt x="885564" y="596136"/>
                  </a:lnTo>
                  <a:lnTo>
                    <a:pt x="897637" y="604263"/>
                  </a:lnTo>
                  <a:lnTo>
                    <a:pt x="909425" y="612199"/>
                  </a:lnTo>
                  <a:lnTo>
                    <a:pt x="920942" y="619952"/>
                  </a:lnTo>
                  <a:lnTo>
                    <a:pt x="932201" y="627531"/>
                  </a:lnTo>
                  <a:lnTo>
                    <a:pt x="943212" y="634943"/>
                  </a:lnTo>
                  <a:lnTo>
                    <a:pt x="953986" y="642196"/>
                  </a:lnTo>
                  <a:lnTo>
                    <a:pt x="964533" y="649296"/>
                  </a:lnTo>
                  <a:lnTo>
                    <a:pt x="974863" y="656250"/>
                  </a:lnTo>
                  <a:lnTo>
                    <a:pt x="984984" y="663063"/>
                  </a:lnTo>
                  <a:lnTo>
                    <a:pt x="994905" y="669741"/>
                  </a:lnTo>
                  <a:lnTo>
                    <a:pt x="1004633" y="676290"/>
                  </a:lnTo>
                  <a:lnTo>
                    <a:pt x="1014176" y="682714"/>
                  </a:lnTo>
                  <a:lnTo>
                    <a:pt x="1023540" y="689018"/>
                  </a:lnTo>
                  <a:lnTo>
                    <a:pt x="1032733" y="695206"/>
                  </a:lnTo>
                  <a:lnTo>
                    <a:pt x="1041760" y="70128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4348386" y="5056186"/>
              <a:ext cx="1041760" cy="47343"/>
            </a:xfrm>
            <a:custGeom>
              <a:avLst/>
              <a:pathLst>
                <a:path w="1041760" h="47343">
                  <a:moveTo>
                    <a:pt x="0" y="47343"/>
                  </a:moveTo>
                  <a:lnTo>
                    <a:pt x="66896" y="44303"/>
                  </a:lnTo>
                  <a:lnTo>
                    <a:pt x="125903" y="41621"/>
                  </a:lnTo>
                  <a:lnTo>
                    <a:pt x="178687" y="39223"/>
                  </a:lnTo>
                  <a:lnTo>
                    <a:pt x="226435" y="37053"/>
                  </a:lnTo>
                  <a:lnTo>
                    <a:pt x="270026" y="35072"/>
                  </a:lnTo>
                  <a:lnTo>
                    <a:pt x="310126" y="33249"/>
                  </a:lnTo>
                  <a:lnTo>
                    <a:pt x="347253" y="31562"/>
                  </a:lnTo>
                  <a:lnTo>
                    <a:pt x="381817" y="29991"/>
                  </a:lnTo>
                  <a:lnTo>
                    <a:pt x="414150" y="28522"/>
                  </a:lnTo>
                  <a:lnTo>
                    <a:pt x="444521" y="27142"/>
                  </a:lnTo>
                  <a:lnTo>
                    <a:pt x="473157" y="25840"/>
                  </a:lnTo>
                  <a:lnTo>
                    <a:pt x="500243" y="24609"/>
                  </a:lnTo>
                  <a:lnTo>
                    <a:pt x="525940" y="23441"/>
                  </a:lnTo>
                  <a:lnTo>
                    <a:pt x="550383" y="22331"/>
                  </a:lnTo>
                  <a:lnTo>
                    <a:pt x="573689" y="21271"/>
                  </a:lnTo>
                  <a:lnTo>
                    <a:pt x="595958" y="20259"/>
                  </a:lnTo>
                  <a:lnTo>
                    <a:pt x="617280" y="19290"/>
                  </a:lnTo>
                  <a:lnTo>
                    <a:pt x="637731" y="18361"/>
                  </a:lnTo>
                  <a:lnTo>
                    <a:pt x="657380" y="17468"/>
                  </a:lnTo>
                  <a:lnTo>
                    <a:pt x="676287" y="16609"/>
                  </a:lnTo>
                  <a:lnTo>
                    <a:pt x="694506" y="15781"/>
                  </a:lnTo>
                  <a:lnTo>
                    <a:pt x="712087" y="14982"/>
                  </a:lnTo>
                  <a:lnTo>
                    <a:pt x="729071" y="14210"/>
                  </a:lnTo>
                  <a:lnTo>
                    <a:pt x="745498" y="13463"/>
                  </a:lnTo>
                  <a:lnTo>
                    <a:pt x="761403" y="12741"/>
                  </a:lnTo>
                  <a:lnTo>
                    <a:pt x="776819" y="12040"/>
                  </a:lnTo>
                  <a:lnTo>
                    <a:pt x="791775" y="11360"/>
                  </a:lnTo>
                  <a:lnTo>
                    <a:pt x="806297" y="10700"/>
                  </a:lnTo>
                  <a:lnTo>
                    <a:pt x="820410" y="10059"/>
                  </a:lnTo>
                  <a:lnTo>
                    <a:pt x="834137" y="9435"/>
                  </a:lnTo>
                  <a:lnTo>
                    <a:pt x="847497" y="8828"/>
                  </a:lnTo>
                  <a:lnTo>
                    <a:pt x="860510" y="8237"/>
                  </a:lnTo>
                  <a:lnTo>
                    <a:pt x="873194" y="7660"/>
                  </a:lnTo>
                  <a:lnTo>
                    <a:pt x="885564" y="7098"/>
                  </a:lnTo>
                  <a:lnTo>
                    <a:pt x="897637" y="6549"/>
                  </a:lnTo>
                  <a:lnTo>
                    <a:pt x="909425" y="6014"/>
                  </a:lnTo>
                  <a:lnTo>
                    <a:pt x="920942" y="5490"/>
                  </a:lnTo>
                  <a:lnTo>
                    <a:pt x="932201" y="4979"/>
                  </a:lnTo>
                  <a:lnTo>
                    <a:pt x="943212" y="4478"/>
                  </a:lnTo>
                  <a:lnTo>
                    <a:pt x="953986" y="3988"/>
                  </a:lnTo>
                  <a:lnTo>
                    <a:pt x="964533" y="3509"/>
                  </a:lnTo>
                  <a:lnTo>
                    <a:pt x="974863" y="3040"/>
                  </a:lnTo>
                  <a:lnTo>
                    <a:pt x="984984" y="2580"/>
                  </a:lnTo>
                  <a:lnTo>
                    <a:pt x="994905" y="2129"/>
                  </a:lnTo>
                  <a:lnTo>
                    <a:pt x="1004633" y="1687"/>
                  </a:lnTo>
                  <a:lnTo>
                    <a:pt x="1014176" y="1253"/>
                  </a:lnTo>
                  <a:lnTo>
                    <a:pt x="1023540" y="828"/>
                  </a:lnTo>
                  <a:lnTo>
                    <a:pt x="1032733" y="410"/>
                  </a:lnTo>
                  <a:lnTo>
                    <a:pt x="104176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4348386" y="4791702"/>
              <a:ext cx="1041760" cy="181092"/>
            </a:xfrm>
            <a:custGeom>
              <a:avLst/>
              <a:pathLst>
                <a:path w="1041760" h="181092">
                  <a:moveTo>
                    <a:pt x="0" y="181092"/>
                  </a:moveTo>
                  <a:lnTo>
                    <a:pt x="66896" y="169463"/>
                  </a:lnTo>
                  <a:lnTo>
                    <a:pt x="125903" y="159206"/>
                  </a:lnTo>
                  <a:lnTo>
                    <a:pt x="178687" y="150031"/>
                  </a:lnTo>
                  <a:lnTo>
                    <a:pt x="226435" y="141730"/>
                  </a:lnTo>
                  <a:lnTo>
                    <a:pt x="270026" y="134153"/>
                  </a:lnTo>
                  <a:lnTo>
                    <a:pt x="310126" y="127182"/>
                  </a:lnTo>
                  <a:lnTo>
                    <a:pt x="347253" y="120728"/>
                  </a:lnTo>
                  <a:lnTo>
                    <a:pt x="381817" y="114720"/>
                  </a:lnTo>
                  <a:lnTo>
                    <a:pt x="414150" y="109099"/>
                  </a:lnTo>
                  <a:lnTo>
                    <a:pt x="444521" y="103820"/>
                  </a:lnTo>
                  <a:lnTo>
                    <a:pt x="473157" y="98842"/>
                  </a:lnTo>
                  <a:lnTo>
                    <a:pt x="500243" y="94133"/>
                  </a:lnTo>
                  <a:lnTo>
                    <a:pt x="525940" y="89666"/>
                  </a:lnTo>
                  <a:lnTo>
                    <a:pt x="550383" y="85417"/>
                  </a:lnTo>
                  <a:lnTo>
                    <a:pt x="573689" y="81366"/>
                  </a:lnTo>
                  <a:lnTo>
                    <a:pt x="595958" y="77495"/>
                  </a:lnTo>
                  <a:lnTo>
                    <a:pt x="617280" y="73788"/>
                  </a:lnTo>
                  <a:lnTo>
                    <a:pt x="637731" y="70233"/>
                  </a:lnTo>
                  <a:lnTo>
                    <a:pt x="657380" y="66818"/>
                  </a:lnTo>
                  <a:lnTo>
                    <a:pt x="676287" y="63531"/>
                  </a:lnTo>
                  <a:lnTo>
                    <a:pt x="694506" y="60364"/>
                  </a:lnTo>
                  <a:lnTo>
                    <a:pt x="712087" y="57308"/>
                  </a:lnTo>
                  <a:lnTo>
                    <a:pt x="729071" y="54355"/>
                  </a:lnTo>
                  <a:lnTo>
                    <a:pt x="745498" y="51500"/>
                  </a:lnTo>
                  <a:lnTo>
                    <a:pt x="761403" y="48735"/>
                  </a:lnTo>
                  <a:lnTo>
                    <a:pt x="776819" y="46055"/>
                  </a:lnTo>
                  <a:lnTo>
                    <a:pt x="791775" y="43455"/>
                  </a:lnTo>
                  <a:lnTo>
                    <a:pt x="806297" y="40931"/>
                  </a:lnTo>
                  <a:lnTo>
                    <a:pt x="820410" y="38478"/>
                  </a:lnTo>
                  <a:lnTo>
                    <a:pt x="834137" y="36091"/>
                  </a:lnTo>
                  <a:lnTo>
                    <a:pt x="847497" y="33769"/>
                  </a:lnTo>
                  <a:lnTo>
                    <a:pt x="860510" y="31507"/>
                  </a:lnTo>
                  <a:lnTo>
                    <a:pt x="873194" y="29302"/>
                  </a:lnTo>
                  <a:lnTo>
                    <a:pt x="885564" y="27152"/>
                  </a:lnTo>
                  <a:lnTo>
                    <a:pt x="897637" y="25053"/>
                  </a:lnTo>
                  <a:lnTo>
                    <a:pt x="909425" y="23004"/>
                  </a:lnTo>
                  <a:lnTo>
                    <a:pt x="920942" y="21002"/>
                  </a:lnTo>
                  <a:lnTo>
                    <a:pt x="932201" y="19045"/>
                  </a:lnTo>
                  <a:lnTo>
                    <a:pt x="943212" y="17130"/>
                  </a:lnTo>
                  <a:lnTo>
                    <a:pt x="953986" y="15258"/>
                  </a:lnTo>
                  <a:lnTo>
                    <a:pt x="964533" y="13424"/>
                  </a:lnTo>
                  <a:lnTo>
                    <a:pt x="974863" y="11628"/>
                  </a:lnTo>
                  <a:lnTo>
                    <a:pt x="984984" y="9869"/>
                  </a:lnTo>
                  <a:lnTo>
                    <a:pt x="994905" y="8144"/>
                  </a:lnTo>
                  <a:lnTo>
                    <a:pt x="1004633" y="6453"/>
                  </a:lnTo>
                  <a:lnTo>
                    <a:pt x="1014176" y="4795"/>
                  </a:lnTo>
                  <a:lnTo>
                    <a:pt x="1023540" y="3167"/>
                  </a:lnTo>
                  <a:lnTo>
                    <a:pt x="1032733" y="1569"/>
                  </a:lnTo>
                  <a:lnTo>
                    <a:pt x="104176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4348386" y="4836842"/>
              <a:ext cx="1041760" cy="109020"/>
            </a:xfrm>
            <a:custGeom>
              <a:avLst/>
              <a:pathLst>
                <a:path w="1041760" h="109020">
                  <a:moveTo>
                    <a:pt x="0" y="109020"/>
                  </a:moveTo>
                  <a:lnTo>
                    <a:pt x="66896" y="102019"/>
                  </a:lnTo>
                  <a:lnTo>
                    <a:pt x="125903" y="95844"/>
                  </a:lnTo>
                  <a:lnTo>
                    <a:pt x="178687" y="90320"/>
                  </a:lnTo>
                  <a:lnTo>
                    <a:pt x="226435" y="85323"/>
                  </a:lnTo>
                  <a:lnTo>
                    <a:pt x="270026" y="80762"/>
                  </a:lnTo>
                  <a:lnTo>
                    <a:pt x="310126" y="76565"/>
                  </a:lnTo>
                  <a:lnTo>
                    <a:pt x="347253" y="72680"/>
                  </a:lnTo>
                  <a:lnTo>
                    <a:pt x="381817" y="69063"/>
                  </a:lnTo>
                  <a:lnTo>
                    <a:pt x="414150" y="65679"/>
                  </a:lnTo>
                  <a:lnTo>
                    <a:pt x="444521" y="62501"/>
                  </a:lnTo>
                  <a:lnTo>
                    <a:pt x="473157" y="59504"/>
                  </a:lnTo>
                  <a:lnTo>
                    <a:pt x="500243" y="56669"/>
                  </a:lnTo>
                  <a:lnTo>
                    <a:pt x="525940" y="53980"/>
                  </a:lnTo>
                  <a:lnTo>
                    <a:pt x="550383" y="51422"/>
                  </a:lnTo>
                  <a:lnTo>
                    <a:pt x="573689" y="48983"/>
                  </a:lnTo>
                  <a:lnTo>
                    <a:pt x="595958" y="46653"/>
                  </a:lnTo>
                  <a:lnTo>
                    <a:pt x="617280" y="44421"/>
                  </a:lnTo>
                  <a:lnTo>
                    <a:pt x="637731" y="42281"/>
                  </a:lnTo>
                  <a:lnTo>
                    <a:pt x="657380" y="40225"/>
                  </a:lnTo>
                  <a:lnTo>
                    <a:pt x="676287" y="38246"/>
                  </a:lnTo>
                  <a:lnTo>
                    <a:pt x="694506" y="36340"/>
                  </a:lnTo>
                  <a:lnTo>
                    <a:pt x="712087" y="34500"/>
                  </a:lnTo>
                  <a:lnTo>
                    <a:pt x="729071" y="32722"/>
                  </a:lnTo>
                  <a:lnTo>
                    <a:pt x="745498" y="31003"/>
                  </a:lnTo>
                  <a:lnTo>
                    <a:pt x="761403" y="29339"/>
                  </a:lnTo>
                  <a:lnTo>
                    <a:pt x="776819" y="27726"/>
                  </a:lnTo>
                  <a:lnTo>
                    <a:pt x="791775" y="26160"/>
                  </a:lnTo>
                  <a:lnTo>
                    <a:pt x="806297" y="24641"/>
                  </a:lnTo>
                  <a:lnTo>
                    <a:pt x="820410" y="23164"/>
                  </a:lnTo>
                  <a:lnTo>
                    <a:pt x="834137" y="21727"/>
                  </a:lnTo>
                  <a:lnTo>
                    <a:pt x="847497" y="20329"/>
                  </a:lnTo>
                  <a:lnTo>
                    <a:pt x="860510" y="18967"/>
                  </a:lnTo>
                  <a:lnTo>
                    <a:pt x="873194" y="17640"/>
                  </a:lnTo>
                  <a:lnTo>
                    <a:pt x="885564" y="16345"/>
                  </a:lnTo>
                  <a:lnTo>
                    <a:pt x="897637" y="15082"/>
                  </a:lnTo>
                  <a:lnTo>
                    <a:pt x="909425" y="13848"/>
                  </a:lnTo>
                  <a:lnTo>
                    <a:pt x="920942" y="12643"/>
                  </a:lnTo>
                  <a:lnTo>
                    <a:pt x="932201" y="11465"/>
                  </a:lnTo>
                  <a:lnTo>
                    <a:pt x="943212" y="10313"/>
                  </a:lnTo>
                  <a:lnTo>
                    <a:pt x="953986" y="9185"/>
                  </a:lnTo>
                  <a:lnTo>
                    <a:pt x="964533" y="8081"/>
                  </a:lnTo>
                  <a:lnTo>
                    <a:pt x="974863" y="7000"/>
                  </a:lnTo>
                  <a:lnTo>
                    <a:pt x="984984" y="5941"/>
                  </a:lnTo>
                  <a:lnTo>
                    <a:pt x="994905" y="4903"/>
                  </a:lnTo>
                  <a:lnTo>
                    <a:pt x="1004633" y="3885"/>
                  </a:lnTo>
                  <a:lnTo>
                    <a:pt x="1014176" y="2886"/>
                  </a:lnTo>
                  <a:lnTo>
                    <a:pt x="1023540" y="1906"/>
                  </a:lnTo>
                  <a:lnTo>
                    <a:pt x="1032733" y="944"/>
                  </a:lnTo>
                  <a:lnTo>
                    <a:pt x="104176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89" name="pl988"/>
            <p:cNvSpPr/>
            <p:nvPr/>
          </p:nvSpPr>
          <p:spPr>
            <a:xfrm>
              <a:off x="4348386" y="4830064"/>
              <a:ext cx="1041760" cy="123744"/>
            </a:xfrm>
            <a:custGeom>
              <a:avLst/>
              <a:pathLst>
                <a:path w="1041760" h="123744">
                  <a:moveTo>
                    <a:pt x="0" y="0"/>
                  </a:moveTo>
                  <a:lnTo>
                    <a:pt x="66896" y="7946"/>
                  </a:lnTo>
                  <a:lnTo>
                    <a:pt x="125903" y="14955"/>
                  </a:lnTo>
                  <a:lnTo>
                    <a:pt x="178687" y="21225"/>
                  </a:lnTo>
                  <a:lnTo>
                    <a:pt x="226435" y="26897"/>
                  </a:lnTo>
                  <a:lnTo>
                    <a:pt x="270026" y="32074"/>
                  </a:lnTo>
                  <a:lnTo>
                    <a:pt x="310126" y="36838"/>
                  </a:lnTo>
                  <a:lnTo>
                    <a:pt x="347253" y="41248"/>
                  </a:lnTo>
                  <a:lnTo>
                    <a:pt x="381817" y="45353"/>
                  </a:lnTo>
                  <a:lnTo>
                    <a:pt x="414150" y="49194"/>
                  </a:lnTo>
                  <a:lnTo>
                    <a:pt x="444521" y="52802"/>
                  </a:lnTo>
                  <a:lnTo>
                    <a:pt x="473157" y="56203"/>
                  </a:lnTo>
                  <a:lnTo>
                    <a:pt x="500243" y="59421"/>
                  </a:lnTo>
                  <a:lnTo>
                    <a:pt x="525940" y="62473"/>
                  </a:lnTo>
                  <a:lnTo>
                    <a:pt x="550383" y="65376"/>
                  </a:lnTo>
                  <a:lnTo>
                    <a:pt x="573689" y="68145"/>
                  </a:lnTo>
                  <a:lnTo>
                    <a:pt x="595958" y="70790"/>
                  </a:lnTo>
                  <a:lnTo>
                    <a:pt x="617280" y="73323"/>
                  </a:lnTo>
                  <a:lnTo>
                    <a:pt x="637731" y="75752"/>
                  </a:lnTo>
                  <a:lnTo>
                    <a:pt x="657380" y="78086"/>
                  </a:lnTo>
                  <a:lnTo>
                    <a:pt x="676287" y="80332"/>
                  </a:lnTo>
                  <a:lnTo>
                    <a:pt x="694506" y="82496"/>
                  </a:lnTo>
                  <a:lnTo>
                    <a:pt x="712087" y="84584"/>
                  </a:lnTo>
                  <a:lnTo>
                    <a:pt x="729071" y="86602"/>
                  </a:lnTo>
                  <a:lnTo>
                    <a:pt x="745498" y="88553"/>
                  </a:lnTo>
                  <a:lnTo>
                    <a:pt x="761403" y="90442"/>
                  </a:lnTo>
                  <a:lnTo>
                    <a:pt x="776819" y="92273"/>
                  </a:lnTo>
                  <a:lnTo>
                    <a:pt x="791775" y="94050"/>
                  </a:lnTo>
                  <a:lnTo>
                    <a:pt x="806297" y="95775"/>
                  </a:lnTo>
                  <a:lnTo>
                    <a:pt x="820410" y="97451"/>
                  </a:lnTo>
                  <a:lnTo>
                    <a:pt x="834137" y="99082"/>
                  </a:lnTo>
                  <a:lnTo>
                    <a:pt x="847497" y="100669"/>
                  </a:lnTo>
                  <a:lnTo>
                    <a:pt x="860510" y="102215"/>
                  </a:lnTo>
                  <a:lnTo>
                    <a:pt x="873194" y="103721"/>
                  </a:lnTo>
                  <a:lnTo>
                    <a:pt x="885564" y="105191"/>
                  </a:lnTo>
                  <a:lnTo>
                    <a:pt x="897637" y="106625"/>
                  </a:lnTo>
                  <a:lnTo>
                    <a:pt x="909425" y="108025"/>
                  </a:lnTo>
                  <a:lnTo>
                    <a:pt x="920942" y="109393"/>
                  </a:lnTo>
                  <a:lnTo>
                    <a:pt x="932201" y="110730"/>
                  </a:lnTo>
                  <a:lnTo>
                    <a:pt x="943212" y="112038"/>
                  </a:lnTo>
                  <a:lnTo>
                    <a:pt x="953986" y="113318"/>
                  </a:lnTo>
                  <a:lnTo>
                    <a:pt x="964533" y="114571"/>
                  </a:lnTo>
                  <a:lnTo>
                    <a:pt x="974863" y="115798"/>
                  </a:lnTo>
                  <a:lnTo>
                    <a:pt x="984984" y="117000"/>
                  </a:lnTo>
                  <a:lnTo>
                    <a:pt x="994905" y="118179"/>
                  </a:lnTo>
                  <a:lnTo>
                    <a:pt x="1004633" y="119334"/>
                  </a:lnTo>
                  <a:lnTo>
                    <a:pt x="1014176" y="120468"/>
                  </a:lnTo>
                  <a:lnTo>
                    <a:pt x="1023540" y="121580"/>
                  </a:lnTo>
                  <a:lnTo>
                    <a:pt x="1032733" y="122672"/>
                  </a:lnTo>
                  <a:lnTo>
                    <a:pt x="1041760" y="12374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0" name="pl989"/>
            <p:cNvSpPr/>
            <p:nvPr/>
          </p:nvSpPr>
          <p:spPr>
            <a:xfrm>
              <a:off x="4348386" y="4813110"/>
              <a:ext cx="1041760" cy="217585"/>
            </a:xfrm>
            <a:custGeom>
              <a:avLst/>
              <a:pathLst>
                <a:path w="1041760" h="217585">
                  <a:moveTo>
                    <a:pt x="0" y="0"/>
                  </a:moveTo>
                  <a:lnTo>
                    <a:pt x="66896" y="13972"/>
                  </a:lnTo>
                  <a:lnTo>
                    <a:pt x="125903" y="26296"/>
                  </a:lnTo>
                  <a:lnTo>
                    <a:pt x="178687" y="37321"/>
                  </a:lnTo>
                  <a:lnTo>
                    <a:pt x="226435" y="47294"/>
                  </a:lnTo>
                  <a:lnTo>
                    <a:pt x="270026" y="56398"/>
                  </a:lnTo>
                  <a:lnTo>
                    <a:pt x="310126" y="64773"/>
                  </a:lnTo>
                  <a:lnTo>
                    <a:pt x="347253" y="72528"/>
                  </a:lnTo>
                  <a:lnTo>
                    <a:pt x="381817" y="79747"/>
                  </a:lnTo>
                  <a:lnTo>
                    <a:pt x="414150" y="86500"/>
                  </a:lnTo>
                  <a:lnTo>
                    <a:pt x="444521" y="92844"/>
                  </a:lnTo>
                  <a:lnTo>
                    <a:pt x="473157" y="98824"/>
                  </a:lnTo>
                  <a:lnTo>
                    <a:pt x="500243" y="104482"/>
                  </a:lnTo>
                  <a:lnTo>
                    <a:pt x="525940" y="109849"/>
                  </a:lnTo>
                  <a:lnTo>
                    <a:pt x="550383" y="114954"/>
                  </a:lnTo>
                  <a:lnTo>
                    <a:pt x="573689" y="119822"/>
                  </a:lnTo>
                  <a:lnTo>
                    <a:pt x="595958" y="124473"/>
                  </a:lnTo>
                  <a:lnTo>
                    <a:pt x="617280" y="128926"/>
                  </a:lnTo>
                  <a:lnTo>
                    <a:pt x="637731" y="133198"/>
                  </a:lnTo>
                  <a:lnTo>
                    <a:pt x="657380" y="137302"/>
                  </a:lnTo>
                  <a:lnTo>
                    <a:pt x="676287" y="141251"/>
                  </a:lnTo>
                  <a:lnTo>
                    <a:pt x="694506" y="145056"/>
                  </a:lnTo>
                  <a:lnTo>
                    <a:pt x="712087" y="148728"/>
                  </a:lnTo>
                  <a:lnTo>
                    <a:pt x="729071" y="152275"/>
                  </a:lnTo>
                  <a:lnTo>
                    <a:pt x="745498" y="155706"/>
                  </a:lnTo>
                  <a:lnTo>
                    <a:pt x="761403" y="159028"/>
                  </a:lnTo>
                  <a:lnTo>
                    <a:pt x="776819" y="162248"/>
                  </a:lnTo>
                  <a:lnTo>
                    <a:pt x="791775" y="165372"/>
                  </a:lnTo>
                  <a:lnTo>
                    <a:pt x="806297" y="168405"/>
                  </a:lnTo>
                  <a:lnTo>
                    <a:pt x="820410" y="171353"/>
                  </a:lnTo>
                  <a:lnTo>
                    <a:pt x="834137" y="174220"/>
                  </a:lnTo>
                  <a:lnTo>
                    <a:pt x="847497" y="177010"/>
                  </a:lnTo>
                  <a:lnTo>
                    <a:pt x="860510" y="179728"/>
                  </a:lnTo>
                  <a:lnTo>
                    <a:pt x="873194" y="182377"/>
                  </a:lnTo>
                  <a:lnTo>
                    <a:pt x="885564" y="184961"/>
                  </a:lnTo>
                  <a:lnTo>
                    <a:pt x="897637" y="187483"/>
                  </a:lnTo>
                  <a:lnTo>
                    <a:pt x="909425" y="189945"/>
                  </a:lnTo>
                  <a:lnTo>
                    <a:pt x="920942" y="192350"/>
                  </a:lnTo>
                  <a:lnTo>
                    <a:pt x="932201" y="194702"/>
                  </a:lnTo>
                  <a:lnTo>
                    <a:pt x="943212" y="197002"/>
                  </a:lnTo>
                  <a:lnTo>
                    <a:pt x="953986" y="199252"/>
                  </a:lnTo>
                  <a:lnTo>
                    <a:pt x="964533" y="201455"/>
                  </a:lnTo>
                  <a:lnTo>
                    <a:pt x="974863" y="203612"/>
                  </a:lnTo>
                  <a:lnTo>
                    <a:pt x="984984" y="205726"/>
                  </a:lnTo>
                  <a:lnTo>
                    <a:pt x="994905" y="207798"/>
                  </a:lnTo>
                  <a:lnTo>
                    <a:pt x="1004633" y="209830"/>
                  </a:lnTo>
                  <a:lnTo>
                    <a:pt x="1014176" y="211823"/>
                  </a:lnTo>
                  <a:lnTo>
                    <a:pt x="1023540" y="213779"/>
                  </a:lnTo>
                  <a:lnTo>
                    <a:pt x="1032733" y="215699"/>
                  </a:lnTo>
                  <a:lnTo>
                    <a:pt x="1041760" y="21758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4348386" y="5019533"/>
              <a:ext cx="1041760" cy="90196"/>
            </a:xfrm>
            <a:custGeom>
              <a:avLst/>
              <a:pathLst>
                <a:path w="1041760" h="90196">
                  <a:moveTo>
                    <a:pt x="0" y="0"/>
                  </a:moveTo>
                  <a:lnTo>
                    <a:pt x="66896" y="5791"/>
                  </a:lnTo>
                  <a:lnTo>
                    <a:pt x="125903" y="10900"/>
                  </a:lnTo>
                  <a:lnTo>
                    <a:pt x="178687" y="15470"/>
                  </a:lnTo>
                  <a:lnTo>
                    <a:pt x="226435" y="19605"/>
                  </a:lnTo>
                  <a:lnTo>
                    <a:pt x="270026" y="23379"/>
                  </a:lnTo>
                  <a:lnTo>
                    <a:pt x="310126" y="26851"/>
                  </a:lnTo>
                  <a:lnTo>
                    <a:pt x="347253" y="30065"/>
                  </a:lnTo>
                  <a:lnTo>
                    <a:pt x="381817" y="33058"/>
                  </a:lnTo>
                  <a:lnTo>
                    <a:pt x="414150" y="35857"/>
                  </a:lnTo>
                  <a:lnTo>
                    <a:pt x="444521" y="38487"/>
                  </a:lnTo>
                  <a:lnTo>
                    <a:pt x="473157" y="40966"/>
                  </a:lnTo>
                  <a:lnTo>
                    <a:pt x="500243" y="43311"/>
                  </a:lnTo>
                  <a:lnTo>
                    <a:pt x="525940" y="45536"/>
                  </a:lnTo>
                  <a:lnTo>
                    <a:pt x="550383" y="47652"/>
                  </a:lnTo>
                  <a:lnTo>
                    <a:pt x="573689" y="49670"/>
                  </a:lnTo>
                  <a:lnTo>
                    <a:pt x="595958" y="51598"/>
                  </a:lnTo>
                  <a:lnTo>
                    <a:pt x="617280" y="53444"/>
                  </a:lnTo>
                  <a:lnTo>
                    <a:pt x="637731" y="55215"/>
                  </a:lnTo>
                  <a:lnTo>
                    <a:pt x="657380" y="56916"/>
                  </a:lnTo>
                  <a:lnTo>
                    <a:pt x="676287" y="58553"/>
                  </a:lnTo>
                  <a:lnTo>
                    <a:pt x="694506" y="60131"/>
                  </a:lnTo>
                  <a:lnTo>
                    <a:pt x="712087" y="61653"/>
                  </a:lnTo>
                  <a:lnTo>
                    <a:pt x="729071" y="63123"/>
                  </a:lnTo>
                  <a:lnTo>
                    <a:pt x="745498" y="64546"/>
                  </a:lnTo>
                  <a:lnTo>
                    <a:pt x="761403" y="65923"/>
                  </a:lnTo>
                  <a:lnTo>
                    <a:pt x="776819" y="67257"/>
                  </a:lnTo>
                  <a:lnTo>
                    <a:pt x="791775" y="68552"/>
                  </a:lnTo>
                  <a:lnTo>
                    <a:pt x="806297" y="69810"/>
                  </a:lnTo>
                  <a:lnTo>
                    <a:pt x="820410" y="71032"/>
                  </a:lnTo>
                  <a:lnTo>
                    <a:pt x="834137" y="72220"/>
                  </a:lnTo>
                  <a:lnTo>
                    <a:pt x="847497" y="73377"/>
                  </a:lnTo>
                  <a:lnTo>
                    <a:pt x="860510" y="74504"/>
                  </a:lnTo>
                  <a:lnTo>
                    <a:pt x="873194" y="75602"/>
                  </a:lnTo>
                  <a:lnTo>
                    <a:pt x="885564" y="76673"/>
                  </a:lnTo>
                  <a:lnTo>
                    <a:pt x="897637" y="77718"/>
                  </a:lnTo>
                  <a:lnTo>
                    <a:pt x="909425" y="78739"/>
                  </a:lnTo>
                  <a:lnTo>
                    <a:pt x="920942" y="79736"/>
                  </a:lnTo>
                  <a:lnTo>
                    <a:pt x="932201" y="80711"/>
                  </a:lnTo>
                  <a:lnTo>
                    <a:pt x="943212" y="81664"/>
                  </a:lnTo>
                  <a:lnTo>
                    <a:pt x="953986" y="82597"/>
                  </a:lnTo>
                  <a:lnTo>
                    <a:pt x="964533" y="83510"/>
                  </a:lnTo>
                  <a:lnTo>
                    <a:pt x="974863" y="84404"/>
                  </a:lnTo>
                  <a:lnTo>
                    <a:pt x="984984" y="85281"/>
                  </a:lnTo>
                  <a:lnTo>
                    <a:pt x="994905" y="86140"/>
                  </a:lnTo>
                  <a:lnTo>
                    <a:pt x="1004633" y="86982"/>
                  </a:lnTo>
                  <a:lnTo>
                    <a:pt x="1014176" y="87808"/>
                  </a:lnTo>
                  <a:lnTo>
                    <a:pt x="1023540" y="88619"/>
                  </a:lnTo>
                  <a:lnTo>
                    <a:pt x="1032733" y="89415"/>
                  </a:lnTo>
                  <a:lnTo>
                    <a:pt x="1041760" y="9019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4348386" y="4992660"/>
              <a:ext cx="1041760" cy="45832"/>
            </a:xfrm>
            <a:custGeom>
              <a:avLst/>
              <a:pathLst>
                <a:path w="1041760" h="45832">
                  <a:moveTo>
                    <a:pt x="0" y="0"/>
                  </a:moveTo>
                  <a:lnTo>
                    <a:pt x="66896" y="2943"/>
                  </a:lnTo>
                  <a:lnTo>
                    <a:pt x="125903" y="5539"/>
                  </a:lnTo>
                  <a:lnTo>
                    <a:pt x="178687" y="7861"/>
                  </a:lnTo>
                  <a:lnTo>
                    <a:pt x="226435" y="9962"/>
                  </a:lnTo>
                  <a:lnTo>
                    <a:pt x="270026" y="11879"/>
                  </a:lnTo>
                  <a:lnTo>
                    <a:pt x="310126" y="13644"/>
                  </a:lnTo>
                  <a:lnTo>
                    <a:pt x="347253" y="15277"/>
                  </a:lnTo>
                  <a:lnTo>
                    <a:pt x="381817" y="16798"/>
                  </a:lnTo>
                  <a:lnTo>
                    <a:pt x="414150" y="18220"/>
                  </a:lnTo>
                  <a:lnTo>
                    <a:pt x="444521" y="19556"/>
                  </a:lnTo>
                  <a:lnTo>
                    <a:pt x="473157" y="20816"/>
                  </a:lnTo>
                  <a:lnTo>
                    <a:pt x="500243" y="22008"/>
                  </a:lnTo>
                  <a:lnTo>
                    <a:pt x="525940" y="23138"/>
                  </a:lnTo>
                  <a:lnTo>
                    <a:pt x="550383" y="24214"/>
                  </a:lnTo>
                  <a:lnTo>
                    <a:pt x="573689" y="25239"/>
                  </a:lnTo>
                  <a:lnTo>
                    <a:pt x="595958" y="26219"/>
                  </a:lnTo>
                  <a:lnTo>
                    <a:pt x="617280" y="27157"/>
                  </a:lnTo>
                  <a:lnTo>
                    <a:pt x="637731" y="28057"/>
                  </a:lnTo>
                  <a:lnTo>
                    <a:pt x="657380" y="28921"/>
                  </a:lnTo>
                  <a:lnTo>
                    <a:pt x="676287" y="29753"/>
                  </a:lnTo>
                  <a:lnTo>
                    <a:pt x="694506" y="30555"/>
                  </a:lnTo>
                  <a:lnTo>
                    <a:pt x="712087" y="31328"/>
                  </a:lnTo>
                  <a:lnTo>
                    <a:pt x="729071" y="32075"/>
                  </a:lnTo>
                  <a:lnTo>
                    <a:pt x="745498" y="32798"/>
                  </a:lnTo>
                  <a:lnTo>
                    <a:pt x="761403" y="33498"/>
                  </a:lnTo>
                  <a:lnTo>
                    <a:pt x="776819" y="34176"/>
                  </a:lnTo>
                  <a:lnTo>
                    <a:pt x="791775" y="34834"/>
                  </a:lnTo>
                  <a:lnTo>
                    <a:pt x="806297" y="35473"/>
                  </a:lnTo>
                  <a:lnTo>
                    <a:pt x="820410" y="36094"/>
                  </a:lnTo>
                  <a:lnTo>
                    <a:pt x="834137" y="36698"/>
                  </a:lnTo>
                  <a:lnTo>
                    <a:pt x="847497" y="37285"/>
                  </a:lnTo>
                  <a:lnTo>
                    <a:pt x="860510" y="37858"/>
                  </a:lnTo>
                  <a:lnTo>
                    <a:pt x="873194" y="38416"/>
                  </a:lnTo>
                  <a:lnTo>
                    <a:pt x="885564" y="38960"/>
                  </a:lnTo>
                  <a:lnTo>
                    <a:pt x="897637" y="39491"/>
                  </a:lnTo>
                  <a:lnTo>
                    <a:pt x="909425" y="40010"/>
                  </a:lnTo>
                  <a:lnTo>
                    <a:pt x="920942" y="40517"/>
                  </a:lnTo>
                  <a:lnTo>
                    <a:pt x="932201" y="41012"/>
                  </a:lnTo>
                  <a:lnTo>
                    <a:pt x="943212" y="41497"/>
                  </a:lnTo>
                  <a:lnTo>
                    <a:pt x="953986" y="41971"/>
                  </a:lnTo>
                  <a:lnTo>
                    <a:pt x="964533" y="42435"/>
                  </a:lnTo>
                  <a:lnTo>
                    <a:pt x="974863" y="42889"/>
                  </a:lnTo>
                  <a:lnTo>
                    <a:pt x="984984" y="43334"/>
                  </a:lnTo>
                  <a:lnTo>
                    <a:pt x="994905" y="43771"/>
                  </a:lnTo>
                  <a:lnTo>
                    <a:pt x="1004633" y="44199"/>
                  </a:lnTo>
                  <a:lnTo>
                    <a:pt x="1014176" y="44619"/>
                  </a:lnTo>
                  <a:lnTo>
                    <a:pt x="1023540" y="45031"/>
                  </a:lnTo>
                  <a:lnTo>
                    <a:pt x="1032733" y="45435"/>
                  </a:lnTo>
                  <a:lnTo>
                    <a:pt x="1041760" y="4583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3" name="pl992"/>
            <p:cNvSpPr/>
            <p:nvPr/>
          </p:nvSpPr>
          <p:spPr>
            <a:xfrm>
              <a:off x="4348386" y="4976470"/>
              <a:ext cx="1041760" cy="11455"/>
            </a:xfrm>
            <a:custGeom>
              <a:avLst/>
              <a:pathLst>
                <a:path w="1041760" h="11455">
                  <a:moveTo>
                    <a:pt x="0" y="0"/>
                  </a:moveTo>
                  <a:lnTo>
                    <a:pt x="66896" y="735"/>
                  </a:lnTo>
                  <a:lnTo>
                    <a:pt x="125903" y="1384"/>
                  </a:lnTo>
                  <a:lnTo>
                    <a:pt x="178687" y="1964"/>
                  </a:lnTo>
                  <a:lnTo>
                    <a:pt x="226435" y="2489"/>
                  </a:lnTo>
                  <a:lnTo>
                    <a:pt x="270026" y="2969"/>
                  </a:lnTo>
                  <a:lnTo>
                    <a:pt x="310126" y="3410"/>
                  </a:lnTo>
                  <a:lnTo>
                    <a:pt x="347253" y="3818"/>
                  </a:lnTo>
                  <a:lnTo>
                    <a:pt x="381817" y="4198"/>
                  </a:lnTo>
                  <a:lnTo>
                    <a:pt x="414150" y="4553"/>
                  </a:lnTo>
                  <a:lnTo>
                    <a:pt x="444521" y="4887"/>
                  </a:lnTo>
                  <a:lnTo>
                    <a:pt x="473157" y="5202"/>
                  </a:lnTo>
                  <a:lnTo>
                    <a:pt x="500243" y="5500"/>
                  </a:lnTo>
                  <a:lnTo>
                    <a:pt x="525940" y="5783"/>
                  </a:lnTo>
                  <a:lnTo>
                    <a:pt x="550383" y="6051"/>
                  </a:lnTo>
                  <a:lnTo>
                    <a:pt x="573689" y="6308"/>
                  </a:lnTo>
                  <a:lnTo>
                    <a:pt x="595958" y="6553"/>
                  </a:lnTo>
                  <a:lnTo>
                    <a:pt x="617280" y="6787"/>
                  </a:lnTo>
                  <a:lnTo>
                    <a:pt x="637731" y="7012"/>
                  </a:lnTo>
                  <a:lnTo>
                    <a:pt x="657380" y="7228"/>
                  </a:lnTo>
                  <a:lnTo>
                    <a:pt x="676287" y="7436"/>
                  </a:lnTo>
                  <a:lnTo>
                    <a:pt x="694506" y="7636"/>
                  </a:lnTo>
                  <a:lnTo>
                    <a:pt x="712087" y="7830"/>
                  </a:lnTo>
                  <a:lnTo>
                    <a:pt x="729071" y="8016"/>
                  </a:lnTo>
                  <a:lnTo>
                    <a:pt x="745498" y="8197"/>
                  </a:lnTo>
                  <a:lnTo>
                    <a:pt x="761403" y="8372"/>
                  </a:lnTo>
                  <a:lnTo>
                    <a:pt x="776819" y="8541"/>
                  </a:lnTo>
                  <a:lnTo>
                    <a:pt x="791775" y="8706"/>
                  </a:lnTo>
                  <a:lnTo>
                    <a:pt x="806297" y="8865"/>
                  </a:lnTo>
                  <a:lnTo>
                    <a:pt x="820410" y="9021"/>
                  </a:lnTo>
                  <a:lnTo>
                    <a:pt x="834137" y="9172"/>
                  </a:lnTo>
                  <a:lnTo>
                    <a:pt x="847497" y="9318"/>
                  </a:lnTo>
                  <a:lnTo>
                    <a:pt x="860510" y="9462"/>
                  </a:lnTo>
                  <a:lnTo>
                    <a:pt x="873194" y="9601"/>
                  </a:lnTo>
                  <a:lnTo>
                    <a:pt x="885564" y="9737"/>
                  </a:lnTo>
                  <a:lnTo>
                    <a:pt x="897637" y="9870"/>
                  </a:lnTo>
                  <a:lnTo>
                    <a:pt x="909425" y="9999"/>
                  </a:lnTo>
                  <a:lnTo>
                    <a:pt x="920942" y="10126"/>
                  </a:lnTo>
                  <a:lnTo>
                    <a:pt x="932201" y="10250"/>
                  </a:lnTo>
                  <a:lnTo>
                    <a:pt x="943212" y="10371"/>
                  </a:lnTo>
                  <a:lnTo>
                    <a:pt x="953986" y="10489"/>
                  </a:lnTo>
                  <a:lnTo>
                    <a:pt x="964533" y="10605"/>
                  </a:lnTo>
                  <a:lnTo>
                    <a:pt x="974863" y="10719"/>
                  </a:lnTo>
                  <a:lnTo>
                    <a:pt x="984984" y="10830"/>
                  </a:lnTo>
                  <a:lnTo>
                    <a:pt x="994905" y="10939"/>
                  </a:lnTo>
                  <a:lnTo>
                    <a:pt x="1004633" y="11046"/>
                  </a:lnTo>
                  <a:lnTo>
                    <a:pt x="1014176" y="11151"/>
                  </a:lnTo>
                  <a:lnTo>
                    <a:pt x="1023540" y="11254"/>
                  </a:lnTo>
                  <a:lnTo>
                    <a:pt x="1032733" y="11355"/>
                  </a:lnTo>
                  <a:lnTo>
                    <a:pt x="1041760" y="1145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4" name="rc993"/>
            <p:cNvSpPr/>
            <p:nvPr/>
          </p:nvSpPr>
          <p:spPr>
            <a:xfrm>
              <a:off x="4270675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427067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tx995"/>
            <p:cNvSpPr/>
            <p:nvPr/>
          </p:nvSpPr>
          <p:spPr>
            <a:xfrm rot="-5400000">
              <a:off x="4048872" y="515026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997" name="tx996"/>
            <p:cNvSpPr/>
            <p:nvPr/>
          </p:nvSpPr>
          <p:spPr>
            <a:xfrm rot="-5400000">
              <a:off x="4048872" y="489561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998" name="tx997"/>
            <p:cNvSpPr/>
            <p:nvPr/>
          </p:nvSpPr>
          <p:spPr>
            <a:xfrm rot="-5400000">
              <a:off x="4048872" y="464097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999" name="tx998"/>
            <p:cNvSpPr/>
            <p:nvPr/>
          </p:nvSpPr>
          <p:spPr>
            <a:xfrm rot="-5400000">
              <a:off x="4048872" y="4386327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1000" name="tx999"/>
            <p:cNvSpPr/>
            <p:nvPr/>
          </p:nvSpPr>
          <p:spPr>
            <a:xfrm rot="-5400000">
              <a:off x="4048872" y="4131683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01" name="pl1000"/>
            <p:cNvSpPr/>
            <p:nvPr/>
          </p:nvSpPr>
          <p:spPr>
            <a:xfrm>
              <a:off x="4239044" y="51912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1"/>
            <p:cNvSpPr/>
            <p:nvPr/>
          </p:nvSpPr>
          <p:spPr>
            <a:xfrm>
              <a:off x="4239044" y="49366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2"/>
            <p:cNvSpPr/>
            <p:nvPr/>
          </p:nvSpPr>
          <p:spPr>
            <a:xfrm>
              <a:off x="4239044" y="46819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3"/>
            <p:cNvSpPr/>
            <p:nvPr/>
          </p:nvSpPr>
          <p:spPr>
            <a:xfrm>
              <a:off x="4239044" y="44273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4"/>
            <p:cNvSpPr/>
            <p:nvPr/>
          </p:nvSpPr>
          <p:spPr>
            <a:xfrm>
              <a:off x="4239044" y="417269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5"/>
            <p:cNvSpPr/>
            <p:nvPr/>
          </p:nvSpPr>
          <p:spPr>
            <a:xfrm>
              <a:off x="4270675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6"/>
            <p:cNvSpPr/>
            <p:nvPr/>
          </p:nvSpPr>
          <p:spPr>
            <a:xfrm>
              <a:off x="434838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7"/>
            <p:cNvSpPr/>
            <p:nvPr/>
          </p:nvSpPr>
          <p:spPr>
            <a:xfrm>
              <a:off x="469563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8"/>
            <p:cNvSpPr/>
            <p:nvPr/>
          </p:nvSpPr>
          <p:spPr>
            <a:xfrm>
              <a:off x="504289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09"/>
            <p:cNvSpPr/>
            <p:nvPr/>
          </p:nvSpPr>
          <p:spPr>
            <a:xfrm>
              <a:off x="539014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tx1010"/>
            <p:cNvSpPr/>
            <p:nvPr/>
          </p:nvSpPr>
          <p:spPr>
            <a:xfrm>
              <a:off x="431661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12" name="tx1011"/>
            <p:cNvSpPr/>
            <p:nvPr/>
          </p:nvSpPr>
          <p:spPr>
            <a:xfrm>
              <a:off x="466386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13" name="tx1012"/>
            <p:cNvSpPr/>
            <p:nvPr/>
          </p:nvSpPr>
          <p:spPr>
            <a:xfrm>
              <a:off x="501111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14" name="tx1013"/>
            <p:cNvSpPr/>
            <p:nvPr/>
          </p:nvSpPr>
          <p:spPr>
            <a:xfrm>
              <a:off x="535837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15" name="tx1014"/>
            <p:cNvSpPr/>
            <p:nvPr/>
          </p:nvSpPr>
          <p:spPr>
            <a:xfrm>
              <a:off x="458262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16" name="tx1015"/>
            <p:cNvSpPr/>
            <p:nvPr/>
          </p:nvSpPr>
          <p:spPr>
            <a:xfrm>
              <a:off x="4270675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1017" name="rc1016"/>
            <p:cNvSpPr/>
            <p:nvPr/>
          </p:nvSpPr>
          <p:spPr>
            <a:xfrm>
              <a:off x="5734681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5772442" y="493493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5760676" y="500935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5779345" y="505657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5765142" y="466347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5787875" y="496800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5794167" y="467914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5769748" y="520244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5762717" y="505638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5777214" y="469892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5773316" y="46067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108223" y="48624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131909" y="466330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103691" y="502519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124516" y="519145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098796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117592" y="424601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136316" y="513091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135366" y="52208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121588" y="520847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102824" y="509093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103197" y="51416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142670" y="51813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097203" y="51475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139021" y="514178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107800" y="509421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132041" y="500277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129441" y="520701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140107" y="503852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467869" y="502581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492443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496535" y="513517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459793" y="51700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454224" y="493161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465771" y="50754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455190" y="488452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483092" y="50257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449704" y="508245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471609" y="497891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458327" y="51786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493090" y="471312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465895" y="512925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478283" y="51858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496850" y="463549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497215" y="495876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488259" y="487143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497488" y="512012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493625" y="503133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6460950" y="488636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6850220" y="509531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6839465" y="505997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6817733" y="496786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6804648" y="50864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6838009" y="492810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6830470" y="503522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6811555" y="497524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6814065" y="500340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6808596" y="50534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6840991" y="478781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6826524" y="515796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6809675" y="506660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6816704" y="506967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6807912" y="51939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6814421" y="501244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6814739" y="519089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6810123" y="491864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6837702" y="505740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6807852" y="507118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6800600" y="498686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6824396" y="503370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6825252" y="50174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6816439" y="50458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6818777" y="51706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l1089"/>
            <p:cNvSpPr/>
            <p:nvPr/>
          </p:nvSpPr>
          <p:spPr>
            <a:xfrm>
              <a:off x="5798552" y="4674470"/>
              <a:ext cx="1055165" cy="370947"/>
            </a:xfrm>
            <a:custGeom>
              <a:avLst/>
              <a:pathLst>
                <a:path w="1055165" h="370947">
                  <a:moveTo>
                    <a:pt x="0" y="0"/>
                  </a:moveTo>
                  <a:lnTo>
                    <a:pt x="67757" y="23820"/>
                  </a:lnTo>
                  <a:lnTo>
                    <a:pt x="127523" y="44831"/>
                  </a:lnTo>
                  <a:lnTo>
                    <a:pt x="180986" y="63626"/>
                  </a:lnTo>
                  <a:lnTo>
                    <a:pt x="229349" y="80628"/>
                  </a:lnTo>
                  <a:lnTo>
                    <a:pt x="273501" y="96150"/>
                  </a:lnTo>
                  <a:lnTo>
                    <a:pt x="314117" y="110429"/>
                  </a:lnTo>
                  <a:lnTo>
                    <a:pt x="351721" y="123649"/>
                  </a:lnTo>
                  <a:lnTo>
                    <a:pt x="386730" y="135956"/>
                  </a:lnTo>
                  <a:lnTo>
                    <a:pt x="419479" y="147469"/>
                  </a:lnTo>
                  <a:lnTo>
                    <a:pt x="450242" y="158284"/>
                  </a:lnTo>
                  <a:lnTo>
                    <a:pt x="479245" y="168480"/>
                  </a:lnTo>
                  <a:lnTo>
                    <a:pt x="506680" y="178125"/>
                  </a:lnTo>
                  <a:lnTo>
                    <a:pt x="532708" y="187275"/>
                  </a:lnTo>
                  <a:lnTo>
                    <a:pt x="557466" y="195979"/>
                  </a:lnTo>
                  <a:lnTo>
                    <a:pt x="581071" y="204277"/>
                  </a:lnTo>
                  <a:lnTo>
                    <a:pt x="603627" y="212207"/>
                  </a:lnTo>
                  <a:lnTo>
                    <a:pt x="625223" y="219799"/>
                  </a:lnTo>
                  <a:lnTo>
                    <a:pt x="645937" y="227081"/>
                  </a:lnTo>
                  <a:lnTo>
                    <a:pt x="665839" y="234078"/>
                  </a:lnTo>
                  <a:lnTo>
                    <a:pt x="684989" y="240810"/>
                  </a:lnTo>
                  <a:lnTo>
                    <a:pt x="703443" y="247298"/>
                  </a:lnTo>
                  <a:lnTo>
                    <a:pt x="721250" y="253557"/>
                  </a:lnTo>
                  <a:lnTo>
                    <a:pt x="738452" y="259605"/>
                  </a:lnTo>
                  <a:lnTo>
                    <a:pt x="755091" y="265454"/>
                  </a:lnTo>
                  <a:lnTo>
                    <a:pt x="771201" y="271118"/>
                  </a:lnTo>
                  <a:lnTo>
                    <a:pt x="786815" y="276607"/>
                  </a:lnTo>
                  <a:lnTo>
                    <a:pt x="801963" y="281933"/>
                  </a:lnTo>
                  <a:lnTo>
                    <a:pt x="816672" y="287104"/>
                  </a:lnTo>
                  <a:lnTo>
                    <a:pt x="830967" y="292129"/>
                  </a:lnTo>
                  <a:lnTo>
                    <a:pt x="844870" y="297017"/>
                  </a:lnTo>
                  <a:lnTo>
                    <a:pt x="858402" y="301774"/>
                  </a:lnTo>
                  <a:lnTo>
                    <a:pt x="871583" y="306408"/>
                  </a:lnTo>
                  <a:lnTo>
                    <a:pt x="884430" y="310924"/>
                  </a:lnTo>
                  <a:lnTo>
                    <a:pt x="896960" y="315329"/>
                  </a:lnTo>
                  <a:lnTo>
                    <a:pt x="909187" y="319628"/>
                  </a:lnTo>
                  <a:lnTo>
                    <a:pt x="921127" y="323825"/>
                  </a:lnTo>
                  <a:lnTo>
                    <a:pt x="932793" y="327926"/>
                  </a:lnTo>
                  <a:lnTo>
                    <a:pt x="944196" y="331935"/>
                  </a:lnTo>
                  <a:lnTo>
                    <a:pt x="955349" y="335856"/>
                  </a:lnTo>
                  <a:lnTo>
                    <a:pt x="966262" y="339692"/>
                  </a:lnTo>
                  <a:lnTo>
                    <a:pt x="976945" y="343448"/>
                  </a:lnTo>
                  <a:lnTo>
                    <a:pt x="987408" y="347126"/>
                  </a:lnTo>
                  <a:lnTo>
                    <a:pt x="997659" y="350730"/>
                  </a:lnTo>
                  <a:lnTo>
                    <a:pt x="1007708" y="354263"/>
                  </a:lnTo>
                  <a:lnTo>
                    <a:pt x="1017561" y="357727"/>
                  </a:lnTo>
                  <a:lnTo>
                    <a:pt x="1027226" y="361125"/>
                  </a:lnTo>
                  <a:lnTo>
                    <a:pt x="1036711" y="364459"/>
                  </a:lnTo>
                  <a:lnTo>
                    <a:pt x="1046022" y="367732"/>
                  </a:lnTo>
                  <a:lnTo>
                    <a:pt x="1055165" y="37094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1" name="pl1090"/>
            <p:cNvSpPr/>
            <p:nvPr/>
          </p:nvSpPr>
          <p:spPr>
            <a:xfrm>
              <a:off x="5798552" y="4583466"/>
              <a:ext cx="1055165" cy="491742"/>
            </a:xfrm>
            <a:custGeom>
              <a:avLst/>
              <a:pathLst>
                <a:path w="1055165" h="491742">
                  <a:moveTo>
                    <a:pt x="0" y="0"/>
                  </a:moveTo>
                  <a:lnTo>
                    <a:pt x="67757" y="31577"/>
                  </a:lnTo>
                  <a:lnTo>
                    <a:pt x="127523" y="59430"/>
                  </a:lnTo>
                  <a:lnTo>
                    <a:pt x="180986" y="84345"/>
                  </a:lnTo>
                  <a:lnTo>
                    <a:pt x="229349" y="106884"/>
                  </a:lnTo>
                  <a:lnTo>
                    <a:pt x="273501" y="127461"/>
                  </a:lnTo>
                  <a:lnTo>
                    <a:pt x="314117" y="146389"/>
                  </a:lnTo>
                  <a:lnTo>
                    <a:pt x="351721" y="163914"/>
                  </a:lnTo>
                  <a:lnTo>
                    <a:pt x="386730" y="180229"/>
                  </a:lnTo>
                  <a:lnTo>
                    <a:pt x="419479" y="195491"/>
                  </a:lnTo>
                  <a:lnTo>
                    <a:pt x="450242" y="209828"/>
                  </a:lnTo>
                  <a:lnTo>
                    <a:pt x="479245" y="223344"/>
                  </a:lnTo>
                  <a:lnTo>
                    <a:pt x="506680" y="236130"/>
                  </a:lnTo>
                  <a:lnTo>
                    <a:pt x="532708" y="248260"/>
                  </a:lnTo>
                  <a:lnTo>
                    <a:pt x="557466" y="259798"/>
                  </a:lnTo>
                  <a:lnTo>
                    <a:pt x="581071" y="270799"/>
                  </a:lnTo>
                  <a:lnTo>
                    <a:pt x="603627" y="281310"/>
                  </a:lnTo>
                  <a:lnTo>
                    <a:pt x="625223" y="291375"/>
                  </a:lnTo>
                  <a:lnTo>
                    <a:pt x="645937" y="301028"/>
                  </a:lnTo>
                  <a:lnTo>
                    <a:pt x="665839" y="310303"/>
                  </a:lnTo>
                  <a:lnTo>
                    <a:pt x="684989" y="319228"/>
                  </a:lnTo>
                  <a:lnTo>
                    <a:pt x="703443" y="327828"/>
                  </a:lnTo>
                  <a:lnTo>
                    <a:pt x="721250" y="336127"/>
                  </a:lnTo>
                  <a:lnTo>
                    <a:pt x="738452" y="344143"/>
                  </a:lnTo>
                  <a:lnTo>
                    <a:pt x="755091" y="351898"/>
                  </a:lnTo>
                  <a:lnTo>
                    <a:pt x="771201" y="359405"/>
                  </a:lnTo>
                  <a:lnTo>
                    <a:pt x="786815" y="366682"/>
                  </a:lnTo>
                  <a:lnTo>
                    <a:pt x="801963" y="373742"/>
                  </a:lnTo>
                  <a:lnTo>
                    <a:pt x="816672" y="380597"/>
                  </a:lnTo>
                  <a:lnTo>
                    <a:pt x="830967" y="387259"/>
                  </a:lnTo>
                  <a:lnTo>
                    <a:pt x="844870" y="393738"/>
                  </a:lnTo>
                  <a:lnTo>
                    <a:pt x="858402" y="400044"/>
                  </a:lnTo>
                  <a:lnTo>
                    <a:pt x="871583" y="406187"/>
                  </a:lnTo>
                  <a:lnTo>
                    <a:pt x="884430" y="412174"/>
                  </a:lnTo>
                  <a:lnTo>
                    <a:pt x="896960" y="418013"/>
                  </a:lnTo>
                  <a:lnTo>
                    <a:pt x="909187" y="423712"/>
                  </a:lnTo>
                  <a:lnTo>
                    <a:pt x="921127" y="429276"/>
                  </a:lnTo>
                  <a:lnTo>
                    <a:pt x="932793" y="434713"/>
                  </a:lnTo>
                  <a:lnTo>
                    <a:pt x="944196" y="440027"/>
                  </a:lnTo>
                  <a:lnTo>
                    <a:pt x="955349" y="445225"/>
                  </a:lnTo>
                  <a:lnTo>
                    <a:pt x="966262" y="450311"/>
                  </a:lnTo>
                  <a:lnTo>
                    <a:pt x="976945" y="455289"/>
                  </a:lnTo>
                  <a:lnTo>
                    <a:pt x="987408" y="460165"/>
                  </a:lnTo>
                  <a:lnTo>
                    <a:pt x="997659" y="464943"/>
                  </a:lnTo>
                  <a:lnTo>
                    <a:pt x="1007708" y="469626"/>
                  </a:lnTo>
                  <a:lnTo>
                    <a:pt x="1017561" y="474218"/>
                  </a:lnTo>
                  <a:lnTo>
                    <a:pt x="1027226" y="478722"/>
                  </a:lnTo>
                  <a:lnTo>
                    <a:pt x="1036711" y="483142"/>
                  </a:lnTo>
                  <a:lnTo>
                    <a:pt x="1046022" y="487482"/>
                  </a:lnTo>
                  <a:lnTo>
                    <a:pt x="1055165" y="49174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2" name="pl1091"/>
            <p:cNvSpPr/>
            <p:nvPr/>
          </p:nvSpPr>
          <p:spPr>
            <a:xfrm>
              <a:off x="5798552" y="5080770"/>
              <a:ext cx="1055165" cy="28721"/>
            </a:xfrm>
            <a:custGeom>
              <a:avLst/>
              <a:pathLst>
                <a:path w="1055165" h="28721">
                  <a:moveTo>
                    <a:pt x="0" y="28721"/>
                  </a:moveTo>
                  <a:lnTo>
                    <a:pt x="67757" y="26877"/>
                  </a:lnTo>
                  <a:lnTo>
                    <a:pt x="127523" y="25250"/>
                  </a:lnTo>
                  <a:lnTo>
                    <a:pt x="180986" y="23795"/>
                  </a:lnTo>
                  <a:lnTo>
                    <a:pt x="229349" y="22478"/>
                  </a:lnTo>
                  <a:lnTo>
                    <a:pt x="273501" y="21276"/>
                  </a:lnTo>
                  <a:lnTo>
                    <a:pt x="314117" y="20171"/>
                  </a:lnTo>
                  <a:lnTo>
                    <a:pt x="351721" y="19147"/>
                  </a:lnTo>
                  <a:lnTo>
                    <a:pt x="386730" y="18194"/>
                  </a:lnTo>
                  <a:lnTo>
                    <a:pt x="419479" y="17303"/>
                  </a:lnTo>
                  <a:lnTo>
                    <a:pt x="450242" y="16466"/>
                  </a:lnTo>
                  <a:lnTo>
                    <a:pt x="479245" y="15676"/>
                  </a:lnTo>
                  <a:lnTo>
                    <a:pt x="506680" y="14929"/>
                  </a:lnTo>
                  <a:lnTo>
                    <a:pt x="532708" y="14221"/>
                  </a:lnTo>
                  <a:lnTo>
                    <a:pt x="557466" y="13547"/>
                  </a:lnTo>
                  <a:lnTo>
                    <a:pt x="581071" y="12904"/>
                  </a:lnTo>
                  <a:lnTo>
                    <a:pt x="603627" y="12290"/>
                  </a:lnTo>
                  <a:lnTo>
                    <a:pt x="625223" y="11703"/>
                  </a:lnTo>
                  <a:lnTo>
                    <a:pt x="645937" y="11139"/>
                  </a:lnTo>
                  <a:lnTo>
                    <a:pt x="665839" y="10597"/>
                  </a:lnTo>
                  <a:lnTo>
                    <a:pt x="684989" y="10076"/>
                  </a:lnTo>
                  <a:lnTo>
                    <a:pt x="703443" y="9573"/>
                  </a:lnTo>
                  <a:lnTo>
                    <a:pt x="721250" y="9089"/>
                  </a:lnTo>
                  <a:lnTo>
                    <a:pt x="738452" y="8620"/>
                  </a:lnTo>
                  <a:lnTo>
                    <a:pt x="755091" y="8168"/>
                  </a:lnTo>
                  <a:lnTo>
                    <a:pt x="771201" y="7729"/>
                  </a:lnTo>
                  <a:lnTo>
                    <a:pt x="786815" y="7304"/>
                  </a:lnTo>
                  <a:lnTo>
                    <a:pt x="801963" y="6892"/>
                  </a:lnTo>
                  <a:lnTo>
                    <a:pt x="816672" y="6491"/>
                  </a:lnTo>
                  <a:lnTo>
                    <a:pt x="830967" y="6102"/>
                  </a:lnTo>
                  <a:lnTo>
                    <a:pt x="844870" y="5724"/>
                  </a:lnTo>
                  <a:lnTo>
                    <a:pt x="858402" y="5355"/>
                  </a:lnTo>
                  <a:lnTo>
                    <a:pt x="871583" y="4997"/>
                  </a:lnTo>
                  <a:lnTo>
                    <a:pt x="884430" y="4647"/>
                  </a:lnTo>
                  <a:lnTo>
                    <a:pt x="896960" y="4306"/>
                  </a:lnTo>
                  <a:lnTo>
                    <a:pt x="909187" y="3973"/>
                  </a:lnTo>
                  <a:lnTo>
                    <a:pt x="921127" y="3648"/>
                  </a:lnTo>
                  <a:lnTo>
                    <a:pt x="932793" y="3330"/>
                  </a:lnTo>
                  <a:lnTo>
                    <a:pt x="944196" y="3020"/>
                  </a:lnTo>
                  <a:lnTo>
                    <a:pt x="955349" y="2717"/>
                  </a:lnTo>
                  <a:lnTo>
                    <a:pt x="966262" y="2419"/>
                  </a:lnTo>
                  <a:lnTo>
                    <a:pt x="976945" y="2129"/>
                  </a:lnTo>
                  <a:lnTo>
                    <a:pt x="987408" y="1844"/>
                  </a:lnTo>
                  <a:lnTo>
                    <a:pt x="997659" y="1565"/>
                  </a:lnTo>
                  <a:lnTo>
                    <a:pt x="1007708" y="1291"/>
                  </a:lnTo>
                  <a:lnTo>
                    <a:pt x="1017561" y="1023"/>
                  </a:lnTo>
                  <a:lnTo>
                    <a:pt x="1027226" y="760"/>
                  </a:lnTo>
                  <a:lnTo>
                    <a:pt x="1036711" y="502"/>
                  </a:lnTo>
                  <a:lnTo>
                    <a:pt x="1046022" y="248"/>
                  </a:lnTo>
                  <a:lnTo>
                    <a:pt x="105516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3" name="pl1092"/>
            <p:cNvSpPr/>
            <p:nvPr/>
          </p:nvSpPr>
          <p:spPr>
            <a:xfrm>
              <a:off x="5798552" y="4936327"/>
              <a:ext cx="1055165" cy="90078"/>
            </a:xfrm>
            <a:custGeom>
              <a:avLst/>
              <a:pathLst>
                <a:path w="1055165" h="90078">
                  <a:moveTo>
                    <a:pt x="0" y="90078"/>
                  </a:moveTo>
                  <a:lnTo>
                    <a:pt x="67757" y="84294"/>
                  </a:lnTo>
                  <a:lnTo>
                    <a:pt x="127523" y="79191"/>
                  </a:lnTo>
                  <a:lnTo>
                    <a:pt x="180986" y="74627"/>
                  </a:lnTo>
                  <a:lnTo>
                    <a:pt x="229349" y="70499"/>
                  </a:lnTo>
                  <a:lnTo>
                    <a:pt x="273501" y="66729"/>
                  </a:lnTo>
                  <a:lnTo>
                    <a:pt x="314117" y="63262"/>
                  </a:lnTo>
                  <a:lnTo>
                    <a:pt x="351721" y="60052"/>
                  </a:lnTo>
                  <a:lnTo>
                    <a:pt x="386730" y="57063"/>
                  </a:lnTo>
                  <a:lnTo>
                    <a:pt x="419479" y="54267"/>
                  </a:lnTo>
                  <a:lnTo>
                    <a:pt x="450242" y="51641"/>
                  </a:lnTo>
                  <a:lnTo>
                    <a:pt x="479245" y="49165"/>
                  </a:lnTo>
                  <a:lnTo>
                    <a:pt x="506680" y="46823"/>
                  </a:lnTo>
                  <a:lnTo>
                    <a:pt x="532708" y="44601"/>
                  </a:lnTo>
                  <a:lnTo>
                    <a:pt x="557466" y="42488"/>
                  </a:lnTo>
                  <a:lnTo>
                    <a:pt x="581071" y="40472"/>
                  </a:lnTo>
                  <a:lnTo>
                    <a:pt x="603627" y="38547"/>
                  </a:lnTo>
                  <a:lnTo>
                    <a:pt x="625223" y="36703"/>
                  </a:lnTo>
                  <a:lnTo>
                    <a:pt x="645937" y="34935"/>
                  </a:lnTo>
                  <a:lnTo>
                    <a:pt x="665839" y="33236"/>
                  </a:lnTo>
                  <a:lnTo>
                    <a:pt x="684989" y="31601"/>
                  </a:lnTo>
                  <a:lnTo>
                    <a:pt x="703443" y="30026"/>
                  </a:lnTo>
                  <a:lnTo>
                    <a:pt x="721250" y="28506"/>
                  </a:lnTo>
                  <a:lnTo>
                    <a:pt x="738452" y="27037"/>
                  </a:lnTo>
                  <a:lnTo>
                    <a:pt x="755091" y="25617"/>
                  </a:lnTo>
                  <a:lnTo>
                    <a:pt x="771201" y="24241"/>
                  </a:lnTo>
                  <a:lnTo>
                    <a:pt x="786815" y="22908"/>
                  </a:lnTo>
                  <a:lnTo>
                    <a:pt x="801963" y="21615"/>
                  </a:lnTo>
                  <a:lnTo>
                    <a:pt x="816672" y="20359"/>
                  </a:lnTo>
                  <a:lnTo>
                    <a:pt x="830967" y="19139"/>
                  </a:lnTo>
                  <a:lnTo>
                    <a:pt x="844870" y="17952"/>
                  </a:lnTo>
                  <a:lnTo>
                    <a:pt x="858402" y="16797"/>
                  </a:lnTo>
                  <a:lnTo>
                    <a:pt x="871583" y="15672"/>
                  </a:lnTo>
                  <a:lnTo>
                    <a:pt x="884430" y="14575"/>
                  </a:lnTo>
                  <a:lnTo>
                    <a:pt x="896960" y="13505"/>
                  </a:lnTo>
                  <a:lnTo>
                    <a:pt x="909187" y="12461"/>
                  </a:lnTo>
                  <a:lnTo>
                    <a:pt x="921127" y="11442"/>
                  </a:lnTo>
                  <a:lnTo>
                    <a:pt x="932793" y="10446"/>
                  </a:lnTo>
                  <a:lnTo>
                    <a:pt x="944196" y="9473"/>
                  </a:lnTo>
                  <a:lnTo>
                    <a:pt x="955349" y="8521"/>
                  </a:lnTo>
                  <a:lnTo>
                    <a:pt x="966262" y="7589"/>
                  </a:lnTo>
                  <a:lnTo>
                    <a:pt x="976945" y="6677"/>
                  </a:lnTo>
                  <a:lnTo>
                    <a:pt x="987408" y="5784"/>
                  </a:lnTo>
                  <a:lnTo>
                    <a:pt x="997659" y="4909"/>
                  </a:lnTo>
                  <a:lnTo>
                    <a:pt x="1007708" y="4051"/>
                  </a:lnTo>
                  <a:lnTo>
                    <a:pt x="1017561" y="3210"/>
                  </a:lnTo>
                  <a:lnTo>
                    <a:pt x="1027226" y="2385"/>
                  </a:lnTo>
                  <a:lnTo>
                    <a:pt x="1036711" y="1575"/>
                  </a:lnTo>
                  <a:lnTo>
                    <a:pt x="1046022" y="780"/>
                  </a:lnTo>
                  <a:lnTo>
                    <a:pt x="105516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4" name="pl1093"/>
            <p:cNvSpPr/>
            <p:nvPr/>
          </p:nvSpPr>
          <p:spPr>
            <a:xfrm>
              <a:off x="5798552" y="4996368"/>
              <a:ext cx="1055165" cy="136299"/>
            </a:xfrm>
            <a:custGeom>
              <a:avLst/>
              <a:pathLst>
                <a:path w="1055165" h="136299">
                  <a:moveTo>
                    <a:pt x="0" y="136299"/>
                  </a:moveTo>
                  <a:lnTo>
                    <a:pt x="67757" y="127546"/>
                  </a:lnTo>
                  <a:lnTo>
                    <a:pt x="127523" y="119826"/>
                  </a:lnTo>
                  <a:lnTo>
                    <a:pt x="180986" y="112920"/>
                  </a:lnTo>
                  <a:lnTo>
                    <a:pt x="229349" y="106673"/>
                  </a:lnTo>
                  <a:lnTo>
                    <a:pt x="273501" y="100970"/>
                  </a:lnTo>
                  <a:lnTo>
                    <a:pt x="314117" y="95723"/>
                  </a:lnTo>
                  <a:lnTo>
                    <a:pt x="351721" y="90866"/>
                  </a:lnTo>
                  <a:lnTo>
                    <a:pt x="386730" y="86343"/>
                  </a:lnTo>
                  <a:lnTo>
                    <a:pt x="419479" y="82113"/>
                  </a:lnTo>
                  <a:lnTo>
                    <a:pt x="450242" y="78140"/>
                  </a:lnTo>
                  <a:lnTo>
                    <a:pt x="479245" y="74393"/>
                  </a:lnTo>
                  <a:lnTo>
                    <a:pt x="506680" y="70849"/>
                  </a:lnTo>
                  <a:lnTo>
                    <a:pt x="532708" y="67487"/>
                  </a:lnTo>
                  <a:lnTo>
                    <a:pt x="557466" y="64289"/>
                  </a:lnTo>
                  <a:lnTo>
                    <a:pt x="581071" y="61240"/>
                  </a:lnTo>
                  <a:lnTo>
                    <a:pt x="603627" y="58326"/>
                  </a:lnTo>
                  <a:lnTo>
                    <a:pt x="625223" y="55537"/>
                  </a:lnTo>
                  <a:lnTo>
                    <a:pt x="645937" y="52861"/>
                  </a:lnTo>
                  <a:lnTo>
                    <a:pt x="665839" y="50290"/>
                  </a:lnTo>
                  <a:lnTo>
                    <a:pt x="684989" y="47816"/>
                  </a:lnTo>
                  <a:lnTo>
                    <a:pt x="703443" y="45433"/>
                  </a:lnTo>
                  <a:lnTo>
                    <a:pt x="721250" y="43132"/>
                  </a:lnTo>
                  <a:lnTo>
                    <a:pt x="738452" y="40910"/>
                  </a:lnTo>
                  <a:lnTo>
                    <a:pt x="755091" y="38761"/>
                  </a:lnTo>
                  <a:lnTo>
                    <a:pt x="771201" y="36680"/>
                  </a:lnTo>
                  <a:lnTo>
                    <a:pt x="786815" y="34663"/>
                  </a:lnTo>
                  <a:lnTo>
                    <a:pt x="801963" y="32706"/>
                  </a:lnTo>
                  <a:lnTo>
                    <a:pt x="816672" y="30806"/>
                  </a:lnTo>
                  <a:lnTo>
                    <a:pt x="830967" y="28960"/>
                  </a:lnTo>
                  <a:lnTo>
                    <a:pt x="844870" y="27164"/>
                  </a:lnTo>
                  <a:lnTo>
                    <a:pt x="858402" y="25416"/>
                  </a:lnTo>
                  <a:lnTo>
                    <a:pt x="871583" y="23713"/>
                  </a:lnTo>
                  <a:lnTo>
                    <a:pt x="884430" y="22054"/>
                  </a:lnTo>
                  <a:lnTo>
                    <a:pt x="896960" y="20435"/>
                  </a:lnTo>
                  <a:lnTo>
                    <a:pt x="909187" y="18856"/>
                  </a:lnTo>
                  <a:lnTo>
                    <a:pt x="921127" y="17314"/>
                  </a:lnTo>
                  <a:lnTo>
                    <a:pt x="932793" y="15807"/>
                  </a:lnTo>
                  <a:lnTo>
                    <a:pt x="944196" y="14334"/>
                  </a:lnTo>
                  <a:lnTo>
                    <a:pt x="955349" y="12893"/>
                  </a:lnTo>
                  <a:lnTo>
                    <a:pt x="966262" y="11483"/>
                  </a:lnTo>
                  <a:lnTo>
                    <a:pt x="976945" y="10103"/>
                  </a:lnTo>
                  <a:lnTo>
                    <a:pt x="987408" y="8752"/>
                  </a:lnTo>
                  <a:lnTo>
                    <a:pt x="997659" y="7428"/>
                  </a:lnTo>
                  <a:lnTo>
                    <a:pt x="1007708" y="6130"/>
                  </a:lnTo>
                  <a:lnTo>
                    <a:pt x="1017561" y="4857"/>
                  </a:lnTo>
                  <a:lnTo>
                    <a:pt x="1027226" y="3608"/>
                  </a:lnTo>
                  <a:lnTo>
                    <a:pt x="1036711" y="2383"/>
                  </a:lnTo>
                  <a:lnTo>
                    <a:pt x="1046022" y="1181"/>
                  </a:lnTo>
                  <a:lnTo>
                    <a:pt x="105516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5798552" y="4865632"/>
              <a:ext cx="1055165" cy="124217"/>
            </a:xfrm>
            <a:custGeom>
              <a:avLst/>
              <a:pathLst>
                <a:path w="1055165" h="124217">
                  <a:moveTo>
                    <a:pt x="0" y="0"/>
                  </a:moveTo>
                  <a:lnTo>
                    <a:pt x="67757" y="7976"/>
                  </a:lnTo>
                  <a:lnTo>
                    <a:pt x="127523" y="15012"/>
                  </a:lnTo>
                  <a:lnTo>
                    <a:pt x="180986" y="21306"/>
                  </a:lnTo>
                  <a:lnTo>
                    <a:pt x="229349" y="26999"/>
                  </a:lnTo>
                  <a:lnTo>
                    <a:pt x="273501" y="32197"/>
                  </a:lnTo>
                  <a:lnTo>
                    <a:pt x="314117" y="36978"/>
                  </a:lnTo>
                  <a:lnTo>
                    <a:pt x="351721" y="41405"/>
                  </a:lnTo>
                  <a:lnTo>
                    <a:pt x="386730" y="45527"/>
                  </a:lnTo>
                  <a:lnTo>
                    <a:pt x="419479" y="49382"/>
                  </a:lnTo>
                  <a:lnTo>
                    <a:pt x="450242" y="53004"/>
                  </a:lnTo>
                  <a:lnTo>
                    <a:pt x="479245" y="56418"/>
                  </a:lnTo>
                  <a:lnTo>
                    <a:pt x="506680" y="59648"/>
                  </a:lnTo>
                  <a:lnTo>
                    <a:pt x="532708" y="62712"/>
                  </a:lnTo>
                  <a:lnTo>
                    <a:pt x="557466" y="65626"/>
                  </a:lnTo>
                  <a:lnTo>
                    <a:pt x="581071" y="68405"/>
                  </a:lnTo>
                  <a:lnTo>
                    <a:pt x="603627" y="71061"/>
                  </a:lnTo>
                  <a:lnTo>
                    <a:pt x="625223" y="73603"/>
                  </a:lnTo>
                  <a:lnTo>
                    <a:pt x="645937" y="76041"/>
                  </a:lnTo>
                  <a:lnTo>
                    <a:pt x="665839" y="78384"/>
                  </a:lnTo>
                  <a:lnTo>
                    <a:pt x="684989" y="80639"/>
                  </a:lnTo>
                  <a:lnTo>
                    <a:pt x="703443" y="82811"/>
                  </a:lnTo>
                  <a:lnTo>
                    <a:pt x="721250" y="84908"/>
                  </a:lnTo>
                  <a:lnTo>
                    <a:pt x="738452" y="86933"/>
                  </a:lnTo>
                  <a:lnTo>
                    <a:pt x="755091" y="88891"/>
                  </a:lnTo>
                  <a:lnTo>
                    <a:pt x="771201" y="90788"/>
                  </a:lnTo>
                  <a:lnTo>
                    <a:pt x="786815" y="92626"/>
                  </a:lnTo>
                  <a:lnTo>
                    <a:pt x="801963" y="94409"/>
                  </a:lnTo>
                  <a:lnTo>
                    <a:pt x="816672" y="96141"/>
                  </a:lnTo>
                  <a:lnTo>
                    <a:pt x="830967" y="97824"/>
                  </a:lnTo>
                  <a:lnTo>
                    <a:pt x="844870" y="99461"/>
                  </a:lnTo>
                  <a:lnTo>
                    <a:pt x="858402" y="101054"/>
                  </a:lnTo>
                  <a:lnTo>
                    <a:pt x="871583" y="102605"/>
                  </a:lnTo>
                  <a:lnTo>
                    <a:pt x="884430" y="104118"/>
                  </a:lnTo>
                  <a:lnTo>
                    <a:pt x="896960" y="105593"/>
                  </a:lnTo>
                  <a:lnTo>
                    <a:pt x="909187" y="107032"/>
                  </a:lnTo>
                  <a:lnTo>
                    <a:pt x="921127" y="108438"/>
                  </a:lnTo>
                  <a:lnTo>
                    <a:pt x="932793" y="109811"/>
                  </a:lnTo>
                  <a:lnTo>
                    <a:pt x="944196" y="111154"/>
                  </a:lnTo>
                  <a:lnTo>
                    <a:pt x="955349" y="112466"/>
                  </a:lnTo>
                  <a:lnTo>
                    <a:pt x="966262" y="113751"/>
                  </a:lnTo>
                  <a:lnTo>
                    <a:pt x="976945" y="115009"/>
                  </a:lnTo>
                  <a:lnTo>
                    <a:pt x="987408" y="116241"/>
                  </a:lnTo>
                  <a:lnTo>
                    <a:pt x="997659" y="117447"/>
                  </a:lnTo>
                  <a:lnTo>
                    <a:pt x="1007708" y="118630"/>
                  </a:lnTo>
                  <a:lnTo>
                    <a:pt x="1017561" y="119790"/>
                  </a:lnTo>
                  <a:lnTo>
                    <a:pt x="1027226" y="120928"/>
                  </a:lnTo>
                  <a:lnTo>
                    <a:pt x="1036711" y="122045"/>
                  </a:lnTo>
                  <a:lnTo>
                    <a:pt x="1046022" y="123141"/>
                  </a:lnTo>
                  <a:lnTo>
                    <a:pt x="1055165" y="12421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6" name="pl1095"/>
            <p:cNvSpPr/>
            <p:nvPr/>
          </p:nvSpPr>
          <p:spPr>
            <a:xfrm>
              <a:off x="5798552" y="4883144"/>
              <a:ext cx="1055165" cy="251531"/>
            </a:xfrm>
            <a:custGeom>
              <a:avLst/>
              <a:pathLst>
                <a:path w="1055165" h="251531">
                  <a:moveTo>
                    <a:pt x="0" y="0"/>
                  </a:moveTo>
                  <a:lnTo>
                    <a:pt x="67757" y="16152"/>
                  </a:lnTo>
                  <a:lnTo>
                    <a:pt x="127523" y="30399"/>
                  </a:lnTo>
                  <a:lnTo>
                    <a:pt x="180986" y="43143"/>
                  </a:lnTo>
                  <a:lnTo>
                    <a:pt x="229349" y="54672"/>
                  </a:lnTo>
                  <a:lnTo>
                    <a:pt x="273501" y="65197"/>
                  </a:lnTo>
                  <a:lnTo>
                    <a:pt x="314117" y="74879"/>
                  </a:lnTo>
                  <a:lnTo>
                    <a:pt x="351721" y="83843"/>
                  </a:lnTo>
                  <a:lnTo>
                    <a:pt x="386730" y="92189"/>
                  </a:lnTo>
                  <a:lnTo>
                    <a:pt x="419479" y="99996"/>
                  </a:lnTo>
                  <a:lnTo>
                    <a:pt x="450242" y="107329"/>
                  </a:lnTo>
                  <a:lnTo>
                    <a:pt x="479245" y="114243"/>
                  </a:lnTo>
                  <a:lnTo>
                    <a:pt x="506680" y="120783"/>
                  </a:lnTo>
                  <a:lnTo>
                    <a:pt x="532708" y="126987"/>
                  </a:lnTo>
                  <a:lnTo>
                    <a:pt x="557466" y="132889"/>
                  </a:lnTo>
                  <a:lnTo>
                    <a:pt x="581071" y="138516"/>
                  </a:lnTo>
                  <a:lnTo>
                    <a:pt x="603627" y="143893"/>
                  </a:lnTo>
                  <a:lnTo>
                    <a:pt x="625223" y="149041"/>
                  </a:lnTo>
                  <a:lnTo>
                    <a:pt x="645937" y="153979"/>
                  </a:lnTo>
                  <a:lnTo>
                    <a:pt x="665839" y="158723"/>
                  </a:lnTo>
                  <a:lnTo>
                    <a:pt x="684989" y="163288"/>
                  </a:lnTo>
                  <a:lnTo>
                    <a:pt x="703443" y="167687"/>
                  </a:lnTo>
                  <a:lnTo>
                    <a:pt x="721250" y="171932"/>
                  </a:lnTo>
                  <a:lnTo>
                    <a:pt x="738452" y="176033"/>
                  </a:lnTo>
                  <a:lnTo>
                    <a:pt x="755091" y="179999"/>
                  </a:lnTo>
                  <a:lnTo>
                    <a:pt x="771201" y="183839"/>
                  </a:lnTo>
                  <a:lnTo>
                    <a:pt x="786815" y="187562"/>
                  </a:lnTo>
                  <a:lnTo>
                    <a:pt x="801963" y="191173"/>
                  </a:lnTo>
                  <a:lnTo>
                    <a:pt x="816672" y="194679"/>
                  </a:lnTo>
                  <a:lnTo>
                    <a:pt x="830967" y="198087"/>
                  </a:lnTo>
                  <a:lnTo>
                    <a:pt x="844870" y="201401"/>
                  </a:lnTo>
                  <a:lnTo>
                    <a:pt x="858402" y="204627"/>
                  </a:lnTo>
                  <a:lnTo>
                    <a:pt x="871583" y="207769"/>
                  </a:lnTo>
                  <a:lnTo>
                    <a:pt x="884430" y="210831"/>
                  </a:lnTo>
                  <a:lnTo>
                    <a:pt x="896960" y="213818"/>
                  </a:lnTo>
                  <a:lnTo>
                    <a:pt x="909187" y="216733"/>
                  </a:lnTo>
                  <a:lnTo>
                    <a:pt x="921127" y="219579"/>
                  </a:lnTo>
                  <a:lnTo>
                    <a:pt x="932793" y="222360"/>
                  </a:lnTo>
                  <a:lnTo>
                    <a:pt x="944196" y="225078"/>
                  </a:lnTo>
                  <a:lnTo>
                    <a:pt x="955349" y="227737"/>
                  </a:lnTo>
                  <a:lnTo>
                    <a:pt x="966262" y="230338"/>
                  </a:lnTo>
                  <a:lnTo>
                    <a:pt x="976945" y="232885"/>
                  </a:lnTo>
                  <a:lnTo>
                    <a:pt x="987408" y="235379"/>
                  </a:lnTo>
                  <a:lnTo>
                    <a:pt x="997659" y="237823"/>
                  </a:lnTo>
                  <a:lnTo>
                    <a:pt x="1007708" y="240218"/>
                  </a:lnTo>
                  <a:lnTo>
                    <a:pt x="1017561" y="242567"/>
                  </a:lnTo>
                  <a:lnTo>
                    <a:pt x="1027226" y="244871"/>
                  </a:lnTo>
                  <a:lnTo>
                    <a:pt x="1036711" y="247132"/>
                  </a:lnTo>
                  <a:lnTo>
                    <a:pt x="1046022" y="249352"/>
                  </a:lnTo>
                  <a:lnTo>
                    <a:pt x="1055165" y="25153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5798552" y="5009625"/>
              <a:ext cx="1055165" cy="234849"/>
            </a:xfrm>
            <a:custGeom>
              <a:avLst/>
              <a:pathLst>
                <a:path w="1055165" h="234849">
                  <a:moveTo>
                    <a:pt x="0" y="0"/>
                  </a:moveTo>
                  <a:lnTo>
                    <a:pt x="67757" y="15080"/>
                  </a:lnTo>
                  <a:lnTo>
                    <a:pt x="127523" y="28383"/>
                  </a:lnTo>
                  <a:lnTo>
                    <a:pt x="180986" y="40282"/>
                  </a:lnTo>
                  <a:lnTo>
                    <a:pt x="229349" y="51046"/>
                  </a:lnTo>
                  <a:lnTo>
                    <a:pt x="273501" y="60873"/>
                  </a:lnTo>
                  <a:lnTo>
                    <a:pt x="314117" y="69913"/>
                  </a:lnTo>
                  <a:lnTo>
                    <a:pt x="351721" y="78283"/>
                  </a:lnTo>
                  <a:lnTo>
                    <a:pt x="386730" y="86075"/>
                  </a:lnTo>
                  <a:lnTo>
                    <a:pt x="419479" y="93364"/>
                  </a:lnTo>
                  <a:lnTo>
                    <a:pt x="450242" y="100210"/>
                  </a:lnTo>
                  <a:lnTo>
                    <a:pt x="479245" y="106666"/>
                  </a:lnTo>
                  <a:lnTo>
                    <a:pt x="506680" y="112772"/>
                  </a:lnTo>
                  <a:lnTo>
                    <a:pt x="532708" y="118565"/>
                  </a:lnTo>
                  <a:lnTo>
                    <a:pt x="557466" y="124075"/>
                  </a:lnTo>
                  <a:lnTo>
                    <a:pt x="581071" y="129329"/>
                  </a:lnTo>
                  <a:lnTo>
                    <a:pt x="603627" y="134350"/>
                  </a:lnTo>
                  <a:lnTo>
                    <a:pt x="625223" y="139156"/>
                  </a:lnTo>
                  <a:lnTo>
                    <a:pt x="645937" y="143767"/>
                  </a:lnTo>
                  <a:lnTo>
                    <a:pt x="665839" y="148196"/>
                  </a:lnTo>
                  <a:lnTo>
                    <a:pt x="684989" y="152459"/>
                  </a:lnTo>
                  <a:lnTo>
                    <a:pt x="703443" y="156566"/>
                  </a:lnTo>
                  <a:lnTo>
                    <a:pt x="721250" y="160529"/>
                  </a:lnTo>
                  <a:lnTo>
                    <a:pt x="738452" y="164358"/>
                  </a:lnTo>
                  <a:lnTo>
                    <a:pt x="755091" y="168061"/>
                  </a:lnTo>
                  <a:lnTo>
                    <a:pt x="771201" y="171647"/>
                  </a:lnTo>
                  <a:lnTo>
                    <a:pt x="786815" y="175122"/>
                  </a:lnTo>
                  <a:lnTo>
                    <a:pt x="801963" y="178494"/>
                  </a:lnTo>
                  <a:lnTo>
                    <a:pt x="816672" y="181767"/>
                  </a:lnTo>
                  <a:lnTo>
                    <a:pt x="830967" y="184949"/>
                  </a:lnTo>
                  <a:lnTo>
                    <a:pt x="844870" y="188043"/>
                  </a:lnTo>
                  <a:lnTo>
                    <a:pt x="858402" y="191055"/>
                  </a:lnTo>
                  <a:lnTo>
                    <a:pt x="871583" y="193989"/>
                  </a:lnTo>
                  <a:lnTo>
                    <a:pt x="884430" y="196848"/>
                  </a:lnTo>
                  <a:lnTo>
                    <a:pt x="896960" y="199637"/>
                  </a:lnTo>
                  <a:lnTo>
                    <a:pt x="909187" y="202359"/>
                  </a:lnTo>
                  <a:lnTo>
                    <a:pt x="921127" y="205016"/>
                  </a:lnTo>
                  <a:lnTo>
                    <a:pt x="932793" y="207613"/>
                  </a:lnTo>
                  <a:lnTo>
                    <a:pt x="944196" y="210151"/>
                  </a:lnTo>
                  <a:lnTo>
                    <a:pt x="955349" y="212633"/>
                  </a:lnTo>
                  <a:lnTo>
                    <a:pt x="966262" y="215062"/>
                  </a:lnTo>
                  <a:lnTo>
                    <a:pt x="976945" y="217440"/>
                  </a:lnTo>
                  <a:lnTo>
                    <a:pt x="987408" y="219768"/>
                  </a:lnTo>
                  <a:lnTo>
                    <a:pt x="997659" y="222050"/>
                  </a:lnTo>
                  <a:lnTo>
                    <a:pt x="1007708" y="224286"/>
                  </a:lnTo>
                  <a:lnTo>
                    <a:pt x="1017561" y="226479"/>
                  </a:lnTo>
                  <a:lnTo>
                    <a:pt x="1027226" y="228631"/>
                  </a:lnTo>
                  <a:lnTo>
                    <a:pt x="1036711" y="230742"/>
                  </a:lnTo>
                  <a:lnTo>
                    <a:pt x="1046022" y="232814"/>
                  </a:lnTo>
                  <a:lnTo>
                    <a:pt x="1055165" y="23484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8" name="pl1097"/>
            <p:cNvSpPr/>
            <p:nvPr/>
          </p:nvSpPr>
          <p:spPr>
            <a:xfrm>
              <a:off x="5798552" y="5001075"/>
              <a:ext cx="1055165" cy="93151"/>
            </a:xfrm>
            <a:custGeom>
              <a:avLst/>
              <a:pathLst>
                <a:path w="1055165" h="93151">
                  <a:moveTo>
                    <a:pt x="0" y="0"/>
                  </a:moveTo>
                  <a:lnTo>
                    <a:pt x="67757" y="5981"/>
                  </a:lnTo>
                  <a:lnTo>
                    <a:pt x="127523" y="11257"/>
                  </a:lnTo>
                  <a:lnTo>
                    <a:pt x="180986" y="15977"/>
                  </a:lnTo>
                  <a:lnTo>
                    <a:pt x="229349" y="20247"/>
                  </a:lnTo>
                  <a:lnTo>
                    <a:pt x="273501" y="24145"/>
                  </a:lnTo>
                  <a:lnTo>
                    <a:pt x="314117" y="27730"/>
                  </a:lnTo>
                  <a:lnTo>
                    <a:pt x="351721" y="31050"/>
                  </a:lnTo>
                  <a:lnTo>
                    <a:pt x="386730" y="34140"/>
                  </a:lnTo>
                  <a:lnTo>
                    <a:pt x="419479" y="37032"/>
                  </a:lnTo>
                  <a:lnTo>
                    <a:pt x="450242" y="39747"/>
                  </a:lnTo>
                  <a:lnTo>
                    <a:pt x="479245" y="42308"/>
                  </a:lnTo>
                  <a:lnTo>
                    <a:pt x="506680" y="44730"/>
                  </a:lnTo>
                  <a:lnTo>
                    <a:pt x="532708" y="47028"/>
                  </a:lnTo>
                  <a:lnTo>
                    <a:pt x="557466" y="49213"/>
                  </a:lnTo>
                  <a:lnTo>
                    <a:pt x="581071" y="51297"/>
                  </a:lnTo>
                  <a:lnTo>
                    <a:pt x="603627" y="53288"/>
                  </a:lnTo>
                  <a:lnTo>
                    <a:pt x="625223" y="55195"/>
                  </a:lnTo>
                  <a:lnTo>
                    <a:pt x="645937" y="57024"/>
                  </a:lnTo>
                  <a:lnTo>
                    <a:pt x="665839" y="58780"/>
                  </a:lnTo>
                  <a:lnTo>
                    <a:pt x="684989" y="60471"/>
                  </a:lnTo>
                  <a:lnTo>
                    <a:pt x="703443" y="62100"/>
                  </a:lnTo>
                  <a:lnTo>
                    <a:pt x="721250" y="63672"/>
                  </a:lnTo>
                  <a:lnTo>
                    <a:pt x="738452" y="65191"/>
                  </a:lnTo>
                  <a:lnTo>
                    <a:pt x="755091" y="66660"/>
                  </a:lnTo>
                  <a:lnTo>
                    <a:pt x="771201" y="68082"/>
                  </a:lnTo>
                  <a:lnTo>
                    <a:pt x="786815" y="69460"/>
                  </a:lnTo>
                  <a:lnTo>
                    <a:pt x="801963" y="70798"/>
                  </a:lnTo>
                  <a:lnTo>
                    <a:pt x="816672" y="72096"/>
                  </a:lnTo>
                  <a:lnTo>
                    <a:pt x="830967" y="73358"/>
                  </a:lnTo>
                  <a:lnTo>
                    <a:pt x="844870" y="74586"/>
                  </a:lnTo>
                  <a:lnTo>
                    <a:pt x="858402" y="75780"/>
                  </a:lnTo>
                  <a:lnTo>
                    <a:pt x="871583" y="76944"/>
                  </a:lnTo>
                  <a:lnTo>
                    <a:pt x="884430" y="78078"/>
                  </a:lnTo>
                  <a:lnTo>
                    <a:pt x="896960" y="79184"/>
                  </a:lnTo>
                  <a:lnTo>
                    <a:pt x="909187" y="80264"/>
                  </a:lnTo>
                  <a:lnTo>
                    <a:pt x="921127" y="81318"/>
                  </a:lnTo>
                  <a:lnTo>
                    <a:pt x="932793" y="82347"/>
                  </a:lnTo>
                  <a:lnTo>
                    <a:pt x="944196" y="83354"/>
                  </a:lnTo>
                  <a:lnTo>
                    <a:pt x="955349" y="84339"/>
                  </a:lnTo>
                  <a:lnTo>
                    <a:pt x="966262" y="85302"/>
                  </a:lnTo>
                  <a:lnTo>
                    <a:pt x="976945" y="86245"/>
                  </a:lnTo>
                  <a:lnTo>
                    <a:pt x="987408" y="87169"/>
                  </a:lnTo>
                  <a:lnTo>
                    <a:pt x="997659" y="88074"/>
                  </a:lnTo>
                  <a:lnTo>
                    <a:pt x="1007708" y="88961"/>
                  </a:lnTo>
                  <a:lnTo>
                    <a:pt x="1017561" y="89831"/>
                  </a:lnTo>
                  <a:lnTo>
                    <a:pt x="1027226" y="90684"/>
                  </a:lnTo>
                  <a:lnTo>
                    <a:pt x="1036711" y="91521"/>
                  </a:lnTo>
                  <a:lnTo>
                    <a:pt x="1046022" y="92343"/>
                  </a:lnTo>
                  <a:lnTo>
                    <a:pt x="1055165" y="9315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99" name="pl1098"/>
            <p:cNvSpPr/>
            <p:nvPr/>
          </p:nvSpPr>
          <p:spPr>
            <a:xfrm>
              <a:off x="5798552" y="5083974"/>
              <a:ext cx="1055165" cy="17515"/>
            </a:xfrm>
            <a:custGeom>
              <a:avLst/>
              <a:pathLst>
                <a:path w="1055165" h="17515">
                  <a:moveTo>
                    <a:pt x="0" y="0"/>
                  </a:moveTo>
                  <a:lnTo>
                    <a:pt x="67757" y="1124"/>
                  </a:lnTo>
                  <a:lnTo>
                    <a:pt x="127523" y="2116"/>
                  </a:lnTo>
                  <a:lnTo>
                    <a:pt x="180986" y="3004"/>
                  </a:lnTo>
                  <a:lnTo>
                    <a:pt x="229349" y="3807"/>
                  </a:lnTo>
                  <a:lnTo>
                    <a:pt x="273501" y="4540"/>
                  </a:lnTo>
                  <a:lnTo>
                    <a:pt x="314117" y="5214"/>
                  </a:lnTo>
                  <a:lnTo>
                    <a:pt x="351721" y="5838"/>
                  </a:lnTo>
                  <a:lnTo>
                    <a:pt x="386730" y="6419"/>
                  </a:lnTo>
                  <a:lnTo>
                    <a:pt x="419479" y="6963"/>
                  </a:lnTo>
                  <a:lnTo>
                    <a:pt x="450242" y="7473"/>
                  </a:lnTo>
                  <a:lnTo>
                    <a:pt x="479245" y="7955"/>
                  </a:lnTo>
                  <a:lnTo>
                    <a:pt x="506680" y="8410"/>
                  </a:lnTo>
                  <a:lnTo>
                    <a:pt x="532708" y="8842"/>
                  </a:lnTo>
                  <a:lnTo>
                    <a:pt x="557466" y="9253"/>
                  </a:lnTo>
                  <a:lnTo>
                    <a:pt x="581071" y="9645"/>
                  </a:lnTo>
                  <a:lnTo>
                    <a:pt x="603627" y="10020"/>
                  </a:lnTo>
                  <a:lnTo>
                    <a:pt x="625223" y="10378"/>
                  </a:lnTo>
                  <a:lnTo>
                    <a:pt x="645937" y="10722"/>
                  </a:lnTo>
                  <a:lnTo>
                    <a:pt x="665839" y="11052"/>
                  </a:lnTo>
                  <a:lnTo>
                    <a:pt x="684989" y="11370"/>
                  </a:lnTo>
                  <a:lnTo>
                    <a:pt x="703443" y="11677"/>
                  </a:lnTo>
                  <a:lnTo>
                    <a:pt x="721250" y="11972"/>
                  </a:lnTo>
                  <a:lnTo>
                    <a:pt x="738452" y="12258"/>
                  </a:lnTo>
                  <a:lnTo>
                    <a:pt x="755091" y="12534"/>
                  </a:lnTo>
                  <a:lnTo>
                    <a:pt x="771201" y="12801"/>
                  </a:lnTo>
                  <a:lnTo>
                    <a:pt x="786815" y="13061"/>
                  </a:lnTo>
                  <a:lnTo>
                    <a:pt x="801963" y="13312"/>
                  </a:lnTo>
                  <a:lnTo>
                    <a:pt x="816672" y="13556"/>
                  </a:lnTo>
                  <a:lnTo>
                    <a:pt x="830967" y="13793"/>
                  </a:lnTo>
                  <a:lnTo>
                    <a:pt x="844870" y="14024"/>
                  </a:lnTo>
                  <a:lnTo>
                    <a:pt x="858402" y="14249"/>
                  </a:lnTo>
                  <a:lnTo>
                    <a:pt x="871583" y="14468"/>
                  </a:lnTo>
                  <a:lnTo>
                    <a:pt x="884430" y="14681"/>
                  </a:lnTo>
                  <a:lnTo>
                    <a:pt x="896960" y="14889"/>
                  </a:lnTo>
                  <a:lnTo>
                    <a:pt x="909187" y="15092"/>
                  </a:lnTo>
                  <a:lnTo>
                    <a:pt x="921127" y="15290"/>
                  </a:lnTo>
                  <a:lnTo>
                    <a:pt x="932793" y="15484"/>
                  </a:lnTo>
                  <a:lnTo>
                    <a:pt x="944196" y="15673"/>
                  </a:lnTo>
                  <a:lnTo>
                    <a:pt x="955349" y="15858"/>
                  </a:lnTo>
                  <a:lnTo>
                    <a:pt x="966262" y="16039"/>
                  </a:lnTo>
                  <a:lnTo>
                    <a:pt x="976945" y="16217"/>
                  </a:lnTo>
                  <a:lnTo>
                    <a:pt x="987408" y="16390"/>
                  </a:lnTo>
                  <a:lnTo>
                    <a:pt x="997659" y="16561"/>
                  </a:lnTo>
                  <a:lnTo>
                    <a:pt x="1007708" y="16727"/>
                  </a:lnTo>
                  <a:lnTo>
                    <a:pt x="1017561" y="16891"/>
                  </a:lnTo>
                  <a:lnTo>
                    <a:pt x="1027226" y="17051"/>
                  </a:lnTo>
                  <a:lnTo>
                    <a:pt x="1036711" y="17209"/>
                  </a:lnTo>
                  <a:lnTo>
                    <a:pt x="1046022" y="17363"/>
                  </a:lnTo>
                  <a:lnTo>
                    <a:pt x="1055165" y="1751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00" name="rc1099"/>
            <p:cNvSpPr/>
            <p:nvPr/>
          </p:nvSpPr>
          <p:spPr>
            <a:xfrm>
              <a:off x="5734681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5734681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tx1101"/>
            <p:cNvSpPr/>
            <p:nvPr/>
          </p:nvSpPr>
          <p:spPr>
            <a:xfrm rot="-5400000">
              <a:off x="5544653" y="502614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1103" name="tx1102"/>
            <p:cNvSpPr/>
            <p:nvPr/>
          </p:nvSpPr>
          <p:spPr>
            <a:xfrm rot="-5400000">
              <a:off x="5544653" y="462800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104" name="tx1103"/>
            <p:cNvSpPr/>
            <p:nvPr/>
          </p:nvSpPr>
          <p:spPr>
            <a:xfrm rot="-5400000">
              <a:off x="5544653" y="422987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1105" name="pl1104"/>
            <p:cNvSpPr/>
            <p:nvPr/>
          </p:nvSpPr>
          <p:spPr>
            <a:xfrm>
              <a:off x="5703049" y="50671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5703049" y="46690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5703049" y="42708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7"/>
            <p:cNvSpPr/>
            <p:nvPr/>
          </p:nvSpPr>
          <p:spPr>
            <a:xfrm>
              <a:off x="5734681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579855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615027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0"/>
            <p:cNvSpPr/>
            <p:nvPr/>
          </p:nvSpPr>
          <p:spPr>
            <a:xfrm>
              <a:off x="650199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685371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tx1112"/>
            <p:cNvSpPr/>
            <p:nvPr/>
          </p:nvSpPr>
          <p:spPr>
            <a:xfrm>
              <a:off x="576677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14" name="tx1113"/>
            <p:cNvSpPr/>
            <p:nvPr/>
          </p:nvSpPr>
          <p:spPr>
            <a:xfrm>
              <a:off x="611849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15" name="tx1114"/>
            <p:cNvSpPr/>
            <p:nvPr/>
          </p:nvSpPr>
          <p:spPr>
            <a:xfrm>
              <a:off x="647022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16" name="tx1115"/>
            <p:cNvSpPr/>
            <p:nvPr/>
          </p:nvSpPr>
          <p:spPr>
            <a:xfrm>
              <a:off x="682194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7" name="tx1116"/>
            <p:cNvSpPr/>
            <p:nvPr/>
          </p:nvSpPr>
          <p:spPr>
            <a:xfrm>
              <a:off x="6046625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8" name="tx1117"/>
            <p:cNvSpPr/>
            <p:nvPr/>
          </p:nvSpPr>
          <p:spPr>
            <a:xfrm>
              <a:off x="5734681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119" name="rc1118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tx1119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121" name="rc1120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154002" y="5832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l1122"/>
            <p:cNvSpPr/>
            <p:nvPr/>
          </p:nvSpPr>
          <p:spPr>
            <a:xfrm>
              <a:off x="2110484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rc1123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2631978" y="5832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l1125"/>
            <p:cNvSpPr/>
            <p:nvPr/>
          </p:nvSpPr>
          <p:spPr>
            <a:xfrm>
              <a:off x="2588460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rc1126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3116263" y="5832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l1128"/>
            <p:cNvSpPr/>
            <p:nvPr/>
          </p:nvSpPr>
          <p:spPr>
            <a:xfrm>
              <a:off x="3072745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rc1129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3581620" y="5832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l1131"/>
            <p:cNvSpPr/>
            <p:nvPr/>
          </p:nvSpPr>
          <p:spPr>
            <a:xfrm>
              <a:off x="3538102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rc1132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059595" y="5832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l1134"/>
            <p:cNvSpPr/>
            <p:nvPr/>
          </p:nvSpPr>
          <p:spPr>
            <a:xfrm>
              <a:off x="4016077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rc1135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524952" y="5832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l1137"/>
            <p:cNvSpPr/>
            <p:nvPr/>
          </p:nvSpPr>
          <p:spPr>
            <a:xfrm>
              <a:off x="448143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rc1138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990309" y="5832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l1140"/>
            <p:cNvSpPr/>
            <p:nvPr/>
          </p:nvSpPr>
          <p:spPr>
            <a:xfrm>
              <a:off x="4946791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rc1141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5442955" y="5832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l1143"/>
            <p:cNvSpPr/>
            <p:nvPr/>
          </p:nvSpPr>
          <p:spPr>
            <a:xfrm>
              <a:off x="5399437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rc1144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5920931" y="5832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l1146"/>
            <p:cNvSpPr/>
            <p:nvPr/>
          </p:nvSpPr>
          <p:spPr>
            <a:xfrm>
              <a:off x="5877413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rc1147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6392597" y="5832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l1149"/>
            <p:cNvSpPr/>
            <p:nvPr/>
          </p:nvSpPr>
          <p:spPr>
            <a:xfrm>
              <a:off x="6349079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tx1150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52" name="tx1151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53" name="tx1152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54" name="tx1153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55" name="tx1154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56" name="tx1155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57" name="tx1156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58" name="tx1157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59" name="tx1158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60" name="tx1159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2026-07-20T17:44:36Z</dcterms:modified>
  <cp:category/>
</cp:coreProperties>
</file>