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66901" y="186556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71489" y="17390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52596" y="180566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46036" y="16042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28999" y="209008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35261" y="179879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52674" y="195319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29804" y="18573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54935" y="16952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49353" y="18109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90747" y="17288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00793" y="16407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00431" y="162755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83256" y="18261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94745" y="17873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81435" y="16886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5107" y="17642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94853" y="19130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94064" y="18585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69956" y="16081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05653" y="162827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76722" y="18122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03787" y="18597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802119" y="195360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98818" y="18508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76509" y="173422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63550" y="184576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66426" y="17465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41025" y="172795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00494" y="175356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19202" y="187203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08002" y="16516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3488" y="17465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7829" y="17640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31208" y="17964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11577" y="17474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2414" y="183282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18471" y="15197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35660" y="158228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98997" y="15613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40621" y="153039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98480" y="17325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29302" y="169946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21250" y="162841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32127" y="18641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35708" y="17681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16231" y="17251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25296" y="16718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62278" y="16256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28128" y="166487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8844" y="18229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56345" y="16815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70444" y="18012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71908" y="18729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43098" y="17341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28318" y="172383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46419" y="167938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37933" y="179726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59232" y="16920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35820" y="135773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51464" y="18070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56707" y="14200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27485" y="17469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2712" y="155116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30762" y="152656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43487" y="154495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67417" y="17880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57066" y="16636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59615" y="17690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57194" y="171073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29270" y="14539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39413" y="12985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77399" y="1760251"/>
              <a:ext cx="1001766" cy="95605"/>
            </a:xfrm>
            <a:custGeom>
              <a:avLst/>
              <a:pathLst>
                <a:path w="1001766" h="95605">
                  <a:moveTo>
                    <a:pt x="0" y="95605"/>
                  </a:moveTo>
                  <a:lnTo>
                    <a:pt x="64328" y="89466"/>
                  </a:lnTo>
                  <a:lnTo>
                    <a:pt x="121070" y="84051"/>
                  </a:lnTo>
                  <a:lnTo>
                    <a:pt x="171827" y="79207"/>
                  </a:lnTo>
                  <a:lnTo>
                    <a:pt x="217742" y="74824"/>
                  </a:lnTo>
                  <a:lnTo>
                    <a:pt x="259660" y="70824"/>
                  </a:lnTo>
                  <a:lnTo>
                    <a:pt x="298220" y="67144"/>
                  </a:lnTo>
                  <a:lnTo>
                    <a:pt x="333922" y="63737"/>
                  </a:lnTo>
                  <a:lnTo>
                    <a:pt x="367159" y="60565"/>
                  </a:lnTo>
                  <a:lnTo>
                    <a:pt x="398250" y="57597"/>
                  </a:lnTo>
                  <a:lnTo>
                    <a:pt x="427456" y="54810"/>
                  </a:lnTo>
                  <a:lnTo>
                    <a:pt x="454992" y="52182"/>
                  </a:lnTo>
                  <a:lnTo>
                    <a:pt x="481039" y="49696"/>
                  </a:lnTo>
                  <a:lnTo>
                    <a:pt x="505749" y="47338"/>
                  </a:lnTo>
                  <a:lnTo>
                    <a:pt x="529254" y="45095"/>
                  </a:lnTo>
                  <a:lnTo>
                    <a:pt x="551665" y="42956"/>
                  </a:lnTo>
                  <a:lnTo>
                    <a:pt x="573079" y="40912"/>
                  </a:lnTo>
                  <a:lnTo>
                    <a:pt x="593582" y="38955"/>
                  </a:lnTo>
                  <a:lnTo>
                    <a:pt x="613248" y="37079"/>
                  </a:lnTo>
                  <a:lnTo>
                    <a:pt x="632143" y="35275"/>
                  </a:lnTo>
                  <a:lnTo>
                    <a:pt x="650324" y="33540"/>
                  </a:lnTo>
                  <a:lnTo>
                    <a:pt x="667844" y="31868"/>
                  </a:lnTo>
                  <a:lnTo>
                    <a:pt x="684749" y="30255"/>
                  </a:lnTo>
                  <a:lnTo>
                    <a:pt x="701081" y="28696"/>
                  </a:lnTo>
                  <a:lnTo>
                    <a:pt x="716877" y="27188"/>
                  </a:lnTo>
                  <a:lnTo>
                    <a:pt x="732172" y="25729"/>
                  </a:lnTo>
                  <a:lnTo>
                    <a:pt x="746997" y="24314"/>
                  </a:lnTo>
                  <a:lnTo>
                    <a:pt x="761378" y="22941"/>
                  </a:lnTo>
                  <a:lnTo>
                    <a:pt x="775343" y="21609"/>
                  </a:lnTo>
                  <a:lnTo>
                    <a:pt x="788914" y="20313"/>
                  </a:lnTo>
                  <a:lnTo>
                    <a:pt x="802113" y="19054"/>
                  </a:lnTo>
                  <a:lnTo>
                    <a:pt x="814961" y="17828"/>
                  </a:lnTo>
                  <a:lnTo>
                    <a:pt x="827474" y="16633"/>
                  </a:lnTo>
                  <a:lnTo>
                    <a:pt x="839671" y="15469"/>
                  </a:lnTo>
                  <a:lnTo>
                    <a:pt x="851567" y="14334"/>
                  </a:lnTo>
                  <a:lnTo>
                    <a:pt x="863176" y="13226"/>
                  </a:lnTo>
                  <a:lnTo>
                    <a:pt x="874512" y="12144"/>
                  </a:lnTo>
                  <a:lnTo>
                    <a:pt x="885587" y="11087"/>
                  </a:lnTo>
                  <a:lnTo>
                    <a:pt x="896413" y="10054"/>
                  </a:lnTo>
                  <a:lnTo>
                    <a:pt x="907001" y="9044"/>
                  </a:lnTo>
                  <a:lnTo>
                    <a:pt x="917362" y="8055"/>
                  </a:lnTo>
                  <a:lnTo>
                    <a:pt x="927504" y="7087"/>
                  </a:lnTo>
                  <a:lnTo>
                    <a:pt x="937438" y="6139"/>
                  </a:lnTo>
                  <a:lnTo>
                    <a:pt x="947170" y="5210"/>
                  </a:lnTo>
                  <a:lnTo>
                    <a:pt x="956710" y="4300"/>
                  </a:lnTo>
                  <a:lnTo>
                    <a:pt x="966065" y="3407"/>
                  </a:lnTo>
                  <a:lnTo>
                    <a:pt x="975241" y="2531"/>
                  </a:lnTo>
                  <a:lnTo>
                    <a:pt x="984246" y="1672"/>
                  </a:lnTo>
                  <a:lnTo>
                    <a:pt x="993086" y="828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77399" y="1550817"/>
              <a:ext cx="1001766" cy="240000"/>
            </a:xfrm>
            <a:custGeom>
              <a:avLst/>
              <a:pathLst>
                <a:path w="1001766" h="240000">
                  <a:moveTo>
                    <a:pt x="0" y="240000"/>
                  </a:moveTo>
                  <a:lnTo>
                    <a:pt x="64328" y="224589"/>
                  </a:lnTo>
                  <a:lnTo>
                    <a:pt x="121070" y="210995"/>
                  </a:lnTo>
                  <a:lnTo>
                    <a:pt x="171827" y="198834"/>
                  </a:lnTo>
                  <a:lnTo>
                    <a:pt x="217742" y="187834"/>
                  </a:lnTo>
                  <a:lnTo>
                    <a:pt x="259660" y="177792"/>
                  </a:lnTo>
                  <a:lnTo>
                    <a:pt x="298220" y="168553"/>
                  </a:lnTo>
                  <a:lnTo>
                    <a:pt x="333922" y="160000"/>
                  </a:lnTo>
                  <a:lnTo>
                    <a:pt x="367159" y="152037"/>
                  </a:lnTo>
                  <a:lnTo>
                    <a:pt x="398250" y="144588"/>
                  </a:lnTo>
                  <a:lnTo>
                    <a:pt x="427456" y="137591"/>
                  </a:lnTo>
                  <a:lnTo>
                    <a:pt x="454992" y="130994"/>
                  </a:lnTo>
                  <a:lnTo>
                    <a:pt x="481039" y="124754"/>
                  </a:lnTo>
                  <a:lnTo>
                    <a:pt x="505749" y="118834"/>
                  </a:lnTo>
                  <a:lnTo>
                    <a:pt x="529254" y="113203"/>
                  </a:lnTo>
                  <a:lnTo>
                    <a:pt x="551665" y="107834"/>
                  </a:lnTo>
                  <a:lnTo>
                    <a:pt x="573079" y="102703"/>
                  </a:lnTo>
                  <a:lnTo>
                    <a:pt x="593582" y="97791"/>
                  </a:lnTo>
                  <a:lnTo>
                    <a:pt x="613248" y="93080"/>
                  </a:lnTo>
                  <a:lnTo>
                    <a:pt x="632143" y="88553"/>
                  </a:lnTo>
                  <a:lnTo>
                    <a:pt x="650324" y="84197"/>
                  </a:lnTo>
                  <a:lnTo>
                    <a:pt x="667844" y="80000"/>
                  </a:lnTo>
                  <a:lnTo>
                    <a:pt x="684749" y="75950"/>
                  </a:lnTo>
                  <a:lnTo>
                    <a:pt x="701081" y="72037"/>
                  </a:lnTo>
                  <a:lnTo>
                    <a:pt x="716877" y="68252"/>
                  </a:lnTo>
                  <a:lnTo>
                    <a:pt x="732172" y="64588"/>
                  </a:lnTo>
                  <a:lnTo>
                    <a:pt x="746997" y="61037"/>
                  </a:lnTo>
                  <a:lnTo>
                    <a:pt x="761378" y="57591"/>
                  </a:lnTo>
                  <a:lnTo>
                    <a:pt x="775343" y="54245"/>
                  </a:lnTo>
                  <a:lnTo>
                    <a:pt x="788914" y="50994"/>
                  </a:lnTo>
                  <a:lnTo>
                    <a:pt x="802113" y="47832"/>
                  </a:lnTo>
                  <a:lnTo>
                    <a:pt x="814961" y="44754"/>
                  </a:lnTo>
                  <a:lnTo>
                    <a:pt x="827474" y="41756"/>
                  </a:lnTo>
                  <a:lnTo>
                    <a:pt x="839671" y="38834"/>
                  </a:lnTo>
                  <a:lnTo>
                    <a:pt x="851567" y="35984"/>
                  </a:lnTo>
                  <a:lnTo>
                    <a:pt x="863176" y="33203"/>
                  </a:lnTo>
                  <a:lnTo>
                    <a:pt x="874512" y="30487"/>
                  </a:lnTo>
                  <a:lnTo>
                    <a:pt x="885587" y="27833"/>
                  </a:lnTo>
                  <a:lnTo>
                    <a:pt x="896413" y="25240"/>
                  </a:lnTo>
                  <a:lnTo>
                    <a:pt x="907001" y="22703"/>
                  </a:lnTo>
                  <a:lnTo>
                    <a:pt x="917362" y="20221"/>
                  </a:lnTo>
                  <a:lnTo>
                    <a:pt x="927504" y="17791"/>
                  </a:lnTo>
                  <a:lnTo>
                    <a:pt x="937438" y="15411"/>
                  </a:lnTo>
                  <a:lnTo>
                    <a:pt x="947170" y="13079"/>
                  </a:lnTo>
                  <a:lnTo>
                    <a:pt x="956710" y="10794"/>
                  </a:lnTo>
                  <a:lnTo>
                    <a:pt x="966065" y="8553"/>
                  </a:lnTo>
                  <a:lnTo>
                    <a:pt x="975241" y="6354"/>
                  </a:lnTo>
                  <a:lnTo>
                    <a:pt x="984246" y="4197"/>
                  </a:lnTo>
                  <a:lnTo>
                    <a:pt x="993086" y="2079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77399" y="1803714"/>
              <a:ext cx="1001766" cy="55941"/>
            </a:xfrm>
            <a:custGeom>
              <a:avLst/>
              <a:pathLst>
                <a:path w="1001766" h="55941">
                  <a:moveTo>
                    <a:pt x="0" y="55941"/>
                  </a:moveTo>
                  <a:lnTo>
                    <a:pt x="64328" y="52349"/>
                  </a:lnTo>
                  <a:lnTo>
                    <a:pt x="121070" y="49180"/>
                  </a:lnTo>
                  <a:lnTo>
                    <a:pt x="171827" y="46346"/>
                  </a:lnTo>
                  <a:lnTo>
                    <a:pt x="217742" y="43781"/>
                  </a:lnTo>
                  <a:lnTo>
                    <a:pt x="259660" y="41441"/>
                  </a:lnTo>
                  <a:lnTo>
                    <a:pt x="298220" y="39287"/>
                  </a:lnTo>
                  <a:lnTo>
                    <a:pt x="333922" y="37294"/>
                  </a:lnTo>
                  <a:lnTo>
                    <a:pt x="367159" y="35438"/>
                  </a:lnTo>
                  <a:lnTo>
                    <a:pt x="398250" y="33701"/>
                  </a:lnTo>
                  <a:lnTo>
                    <a:pt x="427456" y="32071"/>
                  </a:lnTo>
                  <a:lnTo>
                    <a:pt x="454992" y="30533"/>
                  </a:lnTo>
                  <a:lnTo>
                    <a:pt x="481039" y="29078"/>
                  </a:lnTo>
                  <a:lnTo>
                    <a:pt x="505749" y="27698"/>
                  </a:lnTo>
                  <a:lnTo>
                    <a:pt x="529254" y="26386"/>
                  </a:lnTo>
                  <a:lnTo>
                    <a:pt x="551665" y="25134"/>
                  </a:lnTo>
                  <a:lnTo>
                    <a:pt x="573079" y="23939"/>
                  </a:lnTo>
                  <a:lnTo>
                    <a:pt x="593582" y="22794"/>
                  </a:lnTo>
                  <a:lnTo>
                    <a:pt x="613248" y="21695"/>
                  </a:lnTo>
                  <a:lnTo>
                    <a:pt x="632143" y="20640"/>
                  </a:lnTo>
                  <a:lnTo>
                    <a:pt x="650324" y="19625"/>
                  </a:lnTo>
                  <a:lnTo>
                    <a:pt x="667844" y="18647"/>
                  </a:lnTo>
                  <a:lnTo>
                    <a:pt x="684749" y="17703"/>
                  </a:lnTo>
                  <a:lnTo>
                    <a:pt x="701081" y="16791"/>
                  </a:lnTo>
                  <a:lnTo>
                    <a:pt x="716877" y="15908"/>
                  </a:lnTo>
                  <a:lnTo>
                    <a:pt x="732172" y="15054"/>
                  </a:lnTo>
                  <a:lnTo>
                    <a:pt x="746997" y="14227"/>
                  </a:lnTo>
                  <a:lnTo>
                    <a:pt x="761378" y="13423"/>
                  </a:lnTo>
                  <a:lnTo>
                    <a:pt x="775343" y="12644"/>
                  </a:lnTo>
                  <a:lnTo>
                    <a:pt x="788914" y="11886"/>
                  </a:lnTo>
                  <a:lnTo>
                    <a:pt x="802113" y="11149"/>
                  </a:lnTo>
                  <a:lnTo>
                    <a:pt x="814961" y="10431"/>
                  </a:lnTo>
                  <a:lnTo>
                    <a:pt x="827474" y="9732"/>
                  </a:lnTo>
                  <a:lnTo>
                    <a:pt x="839671" y="9051"/>
                  </a:lnTo>
                  <a:lnTo>
                    <a:pt x="851567" y="8387"/>
                  </a:lnTo>
                  <a:lnTo>
                    <a:pt x="863176" y="7739"/>
                  </a:lnTo>
                  <a:lnTo>
                    <a:pt x="874512" y="7106"/>
                  </a:lnTo>
                  <a:lnTo>
                    <a:pt x="885587" y="6487"/>
                  </a:lnTo>
                  <a:lnTo>
                    <a:pt x="896413" y="5883"/>
                  </a:lnTo>
                  <a:lnTo>
                    <a:pt x="907001" y="5291"/>
                  </a:lnTo>
                  <a:lnTo>
                    <a:pt x="917362" y="4713"/>
                  </a:lnTo>
                  <a:lnTo>
                    <a:pt x="927504" y="4146"/>
                  </a:lnTo>
                  <a:lnTo>
                    <a:pt x="937438" y="3592"/>
                  </a:lnTo>
                  <a:lnTo>
                    <a:pt x="947170" y="3048"/>
                  </a:lnTo>
                  <a:lnTo>
                    <a:pt x="956710" y="2516"/>
                  </a:lnTo>
                  <a:lnTo>
                    <a:pt x="966065" y="1993"/>
                  </a:lnTo>
                  <a:lnTo>
                    <a:pt x="975241" y="1481"/>
                  </a:lnTo>
                  <a:lnTo>
                    <a:pt x="984246" y="978"/>
                  </a:lnTo>
                  <a:lnTo>
                    <a:pt x="993086" y="484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77399" y="1522054"/>
              <a:ext cx="1001766" cy="529587"/>
            </a:xfrm>
            <a:custGeom>
              <a:avLst/>
              <a:pathLst>
                <a:path w="1001766" h="529587">
                  <a:moveTo>
                    <a:pt x="0" y="529587"/>
                  </a:moveTo>
                  <a:lnTo>
                    <a:pt x="64328" y="495580"/>
                  </a:lnTo>
                  <a:lnTo>
                    <a:pt x="121070" y="465583"/>
                  </a:lnTo>
                  <a:lnTo>
                    <a:pt x="171827" y="438750"/>
                  </a:lnTo>
                  <a:lnTo>
                    <a:pt x="217742" y="414477"/>
                  </a:lnTo>
                  <a:lnTo>
                    <a:pt x="259660" y="392317"/>
                  </a:lnTo>
                  <a:lnTo>
                    <a:pt x="298220" y="371932"/>
                  </a:lnTo>
                  <a:lnTo>
                    <a:pt x="333922" y="353058"/>
                  </a:lnTo>
                  <a:lnTo>
                    <a:pt x="367159" y="335487"/>
                  </a:lnTo>
                  <a:lnTo>
                    <a:pt x="398250" y="319050"/>
                  </a:lnTo>
                  <a:lnTo>
                    <a:pt x="427456" y="303611"/>
                  </a:lnTo>
                  <a:lnTo>
                    <a:pt x="454992" y="289054"/>
                  </a:lnTo>
                  <a:lnTo>
                    <a:pt x="481039" y="275284"/>
                  </a:lnTo>
                  <a:lnTo>
                    <a:pt x="505749" y="262221"/>
                  </a:lnTo>
                  <a:lnTo>
                    <a:pt x="529254" y="249795"/>
                  </a:lnTo>
                  <a:lnTo>
                    <a:pt x="551665" y="237947"/>
                  </a:lnTo>
                  <a:lnTo>
                    <a:pt x="573079" y="226626"/>
                  </a:lnTo>
                  <a:lnTo>
                    <a:pt x="593582" y="215787"/>
                  </a:lnTo>
                  <a:lnTo>
                    <a:pt x="613248" y="205391"/>
                  </a:lnTo>
                  <a:lnTo>
                    <a:pt x="632143" y="195402"/>
                  </a:lnTo>
                  <a:lnTo>
                    <a:pt x="650324" y="185791"/>
                  </a:lnTo>
                  <a:lnTo>
                    <a:pt x="667844" y="176529"/>
                  </a:lnTo>
                  <a:lnTo>
                    <a:pt x="684749" y="167592"/>
                  </a:lnTo>
                  <a:lnTo>
                    <a:pt x="701081" y="158958"/>
                  </a:lnTo>
                  <a:lnTo>
                    <a:pt x="716877" y="150607"/>
                  </a:lnTo>
                  <a:lnTo>
                    <a:pt x="732172" y="142521"/>
                  </a:lnTo>
                  <a:lnTo>
                    <a:pt x="746997" y="134684"/>
                  </a:lnTo>
                  <a:lnTo>
                    <a:pt x="761378" y="127081"/>
                  </a:lnTo>
                  <a:lnTo>
                    <a:pt x="775343" y="119699"/>
                  </a:lnTo>
                  <a:lnTo>
                    <a:pt x="788914" y="112525"/>
                  </a:lnTo>
                  <a:lnTo>
                    <a:pt x="802113" y="105547"/>
                  </a:lnTo>
                  <a:lnTo>
                    <a:pt x="814961" y="98755"/>
                  </a:lnTo>
                  <a:lnTo>
                    <a:pt x="827474" y="92139"/>
                  </a:lnTo>
                  <a:lnTo>
                    <a:pt x="839671" y="85692"/>
                  </a:lnTo>
                  <a:lnTo>
                    <a:pt x="851567" y="79403"/>
                  </a:lnTo>
                  <a:lnTo>
                    <a:pt x="863176" y="73266"/>
                  </a:lnTo>
                  <a:lnTo>
                    <a:pt x="874512" y="67273"/>
                  </a:lnTo>
                  <a:lnTo>
                    <a:pt x="885587" y="61418"/>
                  </a:lnTo>
                  <a:lnTo>
                    <a:pt x="896413" y="55695"/>
                  </a:lnTo>
                  <a:lnTo>
                    <a:pt x="907001" y="50097"/>
                  </a:lnTo>
                  <a:lnTo>
                    <a:pt x="917362" y="44620"/>
                  </a:lnTo>
                  <a:lnTo>
                    <a:pt x="927504" y="39258"/>
                  </a:lnTo>
                  <a:lnTo>
                    <a:pt x="937438" y="34007"/>
                  </a:lnTo>
                  <a:lnTo>
                    <a:pt x="947170" y="28862"/>
                  </a:lnTo>
                  <a:lnTo>
                    <a:pt x="956710" y="23819"/>
                  </a:lnTo>
                  <a:lnTo>
                    <a:pt x="966065" y="18873"/>
                  </a:lnTo>
                  <a:lnTo>
                    <a:pt x="975241" y="14022"/>
                  </a:lnTo>
                  <a:lnTo>
                    <a:pt x="984246" y="9262"/>
                  </a:lnTo>
                  <a:lnTo>
                    <a:pt x="993086" y="4588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77399" y="1762005"/>
              <a:ext cx="1001766" cy="84022"/>
            </a:xfrm>
            <a:custGeom>
              <a:avLst/>
              <a:pathLst>
                <a:path w="1001766" h="84022">
                  <a:moveTo>
                    <a:pt x="0" y="84022"/>
                  </a:moveTo>
                  <a:lnTo>
                    <a:pt x="64328" y="78627"/>
                  </a:lnTo>
                  <a:lnTo>
                    <a:pt x="121070" y="73868"/>
                  </a:lnTo>
                  <a:lnTo>
                    <a:pt x="171827" y="69610"/>
                  </a:lnTo>
                  <a:lnTo>
                    <a:pt x="217742" y="65759"/>
                  </a:lnTo>
                  <a:lnTo>
                    <a:pt x="259660" y="62244"/>
                  </a:lnTo>
                  <a:lnTo>
                    <a:pt x="298220" y="59009"/>
                  </a:lnTo>
                  <a:lnTo>
                    <a:pt x="333922" y="56015"/>
                  </a:lnTo>
                  <a:lnTo>
                    <a:pt x="367159" y="53227"/>
                  </a:lnTo>
                  <a:lnTo>
                    <a:pt x="398250" y="50619"/>
                  </a:lnTo>
                  <a:lnTo>
                    <a:pt x="427456" y="48170"/>
                  </a:lnTo>
                  <a:lnTo>
                    <a:pt x="454992" y="45860"/>
                  </a:lnTo>
                  <a:lnTo>
                    <a:pt x="481039" y="43675"/>
                  </a:lnTo>
                  <a:lnTo>
                    <a:pt x="505749" y="41603"/>
                  </a:lnTo>
                  <a:lnTo>
                    <a:pt x="529254" y="39631"/>
                  </a:lnTo>
                  <a:lnTo>
                    <a:pt x="551665" y="37752"/>
                  </a:lnTo>
                  <a:lnTo>
                    <a:pt x="573079" y="35956"/>
                  </a:lnTo>
                  <a:lnTo>
                    <a:pt x="593582" y="34236"/>
                  </a:lnTo>
                  <a:lnTo>
                    <a:pt x="613248" y="32586"/>
                  </a:lnTo>
                  <a:lnTo>
                    <a:pt x="632143" y="31002"/>
                  </a:lnTo>
                  <a:lnTo>
                    <a:pt x="650324" y="29477"/>
                  </a:lnTo>
                  <a:lnTo>
                    <a:pt x="667844" y="28007"/>
                  </a:lnTo>
                  <a:lnTo>
                    <a:pt x="684749" y="26589"/>
                  </a:lnTo>
                  <a:lnTo>
                    <a:pt x="701081" y="25219"/>
                  </a:lnTo>
                  <a:lnTo>
                    <a:pt x="716877" y="23894"/>
                  </a:lnTo>
                  <a:lnTo>
                    <a:pt x="732172" y="22612"/>
                  </a:lnTo>
                  <a:lnTo>
                    <a:pt x="746997" y="21368"/>
                  </a:lnTo>
                  <a:lnTo>
                    <a:pt x="761378" y="20162"/>
                  </a:lnTo>
                  <a:lnTo>
                    <a:pt x="775343" y="18991"/>
                  </a:lnTo>
                  <a:lnTo>
                    <a:pt x="788914" y="17852"/>
                  </a:lnTo>
                  <a:lnTo>
                    <a:pt x="802113" y="16745"/>
                  </a:lnTo>
                  <a:lnTo>
                    <a:pt x="814961" y="15668"/>
                  </a:lnTo>
                  <a:lnTo>
                    <a:pt x="827474" y="14618"/>
                  </a:lnTo>
                  <a:lnTo>
                    <a:pt x="839671" y="13595"/>
                  </a:lnTo>
                  <a:lnTo>
                    <a:pt x="851567" y="12597"/>
                  </a:lnTo>
                  <a:lnTo>
                    <a:pt x="863176" y="11624"/>
                  </a:lnTo>
                  <a:lnTo>
                    <a:pt x="874512" y="10673"/>
                  </a:lnTo>
                  <a:lnTo>
                    <a:pt x="885587" y="9744"/>
                  </a:lnTo>
                  <a:lnTo>
                    <a:pt x="896413" y="8836"/>
                  </a:lnTo>
                  <a:lnTo>
                    <a:pt x="907001" y="7948"/>
                  </a:lnTo>
                  <a:lnTo>
                    <a:pt x="917362" y="7079"/>
                  </a:lnTo>
                  <a:lnTo>
                    <a:pt x="927504" y="6228"/>
                  </a:lnTo>
                  <a:lnTo>
                    <a:pt x="937438" y="5395"/>
                  </a:lnTo>
                  <a:lnTo>
                    <a:pt x="947170" y="4579"/>
                  </a:lnTo>
                  <a:lnTo>
                    <a:pt x="956710" y="3779"/>
                  </a:lnTo>
                  <a:lnTo>
                    <a:pt x="966065" y="2994"/>
                  </a:lnTo>
                  <a:lnTo>
                    <a:pt x="975241" y="2224"/>
                  </a:lnTo>
                  <a:lnTo>
                    <a:pt x="984246" y="1469"/>
                  </a:lnTo>
                  <a:lnTo>
                    <a:pt x="993086" y="728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77399" y="1726653"/>
              <a:ext cx="1001766" cy="13648"/>
            </a:xfrm>
            <a:custGeom>
              <a:avLst/>
              <a:pathLst>
                <a:path w="1001766" h="13648">
                  <a:moveTo>
                    <a:pt x="0" y="0"/>
                  </a:moveTo>
                  <a:lnTo>
                    <a:pt x="64328" y="876"/>
                  </a:lnTo>
                  <a:lnTo>
                    <a:pt x="121070" y="1649"/>
                  </a:lnTo>
                  <a:lnTo>
                    <a:pt x="171827" y="2341"/>
                  </a:lnTo>
                  <a:lnTo>
                    <a:pt x="217742" y="2966"/>
                  </a:lnTo>
                  <a:lnTo>
                    <a:pt x="259660" y="3537"/>
                  </a:lnTo>
                  <a:lnTo>
                    <a:pt x="298220" y="4063"/>
                  </a:lnTo>
                  <a:lnTo>
                    <a:pt x="333922" y="4549"/>
                  </a:lnTo>
                  <a:lnTo>
                    <a:pt x="367159" y="5002"/>
                  </a:lnTo>
                  <a:lnTo>
                    <a:pt x="398250" y="5426"/>
                  </a:lnTo>
                  <a:lnTo>
                    <a:pt x="427456" y="5824"/>
                  </a:lnTo>
                  <a:lnTo>
                    <a:pt x="454992" y="6199"/>
                  </a:lnTo>
                  <a:lnTo>
                    <a:pt x="481039" y="6554"/>
                  </a:lnTo>
                  <a:lnTo>
                    <a:pt x="505749" y="6890"/>
                  </a:lnTo>
                  <a:lnTo>
                    <a:pt x="529254" y="7210"/>
                  </a:lnTo>
                  <a:lnTo>
                    <a:pt x="551665" y="7516"/>
                  </a:lnTo>
                  <a:lnTo>
                    <a:pt x="573079" y="7808"/>
                  </a:lnTo>
                  <a:lnTo>
                    <a:pt x="593582" y="8087"/>
                  </a:lnTo>
                  <a:lnTo>
                    <a:pt x="613248" y="8355"/>
                  </a:lnTo>
                  <a:lnTo>
                    <a:pt x="632143" y="8612"/>
                  </a:lnTo>
                  <a:lnTo>
                    <a:pt x="650324" y="8860"/>
                  </a:lnTo>
                  <a:lnTo>
                    <a:pt x="667844" y="9099"/>
                  </a:lnTo>
                  <a:lnTo>
                    <a:pt x="684749" y="9329"/>
                  </a:lnTo>
                  <a:lnTo>
                    <a:pt x="701081" y="9552"/>
                  </a:lnTo>
                  <a:lnTo>
                    <a:pt x="716877" y="9767"/>
                  </a:lnTo>
                  <a:lnTo>
                    <a:pt x="732172" y="9975"/>
                  </a:lnTo>
                  <a:lnTo>
                    <a:pt x="746997" y="10177"/>
                  </a:lnTo>
                  <a:lnTo>
                    <a:pt x="761378" y="10373"/>
                  </a:lnTo>
                  <a:lnTo>
                    <a:pt x="775343" y="10563"/>
                  </a:lnTo>
                  <a:lnTo>
                    <a:pt x="788914" y="10748"/>
                  </a:lnTo>
                  <a:lnTo>
                    <a:pt x="802113" y="10928"/>
                  </a:lnTo>
                  <a:lnTo>
                    <a:pt x="814961" y="11103"/>
                  </a:lnTo>
                  <a:lnTo>
                    <a:pt x="827474" y="11274"/>
                  </a:lnTo>
                  <a:lnTo>
                    <a:pt x="839671" y="11440"/>
                  </a:lnTo>
                  <a:lnTo>
                    <a:pt x="851567" y="11602"/>
                  </a:lnTo>
                  <a:lnTo>
                    <a:pt x="863176" y="11760"/>
                  </a:lnTo>
                  <a:lnTo>
                    <a:pt x="874512" y="11915"/>
                  </a:lnTo>
                  <a:lnTo>
                    <a:pt x="885587" y="12065"/>
                  </a:lnTo>
                  <a:lnTo>
                    <a:pt x="896413" y="12213"/>
                  </a:lnTo>
                  <a:lnTo>
                    <a:pt x="907001" y="12357"/>
                  </a:lnTo>
                  <a:lnTo>
                    <a:pt x="917362" y="12498"/>
                  </a:lnTo>
                  <a:lnTo>
                    <a:pt x="927504" y="12637"/>
                  </a:lnTo>
                  <a:lnTo>
                    <a:pt x="937438" y="12772"/>
                  </a:lnTo>
                  <a:lnTo>
                    <a:pt x="947170" y="12904"/>
                  </a:lnTo>
                  <a:lnTo>
                    <a:pt x="956710" y="13034"/>
                  </a:lnTo>
                  <a:lnTo>
                    <a:pt x="966065" y="13162"/>
                  </a:lnTo>
                  <a:lnTo>
                    <a:pt x="975241" y="13287"/>
                  </a:lnTo>
                  <a:lnTo>
                    <a:pt x="984246" y="13410"/>
                  </a:lnTo>
                  <a:lnTo>
                    <a:pt x="993086" y="13530"/>
                  </a:lnTo>
                  <a:lnTo>
                    <a:pt x="1001766" y="1364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77399" y="1712455"/>
              <a:ext cx="1001766" cy="101958"/>
            </a:xfrm>
            <a:custGeom>
              <a:avLst/>
              <a:pathLst>
                <a:path w="1001766" h="101958">
                  <a:moveTo>
                    <a:pt x="0" y="101958"/>
                  </a:moveTo>
                  <a:lnTo>
                    <a:pt x="64328" y="95411"/>
                  </a:lnTo>
                  <a:lnTo>
                    <a:pt x="121070" y="89636"/>
                  </a:lnTo>
                  <a:lnTo>
                    <a:pt x="171827" y="84470"/>
                  </a:lnTo>
                  <a:lnTo>
                    <a:pt x="217742" y="79796"/>
                  </a:lnTo>
                  <a:lnTo>
                    <a:pt x="259660" y="75530"/>
                  </a:lnTo>
                  <a:lnTo>
                    <a:pt x="298220" y="71606"/>
                  </a:lnTo>
                  <a:lnTo>
                    <a:pt x="333922" y="67972"/>
                  </a:lnTo>
                  <a:lnTo>
                    <a:pt x="367159" y="64589"/>
                  </a:lnTo>
                  <a:lnTo>
                    <a:pt x="398250" y="61425"/>
                  </a:lnTo>
                  <a:lnTo>
                    <a:pt x="427456" y="58452"/>
                  </a:lnTo>
                  <a:lnTo>
                    <a:pt x="454992" y="55650"/>
                  </a:lnTo>
                  <a:lnTo>
                    <a:pt x="481039" y="52999"/>
                  </a:lnTo>
                  <a:lnTo>
                    <a:pt x="505749" y="50484"/>
                  </a:lnTo>
                  <a:lnTo>
                    <a:pt x="529254" y="48091"/>
                  </a:lnTo>
                  <a:lnTo>
                    <a:pt x="551665" y="45810"/>
                  </a:lnTo>
                  <a:lnTo>
                    <a:pt x="573079" y="43631"/>
                  </a:lnTo>
                  <a:lnTo>
                    <a:pt x="593582" y="41544"/>
                  </a:lnTo>
                  <a:lnTo>
                    <a:pt x="613248" y="39542"/>
                  </a:lnTo>
                  <a:lnTo>
                    <a:pt x="632143" y="37619"/>
                  </a:lnTo>
                  <a:lnTo>
                    <a:pt x="650324" y="35769"/>
                  </a:lnTo>
                  <a:lnTo>
                    <a:pt x="667844" y="33986"/>
                  </a:lnTo>
                  <a:lnTo>
                    <a:pt x="684749" y="32265"/>
                  </a:lnTo>
                  <a:lnTo>
                    <a:pt x="701081" y="30603"/>
                  </a:lnTo>
                  <a:lnTo>
                    <a:pt x="716877" y="28995"/>
                  </a:lnTo>
                  <a:lnTo>
                    <a:pt x="732172" y="27438"/>
                  </a:lnTo>
                  <a:lnTo>
                    <a:pt x="746997" y="25930"/>
                  </a:lnTo>
                  <a:lnTo>
                    <a:pt x="761378" y="24466"/>
                  </a:lnTo>
                  <a:lnTo>
                    <a:pt x="775343" y="23045"/>
                  </a:lnTo>
                  <a:lnTo>
                    <a:pt x="788914" y="21663"/>
                  </a:lnTo>
                  <a:lnTo>
                    <a:pt x="802113" y="20320"/>
                  </a:lnTo>
                  <a:lnTo>
                    <a:pt x="814961" y="19012"/>
                  </a:lnTo>
                  <a:lnTo>
                    <a:pt x="827474" y="17739"/>
                  </a:lnTo>
                  <a:lnTo>
                    <a:pt x="839671" y="16497"/>
                  </a:lnTo>
                  <a:lnTo>
                    <a:pt x="851567" y="15287"/>
                  </a:lnTo>
                  <a:lnTo>
                    <a:pt x="863176" y="14105"/>
                  </a:lnTo>
                  <a:lnTo>
                    <a:pt x="874512" y="12951"/>
                  </a:lnTo>
                  <a:lnTo>
                    <a:pt x="885587" y="11824"/>
                  </a:lnTo>
                  <a:lnTo>
                    <a:pt x="896413" y="10722"/>
                  </a:lnTo>
                  <a:lnTo>
                    <a:pt x="907001" y="9645"/>
                  </a:lnTo>
                  <a:lnTo>
                    <a:pt x="917362" y="8590"/>
                  </a:lnTo>
                  <a:lnTo>
                    <a:pt x="927504" y="7558"/>
                  </a:lnTo>
                  <a:lnTo>
                    <a:pt x="937438" y="6547"/>
                  </a:lnTo>
                  <a:lnTo>
                    <a:pt x="947170" y="5556"/>
                  </a:lnTo>
                  <a:lnTo>
                    <a:pt x="956710" y="4585"/>
                  </a:lnTo>
                  <a:lnTo>
                    <a:pt x="966065" y="3633"/>
                  </a:lnTo>
                  <a:lnTo>
                    <a:pt x="975241" y="2699"/>
                  </a:lnTo>
                  <a:lnTo>
                    <a:pt x="984246" y="1783"/>
                  </a:lnTo>
                  <a:lnTo>
                    <a:pt x="993086" y="883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77399" y="1562869"/>
              <a:ext cx="1001766" cy="373132"/>
            </a:xfrm>
            <a:custGeom>
              <a:avLst/>
              <a:pathLst>
                <a:path w="1001766" h="373132">
                  <a:moveTo>
                    <a:pt x="0" y="373132"/>
                  </a:moveTo>
                  <a:lnTo>
                    <a:pt x="64328" y="349171"/>
                  </a:lnTo>
                  <a:lnTo>
                    <a:pt x="121070" y="328036"/>
                  </a:lnTo>
                  <a:lnTo>
                    <a:pt x="171827" y="309130"/>
                  </a:lnTo>
                  <a:lnTo>
                    <a:pt x="217742" y="292028"/>
                  </a:lnTo>
                  <a:lnTo>
                    <a:pt x="259660" y="276415"/>
                  </a:lnTo>
                  <a:lnTo>
                    <a:pt x="298220" y="262052"/>
                  </a:lnTo>
                  <a:lnTo>
                    <a:pt x="333922" y="248754"/>
                  </a:lnTo>
                  <a:lnTo>
                    <a:pt x="367159" y="236374"/>
                  </a:lnTo>
                  <a:lnTo>
                    <a:pt x="398250" y="224794"/>
                  </a:lnTo>
                  <a:lnTo>
                    <a:pt x="427456" y="213915"/>
                  </a:lnTo>
                  <a:lnTo>
                    <a:pt x="454992" y="203659"/>
                  </a:lnTo>
                  <a:lnTo>
                    <a:pt x="481039" y="193957"/>
                  </a:lnTo>
                  <a:lnTo>
                    <a:pt x="505749" y="184753"/>
                  </a:lnTo>
                  <a:lnTo>
                    <a:pt x="529254" y="175998"/>
                  </a:lnTo>
                  <a:lnTo>
                    <a:pt x="551665" y="167651"/>
                  </a:lnTo>
                  <a:lnTo>
                    <a:pt x="573079" y="159674"/>
                  </a:lnTo>
                  <a:lnTo>
                    <a:pt x="593582" y="152038"/>
                  </a:lnTo>
                  <a:lnTo>
                    <a:pt x="613248" y="144712"/>
                  </a:lnTo>
                  <a:lnTo>
                    <a:pt x="632143" y="137675"/>
                  </a:lnTo>
                  <a:lnTo>
                    <a:pt x="650324" y="130903"/>
                  </a:lnTo>
                  <a:lnTo>
                    <a:pt x="667844" y="124377"/>
                  </a:lnTo>
                  <a:lnTo>
                    <a:pt x="684749" y="118080"/>
                  </a:lnTo>
                  <a:lnTo>
                    <a:pt x="701081" y="111997"/>
                  </a:lnTo>
                  <a:lnTo>
                    <a:pt x="716877" y="106113"/>
                  </a:lnTo>
                  <a:lnTo>
                    <a:pt x="732172" y="100416"/>
                  </a:lnTo>
                  <a:lnTo>
                    <a:pt x="746997" y="94895"/>
                  </a:lnTo>
                  <a:lnTo>
                    <a:pt x="761378" y="89538"/>
                  </a:lnTo>
                  <a:lnTo>
                    <a:pt x="775343" y="84336"/>
                  </a:lnTo>
                  <a:lnTo>
                    <a:pt x="788914" y="79281"/>
                  </a:lnTo>
                  <a:lnTo>
                    <a:pt x="802113" y="74365"/>
                  </a:lnTo>
                  <a:lnTo>
                    <a:pt x="814961" y="69580"/>
                  </a:lnTo>
                  <a:lnTo>
                    <a:pt x="827474" y="64919"/>
                  </a:lnTo>
                  <a:lnTo>
                    <a:pt x="839671" y="60376"/>
                  </a:lnTo>
                  <a:lnTo>
                    <a:pt x="851567" y="55945"/>
                  </a:lnTo>
                  <a:lnTo>
                    <a:pt x="863176" y="51621"/>
                  </a:lnTo>
                  <a:lnTo>
                    <a:pt x="874512" y="47399"/>
                  </a:lnTo>
                  <a:lnTo>
                    <a:pt x="885587" y="43273"/>
                  </a:lnTo>
                  <a:lnTo>
                    <a:pt x="896413" y="39241"/>
                  </a:lnTo>
                  <a:lnTo>
                    <a:pt x="907001" y="35297"/>
                  </a:lnTo>
                  <a:lnTo>
                    <a:pt x="917362" y="31438"/>
                  </a:lnTo>
                  <a:lnTo>
                    <a:pt x="927504" y="27660"/>
                  </a:lnTo>
                  <a:lnTo>
                    <a:pt x="937438" y="23960"/>
                  </a:lnTo>
                  <a:lnTo>
                    <a:pt x="947170" y="20335"/>
                  </a:lnTo>
                  <a:lnTo>
                    <a:pt x="956710" y="16782"/>
                  </a:lnTo>
                  <a:lnTo>
                    <a:pt x="966065" y="13297"/>
                  </a:lnTo>
                  <a:lnTo>
                    <a:pt x="975241" y="9879"/>
                  </a:lnTo>
                  <a:lnTo>
                    <a:pt x="984246" y="6525"/>
                  </a:lnTo>
                  <a:lnTo>
                    <a:pt x="993086" y="3233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77399" y="1625628"/>
              <a:ext cx="1001766" cy="275060"/>
            </a:xfrm>
            <a:custGeom>
              <a:avLst/>
              <a:pathLst>
                <a:path w="1001766" h="275060">
                  <a:moveTo>
                    <a:pt x="0" y="275060"/>
                  </a:moveTo>
                  <a:lnTo>
                    <a:pt x="64328" y="257397"/>
                  </a:lnTo>
                  <a:lnTo>
                    <a:pt x="121070" y="241817"/>
                  </a:lnTo>
                  <a:lnTo>
                    <a:pt x="171827" y="227880"/>
                  </a:lnTo>
                  <a:lnTo>
                    <a:pt x="217742" y="215273"/>
                  </a:lnTo>
                  <a:lnTo>
                    <a:pt x="259660" y="203764"/>
                  </a:lnTo>
                  <a:lnTo>
                    <a:pt x="298220" y="193176"/>
                  </a:lnTo>
                  <a:lnTo>
                    <a:pt x="333922" y="183373"/>
                  </a:lnTo>
                  <a:lnTo>
                    <a:pt x="367159" y="174247"/>
                  </a:lnTo>
                  <a:lnTo>
                    <a:pt x="398250" y="165710"/>
                  </a:lnTo>
                  <a:lnTo>
                    <a:pt x="427456" y="157691"/>
                  </a:lnTo>
                  <a:lnTo>
                    <a:pt x="454992" y="150130"/>
                  </a:lnTo>
                  <a:lnTo>
                    <a:pt x="481039" y="142978"/>
                  </a:lnTo>
                  <a:lnTo>
                    <a:pt x="505749" y="136194"/>
                  </a:lnTo>
                  <a:lnTo>
                    <a:pt x="529254" y="129740"/>
                  </a:lnTo>
                  <a:lnTo>
                    <a:pt x="551665" y="123586"/>
                  </a:lnTo>
                  <a:lnTo>
                    <a:pt x="573079" y="117706"/>
                  </a:lnTo>
                  <a:lnTo>
                    <a:pt x="593582" y="112077"/>
                  </a:lnTo>
                  <a:lnTo>
                    <a:pt x="613248" y="106677"/>
                  </a:lnTo>
                  <a:lnTo>
                    <a:pt x="632143" y="101489"/>
                  </a:lnTo>
                  <a:lnTo>
                    <a:pt x="650324" y="96497"/>
                  </a:lnTo>
                  <a:lnTo>
                    <a:pt x="667844" y="91686"/>
                  </a:lnTo>
                  <a:lnTo>
                    <a:pt x="684749" y="87045"/>
                  </a:lnTo>
                  <a:lnTo>
                    <a:pt x="701081" y="82560"/>
                  </a:lnTo>
                  <a:lnTo>
                    <a:pt x="716877" y="78223"/>
                  </a:lnTo>
                  <a:lnTo>
                    <a:pt x="732172" y="74023"/>
                  </a:lnTo>
                  <a:lnTo>
                    <a:pt x="746997" y="69953"/>
                  </a:lnTo>
                  <a:lnTo>
                    <a:pt x="761378" y="66004"/>
                  </a:lnTo>
                  <a:lnTo>
                    <a:pt x="775343" y="62170"/>
                  </a:lnTo>
                  <a:lnTo>
                    <a:pt x="788914" y="58443"/>
                  </a:lnTo>
                  <a:lnTo>
                    <a:pt x="802113" y="54819"/>
                  </a:lnTo>
                  <a:lnTo>
                    <a:pt x="814961" y="51292"/>
                  </a:lnTo>
                  <a:lnTo>
                    <a:pt x="827474" y="47856"/>
                  </a:lnTo>
                  <a:lnTo>
                    <a:pt x="839671" y="44507"/>
                  </a:lnTo>
                  <a:lnTo>
                    <a:pt x="851567" y="41241"/>
                  </a:lnTo>
                  <a:lnTo>
                    <a:pt x="863176" y="38053"/>
                  </a:lnTo>
                  <a:lnTo>
                    <a:pt x="874512" y="34940"/>
                  </a:lnTo>
                  <a:lnTo>
                    <a:pt x="885587" y="31899"/>
                  </a:lnTo>
                  <a:lnTo>
                    <a:pt x="896413" y="28927"/>
                  </a:lnTo>
                  <a:lnTo>
                    <a:pt x="907001" y="26020"/>
                  </a:lnTo>
                  <a:lnTo>
                    <a:pt x="917362" y="23175"/>
                  </a:lnTo>
                  <a:lnTo>
                    <a:pt x="927504" y="20390"/>
                  </a:lnTo>
                  <a:lnTo>
                    <a:pt x="937438" y="17663"/>
                  </a:lnTo>
                  <a:lnTo>
                    <a:pt x="947170" y="14990"/>
                  </a:lnTo>
                  <a:lnTo>
                    <a:pt x="956710" y="12371"/>
                  </a:lnTo>
                  <a:lnTo>
                    <a:pt x="966065" y="9802"/>
                  </a:lnTo>
                  <a:lnTo>
                    <a:pt x="975241" y="7283"/>
                  </a:lnTo>
                  <a:lnTo>
                    <a:pt x="984246" y="4810"/>
                  </a:lnTo>
                  <a:lnTo>
                    <a:pt x="993086" y="2383"/>
                  </a:lnTo>
                  <a:lnTo>
                    <a:pt x="100176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77399" y="1782284"/>
              <a:ext cx="1001766" cy="34182"/>
            </a:xfrm>
            <a:custGeom>
              <a:avLst/>
              <a:pathLst>
                <a:path w="1001766" h="34182">
                  <a:moveTo>
                    <a:pt x="0" y="0"/>
                  </a:moveTo>
                  <a:lnTo>
                    <a:pt x="64328" y="2195"/>
                  </a:lnTo>
                  <a:lnTo>
                    <a:pt x="121070" y="4131"/>
                  </a:lnTo>
                  <a:lnTo>
                    <a:pt x="171827" y="5863"/>
                  </a:lnTo>
                  <a:lnTo>
                    <a:pt x="217742" y="7429"/>
                  </a:lnTo>
                  <a:lnTo>
                    <a:pt x="259660" y="8860"/>
                  </a:lnTo>
                  <a:lnTo>
                    <a:pt x="298220" y="10176"/>
                  </a:lnTo>
                  <a:lnTo>
                    <a:pt x="333922" y="11394"/>
                  </a:lnTo>
                  <a:lnTo>
                    <a:pt x="367159" y="12528"/>
                  </a:lnTo>
                  <a:lnTo>
                    <a:pt x="398250" y="13589"/>
                  </a:lnTo>
                  <a:lnTo>
                    <a:pt x="427456" y="14585"/>
                  </a:lnTo>
                  <a:lnTo>
                    <a:pt x="454992" y="15525"/>
                  </a:lnTo>
                  <a:lnTo>
                    <a:pt x="481039" y="16414"/>
                  </a:lnTo>
                  <a:lnTo>
                    <a:pt x="505749" y="17257"/>
                  </a:lnTo>
                  <a:lnTo>
                    <a:pt x="529254" y="18059"/>
                  </a:lnTo>
                  <a:lnTo>
                    <a:pt x="551665" y="18824"/>
                  </a:lnTo>
                  <a:lnTo>
                    <a:pt x="573079" y="19554"/>
                  </a:lnTo>
                  <a:lnTo>
                    <a:pt x="593582" y="20254"/>
                  </a:lnTo>
                  <a:lnTo>
                    <a:pt x="613248" y="20925"/>
                  </a:lnTo>
                  <a:lnTo>
                    <a:pt x="632143" y="21570"/>
                  </a:lnTo>
                  <a:lnTo>
                    <a:pt x="650324" y="22190"/>
                  </a:lnTo>
                  <a:lnTo>
                    <a:pt x="667844" y="22788"/>
                  </a:lnTo>
                  <a:lnTo>
                    <a:pt x="684749" y="23365"/>
                  </a:lnTo>
                  <a:lnTo>
                    <a:pt x="701081" y="23922"/>
                  </a:lnTo>
                  <a:lnTo>
                    <a:pt x="716877" y="24461"/>
                  </a:lnTo>
                  <a:lnTo>
                    <a:pt x="732172" y="24983"/>
                  </a:lnTo>
                  <a:lnTo>
                    <a:pt x="746997" y="25489"/>
                  </a:lnTo>
                  <a:lnTo>
                    <a:pt x="761378" y="25980"/>
                  </a:lnTo>
                  <a:lnTo>
                    <a:pt x="775343" y="26456"/>
                  </a:lnTo>
                  <a:lnTo>
                    <a:pt x="788914" y="26919"/>
                  </a:lnTo>
                  <a:lnTo>
                    <a:pt x="802113" y="27370"/>
                  </a:lnTo>
                  <a:lnTo>
                    <a:pt x="814961" y="27808"/>
                  </a:lnTo>
                  <a:lnTo>
                    <a:pt x="827474" y="28235"/>
                  </a:lnTo>
                  <a:lnTo>
                    <a:pt x="839671" y="28651"/>
                  </a:lnTo>
                  <a:lnTo>
                    <a:pt x="851567" y="29057"/>
                  </a:lnTo>
                  <a:lnTo>
                    <a:pt x="863176" y="29453"/>
                  </a:lnTo>
                  <a:lnTo>
                    <a:pt x="874512" y="29840"/>
                  </a:lnTo>
                  <a:lnTo>
                    <a:pt x="885587" y="30218"/>
                  </a:lnTo>
                  <a:lnTo>
                    <a:pt x="896413" y="30587"/>
                  </a:lnTo>
                  <a:lnTo>
                    <a:pt x="907001" y="30949"/>
                  </a:lnTo>
                  <a:lnTo>
                    <a:pt x="917362" y="31302"/>
                  </a:lnTo>
                  <a:lnTo>
                    <a:pt x="927504" y="31648"/>
                  </a:lnTo>
                  <a:lnTo>
                    <a:pt x="937438" y="31987"/>
                  </a:lnTo>
                  <a:lnTo>
                    <a:pt x="947170" y="32319"/>
                  </a:lnTo>
                  <a:lnTo>
                    <a:pt x="956710" y="32645"/>
                  </a:lnTo>
                  <a:lnTo>
                    <a:pt x="966065" y="32964"/>
                  </a:lnTo>
                  <a:lnTo>
                    <a:pt x="975241" y="33277"/>
                  </a:lnTo>
                  <a:lnTo>
                    <a:pt x="984246" y="33584"/>
                  </a:lnTo>
                  <a:lnTo>
                    <a:pt x="993086" y="33886"/>
                  </a:lnTo>
                  <a:lnTo>
                    <a:pt x="1001766" y="3418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35360" y="208957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35360" y="188254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35360" y="167551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35360" y="146848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35360" y="126145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76458" y="21260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76458" y="19189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76458" y="17119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76458" y="1504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76458" y="12978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7739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1132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4524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7916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97428" y="18402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58610" y="183029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67681" y="17575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57718" y="170602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61190" y="20304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63032" y="20811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97579" y="17623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78760" y="20378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68305" y="17564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870330" y="16401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26113" y="17675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12443" y="180180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1137" y="13811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00921" y="17540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90848" y="14504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22382" y="168976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32581" y="16461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6263" y="18325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35029" y="17696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199440" y="195356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09270" y="196537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94311" y="19106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01967" y="20858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216688" y="19921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07343" y="20274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19587" y="18996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29337" y="196990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222446" y="178530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35225" y="149287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54038" y="18382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64629" y="16354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40293" y="18202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59443" y="16940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56128" y="18248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38238" y="14630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67034" y="16885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52195" y="17476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46619" y="19239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39090" y="17542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63303" y="13714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22115" y="16447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22659" y="18220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5800" y="18300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43840" y="19189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67396" y="20667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64103" y="19703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63536" y="19423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541693" y="167417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79460" y="163510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67298" y="156680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76063" y="17369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82408" y="17995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58205" y="20900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88203" y="18033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71361" y="20886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75662" y="174523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90237" y="180896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87452" y="20105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62481" y="170459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74437" y="129855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7322" y="18507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88672" y="16368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63728" y="16693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90270" y="15666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80648" y="171358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93599" y="157928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84221" y="18653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872784" y="16850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861888" y="18319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861535" y="20031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96486" y="142783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900628" y="16252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905806" y="1672966"/>
              <a:ext cx="1001107" cy="119347"/>
            </a:xfrm>
            <a:custGeom>
              <a:avLst/>
              <a:pathLst>
                <a:path w="1001107" h="119347">
                  <a:moveTo>
                    <a:pt x="0" y="119347"/>
                  </a:moveTo>
                  <a:lnTo>
                    <a:pt x="64286" y="111683"/>
                  </a:lnTo>
                  <a:lnTo>
                    <a:pt x="120990" y="104923"/>
                  </a:lnTo>
                  <a:lnTo>
                    <a:pt x="171714" y="98876"/>
                  </a:lnTo>
                  <a:lnTo>
                    <a:pt x="217599" y="93406"/>
                  </a:lnTo>
                  <a:lnTo>
                    <a:pt x="259489" y="88412"/>
                  </a:lnTo>
                  <a:lnTo>
                    <a:pt x="298024" y="83818"/>
                  </a:lnTo>
                  <a:lnTo>
                    <a:pt x="333702" y="79564"/>
                  </a:lnTo>
                  <a:lnTo>
                    <a:pt x="366917" y="75605"/>
                  </a:lnTo>
                  <a:lnTo>
                    <a:pt x="397988" y="71900"/>
                  </a:lnTo>
                  <a:lnTo>
                    <a:pt x="427175" y="68421"/>
                  </a:lnTo>
                  <a:lnTo>
                    <a:pt x="454692" y="65140"/>
                  </a:lnTo>
                  <a:lnTo>
                    <a:pt x="480722" y="62037"/>
                  </a:lnTo>
                  <a:lnTo>
                    <a:pt x="505416" y="59093"/>
                  </a:lnTo>
                  <a:lnTo>
                    <a:pt x="528905" y="56293"/>
                  </a:lnTo>
                  <a:lnTo>
                    <a:pt x="551302" y="53623"/>
                  </a:lnTo>
                  <a:lnTo>
                    <a:pt x="572702" y="51072"/>
                  </a:lnTo>
                  <a:lnTo>
                    <a:pt x="593192" y="48629"/>
                  </a:lnTo>
                  <a:lnTo>
                    <a:pt x="612844" y="46286"/>
                  </a:lnTo>
                  <a:lnTo>
                    <a:pt x="631727" y="44035"/>
                  </a:lnTo>
                  <a:lnTo>
                    <a:pt x="649896" y="41869"/>
                  </a:lnTo>
                  <a:lnTo>
                    <a:pt x="667404" y="39782"/>
                  </a:lnTo>
                  <a:lnTo>
                    <a:pt x="684298" y="37768"/>
                  </a:lnTo>
                  <a:lnTo>
                    <a:pt x="700620" y="35822"/>
                  </a:lnTo>
                  <a:lnTo>
                    <a:pt x="716406" y="33940"/>
                  </a:lnTo>
                  <a:lnTo>
                    <a:pt x="731691" y="32118"/>
                  </a:lnTo>
                  <a:lnTo>
                    <a:pt x="746505" y="30352"/>
                  </a:lnTo>
                  <a:lnTo>
                    <a:pt x="760877" y="28639"/>
                  </a:lnTo>
                  <a:lnTo>
                    <a:pt x="774833" y="26975"/>
                  </a:lnTo>
                  <a:lnTo>
                    <a:pt x="788395" y="25358"/>
                  </a:lnTo>
                  <a:lnTo>
                    <a:pt x="801586" y="23785"/>
                  </a:lnTo>
                  <a:lnTo>
                    <a:pt x="814425" y="22255"/>
                  </a:lnTo>
                  <a:lnTo>
                    <a:pt x="826930" y="20764"/>
                  </a:lnTo>
                  <a:lnTo>
                    <a:pt x="839119" y="19311"/>
                  </a:lnTo>
                  <a:lnTo>
                    <a:pt x="851007" y="17894"/>
                  </a:lnTo>
                  <a:lnTo>
                    <a:pt x="862608" y="16511"/>
                  </a:lnTo>
                  <a:lnTo>
                    <a:pt x="873936" y="15160"/>
                  </a:lnTo>
                  <a:lnTo>
                    <a:pt x="885004" y="13841"/>
                  </a:lnTo>
                  <a:lnTo>
                    <a:pt x="895823" y="12551"/>
                  </a:lnTo>
                  <a:lnTo>
                    <a:pt x="906404" y="11289"/>
                  </a:lnTo>
                  <a:lnTo>
                    <a:pt x="916758" y="10055"/>
                  </a:lnTo>
                  <a:lnTo>
                    <a:pt x="926894" y="8847"/>
                  </a:lnTo>
                  <a:lnTo>
                    <a:pt x="936821" y="7663"/>
                  </a:lnTo>
                  <a:lnTo>
                    <a:pt x="946547" y="6504"/>
                  </a:lnTo>
                  <a:lnTo>
                    <a:pt x="956081" y="5367"/>
                  </a:lnTo>
                  <a:lnTo>
                    <a:pt x="965429" y="4253"/>
                  </a:lnTo>
                  <a:lnTo>
                    <a:pt x="974599" y="3160"/>
                  </a:lnTo>
                  <a:lnTo>
                    <a:pt x="983598" y="2087"/>
                  </a:lnTo>
                  <a:lnTo>
                    <a:pt x="992432" y="1034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905806" y="1477609"/>
              <a:ext cx="1001107" cy="209260"/>
            </a:xfrm>
            <a:custGeom>
              <a:avLst/>
              <a:pathLst>
                <a:path w="1001107" h="209260">
                  <a:moveTo>
                    <a:pt x="0" y="209260"/>
                  </a:moveTo>
                  <a:lnTo>
                    <a:pt x="64286" y="195822"/>
                  </a:lnTo>
                  <a:lnTo>
                    <a:pt x="120990" y="183969"/>
                  </a:lnTo>
                  <a:lnTo>
                    <a:pt x="171714" y="173367"/>
                  </a:lnTo>
                  <a:lnTo>
                    <a:pt x="217599" y="163775"/>
                  </a:lnTo>
                  <a:lnTo>
                    <a:pt x="259489" y="155019"/>
                  </a:lnTo>
                  <a:lnTo>
                    <a:pt x="298024" y="146964"/>
                  </a:lnTo>
                  <a:lnTo>
                    <a:pt x="333702" y="139506"/>
                  </a:lnTo>
                  <a:lnTo>
                    <a:pt x="366917" y="132563"/>
                  </a:lnTo>
                  <a:lnTo>
                    <a:pt x="397988" y="126069"/>
                  </a:lnTo>
                  <a:lnTo>
                    <a:pt x="427175" y="119968"/>
                  </a:lnTo>
                  <a:lnTo>
                    <a:pt x="454692" y="114216"/>
                  </a:lnTo>
                  <a:lnTo>
                    <a:pt x="480722" y="108775"/>
                  </a:lnTo>
                  <a:lnTo>
                    <a:pt x="505416" y="103613"/>
                  </a:lnTo>
                  <a:lnTo>
                    <a:pt x="528905" y="98703"/>
                  </a:lnTo>
                  <a:lnTo>
                    <a:pt x="551302" y="94022"/>
                  </a:lnTo>
                  <a:lnTo>
                    <a:pt x="572702" y="89548"/>
                  </a:lnTo>
                  <a:lnTo>
                    <a:pt x="593192" y="85266"/>
                  </a:lnTo>
                  <a:lnTo>
                    <a:pt x="612844" y="81158"/>
                  </a:lnTo>
                  <a:lnTo>
                    <a:pt x="631727" y="77211"/>
                  </a:lnTo>
                  <a:lnTo>
                    <a:pt x="649896" y="73413"/>
                  </a:lnTo>
                  <a:lnTo>
                    <a:pt x="667404" y="69753"/>
                  </a:lnTo>
                  <a:lnTo>
                    <a:pt x="684298" y="66222"/>
                  </a:lnTo>
                  <a:lnTo>
                    <a:pt x="700620" y="62810"/>
                  </a:lnTo>
                  <a:lnTo>
                    <a:pt x="716406" y="59510"/>
                  </a:lnTo>
                  <a:lnTo>
                    <a:pt x="731691" y="56315"/>
                  </a:lnTo>
                  <a:lnTo>
                    <a:pt x="746505" y="53219"/>
                  </a:lnTo>
                  <a:lnTo>
                    <a:pt x="760877" y="50214"/>
                  </a:lnTo>
                  <a:lnTo>
                    <a:pt x="774833" y="47297"/>
                  </a:lnTo>
                  <a:lnTo>
                    <a:pt x="788395" y="44462"/>
                  </a:lnTo>
                  <a:lnTo>
                    <a:pt x="801586" y="41705"/>
                  </a:lnTo>
                  <a:lnTo>
                    <a:pt x="814425" y="39021"/>
                  </a:lnTo>
                  <a:lnTo>
                    <a:pt x="826930" y="36407"/>
                  </a:lnTo>
                  <a:lnTo>
                    <a:pt x="839119" y="33860"/>
                  </a:lnTo>
                  <a:lnTo>
                    <a:pt x="851007" y="31375"/>
                  </a:lnTo>
                  <a:lnTo>
                    <a:pt x="862608" y="28950"/>
                  </a:lnTo>
                  <a:lnTo>
                    <a:pt x="873936" y="26582"/>
                  </a:lnTo>
                  <a:lnTo>
                    <a:pt x="885004" y="24268"/>
                  </a:lnTo>
                  <a:lnTo>
                    <a:pt x="895823" y="22007"/>
                  </a:lnTo>
                  <a:lnTo>
                    <a:pt x="906404" y="19795"/>
                  </a:lnTo>
                  <a:lnTo>
                    <a:pt x="916758" y="17631"/>
                  </a:lnTo>
                  <a:lnTo>
                    <a:pt x="926894" y="15512"/>
                  </a:lnTo>
                  <a:lnTo>
                    <a:pt x="936821" y="13437"/>
                  </a:lnTo>
                  <a:lnTo>
                    <a:pt x="946547" y="11404"/>
                  </a:lnTo>
                  <a:lnTo>
                    <a:pt x="956081" y="9411"/>
                  </a:lnTo>
                  <a:lnTo>
                    <a:pt x="965429" y="7457"/>
                  </a:lnTo>
                  <a:lnTo>
                    <a:pt x="974599" y="5540"/>
                  </a:lnTo>
                  <a:lnTo>
                    <a:pt x="983598" y="3659"/>
                  </a:lnTo>
                  <a:lnTo>
                    <a:pt x="992432" y="1813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905806" y="1724465"/>
              <a:ext cx="1001107" cy="36786"/>
            </a:xfrm>
            <a:custGeom>
              <a:avLst/>
              <a:pathLst>
                <a:path w="1001107" h="36786">
                  <a:moveTo>
                    <a:pt x="0" y="36786"/>
                  </a:moveTo>
                  <a:lnTo>
                    <a:pt x="64286" y="34424"/>
                  </a:lnTo>
                  <a:lnTo>
                    <a:pt x="120990" y="32340"/>
                  </a:lnTo>
                  <a:lnTo>
                    <a:pt x="171714" y="30476"/>
                  </a:lnTo>
                  <a:lnTo>
                    <a:pt x="217599" y="28790"/>
                  </a:lnTo>
                  <a:lnTo>
                    <a:pt x="259489" y="27251"/>
                  </a:lnTo>
                  <a:lnTo>
                    <a:pt x="298024" y="25835"/>
                  </a:lnTo>
                  <a:lnTo>
                    <a:pt x="333702" y="24524"/>
                  </a:lnTo>
                  <a:lnTo>
                    <a:pt x="366917" y="23303"/>
                  </a:lnTo>
                  <a:lnTo>
                    <a:pt x="397988" y="22162"/>
                  </a:lnTo>
                  <a:lnTo>
                    <a:pt x="427175" y="21089"/>
                  </a:lnTo>
                  <a:lnTo>
                    <a:pt x="454692" y="20078"/>
                  </a:lnTo>
                  <a:lnTo>
                    <a:pt x="480722" y="19122"/>
                  </a:lnTo>
                  <a:lnTo>
                    <a:pt x="505416" y="18214"/>
                  </a:lnTo>
                  <a:lnTo>
                    <a:pt x="528905" y="17351"/>
                  </a:lnTo>
                  <a:lnTo>
                    <a:pt x="551302" y="16528"/>
                  </a:lnTo>
                  <a:lnTo>
                    <a:pt x="572702" y="15742"/>
                  </a:lnTo>
                  <a:lnTo>
                    <a:pt x="593192" y="14989"/>
                  </a:lnTo>
                  <a:lnTo>
                    <a:pt x="612844" y="14267"/>
                  </a:lnTo>
                  <a:lnTo>
                    <a:pt x="631727" y="13573"/>
                  </a:lnTo>
                  <a:lnTo>
                    <a:pt x="649896" y="12905"/>
                  </a:lnTo>
                  <a:lnTo>
                    <a:pt x="667404" y="12262"/>
                  </a:lnTo>
                  <a:lnTo>
                    <a:pt x="684298" y="11641"/>
                  </a:lnTo>
                  <a:lnTo>
                    <a:pt x="700620" y="11041"/>
                  </a:lnTo>
                  <a:lnTo>
                    <a:pt x="716406" y="10461"/>
                  </a:lnTo>
                  <a:lnTo>
                    <a:pt x="731691" y="9899"/>
                  </a:lnTo>
                  <a:lnTo>
                    <a:pt x="746505" y="9355"/>
                  </a:lnTo>
                  <a:lnTo>
                    <a:pt x="760877" y="8827"/>
                  </a:lnTo>
                  <a:lnTo>
                    <a:pt x="774833" y="8314"/>
                  </a:lnTo>
                  <a:lnTo>
                    <a:pt x="788395" y="7816"/>
                  </a:lnTo>
                  <a:lnTo>
                    <a:pt x="801586" y="7331"/>
                  </a:lnTo>
                  <a:lnTo>
                    <a:pt x="814425" y="6859"/>
                  </a:lnTo>
                  <a:lnTo>
                    <a:pt x="826930" y="6400"/>
                  </a:lnTo>
                  <a:lnTo>
                    <a:pt x="839119" y="5952"/>
                  </a:lnTo>
                  <a:lnTo>
                    <a:pt x="851007" y="5515"/>
                  </a:lnTo>
                  <a:lnTo>
                    <a:pt x="862608" y="5089"/>
                  </a:lnTo>
                  <a:lnTo>
                    <a:pt x="873936" y="4673"/>
                  </a:lnTo>
                  <a:lnTo>
                    <a:pt x="885004" y="4266"/>
                  </a:lnTo>
                  <a:lnTo>
                    <a:pt x="895823" y="3868"/>
                  </a:lnTo>
                  <a:lnTo>
                    <a:pt x="906404" y="3479"/>
                  </a:lnTo>
                  <a:lnTo>
                    <a:pt x="916758" y="3099"/>
                  </a:lnTo>
                  <a:lnTo>
                    <a:pt x="926894" y="2727"/>
                  </a:lnTo>
                  <a:lnTo>
                    <a:pt x="936821" y="2362"/>
                  </a:lnTo>
                  <a:lnTo>
                    <a:pt x="946547" y="2004"/>
                  </a:lnTo>
                  <a:lnTo>
                    <a:pt x="956081" y="1654"/>
                  </a:lnTo>
                  <a:lnTo>
                    <a:pt x="965429" y="1311"/>
                  </a:lnTo>
                  <a:lnTo>
                    <a:pt x="974599" y="974"/>
                  </a:lnTo>
                  <a:lnTo>
                    <a:pt x="983598" y="643"/>
                  </a:lnTo>
                  <a:lnTo>
                    <a:pt x="992432" y="318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905806" y="1669701"/>
              <a:ext cx="1001107" cy="318488"/>
            </a:xfrm>
            <a:custGeom>
              <a:avLst/>
              <a:pathLst>
                <a:path w="1001107" h="318488">
                  <a:moveTo>
                    <a:pt x="0" y="318488"/>
                  </a:moveTo>
                  <a:lnTo>
                    <a:pt x="64286" y="298036"/>
                  </a:lnTo>
                  <a:lnTo>
                    <a:pt x="120990" y="279996"/>
                  </a:lnTo>
                  <a:lnTo>
                    <a:pt x="171714" y="263859"/>
                  </a:lnTo>
                  <a:lnTo>
                    <a:pt x="217599" y="249261"/>
                  </a:lnTo>
                  <a:lnTo>
                    <a:pt x="259489" y="235935"/>
                  </a:lnTo>
                  <a:lnTo>
                    <a:pt x="298024" y="223675"/>
                  </a:lnTo>
                  <a:lnTo>
                    <a:pt x="333702" y="212325"/>
                  </a:lnTo>
                  <a:lnTo>
                    <a:pt x="366917" y="201758"/>
                  </a:lnTo>
                  <a:lnTo>
                    <a:pt x="397988" y="191873"/>
                  </a:lnTo>
                  <a:lnTo>
                    <a:pt x="427175" y="182588"/>
                  </a:lnTo>
                  <a:lnTo>
                    <a:pt x="454692" y="173833"/>
                  </a:lnTo>
                  <a:lnTo>
                    <a:pt x="480722" y="165552"/>
                  </a:lnTo>
                  <a:lnTo>
                    <a:pt x="505416" y="157696"/>
                  </a:lnTo>
                  <a:lnTo>
                    <a:pt x="528905" y="150224"/>
                  </a:lnTo>
                  <a:lnTo>
                    <a:pt x="551302" y="143099"/>
                  </a:lnTo>
                  <a:lnTo>
                    <a:pt x="572702" y="136290"/>
                  </a:lnTo>
                  <a:lnTo>
                    <a:pt x="593192" y="129772"/>
                  </a:lnTo>
                  <a:lnTo>
                    <a:pt x="612844" y="123520"/>
                  </a:lnTo>
                  <a:lnTo>
                    <a:pt x="631727" y="117513"/>
                  </a:lnTo>
                  <a:lnTo>
                    <a:pt x="649896" y="111732"/>
                  </a:lnTo>
                  <a:lnTo>
                    <a:pt x="667404" y="106162"/>
                  </a:lnTo>
                  <a:lnTo>
                    <a:pt x="684298" y="100788"/>
                  </a:lnTo>
                  <a:lnTo>
                    <a:pt x="700620" y="95595"/>
                  </a:lnTo>
                  <a:lnTo>
                    <a:pt x="716406" y="90573"/>
                  </a:lnTo>
                  <a:lnTo>
                    <a:pt x="731691" y="85710"/>
                  </a:lnTo>
                  <a:lnTo>
                    <a:pt x="746505" y="80997"/>
                  </a:lnTo>
                  <a:lnTo>
                    <a:pt x="760877" y="76425"/>
                  </a:lnTo>
                  <a:lnTo>
                    <a:pt x="774833" y="71985"/>
                  </a:lnTo>
                  <a:lnTo>
                    <a:pt x="788395" y="67671"/>
                  </a:lnTo>
                  <a:lnTo>
                    <a:pt x="801586" y="63474"/>
                  </a:lnTo>
                  <a:lnTo>
                    <a:pt x="814425" y="59390"/>
                  </a:lnTo>
                  <a:lnTo>
                    <a:pt x="826930" y="55411"/>
                  </a:lnTo>
                  <a:lnTo>
                    <a:pt x="839119" y="51534"/>
                  </a:lnTo>
                  <a:lnTo>
                    <a:pt x="851007" y="47752"/>
                  </a:lnTo>
                  <a:lnTo>
                    <a:pt x="862608" y="44061"/>
                  </a:lnTo>
                  <a:lnTo>
                    <a:pt x="873936" y="40457"/>
                  </a:lnTo>
                  <a:lnTo>
                    <a:pt x="885004" y="36936"/>
                  </a:lnTo>
                  <a:lnTo>
                    <a:pt x="895823" y="33494"/>
                  </a:lnTo>
                  <a:lnTo>
                    <a:pt x="906404" y="30128"/>
                  </a:lnTo>
                  <a:lnTo>
                    <a:pt x="916758" y="26834"/>
                  </a:lnTo>
                  <a:lnTo>
                    <a:pt x="926894" y="23609"/>
                  </a:lnTo>
                  <a:lnTo>
                    <a:pt x="936821" y="20451"/>
                  </a:lnTo>
                  <a:lnTo>
                    <a:pt x="946547" y="17357"/>
                  </a:lnTo>
                  <a:lnTo>
                    <a:pt x="956081" y="14324"/>
                  </a:lnTo>
                  <a:lnTo>
                    <a:pt x="965429" y="11350"/>
                  </a:lnTo>
                  <a:lnTo>
                    <a:pt x="974599" y="8432"/>
                  </a:lnTo>
                  <a:lnTo>
                    <a:pt x="983598" y="5570"/>
                  </a:lnTo>
                  <a:lnTo>
                    <a:pt x="992432" y="2759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905806" y="1924789"/>
              <a:ext cx="1001107" cy="157478"/>
            </a:xfrm>
            <a:custGeom>
              <a:avLst/>
              <a:pathLst>
                <a:path w="1001107" h="157478">
                  <a:moveTo>
                    <a:pt x="0" y="157478"/>
                  </a:moveTo>
                  <a:lnTo>
                    <a:pt x="64286" y="147365"/>
                  </a:lnTo>
                  <a:lnTo>
                    <a:pt x="120990" y="138445"/>
                  </a:lnTo>
                  <a:lnTo>
                    <a:pt x="171714" y="130466"/>
                  </a:lnTo>
                  <a:lnTo>
                    <a:pt x="217599" y="123248"/>
                  </a:lnTo>
                  <a:lnTo>
                    <a:pt x="259489" y="116659"/>
                  </a:lnTo>
                  <a:lnTo>
                    <a:pt x="298024" y="110597"/>
                  </a:lnTo>
                  <a:lnTo>
                    <a:pt x="333702" y="104985"/>
                  </a:lnTo>
                  <a:lnTo>
                    <a:pt x="366917" y="99760"/>
                  </a:lnTo>
                  <a:lnTo>
                    <a:pt x="397988" y="94873"/>
                  </a:lnTo>
                  <a:lnTo>
                    <a:pt x="427175" y="90281"/>
                  </a:lnTo>
                  <a:lnTo>
                    <a:pt x="454692" y="85953"/>
                  </a:lnTo>
                  <a:lnTo>
                    <a:pt x="480722" y="81858"/>
                  </a:lnTo>
                  <a:lnTo>
                    <a:pt x="505416" y="77974"/>
                  </a:lnTo>
                  <a:lnTo>
                    <a:pt x="528905" y="74279"/>
                  </a:lnTo>
                  <a:lnTo>
                    <a:pt x="551302" y="70756"/>
                  </a:lnTo>
                  <a:lnTo>
                    <a:pt x="572702" y="67389"/>
                  </a:lnTo>
                  <a:lnTo>
                    <a:pt x="593192" y="64166"/>
                  </a:lnTo>
                  <a:lnTo>
                    <a:pt x="612844" y="61075"/>
                  </a:lnTo>
                  <a:lnTo>
                    <a:pt x="631727" y="58105"/>
                  </a:lnTo>
                  <a:lnTo>
                    <a:pt x="649896" y="55246"/>
                  </a:lnTo>
                  <a:lnTo>
                    <a:pt x="667404" y="52492"/>
                  </a:lnTo>
                  <a:lnTo>
                    <a:pt x="684298" y="49835"/>
                  </a:lnTo>
                  <a:lnTo>
                    <a:pt x="700620" y="47267"/>
                  </a:lnTo>
                  <a:lnTo>
                    <a:pt x="716406" y="44784"/>
                  </a:lnTo>
                  <a:lnTo>
                    <a:pt x="731691" y="42380"/>
                  </a:lnTo>
                  <a:lnTo>
                    <a:pt x="746505" y="40049"/>
                  </a:lnTo>
                  <a:lnTo>
                    <a:pt x="760877" y="37789"/>
                  </a:lnTo>
                  <a:lnTo>
                    <a:pt x="774833" y="35593"/>
                  </a:lnTo>
                  <a:lnTo>
                    <a:pt x="788395" y="33460"/>
                  </a:lnTo>
                  <a:lnTo>
                    <a:pt x="801586" y="31385"/>
                  </a:lnTo>
                  <a:lnTo>
                    <a:pt x="814425" y="29365"/>
                  </a:lnTo>
                  <a:lnTo>
                    <a:pt x="826930" y="27398"/>
                  </a:lnTo>
                  <a:lnTo>
                    <a:pt x="839119" y="25481"/>
                  </a:lnTo>
                  <a:lnTo>
                    <a:pt x="851007" y="23611"/>
                  </a:lnTo>
                  <a:lnTo>
                    <a:pt x="862608" y="21786"/>
                  </a:lnTo>
                  <a:lnTo>
                    <a:pt x="873936" y="20004"/>
                  </a:lnTo>
                  <a:lnTo>
                    <a:pt x="885004" y="18263"/>
                  </a:lnTo>
                  <a:lnTo>
                    <a:pt x="895823" y="16561"/>
                  </a:lnTo>
                  <a:lnTo>
                    <a:pt x="906404" y="14897"/>
                  </a:lnTo>
                  <a:lnTo>
                    <a:pt x="916758" y="13268"/>
                  </a:lnTo>
                  <a:lnTo>
                    <a:pt x="926894" y="11673"/>
                  </a:lnTo>
                  <a:lnTo>
                    <a:pt x="936821" y="10112"/>
                  </a:lnTo>
                  <a:lnTo>
                    <a:pt x="946547" y="8582"/>
                  </a:lnTo>
                  <a:lnTo>
                    <a:pt x="956081" y="7082"/>
                  </a:lnTo>
                  <a:lnTo>
                    <a:pt x="965429" y="5612"/>
                  </a:lnTo>
                  <a:lnTo>
                    <a:pt x="974599" y="4169"/>
                  </a:lnTo>
                  <a:lnTo>
                    <a:pt x="983598" y="2754"/>
                  </a:lnTo>
                  <a:lnTo>
                    <a:pt x="992432" y="1364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905806" y="2032209"/>
              <a:ext cx="1001107" cy="5096"/>
            </a:xfrm>
            <a:custGeom>
              <a:avLst/>
              <a:pathLst>
                <a:path w="1001107" h="5096">
                  <a:moveTo>
                    <a:pt x="0" y="5096"/>
                  </a:moveTo>
                  <a:lnTo>
                    <a:pt x="64286" y="4769"/>
                  </a:lnTo>
                  <a:lnTo>
                    <a:pt x="120990" y="4480"/>
                  </a:lnTo>
                  <a:lnTo>
                    <a:pt x="171714" y="4222"/>
                  </a:lnTo>
                  <a:lnTo>
                    <a:pt x="217599" y="3988"/>
                  </a:lnTo>
                  <a:lnTo>
                    <a:pt x="259489" y="3775"/>
                  </a:lnTo>
                  <a:lnTo>
                    <a:pt x="298024" y="3579"/>
                  </a:lnTo>
                  <a:lnTo>
                    <a:pt x="333702" y="3397"/>
                  </a:lnTo>
                  <a:lnTo>
                    <a:pt x="366917" y="3228"/>
                  </a:lnTo>
                  <a:lnTo>
                    <a:pt x="397988" y="3070"/>
                  </a:lnTo>
                  <a:lnTo>
                    <a:pt x="427175" y="2921"/>
                  </a:lnTo>
                  <a:lnTo>
                    <a:pt x="454692" y="2781"/>
                  </a:lnTo>
                  <a:lnTo>
                    <a:pt x="480722" y="2649"/>
                  </a:lnTo>
                  <a:lnTo>
                    <a:pt x="505416" y="2523"/>
                  </a:lnTo>
                  <a:lnTo>
                    <a:pt x="528905" y="2404"/>
                  </a:lnTo>
                  <a:lnTo>
                    <a:pt x="551302" y="2290"/>
                  </a:lnTo>
                  <a:lnTo>
                    <a:pt x="572702" y="2181"/>
                  </a:lnTo>
                  <a:lnTo>
                    <a:pt x="593192" y="2076"/>
                  </a:lnTo>
                  <a:lnTo>
                    <a:pt x="612844" y="1976"/>
                  </a:lnTo>
                  <a:lnTo>
                    <a:pt x="631727" y="1880"/>
                  </a:lnTo>
                  <a:lnTo>
                    <a:pt x="649896" y="1788"/>
                  </a:lnTo>
                  <a:lnTo>
                    <a:pt x="667404" y="1698"/>
                  </a:lnTo>
                  <a:lnTo>
                    <a:pt x="684298" y="1612"/>
                  </a:lnTo>
                  <a:lnTo>
                    <a:pt x="700620" y="1529"/>
                  </a:lnTo>
                  <a:lnTo>
                    <a:pt x="716406" y="1449"/>
                  </a:lnTo>
                  <a:lnTo>
                    <a:pt x="731691" y="1371"/>
                  </a:lnTo>
                  <a:lnTo>
                    <a:pt x="746505" y="1296"/>
                  </a:lnTo>
                  <a:lnTo>
                    <a:pt x="760877" y="1223"/>
                  </a:lnTo>
                  <a:lnTo>
                    <a:pt x="774833" y="1151"/>
                  </a:lnTo>
                  <a:lnTo>
                    <a:pt x="788395" y="1082"/>
                  </a:lnTo>
                  <a:lnTo>
                    <a:pt x="801586" y="1015"/>
                  </a:lnTo>
                  <a:lnTo>
                    <a:pt x="814425" y="950"/>
                  </a:lnTo>
                  <a:lnTo>
                    <a:pt x="826930" y="886"/>
                  </a:lnTo>
                  <a:lnTo>
                    <a:pt x="839119" y="824"/>
                  </a:lnTo>
                  <a:lnTo>
                    <a:pt x="851007" y="764"/>
                  </a:lnTo>
                  <a:lnTo>
                    <a:pt x="862608" y="705"/>
                  </a:lnTo>
                  <a:lnTo>
                    <a:pt x="873936" y="647"/>
                  </a:lnTo>
                  <a:lnTo>
                    <a:pt x="885004" y="591"/>
                  </a:lnTo>
                  <a:lnTo>
                    <a:pt x="895823" y="536"/>
                  </a:lnTo>
                  <a:lnTo>
                    <a:pt x="906404" y="482"/>
                  </a:lnTo>
                  <a:lnTo>
                    <a:pt x="916758" y="429"/>
                  </a:lnTo>
                  <a:lnTo>
                    <a:pt x="926894" y="377"/>
                  </a:lnTo>
                  <a:lnTo>
                    <a:pt x="936821" y="327"/>
                  </a:lnTo>
                  <a:lnTo>
                    <a:pt x="946547" y="277"/>
                  </a:lnTo>
                  <a:lnTo>
                    <a:pt x="956081" y="229"/>
                  </a:lnTo>
                  <a:lnTo>
                    <a:pt x="965429" y="181"/>
                  </a:lnTo>
                  <a:lnTo>
                    <a:pt x="974599" y="134"/>
                  </a:lnTo>
                  <a:lnTo>
                    <a:pt x="983598" y="89"/>
                  </a:lnTo>
                  <a:lnTo>
                    <a:pt x="992432" y="44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05806" y="1691274"/>
              <a:ext cx="1001107" cy="58364"/>
            </a:xfrm>
            <a:custGeom>
              <a:avLst/>
              <a:pathLst>
                <a:path w="1001107" h="58364">
                  <a:moveTo>
                    <a:pt x="0" y="0"/>
                  </a:moveTo>
                  <a:lnTo>
                    <a:pt x="64286" y="3747"/>
                  </a:lnTo>
                  <a:lnTo>
                    <a:pt x="120990" y="7053"/>
                  </a:lnTo>
                  <a:lnTo>
                    <a:pt x="171714" y="10011"/>
                  </a:lnTo>
                  <a:lnTo>
                    <a:pt x="217599" y="12686"/>
                  </a:lnTo>
                  <a:lnTo>
                    <a:pt x="259489" y="15128"/>
                  </a:lnTo>
                  <a:lnTo>
                    <a:pt x="298024" y="17374"/>
                  </a:lnTo>
                  <a:lnTo>
                    <a:pt x="333702" y="19454"/>
                  </a:lnTo>
                  <a:lnTo>
                    <a:pt x="366917" y="21391"/>
                  </a:lnTo>
                  <a:lnTo>
                    <a:pt x="397988" y="23202"/>
                  </a:lnTo>
                  <a:lnTo>
                    <a:pt x="427175" y="24904"/>
                  </a:lnTo>
                  <a:lnTo>
                    <a:pt x="454692" y="26508"/>
                  </a:lnTo>
                  <a:lnTo>
                    <a:pt x="480722" y="28026"/>
                  </a:lnTo>
                  <a:lnTo>
                    <a:pt x="505416" y="29465"/>
                  </a:lnTo>
                  <a:lnTo>
                    <a:pt x="528905" y="30835"/>
                  </a:lnTo>
                  <a:lnTo>
                    <a:pt x="551302" y="32141"/>
                  </a:lnTo>
                  <a:lnTo>
                    <a:pt x="572702" y="33388"/>
                  </a:lnTo>
                  <a:lnTo>
                    <a:pt x="593192" y="34583"/>
                  </a:lnTo>
                  <a:lnTo>
                    <a:pt x="612844" y="35729"/>
                  </a:lnTo>
                  <a:lnTo>
                    <a:pt x="631727" y="36829"/>
                  </a:lnTo>
                  <a:lnTo>
                    <a:pt x="649896" y="37889"/>
                  </a:lnTo>
                  <a:lnTo>
                    <a:pt x="667404" y="38909"/>
                  </a:lnTo>
                  <a:lnTo>
                    <a:pt x="684298" y="39894"/>
                  </a:lnTo>
                  <a:lnTo>
                    <a:pt x="700620" y="40846"/>
                  </a:lnTo>
                  <a:lnTo>
                    <a:pt x="716406" y="41766"/>
                  </a:lnTo>
                  <a:lnTo>
                    <a:pt x="731691" y="42657"/>
                  </a:lnTo>
                  <a:lnTo>
                    <a:pt x="746505" y="43521"/>
                  </a:lnTo>
                  <a:lnTo>
                    <a:pt x="760877" y="44359"/>
                  </a:lnTo>
                  <a:lnTo>
                    <a:pt x="774833" y="45173"/>
                  </a:lnTo>
                  <a:lnTo>
                    <a:pt x="788395" y="45963"/>
                  </a:lnTo>
                  <a:lnTo>
                    <a:pt x="801586" y="46732"/>
                  </a:lnTo>
                  <a:lnTo>
                    <a:pt x="814425" y="47481"/>
                  </a:lnTo>
                  <a:lnTo>
                    <a:pt x="826930" y="48210"/>
                  </a:lnTo>
                  <a:lnTo>
                    <a:pt x="839119" y="48920"/>
                  </a:lnTo>
                  <a:lnTo>
                    <a:pt x="851007" y="49613"/>
                  </a:lnTo>
                  <a:lnTo>
                    <a:pt x="862608" y="50290"/>
                  </a:lnTo>
                  <a:lnTo>
                    <a:pt x="873936" y="50950"/>
                  </a:lnTo>
                  <a:lnTo>
                    <a:pt x="885004" y="51596"/>
                  </a:lnTo>
                  <a:lnTo>
                    <a:pt x="895823" y="52226"/>
                  </a:lnTo>
                  <a:lnTo>
                    <a:pt x="906404" y="52843"/>
                  </a:lnTo>
                  <a:lnTo>
                    <a:pt x="916758" y="53447"/>
                  </a:lnTo>
                  <a:lnTo>
                    <a:pt x="926894" y="54038"/>
                  </a:lnTo>
                  <a:lnTo>
                    <a:pt x="936821" y="54616"/>
                  </a:lnTo>
                  <a:lnTo>
                    <a:pt x="946547" y="55184"/>
                  </a:lnTo>
                  <a:lnTo>
                    <a:pt x="956081" y="55739"/>
                  </a:lnTo>
                  <a:lnTo>
                    <a:pt x="965429" y="56284"/>
                  </a:lnTo>
                  <a:lnTo>
                    <a:pt x="974599" y="56819"/>
                  </a:lnTo>
                  <a:lnTo>
                    <a:pt x="983598" y="57344"/>
                  </a:lnTo>
                  <a:lnTo>
                    <a:pt x="992432" y="57859"/>
                  </a:lnTo>
                  <a:lnTo>
                    <a:pt x="1001107" y="5836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905806" y="1758164"/>
              <a:ext cx="1001107" cy="106002"/>
            </a:xfrm>
            <a:custGeom>
              <a:avLst/>
              <a:pathLst>
                <a:path w="1001107" h="106002">
                  <a:moveTo>
                    <a:pt x="0" y="106002"/>
                  </a:moveTo>
                  <a:lnTo>
                    <a:pt x="64286" y="99195"/>
                  </a:lnTo>
                  <a:lnTo>
                    <a:pt x="120990" y="93191"/>
                  </a:lnTo>
                  <a:lnTo>
                    <a:pt x="171714" y="87820"/>
                  </a:lnTo>
                  <a:lnTo>
                    <a:pt x="217599" y="82962"/>
                  </a:lnTo>
                  <a:lnTo>
                    <a:pt x="259489" y="78526"/>
                  </a:lnTo>
                  <a:lnTo>
                    <a:pt x="298024" y="74446"/>
                  </a:lnTo>
                  <a:lnTo>
                    <a:pt x="333702" y="70668"/>
                  </a:lnTo>
                  <a:lnTo>
                    <a:pt x="366917" y="67151"/>
                  </a:lnTo>
                  <a:lnTo>
                    <a:pt x="397988" y="63861"/>
                  </a:lnTo>
                  <a:lnTo>
                    <a:pt x="427175" y="60771"/>
                  </a:lnTo>
                  <a:lnTo>
                    <a:pt x="454692" y="57857"/>
                  </a:lnTo>
                  <a:lnTo>
                    <a:pt x="480722" y="55101"/>
                  </a:lnTo>
                  <a:lnTo>
                    <a:pt x="505416" y="52486"/>
                  </a:lnTo>
                  <a:lnTo>
                    <a:pt x="528905" y="49999"/>
                  </a:lnTo>
                  <a:lnTo>
                    <a:pt x="551302" y="47627"/>
                  </a:lnTo>
                  <a:lnTo>
                    <a:pt x="572702" y="45361"/>
                  </a:lnTo>
                  <a:lnTo>
                    <a:pt x="593192" y="43192"/>
                  </a:lnTo>
                  <a:lnTo>
                    <a:pt x="612844" y="41111"/>
                  </a:lnTo>
                  <a:lnTo>
                    <a:pt x="631727" y="39112"/>
                  </a:lnTo>
                  <a:lnTo>
                    <a:pt x="649896" y="37188"/>
                  </a:lnTo>
                  <a:lnTo>
                    <a:pt x="667404" y="35334"/>
                  </a:lnTo>
                  <a:lnTo>
                    <a:pt x="684298" y="33545"/>
                  </a:lnTo>
                  <a:lnTo>
                    <a:pt x="700620" y="31817"/>
                  </a:lnTo>
                  <a:lnTo>
                    <a:pt x="716406" y="30145"/>
                  </a:lnTo>
                  <a:lnTo>
                    <a:pt x="731691" y="28527"/>
                  </a:lnTo>
                  <a:lnTo>
                    <a:pt x="746505" y="26958"/>
                  </a:lnTo>
                  <a:lnTo>
                    <a:pt x="760877" y="25436"/>
                  </a:lnTo>
                  <a:lnTo>
                    <a:pt x="774833" y="23959"/>
                  </a:lnTo>
                  <a:lnTo>
                    <a:pt x="788395" y="22523"/>
                  </a:lnTo>
                  <a:lnTo>
                    <a:pt x="801586" y="21126"/>
                  </a:lnTo>
                  <a:lnTo>
                    <a:pt x="814425" y="19766"/>
                  </a:lnTo>
                  <a:lnTo>
                    <a:pt x="826930" y="18442"/>
                  </a:lnTo>
                  <a:lnTo>
                    <a:pt x="839119" y="17152"/>
                  </a:lnTo>
                  <a:lnTo>
                    <a:pt x="851007" y="15893"/>
                  </a:lnTo>
                  <a:lnTo>
                    <a:pt x="862608" y="14665"/>
                  </a:lnTo>
                  <a:lnTo>
                    <a:pt x="873936" y="13465"/>
                  </a:lnTo>
                  <a:lnTo>
                    <a:pt x="885004" y="12293"/>
                  </a:lnTo>
                  <a:lnTo>
                    <a:pt x="895823" y="11148"/>
                  </a:lnTo>
                  <a:lnTo>
                    <a:pt x="906404" y="10027"/>
                  </a:lnTo>
                  <a:lnTo>
                    <a:pt x="916758" y="8931"/>
                  </a:lnTo>
                  <a:lnTo>
                    <a:pt x="926894" y="7858"/>
                  </a:lnTo>
                  <a:lnTo>
                    <a:pt x="936821" y="6806"/>
                  </a:lnTo>
                  <a:lnTo>
                    <a:pt x="946547" y="5777"/>
                  </a:lnTo>
                  <a:lnTo>
                    <a:pt x="956081" y="4767"/>
                  </a:lnTo>
                  <a:lnTo>
                    <a:pt x="965429" y="3777"/>
                  </a:lnTo>
                  <a:lnTo>
                    <a:pt x="974599" y="2806"/>
                  </a:lnTo>
                  <a:lnTo>
                    <a:pt x="983598" y="1853"/>
                  </a:lnTo>
                  <a:lnTo>
                    <a:pt x="992432" y="918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905806" y="1568260"/>
              <a:ext cx="1001107" cy="244821"/>
            </a:xfrm>
            <a:custGeom>
              <a:avLst/>
              <a:pathLst>
                <a:path w="1001107" h="244821">
                  <a:moveTo>
                    <a:pt x="0" y="244821"/>
                  </a:moveTo>
                  <a:lnTo>
                    <a:pt x="64286" y="229100"/>
                  </a:lnTo>
                  <a:lnTo>
                    <a:pt x="120990" y="215233"/>
                  </a:lnTo>
                  <a:lnTo>
                    <a:pt x="171714" y="202828"/>
                  </a:lnTo>
                  <a:lnTo>
                    <a:pt x="217599" y="191607"/>
                  </a:lnTo>
                  <a:lnTo>
                    <a:pt x="259489" y="181363"/>
                  </a:lnTo>
                  <a:lnTo>
                    <a:pt x="298024" y="171939"/>
                  </a:lnTo>
                  <a:lnTo>
                    <a:pt x="333702" y="163214"/>
                  </a:lnTo>
                  <a:lnTo>
                    <a:pt x="366917" y="155091"/>
                  </a:lnTo>
                  <a:lnTo>
                    <a:pt x="397988" y="147493"/>
                  </a:lnTo>
                  <a:lnTo>
                    <a:pt x="427175" y="140355"/>
                  </a:lnTo>
                  <a:lnTo>
                    <a:pt x="454692" y="133626"/>
                  </a:lnTo>
                  <a:lnTo>
                    <a:pt x="480722" y="127260"/>
                  </a:lnTo>
                  <a:lnTo>
                    <a:pt x="505416" y="121221"/>
                  </a:lnTo>
                  <a:lnTo>
                    <a:pt x="528905" y="115477"/>
                  </a:lnTo>
                  <a:lnTo>
                    <a:pt x="551302" y="110000"/>
                  </a:lnTo>
                  <a:lnTo>
                    <a:pt x="572702" y="104766"/>
                  </a:lnTo>
                  <a:lnTo>
                    <a:pt x="593192" y="99756"/>
                  </a:lnTo>
                  <a:lnTo>
                    <a:pt x="612844" y="94949"/>
                  </a:lnTo>
                  <a:lnTo>
                    <a:pt x="631727" y="90332"/>
                  </a:lnTo>
                  <a:lnTo>
                    <a:pt x="649896" y="85888"/>
                  </a:lnTo>
                  <a:lnTo>
                    <a:pt x="667404" y="81607"/>
                  </a:lnTo>
                  <a:lnTo>
                    <a:pt x="684298" y="77475"/>
                  </a:lnTo>
                  <a:lnTo>
                    <a:pt x="700620" y="73484"/>
                  </a:lnTo>
                  <a:lnTo>
                    <a:pt x="716406" y="69623"/>
                  </a:lnTo>
                  <a:lnTo>
                    <a:pt x="731691" y="65885"/>
                  </a:lnTo>
                  <a:lnTo>
                    <a:pt x="746505" y="62263"/>
                  </a:lnTo>
                  <a:lnTo>
                    <a:pt x="760877" y="58748"/>
                  </a:lnTo>
                  <a:lnTo>
                    <a:pt x="774833" y="55335"/>
                  </a:lnTo>
                  <a:lnTo>
                    <a:pt x="788395" y="52018"/>
                  </a:lnTo>
                  <a:lnTo>
                    <a:pt x="801586" y="48793"/>
                  </a:lnTo>
                  <a:lnTo>
                    <a:pt x="814425" y="45653"/>
                  </a:lnTo>
                  <a:lnTo>
                    <a:pt x="826930" y="42595"/>
                  </a:lnTo>
                  <a:lnTo>
                    <a:pt x="839119" y="39614"/>
                  </a:lnTo>
                  <a:lnTo>
                    <a:pt x="851007" y="36707"/>
                  </a:lnTo>
                  <a:lnTo>
                    <a:pt x="862608" y="33870"/>
                  </a:lnTo>
                  <a:lnTo>
                    <a:pt x="873936" y="31099"/>
                  </a:lnTo>
                  <a:lnTo>
                    <a:pt x="885004" y="28393"/>
                  </a:lnTo>
                  <a:lnTo>
                    <a:pt x="895823" y="25747"/>
                  </a:lnTo>
                  <a:lnTo>
                    <a:pt x="906404" y="23159"/>
                  </a:lnTo>
                  <a:lnTo>
                    <a:pt x="916758" y="20627"/>
                  </a:lnTo>
                  <a:lnTo>
                    <a:pt x="926894" y="18148"/>
                  </a:lnTo>
                  <a:lnTo>
                    <a:pt x="936821" y="15721"/>
                  </a:lnTo>
                  <a:lnTo>
                    <a:pt x="946547" y="13342"/>
                  </a:lnTo>
                  <a:lnTo>
                    <a:pt x="956081" y="11011"/>
                  </a:lnTo>
                  <a:lnTo>
                    <a:pt x="965429" y="8725"/>
                  </a:lnTo>
                  <a:lnTo>
                    <a:pt x="974599" y="6482"/>
                  </a:lnTo>
                  <a:lnTo>
                    <a:pt x="983598" y="4281"/>
                  </a:lnTo>
                  <a:lnTo>
                    <a:pt x="992432" y="2121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2905806" y="1916016"/>
              <a:ext cx="1001107" cy="11454"/>
            </a:xfrm>
            <a:custGeom>
              <a:avLst/>
              <a:pathLst>
                <a:path w="1001107" h="11454">
                  <a:moveTo>
                    <a:pt x="0" y="11454"/>
                  </a:moveTo>
                  <a:lnTo>
                    <a:pt x="64286" y="10719"/>
                  </a:lnTo>
                  <a:lnTo>
                    <a:pt x="120990" y="10070"/>
                  </a:lnTo>
                  <a:lnTo>
                    <a:pt x="171714" y="9489"/>
                  </a:lnTo>
                  <a:lnTo>
                    <a:pt x="217599" y="8964"/>
                  </a:lnTo>
                  <a:lnTo>
                    <a:pt x="259489" y="8485"/>
                  </a:lnTo>
                  <a:lnTo>
                    <a:pt x="298024" y="8044"/>
                  </a:lnTo>
                  <a:lnTo>
                    <a:pt x="333702" y="7636"/>
                  </a:lnTo>
                  <a:lnTo>
                    <a:pt x="366917" y="7256"/>
                  </a:lnTo>
                  <a:lnTo>
                    <a:pt x="397988" y="6900"/>
                  </a:lnTo>
                  <a:lnTo>
                    <a:pt x="427175" y="6566"/>
                  </a:lnTo>
                  <a:lnTo>
                    <a:pt x="454692" y="6252"/>
                  </a:lnTo>
                  <a:lnTo>
                    <a:pt x="480722" y="5954"/>
                  </a:lnTo>
                  <a:lnTo>
                    <a:pt x="505416" y="5671"/>
                  </a:lnTo>
                  <a:lnTo>
                    <a:pt x="528905" y="5402"/>
                  </a:lnTo>
                  <a:lnTo>
                    <a:pt x="551302" y="5146"/>
                  </a:lnTo>
                  <a:lnTo>
                    <a:pt x="572702" y="4901"/>
                  </a:lnTo>
                  <a:lnTo>
                    <a:pt x="593192" y="4667"/>
                  </a:lnTo>
                  <a:lnTo>
                    <a:pt x="612844" y="4442"/>
                  </a:lnTo>
                  <a:lnTo>
                    <a:pt x="631727" y="4226"/>
                  </a:lnTo>
                  <a:lnTo>
                    <a:pt x="649896" y="4018"/>
                  </a:lnTo>
                  <a:lnTo>
                    <a:pt x="667404" y="3818"/>
                  </a:lnTo>
                  <a:lnTo>
                    <a:pt x="684298" y="3624"/>
                  </a:lnTo>
                  <a:lnTo>
                    <a:pt x="700620" y="3438"/>
                  </a:lnTo>
                  <a:lnTo>
                    <a:pt x="716406" y="3257"/>
                  </a:lnTo>
                  <a:lnTo>
                    <a:pt x="731691" y="3082"/>
                  </a:lnTo>
                  <a:lnTo>
                    <a:pt x="746505" y="2913"/>
                  </a:lnTo>
                  <a:lnTo>
                    <a:pt x="760877" y="2748"/>
                  </a:lnTo>
                  <a:lnTo>
                    <a:pt x="774833" y="2589"/>
                  </a:lnTo>
                  <a:lnTo>
                    <a:pt x="788395" y="2433"/>
                  </a:lnTo>
                  <a:lnTo>
                    <a:pt x="801586" y="2282"/>
                  </a:lnTo>
                  <a:lnTo>
                    <a:pt x="814425" y="2136"/>
                  </a:lnTo>
                  <a:lnTo>
                    <a:pt x="826930" y="1992"/>
                  </a:lnTo>
                  <a:lnTo>
                    <a:pt x="839119" y="1853"/>
                  </a:lnTo>
                  <a:lnTo>
                    <a:pt x="851007" y="1717"/>
                  </a:lnTo>
                  <a:lnTo>
                    <a:pt x="862608" y="1584"/>
                  </a:lnTo>
                  <a:lnTo>
                    <a:pt x="873936" y="1455"/>
                  </a:lnTo>
                  <a:lnTo>
                    <a:pt x="885004" y="1328"/>
                  </a:lnTo>
                  <a:lnTo>
                    <a:pt x="895823" y="1204"/>
                  </a:lnTo>
                  <a:lnTo>
                    <a:pt x="906404" y="1083"/>
                  </a:lnTo>
                  <a:lnTo>
                    <a:pt x="916758" y="965"/>
                  </a:lnTo>
                  <a:lnTo>
                    <a:pt x="926894" y="849"/>
                  </a:lnTo>
                  <a:lnTo>
                    <a:pt x="936821" y="735"/>
                  </a:lnTo>
                  <a:lnTo>
                    <a:pt x="946547" y="624"/>
                  </a:lnTo>
                  <a:lnTo>
                    <a:pt x="956081" y="515"/>
                  </a:lnTo>
                  <a:lnTo>
                    <a:pt x="965429" y="408"/>
                  </a:lnTo>
                  <a:lnTo>
                    <a:pt x="974599" y="303"/>
                  </a:lnTo>
                  <a:lnTo>
                    <a:pt x="983598" y="200"/>
                  </a:lnTo>
                  <a:lnTo>
                    <a:pt x="992432" y="99"/>
                  </a:lnTo>
                  <a:lnTo>
                    <a:pt x="100110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805178" y="19501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805178" y="16753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805178" y="14006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290580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23950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57321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390691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324429" y="193992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315561" y="19560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309412" y="203116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305060" y="18085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92136" y="18322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86438" y="17978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308742" y="20107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98869" y="190614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97000" y="19772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300918" y="16750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60286" y="20595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19654" y="191918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46400" y="16265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9073" y="19279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24758" y="209008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15426" y="20869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1797" y="19657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25320" y="20673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17991" y="16204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29342" y="129855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42535" y="18915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26717" y="19768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34872" y="19589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39893" y="19979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23236" y="19112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22000" y="18106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41070" y="186264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625439" y="192343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5610" y="2044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69345" y="205379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74530" y="197510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70771" y="195721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75487" y="13497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80863" y="19743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79703" y="16351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53600" y="17040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91244" y="20525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55733" y="13168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64386" y="20547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965671" y="20205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965388" y="16878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950898" y="19093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965427" y="194184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989191" y="139784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987625" y="19695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53816" y="198097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971101" y="17899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962068" y="18168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292763" y="20055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89713" y="202558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06698" y="205193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12575" y="20041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26882" y="16094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16353" y="20180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21312" y="17203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13019" y="205547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29254" y="13772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15022" y="14081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297903" y="19444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26152" y="19508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02171" y="18467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298535" y="19399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12230" y="18861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289249" y="20379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04315" y="202773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10781" y="188916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08671" y="192432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29347" y="17981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28214" y="13138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27736" y="17566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289410" y="197889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5302479" y="17123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333543" y="1936104"/>
              <a:ext cx="1001216" cy="65017"/>
            </a:xfrm>
            <a:custGeom>
              <a:avLst/>
              <a:pathLst>
                <a:path w="1001216" h="65017">
                  <a:moveTo>
                    <a:pt x="0" y="65017"/>
                  </a:moveTo>
                  <a:lnTo>
                    <a:pt x="64293" y="60842"/>
                  </a:lnTo>
                  <a:lnTo>
                    <a:pt x="121003" y="57159"/>
                  </a:lnTo>
                  <a:lnTo>
                    <a:pt x="171732" y="53865"/>
                  </a:lnTo>
                  <a:lnTo>
                    <a:pt x="217623" y="50885"/>
                  </a:lnTo>
                  <a:lnTo>
                    <a:pt x="259517" y="48164"/>
                  </a:lnTo>
                  <a:lnTo>
                    <a:pt x="298056" y="45661"/>
                  </a:lnTo>
                  <a:lnTo>
                    <a:pt x="333738" y="43344"/>
                  </a:lnTo>
                  <a:lnTo>
                    <a:pt x="366957" y="41187"/>
                  </a:lnTo>
                  <a:lnTo>
                    <a:pt x="398031" y="39169"/>
                  </a:lnTo>
                  <a:lnTo>
                    <a:pt x="427221" y="37274"/>
                  </a:lnTo>
                  <a:lnTo>
                    <a:pt x="454742" y="35487"/>
                  </a:lnTo>
                  <a:lnTo>
                    <a:pt x="480774" y="33796"/>
                  </a:lnTo>
                  <a:lnTo>
                    <a:pt x="505471" y="32192"/>
                  </a:lnTo>
                  <a:lnTo>
                    <a:pt x="528963" y="30667"/>
                  </a:lnTo>
                  <a:lnTo>
                    <a:pt x="551361" y="29212"/>
                  </a:lnTo>
                  <a:lnTo>
                    <a:pt x="572764" y="27822"/>
                  </a:lnTo>
                  <a:lnTo>
                    <a:pt x="593256" y="26492"/>
                  </a:lnTo>
                  <a:lnTo>
                    <a:pt x="612911" y="25215"/>
                  </a:lnTo>
                  <a:lnTo>
                    <a:pt x="631795" y="23989"/>
                  </a:lnTo>
                  <a:lnTo>
                    <a:pt x="649966" y="22809"/>
                  </a:lnTo>
                  <a:lnTo>
                    <a:pt x="667477" y="21672"/>
                  </a:lnTo>
                  <a:lnTo>
                    <a:pt x="684373" y="20575"/>
                  </a:lnTo>
                  <a:lnTo>
                    <a:pt x="700696" y="19515"/>
                  </a:lnTo>
                  <a:lnTo>
                    <a:pt x="716484" y="18489"/>
                  </a:lnTo>
                  <a:lnTo>
                    <a:pt x="731770" y="17497"/>
                  </a:lnTo>
                  <a:lnTo>
                    <a:pt x="746586" y="16535"/>
                  </a:lnTo>
                  <a:lnTo>
                    <a:pt x="760960" y="15601"/>
                  </a:lnTo>
                  <a:lnTo>
                    <a:pt x="774917" y="14695"/>
                  </a:lnTo>
                  <a:lnTo>
                    <a:pt x="788481" y="13814"/>
                  </a:lnTo>
                  <a:lnTo>
                    <a:pt x="801673" y="12957"/>
                  </a:lnTo>
                  <a:lnTo>
                    <a:pt x="814513" y="12124"/>
                  </a:lnTo>
                  <a:lnTo>
                    <a:pt x="827020" y="11311"/>
                  </a:lnTo>
                  <a:lnTo>
                    <a:pt x="839210" y="10520"/>
                  </a:lnTo>
                  <a:lnTo>
                    <a:pt x="851099" y="9748"/>
                  </a:lnTo>
                  <a:lnTo>
                    <a:pt x="862702" y="8994"/>
                  </a:lnTo>
                  <a:lnTo>
                    <a:pt x="874031" y="8259"/>
                  </a:lnTo>
                  <a:lnTo>
                    <a:pt x="885100" y="7540"/>
                  </a:lnTo>
                  <a:lnTo>
                    <a:pt x="895920" y="6837"/>
                  </a:lnTo>
                  <a:lnTo>
                    <a:pt x="906503" y="6150"/>
                  </a:lnTo>
                  <a:lnTo>
                    <a:pt x="916858" y="5478"/>
                  </a:lnTo>
                  <a:lnTo>
                    <a:pt x="926995" y="4819"/>
                  </a:lnTo>
                  <a:lnTo>
                    <a:pt x="936922" y="4175"/>
                  </a:lnTo>
                  <a:lnTo>
                    <a:pt x="946650" y="3543"/>
                  </a:lnTo>
                  <a:lnTo>
                    <a:pt x="956184" y="2924"/>
                  </a:lnTo>
                  <a:lnTo>
                    <a:pt x="965534" y="2317"/>
                  </a:lnTo>
                  <a:lnTo>
                    <a:pt x="974705" y="1721"/>
                  </a:lnTo>
                  <a:lnTo>
                    <a:pt x="983705" y="1137"/>
                  </a:lnTo>
                  <a:lnTo>
                    <a:pt x="992540" y="563"/>
                  </a:lnTo>
                  <a:lnTo>
                    <a:pt x="100121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33543" y="1925718"/>
              <a:ext cx="1001216" cy="68627"/>
            </a:xfrm>
            <a:custGeom>
              <a:avLst/>
              <a:pathLst>
                <a:path w="1001216" h="68627">
                  <a:moveTo>
                    <a:pt x="0" y="0"/>
                  </a:moveTo>
                  <a:lnTo>
                    <a:pt x="64293" y="4406"/>
                  </a:lnTo>
                  <a:lnTo>
                    <a:pt x="121003" y="8294"/>
                  </a:lnTo>
                  <a:lnTo>
                    <a:pt x="171732" y="11771"/>
                  </a:lnTo>
                  <a:lnTo>
                    <a:pt x="217623" y="14916"/>
                  </a:lnTo>
                  <a:lnTo>
                    <a:pt x="259517" y="17788"/>
                  </a:lnTo>
                  <a:lnTo>
                    <a:pt x="298056" y="20429"/>
                  </a:lnTo>
                  <a:lnTo>
                    <a:pt x="333738" y="22875"/>
                  </a:lnTo>
                  <a:lnTo>
                    <a:pt x="366957" y="25152"/>
                  </a:lnTo>
                  <a:lnTo>
                    <a:pt x="398031" y="27282"/>
                  </a:lnTo>
                  <a:lnTo>
                    <a:pt x="427221" y="29283"/>
                  </a:lnTo>
                  <a:lnTo>
                    <a:pt x="454742" y="31169"/>
                  </a:lnTo>
                  <a:lnTo>
                    <a:pt x="480774" y="32954"/>
                  </a:lnTo>
                  <a:lnTo>
                    <a:pt x="505471" y="34646"/>
                  </a:lnTo>
                  <a:lnTo>
                    <a:pt x="528963" y="36257"/>
                  </a:lnTo>
                  <a:lnTo>
                    <a:pt x="551361" y="37792"/>
                  </a:lnTo>
                  <a:lnTo>
                    <a:pt x="572764" y="39259"/>
                  </a:lnTo>
                  <a:lnTo>
                    <a:pt x="593256" y="40663"/>
                  </a:lnTo>
                  <a:lnTo>
                    <a:pt x="612911" y="42011"/>
                  </a:lnTo>
                  <a:lnTo>
                    <a:pt x="631795" y="43305"/>
                  </a:lnTo>
                  <a:lnTo>
                    <a:pt x="649966" y="44551"/>
                  </a:lnTo>
                  <a:lnTo>
                    <a:pt x="667477" y="45751"/>
                  </a:lnTo>
                  <a:lnTo>
                    <a:pt x="684373" y="46909"/>
                  </a:lnTo>
                  <a:lnTo>
                    <a:pt x="700696" y="48028"/>
                  </a:lnTo>
                  <a:lnTo>
                    <a:pt x="716484" y="49110"/>
                  </a:lnTo>
                  <a:lnTo>
                    <a:pt x="731770" y="50158"/>
                  </a:lnTo>
                  <a:lnTo>
                    <a:pt x="746586" y="51173"/>
                  </a:lnTo>
                  <a:lnTo>
                    <a:pt x="760960" y="52159"/>
                  </a:lnTo>
                  <a:lnTo>
                    <a:pt x="774917" y="53115"/>
                  </a:lnTo>
                  <a:lnTo>
                    <a:pt x="788481" y="54045"/>
                  </a:lnTo>
                  <a:lnTo>
                    <a:pt x="801673" y="54949"/>
                  </a:lnTo>
                  <a:lnTo>
                    <a:pt x="814513" y="55829"/>
                  </a:lnTo>
                  <a:lnTo>
                    <a:pt x="827020" y="56687"/>
                  </a:lnTo>
                  <a:lnTo>
                    <a:pt x="839210" y="57522"/>
                  </a:lnTo>
                  <a:lnTo>
                    <a:pt x="851099" y="58337"/>
                  </a:lnTo>
                  <a:lnTo>
                    <a:pt x="862702" y="59132"/>
                  </a:lnTo>
                  <a:lnTo>
                    <a:pt x="874031" y="59909"/>
                  </a:lnTo>
                  <a:lnTo>
                    <a:pt x="885100" y="60668"/>
                  </a:lnTo>
                  <a:lnTo>
                    <a:pt x="895920" y="61409"/>
                  </a:lnTo>
                  <a:lnTo>
                    <a:pt x="906503" y="62135"/>
                  </a:lnTo>
                  <a:lnTo>
                    <a:pt x="916858" y="62844"/>
                  </a:lnTo>
                  <a:lnTo>
                    <a:pt x="926995" y="63539"/>
                  </a:lnTo>
                  <a:lnTo>
                    <a:pt x="936922" y="64220"/>
                  </a:lnTo>
                  <a:lnTo>
                    <a:pt x="946650" y="64886"/>
                  </a:lnTo>
                  <a:lnTo>
                    <a:pt x="956184" y="65540"/>
                  </a:lnTo>
                  <a:lnTo>
                    <a:pt x="965534" y="66181"/>
                  </a:lnTo>
                  <a:lnTo>
                    <a:pt x="974705" y="66809"/>
                  </a:lnTo>
                  <a:lnTo>
                    <a:pt x="983705" y="67426"/>
                  </a:lnTo>
                  <a:lnTo>
                    <a:pt x="992540" y="68032"/>
                  </a:lnTo>
                  <a:lnTo>
                    <a:pt x="1001216" y="6862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333543" y="2043743"/>
              <a:ext cx="1001216" cy="8822"/>
            </a:xfrm>
            <a:custGeom>
              <a:avLst/>
              <a:pathLst>
                <a:path w="1001216" h="8822">
                  <a:moveTo>
                    <a:pt x="0" y="0"/>
                  </a:moveTo>
                  <a:lnTo>
                    <a:pt x="64293" y="566"/>
                  </a:lnTo>
                  <a:lnTo>
                    <a:pt x="121003" y="1066"/>
                  </a:lnTo>
                  <a:lnTo>
                    <a:pt x="171732" y="1513"/>
                  </a:lnTo>
                  <a:lnTo>
                    <a:pt x="217623" y="1917"/>
                  </a:lnTo>
                  <a:lnTo>
                    <a:pt x="259517" y="2286"/>
                  </a:lnTo>
                  <a:lnTo>
                    <a:pt x="298056" y="2626"/>
                  </a:lnTo>
                  <a:lnTo>
                    <a:pt x="333738" y="2940"/>
                  </a:lnTo>
                  <a:lnTo>
                    <a:pt x="366957" y="3233"/>
                  </a:lnTo>
                  <a:lnTo>
                    <a:pt x="398031" y="3507"/>
                  </a:lnTo>
                  <a:lnTo>
                    <a:pt x="427221" y="3764"/>
                  </a:lnTo>
                  <a:lnTo>
                    <a:pt x="454742" y="4007"/>
                  </a:lnTo>
                  <a:lnTo>
                    <a:pt x="480774" y="4236"/>
                  </a:lnTo>
                  <a:lnTo>
                    <a:pt x="505471" y="4454"/>
                  </a:lnTo>
                  <a:lnTo>
                    <a:pt x="528963" y="4661"/>
                  </a:lnTo>
                  <a:lnTo>
                    <a:pt x="551361" y="4858"/>
                  </a:lnTo>
                  <a:lnTo>
                    <a:pt x="572764" y="5046"/>
                  </a:lnTo>
                  <a:lnTo>
                    <a:pt x="593256" y="5227"/>
                  </a:lnTo>
                  <a:lnTo>
                    <a:pt x="612911" y="5400"/>
                  </a:lnTo>
                  <a:lnTo>
                    <a:pt x="631795" y="5567"/>
                  </a:lnTo>
                  <a:lnTo>
                    <a:pt x="649966" y="5727"/>
                  </a:lnTo>
                  <a:lnTo>
                    <a:pt x="667477" y="5881"/>
                  </a:lnTo>
                  <a:lnTo>
                    <a:pt x="684373" y="6030"/>
                  </a:lnTo>
                  <a:lnTo>
                    <a:pt x="700696" y="6174"/>
                  </a:lnTo>
                  <a:lnTo>
                    <a:pt x="716484" y="6313"/>
                  </a:lnTo>
                  <a:lnTo>
                    <a:pt x="731770" y="6448"/>
                  </a:lnTo>
                  <a:lnTo>
                    <a:pt x="746586" y="6578"/>
                  </a:lnTo>
                  <a:lnTo>
                    <a:pt x="760960" y="6705"/>
                  </a:lnTo>
                  <a:lnTo>
                    <a:pt x="774917" y="6828"/>
                  </a:lnTo>
                  <a:lnTo>
                    <a:pt x="788481" y="6947"/>
                  </a:lnTo>
                  <a:lnTo>
                    <a:pt x="801673" y="7064"/>
                  </a:lnTo>
                  <a:lnTo>
                    <a:pt x="814513" y="7177"/>
                  </a:lnTo>
                  <a:lnTo>
                    <a:pt x="827020" y="7287"/>
                  </a:lnTo>
                  <a:lnTo>
                    <a:pt x="839210" y="7394"/>
                  </a:lnTo>
                  <a:lnTo>
                    <a:pt x="851099" y="7499"/>
                  </a:lnTo>
                  <a:lnTo>
                    <a:pt x="862702" y="7601"/>
                  </a:lnTo>
                  <a:lnTo>
                    <a:pt x="874031" y="7701"/>
                  </a:lnTo>
                  <a:lnTo>
                    <a:pt x="885100" y="7799"/>
                  </a:lnTo>
                  <a:lnTo>
                    <a:pt x="895920" y="7894"/>
                  </a:lnTo>
                  <a:lnTo>
                    <a:pt x="906503" y="7987"/>
                  </a:lnTo>
                  <a:lnTo>
                    <a:pt x="916858" y="8079"/>
                  </a:lnTo>
                  <a:lnTo>
                    <a:pt x="926995" y="8168"/>
                  </a:lnTo>
                  <a:lnTo>
                    <a:pt x="936922" y="8255"/>
                  </a:lnTo>
                  <a:lnTo>
                    <a:pt x="946650" y="8341"/>
                  </a:lnTo>
                  <a:lnTo>
                    <a:pt x="956184" y="8425"/>
                  </a:lnTo>
                  <a:lnTo>
                    <a:pt x="965534" y="8507"/>
                  </a:lnTo>
                  <a:lnTo>
                    <a:pt x="974705" y="8588"/>
                  </a:lnTo>
                  <a:lnTo>
                    <a:pt x="983705" y="8668"/>
                  </a:lnTo>
                  <a:lnTo>
                    <a:pt x="992540" y="8745"/>
                  </a:lnTo>
                  <a:lnTo>
                    <a:pt x="1001216" y="882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333543" y="1856198"/>
              <a:ext cx="1001216" cy="143910"/>
            </a:xfrm>
            <a:custGeom>
              <a:avLst/>
              <a:pathLst>
                <a:path w="1001216" h="143910">
                  <a:moveTo>
                    <a:pt x="0" y="0"/>
                  </a:moveTo>
                  <a:lnTo>
                    <a:pt x="64293" y="9241"/>
                  </a:lnTo>
                  <a:lnTo>
                    <a:pt x="121003" y="17392"/>
                  </a:lnTo>
                  <a:lnTo>
                    <a:pt x="171732" y="24684"/>
                  </a:lnTo>
                  <a:lnTo>
                    <a:pt x="217623" y="31280"/>
                  </a:lnTo>
                  <a:lnTo>
                    <a:pt x="259517" y="37301"/>
                  </a:lnTo>
                  <a:lnTo>
                    <a:pt x="298056" y="42841"/>
                  </a:lnTo>
                  <a:lnTo>
                    <a:pt x="333738" y="47970"/>
                  </a:lnTo>
                  <a:lnTo>
                    <a:pt x="366957" y="52744"/>
                  </a:lnTo>
                  <a:lnTo>
                    <a:pt x="398031" y="57211"/>
                  </a:lnTo>
                  <a:lnTo>
                    <a:pt x="427221" y="61406"/>
                  </a:lnTo>
                  <a:lnTo>
                    <a:pt x="454742" y="65362"/>
                  </a:lnTo>
                  <a:lnTo>
                    <a:pt x="480774" y="69104"/>
                  </a:lnTo>
                  <a:lnTo>
                    <a:pt x="505471" y="72654"/>
                  </a:lnTo>
                  <a:lnTo>
                    <a:pt x="528963" y="76030"/>
                  </a:lnTo>
                  <a:lnTo>
                    <a:pt x="551361" y="79250"/>
                  </a:lnTo>
                  <a:lnTo>
                    <a:pt x="572764" y="82326"/>
                  </a:lnTo>
                  <a:lnTo>
                    <a:pt x="593256" y="85272"/>
                  </a:lnTo>
                  <a:lnTo>
                    <a:pt x="612911" y="88097"/>
                  </a:lnTo>
                  <a:lnTo>
                    <a:pt x="631795" y="90811"/>
                  </a:lnTo>
                  <a:lnTo>
                    <a:pt x="649966" y="93423"/>
                  </a:lnTo>
                  <a:lnTo>
                    <a:pt x="667477" y="95940"/>
                  </a:lnTo>
                  <a:lnTo>
                    <a:pt x="684373" y="98368"/>
                  </a:lnTo>
                  <a:lnTo>
                    <a:pt x="700696" y="100714"/>
                  </a:lnTo>
                  <a:lnTo>
                    <a:pt x="716484" y="102984"/>
                  </a:lnTo>
                  <a:lnTo>
                    <a:pt x="731770" y="105181"/>
                  </a:lnTo>
                  <a:lnTo>
                    <a:pt x="746586" y="107311"/>
                  </a:lnTo>
                  <a:lnTo>
                    <a:pt x="760960" y="109377"/>
                  </a:lnTo>
                  <a:lnTo>
                    <a:pt x="774917" y="111383"/>
                  </a:lnTo>
                  <a:lnTo>
                    <a:pt x="788481" y="113332"/>
                  </a:lnTo>
                  <a:lnTo>
                    <a:pt x="801673" y="115228"/>
                  </a:lnTo>
                  <a:lnTo>
                    <a:pt x="814513" y="117074"/>
                  </a:lnTo>
                  <a:lnTo>
                    <a:pt x="827020" y="118872"/>
                  </a:lnTo>
                  <a:lnTo>
                    <a:pt x="839210" y="120624"/>
                  </a:lnTo>
                  <a:lnTo>
                    <a:pt x="851099" y="122333"/>
                  </a:lnTo>
                  <a:lnTo>
                    <a:pt x="862702" y="124000"/>
                  </a:lnTo>
                  <a:lnTo>
                    <a:pt x="874031" y="125629"/>
                  </a:lnTo>
                  <a:lnTo>
                    <a:pt x="885100" y="127220"/>
                  </a:lnTo>
                  <a:lnTo>
                    <a:pt x="895920" y="128775"/>
                  </a:lnTo>
                  <a:lnTo>
                    <a:pt x="906503" y="130296"/>
                  </a:lnTo>
                  <a:lnTo>
                    <a:pt x="916858" y="131785"/>
                  </a:lnTo>
                  <a:lnTo>
                    <a:pt x="926995" y="133242"/>
                  </a:lnTo>
                  <a:lnTo>
                    <a:pt x="936922" y="134669"/>
                  </a:lnTo>
                  <a:lnTo>
                    <a:pt x="946650" y="136067"/>
                  </a:lnTo>
                  <a:lnTo>
                    <a:pt x="956184" y="137437"/>
                  </a:lnTo>
                  <a:lnTo>
                    <a:pt x="965534" y="138781"/>
                  </a:lnTo>
                  <a:lnTo>
                    <a:pt x="974705" y="140099"/>
                  </a:lnTo>
                  <a:lnTo>
                    <a:pt x="983705" y="141393"/>
                  </a:lnTo>
                  <a:lnTo>
                    <a:pt x="992540" y="142663"/>
                  </a:lnTo>
                  <a:lnTo>
                    <a:pt x="1001216" y="14391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333543" y="1570947"/>
              <a:ext cx="1001216" cy="546943"/>
            </a:xfrm>
            <a:custGeom>
              <a:avLst/>
              <a:pathLst>
                <a:path w="1001216" h="546943">
                  <a:moveTo>
                    <a:pt x="0" y="546943"/>
                  </a:moveTo>
                  <a:lnTo>
                    <a:pt x="64293" y="511821"/>
                  </a:lnTo>
                  <a:lnTo>
                    <a:pt x="121003" y="480841"/>
                  </a:lnTo>
                  <a:lnTo>
                    <a:pt x="171732" y="453129"/>
                  </a:lnTo>
                  <a:lnTo>
                    <a:pt x="217623" y="428060"/>
                  </a:lnTo>
                  <a:lnTo>
                    <a:pt x="259517" y="405174"/>
                  </a:lnTo>
                  <a:lnTo>
                    <a:pt x="298056" y="384121"/>
                  </a:lnTo>
                  <a:lnTo>
                    <a:pt x="333738" y="364629"/>
                  </a:lnTo>
                  <a:lnTo>
                    <a:pt x="366957" y="346482"/>
                  </a:lnTo>
                  <a:lnTo>
                    <a:pt x="398031" y="329507"/>
                  </a:lnTo>
                  <a:lnTo>
                    <a:pt x="427221" y="313561"/>
                  </a:lnTo>
                  <a:lnTo>
                    <a:pt x="454742" y="298527"/>
                  </a:lnTo>
                  <a:lnTo>
                    <a:pt x="480774" y="284306"/>
                  </a:lnTo>
                  <a:lnTo>
                    <a:pt x="505471" y="270814"/>
                  </a:lnTo>
                  <a:lnTo>
                    <a:pt x="528963" y="257981"/>
                  </a:lnTo>
                  <a:lnTo>
                    <a:pt x="551361" y="245746"/>
                  </a:lnTo>
                  <a:lnTo>
                    <a:pt x="572764" y="234054"/>
                  </a:lnTo>
                  <a:lnTo>
                    <a:pt x="593256" y="222859"/>
                  </a:lnTo>
                  <a:lnTo>
                    <a:pt x="612911" y="212122"/>
                  </a:lnTo>
                  <a:lnTo>
                    <a:pt x="631795" y="201806"/>
                  </a:lnTo>
                  <a:lnTo>
                    <a:pt x="649966" y="191880"/>
                  </a:lnTo>
                  <a:lnTo>
                    <a:pt x="667477" y="182314"/>
                  </a:lnTo>
                  <a:lnTo>
                    <a:pt x="684373" y="173084"/>
                  </a:lnTo>
                  <a:lnTo>
                    <a:pt x="700696" y="164167"/>
                  </a:lnTo>
                  <a:lnTo>
                    <a:pt x="716484" y="155543"/>
                  </a:lnTo>
                  <a:lnTo>
                    <a:pt x="731770" y="147192"/>
                  </a:lnTo>
                  <a:lnTo>
                    <a:pt x="746586" y="139098"/>
                  </a:lnTo>
                  <a:lnTo>
                    <a:pt x="760960" y="131246"/>
                  </a:lnTo>
                  <a:lnTo>
                    <a:pt x="774917" y="123622"/>
                  </a:lnTo>
                  <a:lnTo>
                    <a:pt x="788481" y="116212"/>
                  </a:lnTo>
                  <a:lnTo>
                    <a:pt x="801673" y="109006"/>
                  </a:lnTo>
                  <a:lnTo>
                    <a:pt x="814513" y="101991"/>
                  </a:lnTo>
                  <a:lnTo>
                    <a:pt x="827020" y="95159"/>
                  </a:lnTo>
                  <a:lnTo>
                    <a:pt x="839210" y="88500"/>
                  </a:lnTo>
                  <a:lnTo>
                    <a:pt x="851099" y="82005"/>
                  </a:lnTo>
                  <a:lnTo>
                    <a:pt x="862702" y="75667"/>
                  </a:lnTo>
                  <a:lnTo>
                    <a:pt x="874031" y="69478"/>
                  </a:lnTo>
                  <a:lnTo>
                    <a:pt x="885100" y="63431"/>
                  </a:lnTo>
                  <a:lnTo>
                    <a:pt x="895920" y="57520"/>
                  </a:lnTo>
                  <a:lnTo>
                    <a:pt x="906503" y="51739"/>
                  </a:lnTo>
                  <a:lnTo>
                    <a:pt x="916858" y="46082"/>
                  </a:lnTo>
                  <a:lnTo>
                    <a:pt x="926995" y="40545"/>
                  </a:lnTo>
                  <a:lnTo>
                    <a:pt x="936922" y="35121"/>
                  </a:lnTo>
                  <a:lnTo>
                    <a:pt x="946650" y="29808"/>
                  </a:lnTo>
                  <a:lnTo>
                    <a:pt x="956184" y="24599"/>
                  </a:lnTo>
                  <a:lnTo>
                    <a:pt x="965534" y="19492"/>
                  </a:lnTo>
                  <a:lnTo>
                    <a:pt x="974705" y="14482"/>
                  </a:lnTo>
                  <a:lnTo>
                    <a:pt x="983705" y="9565"/>
                  </a:lnTo>
                  <a:lnTo>
                    <a:pt x="992540" y="4739"/>
                  </a:lnTo>
                  <a:lnTo>
                    <a:pt x="100121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333543" y="1610155"/>
              <a:ext cx="1001216" cy="3462"/>
            </a:xfrm>
            <a:custGeom>
              <a:avLst/>
              <a:pathLst>
                <a:path w="1001216" h="3462">
                  <a:moveTo>
                    <a:pt x="0" y="3462"/>
                  </a:moveTo>
                  <a:lnTo>
                    <a:pt x="64293" y="3240"/>
                  </a:lnTo>
                  <a:lnTo>
                    <a:pt x="121003" y="3043"/>
                  </a:lnTo>
                  <a:lnTo>
                    <a:pt x="171732" y="2868"/>
                  </a:lnTo>
                  <a:lnTo>
                    <a:pt x="217623" y="2709"/>
                  </a:lnTo>
                  <a:lnTo>
                    <a:pt x="259517" y="2564"/>
                  </a:lnTo>
                  <a:lnTo>
                    <a:pt x="298056" y="2431"/>
                  </a:lnTo>
                  <a:lnTo>
                    <a:pt x="333738" y="2308"/>
                  </a:lnTo>
                  <a:lnTo>
                    <a:pt x="366957" y="2193"/>
                  </a:lnTo>
                  <a:lnTo>
                    <a:pt x="398031" y="2085"/>
                  </a:lnTo>
                  <a:lnTo>
                    <a:pt x="427221" y="1984"/>
                  </a:lnTo>
                  <a:lnTo>
                    <a:pt x="454742" y="1889"/>
                  </a:lnTo>
                  <a:lnTo>
                    <a:pt x="480774" y="1799"/>
                  </a:lnTo>
                  <a:lnTo>
                    <a:pt x="505471" y="1714"/>
                  </a:lnTo>
                  <a:lnTo>
                    <a:pt x="528963" y="1633"/>
                  </a:lnTo>
                  <a:lnTo>
                    <a:pt x="551361" y="1555"/>
                  </a:lnTo>
                  <a:lnTo>
                    <a:pt x="572764" y="1481"/>
                  </a:lnTo>
                  <a:lnTo>
                    <a:pt x="593256" y="1410"/>
                  </a:lnTo>
                  <a:lnTo>
                    <a:pt x="612911" y="1342"/>
                  </a:lnTo>
                  <a:lnTo>
                    <a:pt x="631795" y="1277"/>
                  </a:lnTo>
                  <a:lnTo>
                    <a:pt x="649966" y="1214"/>
                  </a:lnTo>
                  <a:lnTo>
                    <a:pt x="667477" y="1154"/>
                  </a:lnTo>
                  <a:lnTo>
                    <a:pt x="684373" y="1095"/>
                  </a:lnTo>
                  <a:lnTo>
                    <a:pt x="700696" y="1039"/>
                  </a:lnTo>
                  <a:lnTo>
                    <a:pt x="716484" y="984"/>
                  </a:lnTo>
                  <a:lnTo>
                    <a:pt x="731770" y="931"/>
                  </a:lnTo>
                  <a:lnTo>
                    <a:pt x="746586" y="880"/>
                  </a:lnTo>
                  <a:lnTo>
                    <a:pt x="760960" y="830"/>
                  </a:lnTo>
                  <a:lnTo>
                    <a:pt x="774917" y="782"/>
                  </a:lnTo>
                  <a:lnTo>
                    <a:pt x="788481" y="735"/>
                  </a:lnTo>
                  <a:lnTo>
                    <a:pt x="801673" y="690"/>
                  </a:lnTo>
                  <a:lnTo>
                    <a:pt x="814513" y="645"/>
                  </a:lnTo>
                  <a:lnTo>
                    <a:pt x="827020" y="602"/>
                  </a:lnTo>
                  <a:lnTo>
                    <a:pt x="839210" y="560"/>
                  </a:lnTo>
                  <a:lnTo>
                    <a:pt x="851099" y="519"/>
                  </a:lnTo>
                  <a:lnTo>
                    <a:pt x="862702" y="479"/>
                  </a:lnTo>
                  <a:lnTo>
                    <a:pt x="874031" y="439"/>
                  </a:lnTo>
                  <a:lnTo>
                    <a:pt x="885100" y="401"/>
                  </a:lnTo>
                  <a:lnTo>
                    <a:pt x="895920" y="364"/>
                  </a:lnTo>
                  <a:lnTo>
                    <a:pt x="906503" y="327"/>
                  </a:lnTo>
                  <a:lnTo>
                    <a:pt x="916858" y="291"/>
                  </a:lnTo>
                  <a:lnTo>
                    <a:pt x="926995" y="256"/>
                  </a:lnTo>
                  <a:lnTo>
                    <a:pt x="936922" y="222"/>
                  </a:lnTo>
                  <a:lnTo>
                    <a:pt x="946650" y="188"/>
                  </a:lnTo>
                  <a:lnTo>
                    <a:pt x="956184" y="155"/>
                  </a:lnTo>
                  <a:lnTo>
                    <a:pt x="965534" y="123"/>
                  </a:lnTo>
                  <a:lnTo>
                    <a:pt x="974705" y="91"/>
                  </a:lnTo>
                  <a:lnTo>
                    <a:pt x="983705" y="60"/>
                  </a:lnTo>
                  <a:lnTo>
                    <a:pt x="992540" y="30"/>
                  </a:lnTo>
                  <a:lnTo>
                    <a:pt x="100121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333543" y="1686637"/>
              <a:ext cx="1001216" cy="205026"/>
            </a:xfrm>
            <a:custGeom>
              <a:avLst/>
              <a:pathLst>
                <a:path w="1001216" h="205026">
                  <a:moveTo>
                    <a:pt x="0" y="0"/>
                  </a:moveTo>
                  <a:lnTo>
                    <a:pt x="64293" y="13165"/>
                  </a:lnTo>
                  <a:lnTo>
                    <a:pt x="121003" y="24778"/>
                  </a:lnTo>
                  <a:lnTo>
                    <a:pt x="171732" y="35166"/>
                  </a:lnTo>
                  <a:lnTo>
                    <a:pt x="217623" y="44564"/>
                  </a:lnTo>
                  <a:lnTo>
                    <a:pt x="259517" y="53143"/>
                  </a:lnTo>
                  <a:lnTo>
                    <a:pt x="298056" y="61035"/>
                  </a:lnTo>
                  <a:lnTo>
                    <a:pt x="333738" y="68342"/>
                  </a:lnTo>
                  <a:lnTo>
                    <a:pt x="366957" y="75144"/>
                  </a:lnTo>
                  <a:lnTo>
                    <a:pt x="398031" y="81507"/>
                  </a:lnTo>
                  <a:lnTo>
                    <a:pt x="427221" y="87485"/>
                  </a:lnTo>
                  <a:lnTo>
                    <a:pt x="454742" y="93120"/>
                  </a:lnTo>
                  <a:lnTo>
                    <a:pt x="480774" y="98451"/>
                  </a:lnTo>
                  <a:lnTo>
                    <a:pt x="505471" y="103508"/>
                  </a:lnTo>
                  <a:lnTo>
                    <a:pt x="528963" y="108319"/>
                  </a:lnTo>
                  <a:lnTo>
                    <a:pt x="551361" y="112906"/>
                  </a:lnTo>
                  <a:lnTo>
                    <a:pt x="572764" y="117289"/>
                  </a:lnTo>
                  <a:lnTo>
                    <a:pt x="593256" y="121485"/>
                  </a:lnTo>
                  <a:lnTo>
                    <a:pt x="612911" y="125510"/>
                  </a:lnTo>
                  <a:lnTo>
                    <a:pt x="631795" y="129377"/>
                  </a:lnTo>
                  <a:lnTo>
                    <a:pt x="649966" y="133098"/>
                  </a:lnTo>
                  <a:lnTo>
                    <a:pt x="667477" y="136684"/>
                  </a:lnTo>
                  <a:lnTo>
                    <a:pt x="684373" y="140143"/>
                  </a:lnTo>
                  <a:lnTo>
                    <a:pt x="700696" y="143486"/>
                  </a:lnTo>
                  <a:lnTo>
                    <a:pt x="716484" y="146719"/>
                  </a:lnTo>
                  <a:lnTo>
                    <a:pt x="731770" y="149849"/>
                  </a:lnTo>
                  <a:lnTo>
                    <a:pt x="746586" y="152883"/>
                  </a:lnTo>
                  <a:lnTo>
                    <a:pt x="760960" y="155827"/>
                  </a:lnTo>
                  <a:lnTo>
                    <a:pt x="774917" y="158685"/>
                  </a:lnTo>
                  <a:lnTo>
                    <a:pt x="788481" y="161462"/>
                  </a:lnTo>
                  <a:lnTo>
                    <a:pt x="801673" y="164164"/>
                  </a:lnTo>
                  <a:lnTo>
                    <a:pt x="814513" y="166793"/>
                  </a:lnTo>
                  <a:lnTo>
                    <a:pt x="827020" y="169354"/>
                  </a:lnTo>
                  <a:lnTo>
                    <a:pt x="839210" y="171851"/>
                  </a:lnTo>
                  <a:lnTo>
                    <a:pt x="851099" y="174285"/>
                  </a:lnTo>
                  <a:lnTo>
                    <a:pt x="862702" y="176661"/>
                  </a:lnTo>
                  <a:lnTo>
                    <a:pt x="874031" y="178981"/>
                  </a:lnTo>
                  <a:lnTo>
                    <a:pt x="885100" y="181248"/>
                  </a:lnTo>
                  <a:lnTo>
                    <a:pt x="895920" y="183464"/>
                  </a:lnTo>
                  <a:lnTo>
                    <a:pt x="906503" y="185631"/>
                  </a:lnTo>
                  <a:lnTo>
                    <a:pt x="916858" y="187751"/>
                  </a:lnTo>
                  <a:lnTo>
                    <a:pt x="926995" y="189827"/>
                  </a:lnTo>
                  <a:lnTo>
                    <a:pt x="936922" y="191860"/>
                  </a:lnTo>
                  <a:lnTo>
                    <a:pt x="946650" y="193852"/>
                  </a:lnTo>
                  <a:lnTo>
                    <a:pt x="956184" y="195804"/>
                  </a:lnTo>
                  <a:lnTo>
                    <a:pt x="965534" y="197719"/>
                  </a:lnTo>
                  <a:lnTo>
                    <a:pt x="974705" y="199597"/>
                  </a:lnTo>
                  <a:lnTo>
                    <a:pt x="983705" y="201440"/>
                  </a:lnTo>
                  <a:lnTo>
                    <a:pt x="992540" y="203249"/>
                  </a:lnTo>
                  <a:lnTo>
                    <a:pt x="1001216" y="20502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333543" y="1951620"/>
              <a:ext cx="1001216" cy="47998"/>
            </a:xfrm>
            <a:custGeom>
              <a:avLst/>
              <a:pathLst>
                <a:path w="1001216" h="47998">
                  <a:moveTo>
                    <a:pt x="0" y="47998"/>
                  </a:moveTo>
                  <a:lnTo>
                    <a:pt x="64293" y="44916"/>
                  </a:lnTo>
                  <a:lnTo>
                    <a:pt x="121003" y="42197"/>
                  </a:lnTo>
                  <a:lnTo>
                    <a:pt x="171732" y="39765"/>
                  </a:lnTo>
                  <a:lnTo>
                    <a:pt x="217623" y="37565"/>
                  </a:lnTo>
                  <a:lnTo>
                    <a:pt x="259517" y="35557"/>
                  </a:lnTo>
                  <a:lnTo>
                    <a:pt x="298056" y="33709"/>
                  </a:lnTo>
                  <a:lnTo>
                    <a:pt x="333738" y="31998"/>
                  </a:lnTo>
                  <a:lnTo>
                    <a:pt x="366957" y="30406"/>
                  </a:lnTo>
                  <a:lnTo>
                    <a:pt x="398031" y="28916"/>
                  </a:lnTo>
                  <a:lnTo>
                    <a:pt x="427221" y="27517"/>
                  </a:lnTo>
                  <a:lnTo>
                    <a:pt x="454742" y="26198"/>
                  </a:lnTo>
                  <a:lnTo>
                    <a:pt x="480774" y="24950"/>
                  </a:lnTo>
                  <a:lnTo>
                    <a:pt x="505471" y="23766"/>
                  </a:lnTo>
                  <a:lnTo>
                    <a:pt x="528963" y="22639"/>
                  </a:lnTo>
                  <a:lnTo>
                    <a:pt x="551361" y="21566"/>
                  </a:lnTo>
                  <a:lnTo>
                    <a:pt x="572764" y="20540"/>
                  </a:lnTo>
                  <a:lnTo>
                    <a:pt x="593256" y="19557"/>
                  </a:lnTo>
                  <a:lnTo>
                    <a:pt x="612911" y="18615"/>
                  </a:lnTo>
                  <a:lnTo>
                    <a:pt x="631795" y="17710"/>
                  </a:lnTo>
                  <a:lnTo>
                    <a:pt x="649966" y="16838"/>
                  </a:lnTo>
                  <a:lnTo>
                    <a:pt x="667477" y="15999"/>
                  </a:lnTo>
                  <a:lnTo>
                    <a:pt x="684373" y="15189"/>
                  </a:lnTo>
                  <a:lnTo>
                    <a:pt x="700696" y="14406"/>
                  </a:lnTo>
                  <a:lnTo>
                    <a:pt x="716484" y="13650"/>
                  </a:lnTo>
                  <a:lnTo>
                    <a:pt x="731770" y="12917"/>
                  </a:lnTo>
                  <a:lnTo>
                    <a:pt x="746586" y="12206"/>
                  </a:lnTo>
                  <a:lnTo>
                    <a:pt x="760960" y="11517"/>
                  </a:lnTo>
                  <a:lnTo>
                    <a:pt x="774917" y="10848"/>
                  </a:lnTo>
                  <a:lnTo>
                    <a:pt x="788481" y="10198"/>
                  </a:lnTo>
                  <a:lnTo>
                    <a:pt x="801673" y="9566"/>
                  </a:lnTo>
                  <a:lnTo>
                    <a:pt x="814513" y="8950"/>
                  </a:lnTo>
                  <a:lnTo>
                    <a:pt x="827020" y="8350"/>
                  </a:lnTo>
                  <a:lnTo>
                    <a:pt x="839210" y="7766"/>
                  </a:lnTo>
                  <a:lnTo>
                    <a:pt x="851099" y="7196"/>
                  </a:lnTo>
                  <a:lnTo>
                    <a:pt x="862702" y="6640"/>
                  </a:lnTo>
                  <a:lnTo>
                    <a:pt x="874031" y="6097"/>
                  </a:lnTo>
                  <a:lnTo>
                    <a:pt x="885100" y="5566"/>
                  </a:lnTo>
                  <a:lnTo>
                    <a:pt x="895920" y="5047"/>
                  </a:lnTo>
                  <a:lnTo>
                    <a:pt x="906503" y="4540"/>
                  </a:lnTo>
                  <a:lnTo>
                    <a:pt x="916858" y="4044"/>
                  </a:lnTo>
                  <a:lnTo>
                    <a:pt x="926995" y="3558"/>
                  </a:lnTo>
                  <a:lnTo>
                    <a:pt x="936922" y="3082"/>
                  </a:lnTo>
                  <a:lnTo>
                    <a:pt x="946650" y="2615"/>
                  </a:lnTo>
                  <a:lnTo>
                    <a:pt x="956184" y="2158"/>
                  </a:lnTo>
                  <a:lnTo>
                    <a:pt x="965534" y="1710"/>
                  </a:lnTo>
                  <a:lnTo>
                    <a:pt x="974705" y="1270"/>
                  </a:lnTo>
                  <a:lnTo>
                    <a:pt x="983705" y="839"/>
                  </a:lnTo>
                  <a:lnTo>
                    <a:pt x="992540" y="415"/>
                  </a:lnTo>
                  <a:lnTo>
                    <a:pt x="100121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333543" y="2001085"/>
              <a:ext cx="1001216" cy="57574"/>
            </a:xfrm>
            <a:custGeom>
              <a:avLst/>
              <a:pathLst>
                <a:path w="1001216" h="57574">
                  <a:moveTo>
                    <a:pt x="0" y="0"/>
                  </a:moveTo>
                  <a:lnTo>
                    <a:pt x="64293" y="3697"/>
                  </a:lnTo>
                  <a:lnTo>
                    <a:pt x="121003" y="6958"/>
                  </a:lnTo>
                  <a:lnTo>
                    <a:pt x="171732" y="9875"/>
                  </a:lnTo>
                  <a:lnTo>
                    <a:pt x="217623" y="12514"/>
                  </a:lnTo>
                  <a:lnTo>
                    <a:pt x="259517" y="14923"/>
                  </a:lnTo>
                  <a:lnTo>
                    <a:pt x="298056" y="17139"/>
                  </a:lnTo>
                  <a:lnTo>
                    <a:pt x="333738" y="19191"/>
                  </a:lnTo>
                  <a:lnTo>
                    <a:pt x="366957" y="21101"/>
                  </a:lnTo>
                  <a:lnTo>
                    <a:pt x="398031" y="22888"/>
                  </a:lnTo>
                  <a:lnTo>
                    <a:pt x="427221" y="24567"/>
                  </a:lnTo>
                  <a:lnTo>
                    <a:pt x="454742" y="26149"/>
                  </a:lnTo>
                  <a:lnTo>
                    <a:pt x="480774" y="27646"/>
                  </a:lnTo>
                  <a:lnTo>
                    <a:pt x="505471" y="29067"/>
                  </a:lnTo>
                  <a:lnTo>
                    <a:pt x="528963" y="30417"/>
                  </a:lnTo>
                  <a:lnTo>
                    <a:pt x="551361" y="31705"/>
                  </a:lnTo>
                  <a:lnTo>
                    <a:pt x="572764" y="32936"/>
                  </a:lnTo>
                  <a:lnTo>
                    <a:pt x="593256" y="34115"/>
                  </a:lnTo>
                  <a:lnTo>
                    <a:pt x="612911" y="35245"/>
                  </a:lnTo>
                  <a:lnTo>
                    <a:pt x="631795" y="36331"/>
                  </a:lnTo>
                  <a:lnTo>
                    <a:pt x="649966" y="37376"/>
                  </a:lnTo>
                  <a:lnTo>
                    <a:pt x="667477" y="38383"/>
                  </a:lnTo>
                  <a:lnTo>
                    <a:pt x="684373" y="39354"/>
                  </a:lnTo>
                  <a:lnTo>
                    <a:pt x="700696" y="40293"/>
                  </a:lnTo>
                  <a:lnTo>
                    <a:pt x="716484" y="41201"/>
                  </a:lnTo>
                  <a:lnTo>
                    <a:pt x="731770" y="42080"/>
                  </a:lnTo>
                  <a:lnTo>
                    <a:pt x="746586" y="42932"/>
                  </a:lnTo>
                  <a:lnTo>
                    <a:pt x="760960" y="43758"/>
                  </a:lnTo>
                  <a:lnTo>
                    <a:pt x="774917" y="44561"/>
                  </a:lnTo>
                  <a:lnTo>
                    <a:pt x="788481" y="45341"/>
                  </a:lnTo>
                  <a:lnTo>
                    <a:pt x="801673" y="46100"/>
                  </a:lnTo>
                  <a:lnTo>
                    <a:pt x="814513" y="46838"/>
                  </a:lnTo>
                  <a:lnTo>
                    <a:pt x="827020" y="47557"/>
                  </a:lnTo>
                  <a:lnTo>
                    <a:pt x="839210" y="48258"/>
                  </a:lnTo>
                  <a:lnTo>
                    <a:pt x="851099" y="48942"/>
                  </a:lnTo>
                  <a:lnTo>
                    <a:pt x="862702" y="49609"/>
                  </a:lnTo>
                  <a:lnTo>
                    <a:pt x="874031" y="50261"/>
                  </a:lnTo>
                  <a:lnTo>
                    <a:pt x="885100" y="50897"/>
                  </a:lnTo>
                  <a:lnTo>
                    <a:pt x="895920" y="51519"/>
                  </a:lnTo>
                  <a:lnTo>
                    <a:pt x="906503" y="52128"/>
                  </a:lnTo>
                  <a:lnTo>
                    <a:pt x="916858" y="52723"/>
                  </a:lnTo>
                  <a:lnTo>
                    <a:pt x="926995" y="53306"/>
                  </a:lnTo>
                  <a:lnTo>
                    <a:pt x="936922" y="53877"/>
                  </a:lnTo>
                  <a:lnTo>
                    <a:pt x="946650" y="54436"/>
                  </a:lnTo>
                  <a:lnTo>
                    <a:pt x="956184" y="54985"/>
                  </a:lnTo>
                  <a:lnTo>
                    <a:pt x="965534" y="55522"/>
                  </a:lnTo>
                  <a:lnTo>
                    <a:pt x="974705" y="56050"/>
                  </a:lnTo>
                  <a:lnTo>
                    <a:pt x="983705" y="56567"/>
                  </a:lnTo>
                  <a:lnTo>
                    <a:pt x="992540" y="57075"/>
                  </a:lnTo>
                  <a:lnTo>
                    <a:pt x="1001216" y="57574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4333543" y="1877848"/>
              <a:ext cx="1001216" cy="34404"/>
            </a:xfrm>
            <a:custGeom>
              <a:avLst/>
              <a:pathLst>
                <a:path w="1001216" h="34404">
                  <a:moveTo>
                    <a:pt x="0" y="34404"/>
                  </a:moveTo>
                  <a:lnTo>
                    <a:pt x="64293" y="32195"/>
                  </a:lnTo>
                  <a:lnTo>
                    <a:pt x="121003" y="30246"/>
                  </a:lnTo>
                  <a:lnTo>
                    <a:pt x="171732" y="28503"/>
                  </a:lnTo>
                  <a:lnTo>
                    <a:pt x="217623" y="26926"/>
                  </a:lnTo>
                  <a:lnTo>
                    <a:pt x="259517" y="25486"/>
                  </a:lnTo>
                  <a:lnTo>
                    <a:pt x="298056" y="24162"/>
                  </a:lnTo>
                  <a:lnTo>
                    <a:pt x="333738" y="22936"/>
                  </a:lnTo>
                  <a:lnTo>
                    <a:pt x="366957" y="21794"/>
                  </a:lnTo>
                  <a:lnTo>
                    <a:pt x="398031" y="20727"/>
                  </a:lnTo>
                  <a:lnTo>
                    <a:pt x="427221" y="19724"/>
                  </a:lnTo>
                  <a:lnTo>
                    <a:pt x="454742" y="18778"/>
                  </a:lnTo>
                  <a:lnTo>
                    <a:pt x="480774" y="17883"/>
                  </a:lnTo>
                  <a:lnTo>
                    <a:pt x="505471" y="17035"/>
                  </a:lnTo>
                  <a:lnTo>
                    <a:pt x="528963" y="16227"/>
                  </a:lnTo>
                  <a:lnTo>
                    <a:pt x="551361" y="15458"/>
                  </a:lnTo>
                  <a:lnTo>
                    <a:pt x="572764" y="14722"/>
                  </a:lnTo>
                  <a:lnTo>
                    <a:pt x="593256" y="14018"/>
                  </a:lnTo>
                  <a:lnTo>
                    <a:pt x="612911" y="13343"/>
                  </a:lnTo>
                  <a:lnTo>
                    <a:pt x="631795" y="12694"/>
                  </a:lnTo>
                  <a:lnTo>
                    <a:pt x="649966" y="12069"/>
                  </a:lnTo>
                  <a:lnTo>
                    <a:pt x="667477" y="11468"/>
                  </a:lnTo>
                  <a:lnTo>
                    <a:pt x="684373" y="10887"/>
                  </a:lnTo>
                  <a:lnTo>
                    <a:pt x="700696" y="10326"/>
                  </a:lnTo>
                  <a:lnTo>
                    <a:pt x="716484" y="9784"/>
                  </a:lnTo>
                  <a:lnTo>
                    <a:pt x="731770" y="9258"/>
                  </a:lnTo>
                  <a:lnTo>
                    <a:pt x="746586" y="8749"/>
                  </a:lnTo>
                  <a:lnTo>
                    <a:pt x="760960" y="8255"/>
                  </a:lnTo>
                  <a:lnTo>
                    <a:pt x="774917" y="7776"/>
                  </a:lnTo>
                  <a:lnTo>
                    <a:pt x="788481" y="7310"/>
                  </a:lnTo>
                  <a:lnTo>
                    <a:pt x="801673" y="6856"/>
                  </a:lnTo>
                  <a:lnTo>
                    <a:pt x="814513" y="6415"/>
                  </a:lnTo>
                  <a:lnTo>
                    <a:pt x="827020" y="5985"/>
                  </a:lnTo>
                  <a:lnTo>
                    <a:pt x="839210" y="5566"/>
                  </a:lnTo>
                  <a:lnTo>
                    <a:pt x="851099" y="5158"/>
                  </a:lnTo>
                  <a:lnTo>
                    <a:pt x="862702" y="4759"/>
                  </a:lnTo>
                  <a:lnTo>
                    <a:pt x="874031" y="4370"/>
                  </a:lnTo>
                  <a:lnTo>
                    <a:pt x="885100" y="3990"/>
                  </a:lnTo>
                  <a:lnTo>
                    <a:pt x="895920" y="3618"/>
                  </a:lnTo>
                  <a:lnTo>
                    <a:pt x="906503" y="3254"/>
                  </a:lnTo>
                  <a:lnTo>
                    <a:pt x="916858" y="2898"/>
                  </a:lnTo>
                  <a:lnTo>
                    <a:pt x="926995" y="2550"/>
                  </a:lnTo>
                  <a:lnTo>
                    <a:pt x="936922" y="2209"/>
                  </a:lnTo>
                  <a:lnTo>
                    <a:pt x="946650" y="1875"/>
                  </a:lnTo>
                  <a:lnTo>
                    <a:pt x="956184" y="1547"/>
                  </a:lnTo>
                  <a:lnTo>
                    <a:pt x="965534" y="1226"/>
                  </a:lnTo>
                  <a:lnTo>
                    <a:pt x="974705" y="910"/>
                  </a:lnTo>
                  <a:lnTo>
                    <a:pt x="983705" y="601"/>
                  </a:lnTo>
                  <a:lnTo>
                    <a:pt x="992540" y="298"/>
                  </a:lnTo>
                  <a:lnTo>
                    <a:pt x="100121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233897" y="19768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233897" y="17181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33897" y="14594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333543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466728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001021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33476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39095" y="19204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748422" y="18523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723610" y="18040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732353" y="19762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16556" y="200453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16426" y="15019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718095" y="192474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723899" y="17435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715157" y="19221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736899" y="19752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46720" y="184069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44175" y="19304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0848" y="16754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60181" y="196104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84025" y="19139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87408" y="17367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43213" y="20071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51142" y="19270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70879" y="18631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62233" y="13203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84082" y="154160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73763" y="18713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59001" y="18355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70226" y="19997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71016" y="187972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70285" y="18336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80700" y="19528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072395" y="191055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95217" y="209008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10882" y="19252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13418" y="19126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98931" y="18279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95857" y="14814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20268" y="14173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392325" y="16590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19540" y="17441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24170" y="17533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01271" y="169367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378309" y="173291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14756" y="16865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388161" y="19348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389612" y="18551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376787" y="191056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397267" y="16224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387942" y="16890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395617" y="18429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389909" y="17277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381220" y="12985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44532" y="17406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47266" y="182255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19693" y="174038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42449" y="173303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30795" y="178578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33405" y="17453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27071" y="16660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12462" y="17374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46763" y="190419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33290" y="153612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18617" y="19047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17326" y="18939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30053" y="18249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47210" y="17558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22218" y="176788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11944" y="190748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21102" y="167775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12962" y="17786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58067" y="18280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36941" y="17747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746669" y="18320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15798" y="15876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56335" y="17903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43143" y="17506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59830" y="1758297"/>
              <a:ext cx="1003115" cy="107146"/>
            </a:xfrm>
            <a:custGeom>
              <a:avLst/>
              <a:pathLst>
                <a:path w="1003115" h="107146">
                  <a:moveTo>
                    <a:pt x="0" y="107146"/>
                  </a:moveTo>
                  <a:lnTo>
                    <a:pt x="64415" y="100266"/>
                  </a:lnTo>
                  <a:lnTo>
                    <a:pt x="121233" y="94197"/>
                  </a:lnTo>
                  <a:lnTo>
                    <a:pt x="172058" y="88768"/>
                  </a:lnTo>
                  <a:lnTo>
                    <a:pt x="218036" y="83857"/>
                  </a:lnTo>
                  <a:lnTo>
                    <a:pt x="260010" y="79373"/>
                  </a:lnTo>
                  <a:lnTo>
                    <a:pt x="298622" y="75249"/>
                  </a:lnTo>
                  <a:lnTo>
                    <a:pt x="334371" y="71431"/>
                  </a:lnTo>
                  <a:lnTo>
                    <a:pt x="367653" y="67876"/>
                  </a:lnTo>
                  <a:lnTo>
                    <a:pt x="398787" y="64550"/>
                  </a:lnTo>
                  <a:lnTo>
                    <a:pt x="428032" y="61426"/>
                  </a:lnTo>
                  <a:lnTo>
                    <a:pt x="455605" y="58481"/>
                  </a:lnTo>
                  <a:lnTo>
                    <a:pt x="481687" y="55695"/>
                  </a:lnTo>
                  <a:lnTo>
                    <a:pt x="506430" y="53052"/>
                  </a:lnTo>
                  <a:lnTo>
                    <a:pt x="529966" y="50538"/>
                  </a:lnTo>
                  <a:lnTo>
                    <a:pt x="552408" y="48141"/>
                  </a:lnTo>
                  <a:lnTo>
                    <a:pt x="573851" y="45851"/>
                  </a:lnTo>
                  <a:lnTo>
                    <a:pt x="594382" y="43658"/>
                  </a:lnTo>
                  <a:lnTo>
                    <a:pt x="614074" y="41554"/>
                  </a:lnTo>
                  <a:lnTo>
                    <a:pt x="632994" y="39534"/>
                  </a:lnTo>
                  <a:lnTo>
                    <a:pt x="651200" y="37589"/>
                  </a:lnTo>
                  <a:lnTo>
                    <a:pt x="668743" y="35715"/>
                  </a:lnTo>
                  <a:lnTo>
                    <a:pt x="685671" y="33907"/>
                  </a:lnTo>
                  <a:lnTo>
                    <a:pt x="702025" y="32160"/>
                  </a:lnTo>
                  <a:lnTo>
                    <a:pt x="717843" y="30470"/>
                  </a:lnTo>
                  <a:lnTo>
                    <a:pt x="733158" y="28835"/>
                  </a:lnTo>
                  <a:lnTo>
                    <a:pt x="748003" y="27249"/>
                  </a:lnTo>
                  <a:lnTo>
                    <a:pt x="762404" y="25711"/>
                  </a:lnTo>
                  <a:lnTo>
                    <a:pt x="776387" y="24217"/>
                  </a:lnTo>
                  <a:lnTo>
                    <a:pt x="789977" y="22766"/>
                  </a:lnTo>
                  <a:lnTo>
                    <a:pt x="803194" y="21354"/>
                  </a:lnTo>
                  <a:lnTo>
                    <a:pt x="816058" y="19980"/>
                  </a:lnTo>
                  <a:lnTo>
                    <a:pt x="828589" y="18641"/>
                  </a:lnTo>
                  <a:lnTo>
                    <a:pt x="840802" y="17337"/>
                  </a:lnTo>
                  <a:lnTo>
                    <a:pt x="852714" y="16064"/>
                  </a:lnTo>
                  <a:lnTo>
                    <a:pt x="864338" y="14823"/>
                  </a:lnTo>
                  <a:lnTo>
                    <a:pt x="875689" y="13610"/>
                  </a:lnTo>
                  <a:lnTo>
                    <a:pt x="886780" y="12426"/>
                  </a:lnTo>
                  <a:lnTo>
                    <a:pt x="897620" y="11268"/>
                  </a:lnTo>
                  <a:lnTo>
                    <a:pt x="908223" y="10135"/>
                  </a:lnTo>
                  <a:lnTo>
                    <a:pt x="918597" y="9027"/>
                  </a:lnTo>
                  <a:lnTo>
                    <a:pt x="928754" y="7942"/>
                  </a:lnTo>
                  <a:lnTo>
                    <a:pt x="938700" y="6880"/>
                  </a:lnTo>
                  <a:lnTo>
                    <a:pt x="948446" y="5839"/>
                  </a:lnTo>
                  <a:lnTo>
                    <a:pt x="957999" y="4819"/>
                  </a:lnTo>
                  <a:lnTo>
                    <a:pt x="967366" y="3818"/>
                  </a:lnTo>
                  <a:lnTo>
                    <a:pt x="976555" y="2837"/>
                  </a:lnTo>
                  <a:lnTo>
                    <a:pt x="985572" y="1873"/>
                  </a:lnTo>
                  <a:lnTo>
                    <a:pt x="994423" y="928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59830" y="1795583"/>
              <a:ext cx="1003115" cy="204313"/>
            </a:xfrm>
            <a:custGeom>
              <a:avLst/>
              <a:pathLst>
                <a:path w="1003115" h="204313">
                  <a:moveTo>
                    <a:pt x="0" y="204313"/>
                  </a:moveTo>
                  <a:lnTo>
                    <a:pt x="64415" y="191193"/>
                  </a:lnTo>
                  <a:lnTo>
                    <a:pt x="121233" y="179621"/>
                  </a:lnTo>
                  <a:lnTo>
                    <a:pt x="172058" y="169268"/>
                  </a:lnTo>
                  <a:lnTo>
                    <a:pt x="218036" y="159904"/>
                  </a:lnTo>
                  <a:lnTo>
                    <a:pt x="260010" y="151355"/>
                  </a:lnTo>
                  <a:lnTo>
                    <a:pt x="298622" y="143490"/>
                  </a:lnTo>
                  <a:lnTo>
                    <a:pt x="334371" y="136209"/>
                  </a:lnTo>
                  <a:lnTo>
                    <a:pt x="367653" y="129430"/>
                  </a:lnTo>
                  <a:lnTo>
                    <a:pt x="398787" y="123089"/>
                  </a:lnTo>
                  <a:lnTo>
                    <a:pt x="428032" y="117132"/>
                  </a:lnTo>
                  <a:lnTo>
                    <a:pt x="455605" y="111516"/>
                  </a:lnTo>
                  <a:lnTo>
                    <a:pt x="481687" y="106204"/>
                  </a:lnTo>
                  <a:lnTo>
                    <a:pt x="506430" y="101164"/>
                  </a:lnTo>
                  <a:lnTo>
                    <a:pt x="529966" y="96370"/>
                  </a:lnTo>
                  <a:lnTo>
                    <a:pt x="552408" y="91799"/>
                  </a:lnTo>
                  <a:lnTo>
                    <a:pt x="573851" y="87432"/>
                  </a:lnTo>
                  <a:lnTo>
                    <a:pt x="594382" y="83250"/>
                  </a:lnTo>
                  <a:lnTo>
                    <a:pt x="614074" y="79239"/>
                  </a:lnTo>
                  <a:lnTo>
                    <a:pt x="632994" y="75385"/>
                  </a:lnTo>
                  <a:lnTo>
                    <a:pt x="651200" y="71677"/>
                  </a:lnTo>
                  <a:lnTo>
                    <a:pt x="668743" y="68104"/>
                  </a:lnTo>
                  <a:lnTo>
                    <a:pt x="685671" y="64656"/>
                  </a:lnTo>
                  <a:lnTo>
                    <a:pt x="702025" y="61325"/>
                  </a:lnTo>
                  <a:lnTo>
                    <a:pt x="717843" y="58104"/>
                  </a:lnTo>
                  <a:lnTo>
                    <a:pt x="733158" y="54984"/>
                  </a:lnTo>
                  <a:lnTo>
                    <a:pt x="748003" y="51961"/>
                  </a:lnTo>
                  <a:lnTo>
                    <a:pt x="762404" y="49027"/>
                  </a:lnTo>
                  <a:lnTo>
                    <a:pt x="776387" y="46179"/>
                  </a:lnTo>
                  <a:lnTo>
                    <a:pt x="789977" y="43411"/>
                  </a:lnTo>
                  <a:lnTo>
                    <a:pt x="803194" y="40719"/>
                  </a:lnTo>
                  <a:lnTo>
                    <a:pt x="816058" y="38099"/>
                  </a:lnTo>
                  <a:lnTo>
                    <a:pt x="828589" y="35547"/>
                  </a:lnTo>
                  <a:lnTo>
                    <a:pt x="840802" y="33059"/>
                  </a:lnTo>
                  <a:lnTo>
                    <a:pt x="852714" y="30633"/>
                  </a:lnTo>
                  <a:lnTo>
                    <a:pt x="864338" y="28265"/>
                  </a:lnTo>
                  <a:lnTo>
                    <a:pt x="875689" y="25953"/>
                  </a:lnTo>
                  <a:lnTo>
                    <a:pt x="886780" y="23695"/>
                  </a:lnTo>
                  <a:lnTo>
                    <a:pt x="897620" y="21487"/>
                  </a:lnTo>
                  <a:lnTo>
                    <a:pt x="908223" y="19327"/>
                  </a:lnTo>
                  <a:lnTo>
                    <a:pt x="918597" y="17214"/>
                  </a:lnTo>
                  <a:lnTo>
                    <a:pt x="928754" y="15145"/>
                  </a:lnTo>
                  <a:lnTo>
                    <a:pt x="938700" y="13120"/>
                  </a:lnTo>
                  <a:lnTo>
                    <a:pt x="948446" y="11135"/>
                  </a:lnTo>
                  <a:lnTo>
                    <a:pt x="957999" y="9189"/>
                  </a:lnTo>
                  <a:lnTo>
                    <a:pt x="967366" y="7281"/>
                  </a:lnTo>
                  <a:lnTo>
                    <a:pt x="976555" y="5409"/>
                  </a:lnTo>
                  <a:lnTo>
                    <a:pt x="985572" y="3573"/>
                  </a:lnTo>
                  <a:lnTo>
                    <a:pt x="994423" y="1770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59830" y="1831108"/>
              <a:ext cx="1003115" cy="33756"/>
            </a:xfrm>
            <a:custGeom>
              <a:avLst/>
              <a:pathLst>
                <a:path w="1003115" h="33756">
                  <a:moveTo>
                    <a:pt x="0" y="33756"/>
                  </a:moveTo>
                  <a:lnTo>
                    <a:pt x="64415" y="31588"/>
                  </a:lnTo>
                  <a:lnTo>
                    <a:pt x="121233" y="29676"/>
                  </a:lnTo>
                  <a:lnTo>
                    <a:pt x="172058" y="27966"/>
                  </a:lnTo>
                  <a:lnTo>
                    <a:pt x="218036" y="26419"/>
                  </a:lnTo>
                  <a:lnTo>
                    <a:pt x="260010" y="25006"/>
                  </a:lnTo>
                  <a:lnTo>
                    <a:pt x="298622" y="23707"/>
                  </a:lnTo>
                  <a:lnTo>
                    <a:pt x="334371" y="22504"/>
                  </a:lnTo>
                  <a:lnTo>
                    <a:pt x="367653" y="21384"/>
                  </a:lnTo>
                  <a:lnTo>
                    <a:pt x="398787" y="20336"/>
                  </a:lnTo>
                  <a:lnTo>
                    <a:pt x="428032" y="19352"/>
                  </a:lnTo>
                  <a:lnTo>
                    <a:pt x="455605" y="18424"/>
                  </a:lnTo>
                  <a:lnTo>
                    <a:pt x="481687" y="17547"/>
                  </a:lnTo>
                  <a:lnTo>
                    <a:pt x="506430" y="16714"/>
                  </a:lnTo>
                  <a:lnTo>
                    <a:pt x="529966" y="15922"/>
                  </a:lnTo>
                  <a:lnTo>
                    <a:pt x="552408" y="15167"/>
                  </a:lnTo>
                  <a:lnTo>
                    <a:pt x="573851" y="14445"/>
                  </a:lnTo>
                  <a:lnTo>
                    <a:pt x="594382" y="13754"/>
                  </a:lnTo>
                  <a:lnTo>
                    <a:pt x="614074" y="13091"/>
                  </a:lnTo>
                  <a:lnTo>
                    <a:pt x="632994" y="12455"/>
                  </a:lnTo>
                  <a:lnTo>
                    <a:pt x="651200" y="11842"/>
                  </a:lnTo>
                  <a:lnTo>
                    <a:pt x="668743" y="11252"/>
                  </a:lnTo>
                  <a:lnTo>
                    <a:pt x="685671" y="10682"/>
                  </a:lnTo>
                  <a:lnTo>
                    <a:pt x="702025" y="10132"/>
                  </a:lnTo>
                  <a:lnTo>
                    <a:pt x="717843" y="9599"/>
                  </a:lnTo>
                  <a:lnTo>
                    <a:pt x="733158" y="9084"/>
                  </a:lnTo>
                  <a:lnTo>
                    <a:pt x="748003" y="8584"/>
                  </a:lnTo>
                  <a:lnTo>
                    <a:pt x="762404" y="8100"/>
                  </a:lnTo>
                  <a:lnTo>
                    <a:pt x="776387" y="7629"/>
                  </a:lnTo>
                  <a:lnTo>
                    <a:pt x="789977" y="7172"/>
                  </a:lnTo>
                  <a:lnTo>
                    <a:pt x="803194" y="6727"/>
                  </a:lnTo>
                  <a:lnTo>
                    <a:pt x="816058" y="6294"/>
                  </a:lnTo>
                  <a:lnTo>
                    <a:pt x="828589" y="5873"/>
                  </a:lnTo>
                  <a:lnTo>
                    <a:pt x="840802" y="5462"/>
                  </a:lnTo>
                  <a:lnTo>
                    <a:pt x="852714" y="5061"/>
                  </a:lnTo>
                  <a:lnTo>
                    <a:pt x="864338" y="4670"/>
                  </a:lnTo>
                  <a:lnTo>
                    <a:pt x="875689" y="4288"/>
                  </a:lnTo>
                  <a:lnTo>
                    <a:pt x="886780" y="3914"/>
                  </a:lnTo>
                  <a:lnTo>
                    <a:pt x="897620" y="3550"/>
                  </a:lnTo>
                  <a:lnTo>
                    <a:pt x="908223" y="3193"/>
                  </a:lnTo>
                  <a:lnTo>
                    <a:pt x="918597" y="2844"/>
                  </a:lnTo>
                  <a:lnTo>
                    <a:pt x="928754" y="2502"/>
                  </a:lnTo>
                  <a:lnTo>
                    <a:pt x="938700" y="2167"/>
                  </a:lnTo>
                  <a:lnTo>
                    <a:pt x="948446" y="1839"/>
                  </a:lnTo>
                  <a:lnTo>
                    <a:pt x="957999" y="1518"/>
                  </a:lnTo>
                  <a:lnTo>
                    <a:pt x="967366" y="1203"/>
                  </a:lnTo>
                  <a:lnTo>
                    <a:pt x="976555" y="893"/>
                  </a:lnTo>
                  <a:lnTo>
                    <a:pt x="985572" y="590"/>
                  </a:lnTo>
                  <a:lnTo>
                    <a:pt x="994423" y="292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59830" y="1512074"/>
              <a:ext cx="1003115" cy="477703"/>
            </a:xfrm>
            <a:custGeom>
              <a:avLst/>
              <a:pathLst>
                <a:path w="1003115" h="477703">
                  <a:moveTo>
                    <a:pt x="0" y="477703"/>
                  </a:moveTo>
                  <a:lnTo>
                    <a:pt x="64415" y="447027"/>
                  </a:lnTo>
                  <a:lnTo>
                    <a:pt x="121233" y="419969"/>
                  </a:lnTo>
                  <a:lnTo>
                    <a:pt x="172058" y="395765"/>
                  </a:lnTo>
                  <a:lnTo>
                    <a:pt x="218036" y="373870"/>
                  </a:lnTo>
                  <a:lnTo>
                    <a:pt x="260010" y="353881"/>
                  </a:lnTo>
                  <a:lnTo>
                    <a:pt x="298622" y="335493"/>
                  </a:lnTo>
                  <a:lnTo>
                    <a:pt x="334371" y="318468"/>
                  </a:lnTo>
                  <a:lnTo>
                    <a:pt x="367653" y="302619"/>
                  </a:lnTo>
                  <a:lnTo>
                    <a:pt x="398787" y="287793"/>
                  </a:lnTo>
                  <a:lnTo>
                    <a:pt x="428032" y="273866"/>
                  </a:lnTo>
                  <a:lnTo>
                    <a:pt x="455605" y="260735"/>
                  </a:lnTo>
                  <a:lnTo>
                    <a:pt x="481687" y="248314"/>
                  </a:lnTo>
                  <a:lnTo>
                    <a:pt x="506430" y="236531"/>
                  </a:lnTo>
                  <a:lnTo>
                    <a:pt x="529966" y="225322"/>
                  </a:lnTo>
                  <a:lnTo>
                    <a:pt x="552408" y="214635"/>
                  </a:lnTo>
                  <a:lnTo>
                    <a:pt x="573851" y="204424"/>
                  </a:lnTo>
                  <a:lnTo>
                    <a:pt x="594382" y="194647"/>
                  </a:lnTo>
                  <a:lnTo>
                    <a:pt x="614074" y="185269"/>
                  </a:lnTo>
                  <a:lnTo>
                    <a:pt x="632994" y="176259"/>
                  </a:lnTo>
                  <a:lnTo>
                    <a:pt x="651200" y="167589"/>
                  </a:lnTo>
                  <a:lnTo>
                    <a:pt x="668743" y="159234"/>
                  </a:lnTo>
                  <a:lnTo>
                    <a:pt x="685671" y="151173"/>
                  </a:lnTo>
                  <a:lnTo>
                    <a:pt x="702025" y="143384"/>
                  </a:lnTo>
                  <a:lnTo>
                    <a:pt x="717843" y="135852"/>
                  </a:lnTo>
                  <a:lnTo>
                    <a:pt x="733158" y="128558"/>
                  </a:lnTo>
                  <a:lnTo>
                    <a:pt x="748003" y="121489"/>
                  </a:lnTo>
                  <a:lnTo>
                    <a:pt x="762404" y="114631"/>
                  </a:lnTo>
                  <a:lnTo>
                    <a:pt x="776387" y="107972"/>
                  </a:lnTo>
                  <a:lnTo>
                    <a:pt x="789977" y="101500"/>
                  </a:lnTo>
                  <a:lnTo>
                    <a:pt x="803194" y="95206"/>
                  </a:lnTo>
                  <a:lnTo>
                    <a:pt x="816058" y="89080"/>
                  </a:lnTo>
                  <a:lnTo>
                    <a:pt x="828589" y="83112"/>
                  </a:lnTo>
                  <a:lnTo>
                    <a:pt x="840802" y="77296"/>
                  </a:lnTo>
                  <a:lnTo>
                    <a:pt x="852714" y="71624"/>
                  </a:lnTo>
                  <a:lnTo>
                    <a:pt x="864338" y="66088"/>
                  </a:lnTo>
                  <a:lnTo>
                    <a:pt x="875689" y="60682"/>
                  </a:lnTo>
                  <a:lnTo>
                    <a:pt x="886780" y="55401"/>
                  </a:lnTo>
                  <a:lnTo>
                    <a:pt x="897620" y="50238"/>
                  </a:lnTo>
                  <a:lnTo>
                    <a:pt x="908223" y="45189"/>
                  </a:lnTo>
                  <a:lnTo>
                    <a:pt x="918597" y="40249"/>
                  </a:lnTo>
                  <a:lnTo>
                    <a:pt x="928754" y="35412"/>
                  </a:lnTo>
                  <a:lnTo>
                    <a:pt x="938700" y="30675"/>
                  </a:lnTo>
                  <a:lnTo>
                    <a:pt x="948446" y="26034"/>
                  </a:lnTo>
                  <a:lnTo>
                    <a:pt x="957999" y="21485"/>
                  </a:lnTo>
                  <a:lnTo>
                    <a:pt x="967366" y="17024"/>
                  </a:lnTo>
                  <a:lnTo>
                    <a:pt x="976555" y="12648"/>
                  </a:lnTo>
                  <a:lnTo>
                    <a:pt x="985572" y="8354"/>
                  </a:lnTo>
                  <a:lnTo>
                    <a:pt x="994423" y="4139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59830" y="1763041"/>
              <a:ext cx="1003115" cy="123982"/>
            </a:xfrm>
            <a:custGeom>
              <a:avLst/>
              <a:pathLst>
                <a:path w="1003115" h="123982">
                  <a:moveTo>
                    <a:pt x="0" y="0"/>
                  </a:moveTo>
                  <a:lnTo>
                    <a:pt x="64415" y="7961"/>
                  </a:lnTo>
                  <a:lnTo>
                    <a:pt x="121233" y="14984"/>
                  </a:lnTo>
                  <a:lnTo>
                    <a:pt x="172058" y="21266"/>
                  </a:lnTo>
                  <a:lnTo>
                    <a:pt x="218036" y="26948"/>
                  </a:lnTo>
                  <a:lnTo>
                    <a:pt x="260010" y="32136"/>
                  </a:lnTo>
                  <a:lnTo>
                    <a:pt x="298622" y="36908"/>
                  </a:lnTo>
                  <a:lnTo>
                    <a:pt x="334371" y="41327"/>
                  </a:lnTo>
                  <a:lnTo>
                    <a:pt x="367653" y="45441"/>
                  </a:lnTo>
                  <a:lnTo>
                    <a:pt x="398787" y="49288"/>
                  </a:lnTo>
                  <a:lnTo>
                    <a:pt x="428032" y="52903"/>
                  </a:lnTo>
                  <a:lnTo>
                    <a:pt x="455605" y="56311"/>
                  </a:lnTo>
                  <a:lnTo>
                    <a:pt x="481687" y="59535"/>
                  </a:lnTo>
                  <a:lnTo>
                    <a:pt x="506430" y="62593"/>
                  </a:lnTo>
                  <a:lnTo>
                    <a:pt x="529966" y="65502"/>
                  </a:lnTo>
                  <a:lnTo>
                    <a:pt x="552408" y="68276"/>
                  </a:lnTo>
                  <a:lnTo>
                    <a:pt x="573851" y="70926"/>
                  </a:lnTo>
                  <a:lnTo>
                    <a:pt x="594382" y="73464"/>
                  </a:lnTo>
                  <a:lnTo>
                    <a:pt x="614074" y="75897"/>
                  </a:lnTo>
                  <a:lnTo>
                    <a:pt x="632994" y="78236"/>
                  </a:lnTo>
                  <a:lnTo>
                    <a:pt x="651200" y="80486"/>
                  </a:lnTo>
                  <a:lnTo>
                    <a:pt x="668743" y="82654"/>
                  </a:lnTo>
                  <a:lnTo>
                    <a:pt x="685671" y="84747"/>
                  </a:lnTo>
                  <a:lnTo>
                    <a:pt x="702025" y="86768"/>
                  </a:lnTo>
                  <a:lnTo>
                    <a:pt x="717843" y="88723"/>
                  </a:lnTo>
                  <a:lnTo>
                    <a:pt x="733158" y="90616"/>
                  </a:lnTo>
                  <a:lnTo>
                    <a:pt x="748003" y="92451"/>
                  </a:lnTo>
                  <a:lnTo>
                    <a:pt x="762404" y="94231"/>
                  </a:lnTo>
                  <a:lnTo>
                    <a:pt x="776387" y="95959"/>
                  </a:lnTo>
                  <a:lnTo>
                    <a:pt x="789977" y="97639"/>
                  </a:lnTo>
                  <a:lnTo>
                    <a:pt x="803194" y="99272"/>
                  </a:lnTo>
                  <a:lnTo>
                    <a:pt x="816058" y="100862"/>
                  </a:lnTo>
                  <a:lnTo>
                    <a:pt x="828589" y="102411"/>
                  </a:lnTo>
                  <a:lnTo>
                    <a:pt x="840802" y="103920"/>
                  </a:lnTo>
                  <a:lnTo>
                    <a:pt x="852714" y="105393"/>
                  </a:lnTo>
                  <a:lnTo>
                    <a:pt x="864338" y="106829"/>
                  </a:lnTo>
                  <a:lnTo>
                    <a:pt x="875689" y="108232"/>
                  </a:lnTo>
                  <a:lnTo>
                    <a:pt x="886780" y="109603"/>
                  </a:lnTo>
                  <a:lnTo>
                    <a:pt x="897620" y="110943"/>
                  </a:lnTo>
                  <a:lnTo>
                    <a:pt x="908223" y="112253"/>
                  </a:lnTo>
                  <a:lnTo>
                    <a:pt x="918597" y="113536"/>
                  </a:lnTo>
                  <a:lnTo>
                    <a:pt x="928754" y="114791"/>
                  </a:lnTo>
                  <a:lnTo>
                    <a:pt x="938700" y="116020"/>
                  </a:lnTo>
                  <a:lnTo>
                    <a:pt x="948446" y="117225"/>
                  </a:lnTo>
                  <a:lnTo>
                    <a:pt x="957999" y="118406"/>
                  </a:lnTo>
                  <a:lnTo>
                    <a:pt x="967366" y="119563"/>
                  </a:lnTo>
                  <a:lnTo>
                    <a:pt x="976555" y="120699"/>
                  </a:lnTo>
                  <a:lnTo>
                    <a:pt x="985572" y="121814"/>
                  </a:lnTo>
                  <a:lnTo>
                    <a:pt x="994423" y="122908"/>
                  </a:lnTo>
                  <a:lnTo>
                    <a:pt x="1003115" y="123982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59830" y="1488856"/>
              <a:ext cx="1003115" cy="174556"/>
            </a:xfrm>
            <a:custGeom>
              <a:avLst/>
              <a:pathLst>
                <a:path w="1003115" h="174556">
                  <a:moveTo>
                    <a:pt x="0" y="0"/>
                  </a:moveTo>
                  <a:lnTo>
                    <a:pt x="64415" y="11209"/>
                  </a:lnTo>
                  <a:lnTo>
                    <a:pt x="121233" y="21096"/>
                  </a:lnTo>
                  <a:lnTo>
                    <a:pt x="172058" y="29940"/>
                  </a:lnTo>
                  <a:lnTo>
                    <a:pt x="218036" y="37941"/>
                  </a:lnTo>
                  <a:lnTo>
                    <a:pt x="260010" y="45245"/>
                  </a:lnTo>
                  <a:lnTo>
                    <a:pt x="298622" y="51964"/>
                  </a:lnTo>
                  <a:lnTo>
                    <a:pt x="334371" y="58185"/>
                  </a:lnTo>
                  <a:lnTo>
                    <a:pt x="367653" y="63977"/>
                  </a:lnTo>
                  <a:lnTo>
                    <a:pt x="398787" y="69394"/>
                  </a:lnTo>
                  <a:lnTo>
                    <a:pt x="428032" y="74483"/>
                  </a:lnTo>
                  <a:lnTo>
                    <a:pt x="455605" y="79281"/>
                  </a:lnTo>
                  <a:lnTo>
                    <a:pt x="481687" y="83820"/>
                  </a:lnTo>
                  <a:lnTo>
                    <a:pt x="506430" y="88126"/>
                  </a:lnTo>
                  <a:lnTo>
                    <a:pt x="529966" y="92222"/>
                  </a:lnTo>
                  <a:lnTo>
                    <a:pt x="552408" y="96127"/>
                  </a:lnTo>
                  <a:lnTo>
                    <a:pt x="573851" y="99858"/>
                  </a:lnTo>
                  <a:lnTo>
                    <a:pt x="594382" y="103431"/>
                  </a:lnTo>
                  <a:lnTo>
                    <a:pt x="614074" y="106857"/>
                  </a:lnTo>
                  <a:lnTo>
                    <a:pt x="632994" y="110150"/>
                  </a:lnTo>
                  <a:lnTo>
                    <a:pt x="651200" y="113318"/>
                  </a:lnTo>
                  <a:lnTo>
                    <a:pt x="668743" y="116371"/>
                  </a:lnTo>
                  <a:lnTo>
                    <a:pt x="685671" y="119316"/>
                  </a:lnTo>
                  <a:lnTo>
                    <a:pt x="702025" y="122162"/>
                  </a:lnTo>
                  <a:lnTo>
                    <a:pt x="717843" y="124915"/>
                  </a:lnTo>
                  <a:lnTo>
                    <a:pt x="733158" y="127580"/>
                  </a:lnTo>
                  <a:lnTo>
                    <a:pt x="748003" y="130163"/>
                  </a:lnTo>
                  <a:lnTo>
                    <a:pt x="762404" y="132669"/>
                  </a:lnTo>
                  <a:lnTo>
                    <a:pt x="776387" y="135102"/>
                  </a:lnTo>
                  <a:lnTo>
                    <a:pt x="789977" y="137467"/>
                  </a:lnTo>
                  <a:lnTo>
                    <a:pt x="803194" y="139767"/>
                  </a:lnTo>
                  <a:lnTo>
                    <a:pt x="816058" y="142006"/>
                  </a:lnTo>
                  <a:lnTo>
                    <a:pt x="828589" y="144186"/>
                  </a:lnTo>
                  <a:lnTo>
                    <a:pt x="840802" y="146312"/>
                  </a:lnTo>
                  <a:lnTo>
                    <a:pt x="852714" y="148384"/>
                  </a:lnTo>
                  <a:lnTo>
                    <a:pt x="864338" y="150407"/>
                  </a:lnTo>
                  <a:lnTo>
                    <a:pt x="875689" y="152382"/>
                  </a:lnTo>
                  <a:lnTo>
                    <a:pt x="886780" y="154312"/>
                  </a:lnTo>
                  <a:lnTo>
                    <a:pt x="897620" y="156199"/>
                  </a:lnTo>
                  <a:lnTo>
                    <a:pt x="908223" y="158044"/>
                  </a:lnTo>
                  <a:lnTo>
                    <a:pt x="918597" y="159849"/>
                  </a:lnTo>
                  <a:lnTo>
                    <a:pt x="928754" y="161616"/>
                  </a:lnTo>
                  <a:lnTo>
                    <a:pt x="938700" y="163347"/>
                  </a:lnTo>
                  <a:lnTo>
                    <a:pt x="948446" y="165043"/>
                  </a:lnTo>
                  <a:lnTo>
                    <a:pt x="957999" y="166705"/>
                  </a:lnTo>
                  <a:lnTo>
                    <a:pt x="967366" y="168335"/>
                  </a:lnTo>
                  <a:lnTo>
                    <a:pt x="976555" y="169934"/>
                  </a:lnTo>
                  <a:lnTo>
                    <a:pt x="985572" y="171504"/>
                  </a:lnTo>
                  <a:lnTo>
                    <a:pt x="994423" y="173044"/>
                  </a:lnTo>
                  <a:lnTo>
                    <a:pt x="1003115" y="17455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59830" y="1791686"/>
              <a:ext cx="1003115" cy="132659"/>
            </a:xfrm>
            <a:custGeom>
              <a:avLst/>
              <a:pathLst>
                <a:path w="1003115" h="132659">
                  <a:moveTo>
                    <a:pt x="0" y="132659"/>
                  </a:moveTo>
                  <a:lnTo>
                    <a:pt x="64415" y="124141"/>
                  </a:lnTo>
                  <a:lnTo>
                    <a:pt x="121233" y="116626"/>
                  </a:lnTo>
                  <a:lnTo>
                    <a:pt x="172058" y="109905"/>
                  </a:lnTo>
                  <a:lnTo>
                    <a:pt x="218036" y="103824"/>
                  </a:lnTo>
                  <a:lnTo>
                    <a:pt x="260010" y="98274"/>
                  </a:lnTo>
                  <a:lnTo>
                    <a:pt x="298622" y="93167"/>
                  </a:lnTo>
                  <a:lnTo>
                    <a:pt x="334371" y="88439"/>
                  </a:lnTo>
                  <a:lnTo>
                    <a:pt x="367653" y="84038"/>
                  </a:lnTo>
                  <a:lnTo>
                    <a:pt x="398787" y="79921"/>
                  </a:lnTo>
                  <a:lnTo>
                    <a:pt x="428032" y="76053"/>
                  </a:lnTo>
                  <a:lnTo>
                    <a:pt x="455605" y="72407"/>
                  </a:lnTo>
                  <a:lnTo>
                    <a:pt x="481687" y="68957"/>
                  </a:lnTo>
                  <a:lnTo>
                    <a:pt x="506430" y="65685"/>
                  </a:lnTo>
                  <a:lnTo>
                    <a:pt x="529966" y="62572"/>
                  </a:lnTo>
                  <a:lnTo>
                    <a:pt x="552408" y="59605"/>
                  </a:lnTo>
                  <a:lnTo>
                    <a:pt x="573851" y="56769"/>
                  </a:lnTo>
                  <a:lnTo>
                    <a:pt x="594382" y="54054"/>
                  </a:lnTo>
                  <a:lnTo>
                    <a:pt x="614074" y="51449"/>
                  </a:lnTo>
                  <a:lnTo>
                    <a:pt x="632994" y="48947"/>
                  </a:lnTo>
                  <a:lnTo>
                    <a:pt x="651200" y="46540"/>
                  </a:lnTo>
                  <a:lnTo>
                    <a:pt x="668743" y="44219"/>
                  </a:lnTo>
                  <a:lnTo>
                    <a:pt x="685671" y="41981"/>
                  </a:lnTo>
                  <a:lnTo>
                    <a:pt x="702025" y="39818"/>
                  </a:lnTo>
                  <a:lnTo>
                    <a:pt x="717843" y="37726"/>
                  </a:lnTo>
                  <a:lnTo>
                    <a:pt x="733158" y="35701"/>
                  </a:lnTo>
                  <a:lnTo>
                    <a:pt x="748003" y="33738"/>
                  </a:lnTo>
                  <a:lnTo>
                    <a:pt x="762404" y="31833"/>
                  </a:lnTo>
                  <a:lnTo>
                    <a:pt x="776387" y="29984"/>
                  </a:lnTo>
                  <a:lnTo>
                    <a:pt x="789977" y="28187"/>
                  </a:lnTo>
                  <a:lnTo>
                    <a:pt x="803194" y="26439"/>
                  </a:lnTo>
                  <a:lnTo>
                    <a:pt x="816058" y="24737"/>
                  </a:lnTo>
                  <a:lnTo>
                    <a:pt x="828589" y="23080"/>
                  </a:lnTo>
                  <a:lnTo>
                    <a:pt x="840802" y="21465"/>
                  </a:lnTo>
                  <a:lnTo>
                    <a:pt x="852714" y="19890"/>
                  </a:lnTo>
                  <a:lnTo>
                    <a:pt x="864338" y="18352"/>
                  </a:lnTo>
                  <a:lnTo>
                    <a:pt x="875689" y="16851"/>
                  </a:lnTo>
                  <a:lnTo>
                    <a:pt x="886780" y="15385"/>
                  </a:lnTo>
                  <a:lnTo>
                    <a:pt x="897620" y="13951"/>
                  </a:lnTo>
                  <a:lnTo>
                    <a:pt x="908223" y="12549"/>
                  </a:lnTo>
                  <a:lnTo>
                    <a:pt x="918597" y="11177"/>
                  </a:lnTo>
                  <a:lnTo>
                    <a:pt x="928754" y="9834"/>
                  </a:lnTo>
                  <a:lnTo>
                    <a:pt x="938700" y="8518"/>
                  </a:lnTo>
                  <a:lnTo>
                    <a:pt x="948446" y="7229"/>
                  </a:lnTo>
                  <a:lnTo>
                    <a:pt x="957999" y="5966"/>
                  </a:lnTo>
                  <a:lnTo>
                    <a:pt x="967366" y="4727"/>
                  </a:lnTo>
                  <a:lnTo>
                    <a:pt x="976555" y="3512"/>
                  </a:lnTo>
                  <a:lnTo>
                    <a:pt x="985572" y="2320"/>
                  </a:lnTo>
                  <a:lnTo>
                    <a:pt x="994423" y="1149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59830" y="1740452"/>
              <a:ext cx="1003115" cy="228466"/>
            </a:xfrm>
            <a:custGeom>
              <a:avLst/>
              <a:pathLst>
                <a:path w="1003115" h="228466">
                  <a:moveTo>
                    <a:pt x="0" y="228466"/>
                  </a:moveTo>
                  <a:lnTo>
                    <a:pt x="64415" y="213795"/>
                  </a:lnTo>
                  <a:lnTo>
                    <a:pt x="121233" y="200854"/>
                  </a:lnTo>
                  <a:lnTo>
                    <a:pt x="172058" y="189278"/>
                  </a:lnTo>
                  <a:lnTo>
                    <a:pt x="218036" y="178807"/>
                  </a:lnTo>
                  <a:lnTo>
                    <a:pt x="260010" y="169247"/>
                  </a:lnTo>
                  <a:lnTo>
                    <a:pt x="298622" y="160453"/>
                  </a:lnTo>
                  <a:lnTo>
                    <a:pt x="334371" y="152310"/>
                  </a:lnTo>
                  <a:lnTo>
                    <a:pt x="367653" y="144730"/>
                  </a:lnTo>
                  <a:lnTo>
                    <a:pt x="398787" y="137639"/>
                  </a:lnTo>
                  <a:lnTo>
                    <a:pt x="428032" y="130979"/>
                  </a:lnTo>
                  <a:lnTo>
                    <a:pt x="455605" y="124699"/>
                  </a:lnTo>
                  <a:lnTo>
                    <a:pt x="481687" y="118758"/>
                  </a:lnTo>
                  <a:lnTo>
                    <a:pt x="506430" y="113123"/>
                  </a:lnTo>
                  <a:lnTo>
                    <a:pt x="529966" y="107762"/>
                  </a:lnTo>
                  <a:lnTo>
                    <a:pt x="552408" y="102651"/>
                  </a:lnTo>
                  <a:lnTo>
                    <a:pt x="573851" y="97767"/>
                  </a:lnTo>
                  <a:lnTo>
                    <a:pt x="594382" y="93091"/>
                  </a:lnTo>
                  <a:lnTo>
                    <a:pt x="614074" y="88606"/>
                  </a:lnTo>
                  <a:lnTo>
                    <a:pt x="632994" y="84297"/>
                  </a:lnTo>
                  <a:lnTo>
                    <a:pt x="651200" y="80151"/>
                  </a:lnTo>
                  <a:lnTo>
                    <a:pt x="668743" y="76155"/>
                  </a:lnTo>
                  <a:lnTo>
                    <a:pt x="685671" y="72299"/>
                  </a:lnTo>
                  <a:lnTo>
                    <a:pt x="702025" y="68575"/>
                  </a:lnTo>
                  <a:lnTo>
                    <a:pt x="717843" y="64972"/>
                  </a:lnTo>
                  <a:lnTo>
                    <a:pt x="733158" y="61484"/>
                  </a:lnTo>
                  <a:lnTo>
                    <a:pt x="748003" y="58103"/>
                  </a:lnTo>
                  <a:lnTo>
                    <a:pt x="762404" y="54823"/>
                  </a:lnTo>
                  <a:lnTo>
                    <a:pt x="776387" y="51638"/>
                  </a:lnTo>
                  <a:lnTo>
                    <a:pt x="789977" y="48543"/>
                  </a:lnTo>
                  <a:lnTo>
                    <a:pt x="803194" y="45533"/>
                  </a:lnTo>
                  <a:lnTo>
                    <a:pt x="816058" y="42603"/>
                  </a:lnTo>
                  <a:lnTo>
                    <a:pt x="828589" y="39749"/>
                  </a:lnTo>
                  <a:lnTo>
                    <a:pt x="840802" y="36967"/>
                  </a:lnTo>
                  <a:lnTo>
                    <a:pt x="852714" y="34254"/>
                  </a:lnTo>
                  <a:lnTo>
                    <a:pt x="864338" y="31607"/>
                  </a:lnTo>
                  <a:lnTo>
                    <a:pt x="875689" y="29022"/>
                  </a:lnTo>
                  <a:lnTo>
                    <a:pt x="886780" y="26496"/>
                  </a:lnTo>
                  <a:lnTo>
                    <a:pt x="897620" y="24027"/>
                  </a:lnTo>
                  <a:lnTo>
                    <a:pt x="908223" y="21612"/>
                  </a:lnTo>
                  <a:lnTo>
                    <a:pt x="918597" y="19249"/>
                  </a:lnTo>
                  <a:lnTo>
                    <a:pt x="928754" y="16936"/>
                  </a:lnTo>
                  <a:lnTo>
                    <a:pt x="938700" y="14670"/>
                  </a:lnTo>
                  <a:lnTo>
                    <a:pt x="948446" y="12451"/>
                  </a:lnTo>
                  <a:lnTo>
                    <a:pt x="957999" y="10275"/>
                  </a:lnTo>
                  <a:lnTo>
                    <a:pt x="967366" y="8142"/>
                  </a:lnTo>
                  <a:lnTo>
                    <a:pt x="976555" y="6049"/>
                  </a:lnTo>
                  <a:lnTo>
                    <a:pt x="985572" y="3995"/>
                  </a:lnTo>
                  <a:lnTo>
                    <a:pt x="994423" y="1979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59830" y="1942869"/>
              <a:ext cx="1003115" cy="50670"/>
            </a:xfrm>
            <a:custGeom>
              <a:avLst/>
              <a:pathLst>
                <a:path w="1003115" h="50670">
                  <a:moveTo>
                    <a:pt x="0" y="50670"/>
                  </a:moveTo>
                  <a:lnTo>
                    <a:pt x="64415" y="47416"/>
                  </a:lnTo>
                  <a:lnTo>
                    <a:pt x="121233" y="44546"/>
                  </a:lnTo>
                  <a:lnTo>
                    <a:pt x="172058" y="41979"/>
                  </a:lnTo>
                  <a:lnTo>
                    <a:pt x="218036" y="39657"/>
                  </a:lnTo>
                  <a:lnTo>
                    <a:pt x="260010" y="37536"/>
                  </a:lnTo>
                  <a:lnTo>
                    <a:pt x="298622" y="35586"/>
                  </a:lnTo>
                  <a:lnTo>
                    <a:pt x="334371" y="33780"/>
                  </a:lnTo>
                  <a:lnTo>
                    <a:pt x="367653" y="32099"/>
                  </a:lnTo>
                  <a:lnTo>
                    <a:pt x="398787" y="30526"/>
                  </a:lnTo>
                  <a:lnTo>
                    <a:pt x="428032" y="29049"/>
                  </a:lnTo>
                  <a:lnTo>
                    <a:pt x="455605" y="27656"/>
                  </a:lnTo>
                  <a:lnTo>
                    <a:pt x="481687" y="26339"/>
                  </a:lnTo>
                  <a:lnTo>
                    <a:pt x="506430" y="25089"/>
                  </a:lnTo>
                  <a:lnTo>
                    <a:pt x="529966" y="23900"/>
                  </a:lnTo>
                  <a:lnTo>
                    <a:pt x="552408" y="22766"/>
                  </a:lnTo>
                  <a:lnTo>
                    <a:pt x="573851" y="21683"/>
                  </a:lnTo>
                  <a:lnTo>
                    <a:pt x="594382" y="20646"/>
                  </a:lnTo>
                  <a:lnTo>
                    <a:pt x="614074" y="19651"/>
                  </a:lnTo>
                  <a:lnTo>
                    <a:pt x="632994" y="18696"/>
                  </a:lnTo>
                  <a:lnTo>
                    <a:pt x="651200" y="17776"/>
                  </a:lnTo>
                  <a:lnTo>
                    <a:pt x="668743" y="16890"/>
                  </a:lnTo>
                  <a:lnTo>
                    <a:pt x="685671" y="16035"/>
                  </a:lnTo>
                  <a:lnTo>
                    <a:pt x="702025" y="15209"/>
                  </a:lnTo>
                  <a:lnTo>
                    <a:pt x="717843" y="14410"/>
                  </a:lnTo>
                  <a:lnTo>
                    <a:pt x="733158" y="13636"/>
                  </a:lnTo>
                  <a:lnTo>
                    <a:pt x="748003" y="12886"/>
                  </a:lnTo>
                  <a:lnTo>
                    <a:pt x="762404" y="12159"/>
                  </a:lnTo>
                  <a:lnTo>
                    <a:pt x="776387" y="11452"/>
                  </a:lnTo>
                  <a:lnTo>
                    <a:pt x="789977" y="10766"/>
                  </a:lnTo>
                  <a:lnTo>
                    <a:pt x="803194" y="10098"/>
                  </a:lnTo>
                  <a:lnTo>
                    <a:pt x="816058" y="9448"/>
                  </a:lnTo>
                  <a:lnTo>
                    <a:pt x="828589" y="8815"/>
                  </a:lnTo>
                  <a:lnTo>
                    <a:pt x="840802" y="8198"/>
                  </a:lnTo>
                  <a:lnTo>
                    <a:pt x="852714" y="7597"/>
                  </a:lnTo>
                  <a:lnTo>
                    <a:pt x="864338" y="7010"/>
                  </a:lnTo>
                  <a:lnTo>
                    <a:pt x="875689" y="6436"/>
                  </a:lnTo>
                  <a:lnTo>
                    <a:pt x="886780" y="5876"/>
                  </a:lnTo>
                  <a:lnTo>
                    <a:pt x="897620" y="5328"/>
                  </a:lnTo>
                  <a:lnTo>
                    <a:pt x="908223" y="4793"/>
                  </a:lnTo>
                  <a:lnTo>
                    <a:pt x="918597" y="4269"/>
                  </a:lnTo>
                  <a:lnTo>
                    <a:pt x="928754" y="3756"/>
                  </a:lnTo>
                  <a:lnTo>
                    <a:pt x="938700" y="3253"/>
                  </a:lnTo>
                  <a:lnTo>
                    <a:pt x="948446" y="2761"/>
                  </a:lnTo>
                  <a:lnTo>
                    <a:pt x="957999" y="2278"/>
                  </a:lnTo>
                  <a:lnTo>
                    <a:pt x="967366" y="1805"/>
                  </a:lnTo>
                  <a:lnTo>
                    <a:pt x="976555" y="1341"/>
                  </a:lnTo>
                  <a:lnTo>
                    <a:pt x="985572" y="886"/>
                  </a:lnTo>
                  <a:lnTo>
                    <a:pt x="994423" y="439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5759830" y="1834691"/>
              <a:ext cx="1003115" cy="67464"/>
            </a:xfrm>
            <a:custGeom>
              <a:avLst/>
              <a:pathLst>
                <a:path w="1003115" h="67464">
                  <a:moveTo>
                    <a:pt x="0" y="67464"/>
                  </a:moveTo>
                  <a:lnTo>
                    <a:pt x="64415" y="63132"/>
                  </a:lnTo>
                  <a:lnTo>
                    <a:pt x="121233" y="59311"/>
                  </a:lnTo>
                  <a:lnTo>
                    <a:pt x="172058" y="55893"/>
                  </a:lnTo>
                  <a:lnTo>
                    <a:pt x="218036" y="52800"/>
                  </a:lnTo>
                  <a:lnTo>
                    <a:pt x="260010" y="49977"/>
                  </a:lnTo>
                  <a:lnTo>
                    <a:pt x="298622" y="47380"/>
                  </a:lnTo>
                  <a:lnTo>
                    <a:pt x="334371" y="44976"/>
                  </a:lnTo>
                  <a:lnTo>
                    <a:pt x="367653" y="42738"/>
                  </a:lnTo>
                  <a:lnTo>
                    <a:pt x="398787" y="40644"/>
                  </a:lnTo>
                  <a:lnTo>
                    <a:pt x="428032" y="38677"/>
                  </a:lnTo>
                  <a:lnTo>
                    <a:pt x="455605" y="36823"/>
                  </a:lnTo>
                  <a:lnTo>
                    <a:pt x="481687" y="35068"/>
                  </a:lnTo>
                  <a:lnTo>
                    <a:pt x="506430" y="33404"/>
                  </a:lnTo>
                  <a:lnTo>
                    <a:pt x="529966" y="31821"/>
                  </a:lnTo>
                  <a:lnTo>
                    <a:pt x="552408" y="30312"/>
                  </a:lnTo>
                  <a:lnTo>
                    <a:pt x="573851" y="28870"/>
                  </a:lnTo>
                  <a:lnTo>
                    <a:pt x="594382" y="27489"/>
                  </a:lnTo>
                  <a:lnTo>
                    <a:pt x="614074" y="26165"/>
                  </a:lnTo>
                  <a:lnTo>
                    <a:pt x="632994" y="24892"/>
                  </a:lnTo>
                  <a:lnTo>
                    <a:pt x="651200" y="23668"/>
                  </a:lnTo>
                  <a:lnTo>
                    <a:pt x="668743" y="22488"/>
                  </a:lnTo>
                  <a:lnTo>
                    <a:pt x="685671" y="21349"/>
                  </a:lnTo>
                  <a:lnTo>
                    <a:pt x="702025" y="20249"/>
                  </a:lnTo>
                  <a:lnTo>
                    <a:pt x="717843" y="19186"/>
                  </a:lnTo>
                  <a:lnTo>
                    <a:pt x="733158" y="18156"/>
                  </a:lnTo>
                  <a:lnTo>
                    <a:pt x="748003" y="17157"/>
                  </a:lnTo>
                  <a:lnTo>
                    <a:pt x="762404" y="16189"/>
                  </a:lnTo>
                  <a:lnTo>
                    <a:pt x="776387" y="15248"/>
                  </a:lnTo>
                  <a:lnTo>
                    <a:pt x="789977" y="14334"/>
                  </a:lnTo>
                  <a:lnTo>
                    <a:pt x="803194" y="13445"/>
                  </a:lnTo>
                  <a:lnTo>
                    <a:pt x="816058" y="12580"/>
                  </a:lnTo>
                  <a:lnTo>
                    <a:pt x="828589" y="11737"/>
                  </a:lnTo>
                  <a:lnTo>
                    <a:pt x="840802" y="10916"/>
                  </a:lnTo>
                  <a:lnTo>
                    <a:pt x="852714" y="10115"/>
                  </a:lnTo>
                  <a:lnTo>
                    <a:pt x="864338" y="9333"/>
                  </a:lnTo>
                  <a:lnTo>
                    <a:pt x="875689" y="8570"/>
                  </a:lnTo>
                  <a:lnTo>
                    <a:pt x="886780" y="7824"/>
                  </a:lnTo>
                  <a:lnTo>
                    <a:pt x="897620" y="7095"/>
                  </a:lnTo>
                  <a:lnTo>
                    <a:pt x="908223" y="6382"/>
                  </a:lnTo>
                  <a:lnTo>
                    <a:pt x="918597" y="5684"/>
                  </a:lnTo>
                  <a:lnTo>
                    <a:pt x="928754" y="5001"/>
                  </a:lnTo>
                  <a:lnTo>
                    <a:pt x="938700" y="4332"/>
                  </a:lnTo>
                  <a:lnTo>
                    <a:pt x="948446" y="3676"/>
                  </a:lnTo>
                  <a:lnTo>
                    <a:pt x="957999" y="3034"/>
                  </a:lnTo>
                  <a:lnTo>
                    <a:pt x="967366" y="2404"/>
                  </a:lnTo>
                  <a:lnTo>
                    <a:pt x="976555" y="1786"/>
                  </a:lnTo>
                  <a:lnTo>
                    <a:pt x="985572" y="1179"/>
                  </a:lnTo>
                  <a:lnTo>
                    <a:pt x="994423" y="584"/>
                  </a:lnTo>
                  <a:lnTo>
                    <a:pt x="100311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62616" y="21176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62616" y="19049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62616" y="16923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62616" y="14796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759830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09420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42857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6294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75754" y="32329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56930" y="331689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55092" y="30906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69928" y="31089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58226" y="34185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28999" y="31196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48499" y="340684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38877" y="34165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46586" y="33355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51357" y="31550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00190" y="31784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802575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04821" y="30657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06588" y="32629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97558" y="33480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804640" y="32716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80781" y="29962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66403" y="31093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06713" y="32266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93496" y="27521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805862" y="30014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96080" y="31852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62945" y="29226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85958" y="292101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76596" y="33595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62605" y="275547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0983" y="30427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63902" y="31095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15589" y="314417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17807" y="30970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14229" y="316748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04631" y="31650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095007" y="29659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07591" y="32199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95360" y="310996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31250" y="327688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17852" y="327672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22436" y="29403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94187" y="30290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13116" y="29376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29142" y="29044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01058" y="33592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05178" y="320862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15673" y="296415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099008" y="281419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04391" y="32788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00340" y="297706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102043" y="309530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41420" y="317247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64437" y="324160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8740" y="32072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38870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42147" y="326211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58998" y="331623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47817" y="26823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61090" y="332342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448441" y="319522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471908" y="31168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471549" y="32693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438148" y="31286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460216" y="32815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438463" y="32880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426848" y="32994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471503" y="336366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463636" y="306389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451062" y="33086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467432" y="32378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461389" y="31692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432821" y="32302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427674" y="27256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424954" y="32216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440269" y="32551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80600" y="3240745"/>
              <a:ext cx="995950" cy="70050"/>
            </a:xfrm>
            <a:custGeom>
              <a:avLst/>
              <a:pathLst>
                <a:path w="995950" h="70050">
                  <a:moveTo>
                    <a:pt x="0" y="0"/>
                  </a:moveTo>
                  <a:lnTo>
                    <a:pt x="63954" y="4498"/>
                  </a:lnTo>
                  <a:lnTo>
                    <a:pt x="120367" y="8466"/>
                  </a:lnTo>
                  <a:lnTo>
                    <a:pt x="170829" y="12015"/>
                  </a:lnTo>
                  <a:lnTo>
                    <a:pt x="216478" y="15226"/>
                  </a:lnTo>
                  <a:lnTo>
                    <a:pt x="258152" y="18157"/>
                  </a:lnTo>
                  <a:lnTo>
                    <a:pt x="296489" y="20853"/>
                  </a:lnTo>
                  <a:lnTo>
                    <a:pt x="331983" y="23350"/>
                  </a:lnTo>
                  <a:lnTo>
                    <a:pt x="365027" y="25674"/>
                  </a:lnTo>
                  <a:lnTo>
                    <a:pt x="395938" y="27848"/>
                  </a:lnTo>
                  <a:lnTo>
                    <a:pt x="424974" y="29890"/>
                  </a:lnTo>
                  <a:lnTo>
                    <a:pt x="452350" y="31816"/>
                  </a:lnTo>
                  <a:lnTo>
                    <a:pt x="478246" y="33637"/>
                  </a:lnTo>
                  <a:lnTo>
                    <a:pt x="502813" y="35365"/>
                  </a:lnTo>
                  <a:lnTo>
                    <a:pt x="526181" y="37009"/>
                  </a:lnTo>
                  <a:lnTo>
                    <a:pt x="548462" y="38576"/>
                  </a:lnTo>
                  <a:lnTo>
                    <a:pt x="569752" y="40073"/>
                  </a:lnTo>
                  <a:lnTo>
                    <a:pt x="590136" y="41507"/>
                  </a:lnTo>
                  <a:lnTo>
                    <a:pt x="609687" y="42882"/>
                  </a:lnTo>
                  <a:lnTo>
                    <a:pt x="628472" y="44203"/>
                  </a:lnTo>
                  <a:lnTo>
                    <a:pt x="646548" y="45475"/>
                  </a:lnTo>
                  <a:lnTo>
                    <a:pt x="663966" y="46700"/>
                  </a:lnTo>
                  <a:lnTo>
                    <a:pt x="680773" y="47882"/>
                  </a:lnTo>
                  <a:lnTo>
                    <a:pt x="697010" y="49024"/>
                  </a:lnTo>
                  <a:lnTo>
                    <a:pt x="712715" y="50129"/>
                  </a:lnTo>
                  <a:lnTo>
                    <a:pt x="727921" y="51198"/>
                  </a:lnTo>
                  <a:lnTo>
                    <a:pt x="742659" y="52235"/>
                  </a:lnTo>
                  <a:lnTo>
                    <a:pt x="756957" y="53240"/>
                  </a:lnTo>
                  <a:lnTo>
                    <a:pt x="770841" y="54217"/>
                  </a:lnTo>
                  <a:lnTo>
                    <a:pt x="784334" y="55166"/>
                  </a:lnTo>
                  <a:lnTo>
                    <a:pt x="797456" y="56089"/>
                  </a:lnTo>
                  <a:lnTo>
                    <a:pt x="810229" y="56987"/>
                  </a:lnTo>
                  <a:lnTo>
                    <a:pt x="822670" y="57862"/>
                  </a:lnTo>
                  <a:lnTo>
                    <a:pt x="834796" y="58715"/>
                  </a:lnTo>
                  <a:lnTo>
                    <a:pt x="846623" y="59547"/>
                  </a:lnTo>
                  <a:lnTo>
                    <a:pt x="858164" y="60359"/>
                  </a:lnTo>
                  <a:lnTo>
                    <a:pt x="869434" y="61151"/>
                  </a:lnTo>
                  <a:lnTo>
                    <a:pt x="880445" y="61926"/>
                  </a:lnTo>
                  <a:lnTo>
                    <a:pt x="891208" y="62683"/>
                  </a:lnTo>
                  <a:lnTo>
                    <a:pt x="901735" y="63423"/>
                  </a:lnTo>
                  <a:lnTo>
                    <a:pt x="912036" y="64148"/>
                  </a:lnTo>
                  <a:lnTo>
                    <a:pt x="922119" y="64857"/>
                  </a:lnTo>
                  <a:lnTo>
                    <a:pt x="931995" y="65552"/>
                  </a:lnTo>
                  <a:lnTo>
                    <a:pt x="941671" y="66232"/>
                  </a:lnTo>
                  <a:lnTo>
                    <a:pt x="951155" y="66899"/>
                  </a:lnTo>
                  <a:lnTo>
                    <a:pt x="960456" y="67553"/>
                  </a:lnTo>
                  <a:lnTo>
                    <a:pt x="969579" y="68195"/>
                  </a:lnTo>
                  <a:lnTo>
                    <a:pt x="978531" y="68825"/>
                  </a:lnTo>
                  <a:lnTo>
                    <a:pt x="987320" y="69443"/>
                  </a:lnTo>
                  <a:lnTo>
                    <a:pt x="995950" y="7005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80600" y="3153755"/>
              <a:ext cx="995950" cy="37020"/>
            </a:xfrm>
            <a:custGeom>
              <a:avLst/>
              <a:pathLst>
                <a:path w="995950" h="37020">
                  <a:moveTo>
                    <a:pt x="0" y="0"/>
                  </a:moveTo>
                  <a:lnTo>
                    <a:pt x="63954" y="2377"/>
                  </a:lnTo>
                  <a:lnTo>
                    <a:pt x="120367" y="4474"/>
                  </a:lnTo>
                  <a:lnTo>
                    <a:pt x="170829" y="6349"/>
                  </a:lnTo>
                  <a:lnTo>
                    <a:pt x="216478" y="8046"/>
                  </a:lnTo>
                  <a:lnTo>
                    <a:pt x="258152" y="9595"/>
                  </a:lnTo>
                  <a:lnTo>
                    <a:pt x="296489" y="11020"/>
                  </a:lnTo>
                  <a:lnTo>
                    <a:pt x="331983" y="12340"/>
                  </a:lnTo>
                  <a:lnTo>
                    <a:pt x="365027" y="13568"/>
                  </a:lnTo>
                  <a:lnTo>
                    <a:pt x="395938" y="14717"/>
                  </a:lnTo>
                  <a:lnTo>
                    <a:pt x="424974" y="15796"/>
                  </a:lnTo>
                  <a:lnTo>
                    <a:pt x="452350" y="16814"/>
                  </a:lnTo>
                  <a:lnTo>
                    <a:pt x="478246" y="17777"/>
                  </a:lnTo>
                  <a:lnTo>
                    <a:pt x="502813" y="18690"/>
                  </a:lnTo>
                  <a:lnTo>
                    <a:pt x="526181" y="19558"/>
                  </a:lnTo>
                  <a:lnTo>
                    <a:pt x="548462" y="20387"/>
                  </a:lnTo>
                  <a:lnTo>
                    <a:pt x="569752" y="21178"/>
                  </a:lnTo>
                  <a:lnTo>
                    <a:pt x="590136" y="21936"/>
                  </a:lnTo>
                  <a:lnTo>
                    <a:pt x="609687" y="22662"/>
                  </a:lnTo>
                  <a:lnTo>
                    <a:pt x="628472" y="23361"/>
                  </a:lnTo>
                  <a:lnTo>
                    <a:pt x="646548" y="24033"/>
                  </a:lnTo>
                  <a:lnTo>
                    <a:pt x="663966" y="24680"/>
                  </a:lnTo>
                  <a:lnTo>
                    <a:pt x="680773" y="25305"/>
                  </a:lnTo>
                  <a:lnTo>
                    <a:pt x="697010" y="25908"/>
                  </a:lnTo>
                  <a:lnTo>
                    <a:pt x="712715" y="26492"/>
                  </a:lnTo>
                  <a:lnTo>
                    <a:pt x="727921" y="27057"/>
                  </a:lnTo>
                  <a:lnTo>
                    <a:pt x="742659" y="27605"/>
                  </a:lnTo>
                  <a:lnTo>
                    <a:pt x="756957" y="28137"/>
                  </a:lnTo>
                  <a:lnTo>
                    <a:pt x="770841" y="28653"/>
                  </a:lnTo>
                  <a:lnTo>
                    <a:pt x="784334" y="29154"/>
                  </a:lnTo>
                  <a:lnTo>
                    <a:pt x="797456" y="29642"/>
                  </a:lnTo>
                  <a:lnTo>
                    <a:pt x="810229" y="30117"/>
                  </a:lnTo>
                  <a:lnTo>
                    <a:pt x="822670" y="30579"/>
                  </a:lnTo>
                  <a:lnTo>
                    <a:pt x="834796" y="31030"/>
                  </a:lnTo>
                  <a:lnTo>
                    <a:pt x="846623" y="31470"/>
                  </a:lnTo>
                  <a:lnTo>
                    <a:pt x="858164" y="31899"/>
                  </a:lnTo>
                  <a:lnTo>
                    <a:pt x="869434" y="32318"/>
                  </a:lnTo>
                  <a:lnTo>
                    <a:pt x="880445" y="32727"/>
                  </a:lnTo>
                  <a:lnTo>
                    <a:pt x="891208" y="33127"/>
                  </a:lnTo>
                  <a:lnTo>
                    <a:pt x="901735" y="33518"/>
                  </a:lnTo>
                  <a:lnTo>
                    <a:pt x="912036" y="33901"/>
                  </a:lnTo>
                  <a:lnTo>
                    <a:pt x="922119" y="34276"/>
                  </a:lnTo>
                  <a:lnTo>
                    <a:pt x="931995" y="34643"/>
                  </a:lnTo>
                  <a:lnTo>
                    <a:pt x="941671" y="35003"/>
                  </a:lnTo>
                  <a:lnTo>
                    <a:pt x="951155" y="35355"/>
                  </a:lnTo>
                  <a:lnTo>
                    <a:pt x="960456" y="35701"/>
                  </a:lnTo>
                  <a:lnTo>
                    <a:pt x="969579" y="36040"/>
                  </a:lnTo>
                  <a:lnTo>
                    <a:pt x="978531" y="36373"/>
                  </a:lnTo>
                  <a:lnTo>
                    <a:pt x="987320" y="36700"/>
                  </a:lnTo>
                  <a:lnTo>
                    <a:pt x="995950" y="3702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80600" y="3101861"/>
              <a:ext cx="995950" cy="216059"/>
            </a:xfrm>
            <a:custGeom>
              <a:avLst/>
              <a:pathLst>
                <a:path w="995950" h="216059">
                  <a:moveTo>
                    <a:pt x="0" y="0"/>
                  </a:moveTo>
                  <a:lnTo>
                    <a:pt x="63954" y="13874"/>
                  </a:lnTo>
                  <a:lnTo>
                    <a:pt x="120367" y="26112"/>
                  </a:lnTo>
                  <a:lnTo>
                    <a:pt x="170829" y="37059"/>
                  </a:lnTo>
                  <a:lnTo>
                    <a:pt x="216478" y="46962"/>
                  </a:lnTo>
                  <a:lnTo>
                    <a:pt x="258152" y="56003"/>
                  </a:lnTo>
                  <a:lnTo>
                    <a:pt x="296489" y="64319"/>
                  </a:lnTo>
                  <a:lnTo>
                    <a:pt x="331983" y="72019"/>
                  </a:lnTo>
                  <a:lnTo>
                    <a:pt x="365027" y="79188"/>
                  </a:lnTo>
                  <a:lnTo>
                    <a:pt x="395938" y="85894"/>
                  </a:lnTo>
                  <a:lnTo>
                    <a:pt x="424974" y="92193"/>
                  </a:lnTo>
                  <a:lnTo>
                    <a:pt x="452350" y="98132"/>
                  </a:lnTo>
                  <a:lnTo>
                    <a:pt x="478246" y="103749"/>
                  </a:lnTo>
                  <a:lnTo>
                    <a:pt x="502813" y="109079"/>
                  </a:lnTo>
                  <a:lnTo>
                    <a:pt x="526181" y="114148"/>
                  </a:lnTo>
                  <a:lnTo>
                    <a:pt x="548462" y="118982"/>
                  </a:lnTo>
                  <a:lnTo>
                    <a:pt x="569752" y="123600"/>
                  </a:lnTo>
                  <a:lnTo>
                    <a:pt x="590136" y="128023"/>
                  </a:lnTo>
                  <a:lnTo>
                    <a:pt x="609687" y="132264"/>
                  </a:lnTo>
                  <a:lnTo>
                    <a:pt x="628472" y="136339"/>
                  </a:lnTo>
                  <a:lnTo>
                    <a:pt x="646548" y="140260"/>
                  </a:lnTo>
                  <a:lnTo>
                    <a:pt x="663966" y="144039"/>
                  </a:lnTo>
                  <a:lnTo>
                    <a:pt x="680773" y="147685"/>
                  </a:lnTo>
                  <a:lnTo>
                    <a:pt x="697010" y="151208"/>
                  </a:lnTo>
                  <a:lnTo>
                    <a:pt x="712715" y="154615"/>
                  </a:lnTo>
                  <a:lnTo>
                    <a:pt x="727921" y="157913"/>
                  </a:lnTo>
                  <a:lnTo>
                    <a:pt x="742659" y="161111"/>
                  </a:lnTo>
                  <a:lnTo>
                    <a:pt x="756957" y="164213"/>
                  </a:lnTo>
                  <a:lnTo>
                    <a:pt x="770841" y="167224"/>
                  </a:lnTo>
                  <a:lnTo>
                    <a:pt x="784334" y="170151"/>
                  </a:lnTo>
                  <a:lnTo>
                    <a:pt x="797456" y="172998"/>
                  </a:lnTo>
                  <a:lnTo>
                    <a:pt x="810229" y="175769"/>
                  </a:lnTo>
                  <a:lnTo>
                    <a:pt x="822670" y="178468"/>
                  </a:lnTo>
                  <a:lnTo>
                    <a:pt x="834796" y="181099"/>
                  </a:lnTo>
                  <a:lnTo>
                    <a:pt x="846623" y="183664"/>
                  </a:lnTo>
                  <a:lnTo>
                    <a:pt x="858164" y="186168"/>
                  </a:lnTo>
                  <a:lnTo>
                    <a:pt x="869434" y="188613"/>
                  </a:lnTo>
                  <a:lnTo>
                    <a:pt x="880445" y="191002"/>
                  </a:lnTo>
                  <a:lnTo>
                    <a:pt x="891208" y="193337"/>
                  </a:lnTo>
                  <a:lnTo>
                    <a:pt x="901735" y="195620"/>
                  </a:lnTo>
                  <a:lnTo>
                    <a:pt x="912036" y="197855"/>
                  </a:lnTo>
                  <a:lnTo>
                    <a:pt x="922119" y="200042"/>
                  </a:lnTo>
                  <a:lnTo>
                    <a:pt x="931995" y="202185"/>
                  </a:lnTo>
                  <a:lnTo>
                    <a:pt x="941671" y="204284"/>
                  </a:lnTo>
                  <a:lnTo>
                    <a:pt x="951155" y="206341"/>
                  </a:lnTo>
                  <a:lnTo>
                    <a:pt x="960456" y="208359"/>
                  </a:lnTo>
                  <a:lnTo>
                    <a:pt x="969579" y="210338"/>
                  </a:lnTo>
                  <a:lnTo>
                    <a:pt x="978531" y="212280"/>
                  </a:lnTo>
                  <a:lnTo>
                    <a:pt x="987320" y="214187"/>
                  </a:lnTo>
                  <a:lnTo>
                    <a:pt x="995950" y="21605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80600" y="3038156"/>
              <a:ext cx="995950" cy="323449"/>
            </a:xfrm>
            <a:custGeom>
              <a:avLst/>
              <a:pathLst>
                <a:path w="995950" h="323449">
                  <a:moveTo>
                    <a:pt x="0" y="323449"/>
                  </a:moveTo>
                  <a:lnTo>
                    <a:pt x="63954" y="302679"/>
                  </a:lnTo>
                  <a:lnTo>
                    <a:pt x="120367" y="284358"/>
                  </a:lnTo>
                  <a:lnTo>
                    <a:pt x="170829" y="267969"/>
                  </a:lnTo>
                  <a:lnTo>
                    <a:pt x="216478" y="253144"/>
                  </a:lnTo>
                  <a:lnTo>
                    <a:pt x="258152" y="239610"/>
                  </a:lnTo>
                  <a:lnTo>
                    <a:pt x="296489" y="227160"/>
                  </a:lnTo>
                  <a:lnTo>
                    <a:pt x="331983" y="215632"/>
                  </a:lnTo>
                  <a:lnTo>
                    <a:pt x="365027" y="204901"/>
                  </a:lnTo>
                  <a:lnTo>
                    <a:pt x="395938" y="194862"/>
                  </a:lnTo>
                  <a:lnTo>
                    <a:pt x="424974" y="185432"/>
                  </a:lnTo>
                  <a:lnTo>
                    <a:pt x="452350" y="176541"/>
                  </a:lnTo>
                  <a:lnTo>
                    <a:pt x="478246" y="168131"/>
                  </a:lnTo>
                  <a:lnTo>
                    <a:pt x="502813" y="160153"/>
                  </a:lnTo>
                  <a:lnTo>
                    <a:pt x="526181" y="152564"/>
                  </a:lnTo>
                  <a:lnTo>
                    <a:pt x="548462" y="145328"/>
                  </a:lnTo>
                  <a:lnTo>
                    <a:pt x="569752" y="138414"/>
                  </a:lnTo>
                  <a:lnTo>
                    <a:pt x="590136" y="131794"/>
                  </a:lnTo>
                  <a:lnTo>
                    <a:pt x="609687" y="125444"/>
                  </a:lnTo>
                  <a:lnTo>
                    <a:pt x="628472" y="119343"/>
                  </a:lnTo>
                  <a:lnTo>
                    <a:pt x="646548" y="113473"/>
                  </a:lnTo>
                  <a:lnTo>
                    <a:pt x="663966" y="107816"/>
                  </a:lnTo>
                  <a:lnTo>
                    <a:pt x="680773" y="102358"/>
                  </a:lnTo>
                  <a:lnTo>
                    <a:pt x="697010" y="97084"/>
                  </a:lnTo>
                  <a:lnTo>
                    <a:pt x="712715" y="91984"/>
                  </a:lnTo>
                  <a:lnTo>
                    <a:pt x="727921" y="87046"/>
                  </a:lnTo>
                  <a:lnTo>
                    <a:pt x="742659" y="82259"/>
                  </a:lnTo>
                  <a:lnTo>
                    <a:pt x="756957" y="77616"/>
                  </a:lnTo>
                  <a:lnTo>
                    <a:pt x="770841" y="73107"/>
                  </a:lnTo>
                  <a:lnTo>
                    <a:pt x="784334" y="68725"/>
                  </a:lnTo>
                  <a:lnTo>
                    <a:pt x="797456" y="64463"/>
                  </a:lnTo>
                  <a:lnTo>
                    <a:pt x="810229" y="60315"/>
                  </a:lnTo>
                  <a:lnTo>
                    <a:pt x="822670" y="56275"/>
                  </a:lnTo>
                  <a:lnTo>
                    <a:pt x="834796" y="52337"/>
                  </a:lnTo>
                  <a:lnTo>
                    <a:pt x="846623" y="48496"/>
                  </a:lnTo>
                  <a:lnTo>
                    <a:pt x="858164" y="44747"/>
                  </a:lnTo>
                  <a:lnTo>
                    <a:pt x="869434" y="41087"/>
                  </a:lnTo>
                  <a:lnTo>
                    <a:pt x="880445" y="37511"/>
                  </a:lnTo>
                  <a:lnTo>
                    <a:pt x="891208" y="34016"/>
                  </a:lnTo>
                  <a:lnTo>
                    <a:pt x="901735" y="30597"/>
                  </a:lnTo>
                  <a:lnTo>
                    <a:pt x="912036" y="27252"/>
                  </a:lnTo>
                  <a:lnTo>
                    <a:pt x="922119" y="23977"/>
                  </a:lnTo>
                  <a:lnTo>
                    <a:pt x="931995" y="20770"/>
                  </a:lnTo>
                  <a:lnTo>
                    <a:pt x="941671" y="17627"/>
                  </a:lnTo>
                  <a:lnTo>
                    <a:pt x="951155" y="14547"/>
                  </a:lnTo>
                  <a:lnTo>
                    <a:pt x="960456" y="11527"/>
                  </a:lnTo>
                  <a:lnTo>
                    <a:pt x="969579" y="8564"/>
                  </a:lnTo>
                  <a:lnTo>
                    <a:pt x="978531" y="5656"/>
                  </a:lnTo>
                  <a:lnTo>
                    <a:pt x="987320" y="2802"/>
                  </a:lnTo>
                  <a:lnTo>
                    <a:pt x="99595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80600" y="3234889"/>
              <a:ext cx="995950" cy="3846"/>
            </a:xfrm>
            <a:custGeom>
              <a:avLst/>
              <a:pathLst>
                <a:path w="995950" h="3846">
                  <a:moveTo>
                    <a:pt x="0" y="3846"/>
                  </a:moveTo>
                  <a:lnTo>
                    <a:pt x="63954" y="3599"/>
                  </a:lnTo>
                  <a:lnTo>
                    <a:pt x="120367" y="3381"/>
                  </a:lnTo>
                  <a:lnTo>
                    <a:pt x="170829" y="3186"/>
                  </a:lnTo>
                  <a:lnTo>
                    <a:pt x="216478" y="3010"/>
                  </a:lnTo>
                  <a:lnTo>
                    <a:pt x="258152" y="2849"/>
                  </a:lnTo>
                  <a:lnTo>
                    <a:pt x="296489" y="2701"/>
                  </a:lnTo>
                  <a:lnTo>
                    <a:pt x="331983" y="2564"/>
                  </a:lnTo>
                  <a:lnTo>
                    <a:pt x="365027" y="2436"/>
                  </a:lnTo>
                  <a:lnTo>
                    <a:pt x="395938" y="2317"/>
                  </a:lnTo>
                  <a:lnTo>
                    <a:pt x="424974" y="2205"/>
                  </a:lnTo>
                  <a:lnTo>
                    <a:pt x="452350" y="2099"/>
                  </a:lnTo>
                  <a:lnTo>
                    <a:pt x="478246" y="1999"/>
                  </a:lnTo>
                  <a:lnTo>
                    <a:pt x="502813" y="1904"/>
                  </a:lnTo>
                  <a:lnTo>
                    <a:pt x="526181" y="1814"/>
                  </a:lnTo>
                  <a:lnTo>
                    <a:pt x="548462" y="1728"/>
                  </a:lnTo>
                  <a:lnTo>
                    <a:pt x="569752" y="1646"/>
                  </a:lnTo>
                  <a:lnTo>
                    <a:pt x="590136" y="1567"/>
                  </a:lnTo>
                  <a:lnTo>
                    <a:pt x="609687" y="1491"/>
                  </a:lnTo>
                  <a:lnTo>
                    <a:pt x="628472" y="1419"/>
                  </a:lnTo>
                  <a:lnTo>
                    <a:pt x="646548" y="1349"/>
                  </a:lnTo>
                  <a:lnTo>
                    <a:pt x="663966" y="1282"/>
                  </a:lnTo>
                  <a:lnTo>
                    <a:pt x="680773" y="1217"/>
                  </a:lnTo>
                  <a:lnTo>
                    <a:pt x="697010" y="1154"/>
                  </a:lnTo>
                  <a:lnTo>
                    <a:pt x="712715" y="1093"/>
                  </a:lnTo>
                  <a:lnTo>
                    <a:pt x="727921" y="1035"/>
                  </a:lnTo>
                  <a:lnTo>
                    <a:pt x="742659" y="978"/>
                  </a:lnTo>
                  <a:lnTo>
                    <a:pt x="756957" y="923"/>
                  </a:lnTo>
                  <a:lnTo>
                    <a:pt x="770841" y="869"/>
                  </a:lnTo>
                  <a:lnTo>
                    <a:pt x="784334" y="817"/>
                  </a:lnTo>
                  <a:lnTo>
                    <a:pt x="797456" y="766"/>
                  </a:lnTo>
                  <a:lnTo>
                    <a:pt x="810229" y="717"/>
                  </a:lnTo>
                  <a:lnTo>
                    <a:pt x="822670" y="669"/>
                  </a:lnTo>
                  <a:lnTo>
                    <a:pt x="834796" y="622"/>
                  </a:lnTo>
                  <a:lnTo>
                    <a:pt x="846623" y="576"/>
                  </a:lnTo>
                  <a:lnTo>
                    <a:pt x="858164" y="532"/>
                  </a:lnTo>
                  <a:lnTo>
                    <a:pt x="869434" y="488"/>
                  </a:lnTo>
                  <a:lnTo>
                    <a:pt x="880445" y="446"/>
                  </a:lnTo>
                  <a:lnTo>
                    <a:pt x="891208" y="404"/>
                  </a:lnTo>
                  <a:lnTo>
                    <a:pt x="901735" y="363"/>
                  </a:lnTo>
                  <a:lnTo>
                    <a:pt x="912036" y="324"/>
                  </a:lnTo>
                  <a:lnTo>
                    <a:pt x="922119" y="285"/>
                  </a:lnTo>
                  <a:lnTo>
                    <a:pt x="931995" y="247"/>
                  </a:lnTo>
                  <a:lnTo>
                    <a:pt x="941671" y="209"/>
                  </a:lnTo>
                  <a:lnTo>
                    <a:pt x="951155" y="173"/>
                  </a:lnTo>
                  <a:lnTo>
                    <a:pt x="960456" y="137"/>
                  </a:lnTo>
                  <a:lnTo>
                    <a:pt x="969579" y="101"/>
                  </a:lnTo>
                  <a:lnTo>
                    <a:pt x="978531" y="67"/>
                  </a:lnTo>
                  <a:lnTo>
                    <a:pt x="987320" y="33"/>
                  </a:lnTo>
                  <a:lnTo>
                    <a:pt x="99595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80600" y="2859162"/>
              <a:ext cx="995950" cy="174999"/>
            </a:xfrm>
            <a:custGeom>
              <a:avLst/>
              <a:pathLst>
                <a:path w="995950" h="174999">
                  <a:moveTo>
                    <a:pt x="0" y="174999"/>
                  </a:moveTo>
                  <a:lnTo>
                    <a:pt x="63954" y="163761"/>
                  </a:lnTo>
                  <a:lnTo>
                    <a:pt x="120367" y="153849"/>
                  </a:lnTo>
                  <a:lnTo>
                    <a:pt x="170829" y="144982"/>
                  </a:lnTo>
                  <a:lnTo>
                    <a:pt x="216478" y="136961"/>
                  </a:lnTo>
                  <a:lnTo>
                    <a:pt x="258152" y="129638"/>
                  </a:lnTo>
                  <a:lnTo>
                    <a:pt x="296489" y="122902"/>
                  </a:lnTo>
                  <a:lnTo>
                    <a:pt x="331983" y="116666"/>
                  </a:lnTo>
                  <a:lnTo>
                    <a:pt x="365027" y="110859"/>
                  </a:lnTo>
                  <a:lnTo>
                    <a:pt x="395938" y="105428"/>
                  </a:lnTo>
                  <a:lnTo>
                    <a:pt x="424974" y="100326"/>
                  </a:lnTo>
                  <a:lnTo>
                    <a:pt x="452350" y="95516"/>
                  </a:lnTo>
                  <a:lnTo>
                    <a:pt x="478246" y="90966"/>
                  </a:lnTo>
                  <a:lnTo>
                    <a:pt x="502813" y="86649"/>
                  </a:lnTo>
                  <a:lnTo>
                    <a:pt x="526181" y="82543"/>
                  </a:lnTo>
                  <a:lnTo>
                    <a:pt x="548462" y="78628"/>
                  </a:lnTo>
                  <a:lnTo>
                    <a:pt x="569752" y="74887"/>
                  </a:lnTo>
                  <a:lnTo>
                    <a:pt x="590136" y="71305"/>
                  </a:lnTo>
                  <a:lnTo>
                    <a:pt x="609687" y="67870"/>
                  </a:lnTo>
                  <a:lnTo>
                    <a:pt x="628472" y="64569"/>
                  </a:lnTo>
                  <a:lnTo>
                    <a:pt x="646548" y="61393"/>
                  </a:lnTo>
                  <a:lnTo>
                    <a:pt x="663966" y="58333"/>
                  </a:lnTo>
                  <a:lnTo>
                    <a:pt x="680773" y="55379"/>
                  </a:lnTo>
                  <a:lnTo>
                    <a:pt x="697010" y="52526"/>
                  </a:lnTo>
                  <a:lnTo>
                    <a:pt x="712715" y="49767"/>
                  </a:lnTo>
                  <a:lnTo>
                    <a:pt x="727921" y="47095"/>
                  </a:lnTo>
                  <a:lnTo>
                    <a:pt x="742659" y="44505"/>
                  </a:lnTo>
                  <a:lnTo>
                    <a:pt x="756957" y="41993"/>
                  </a:lnTo>
                  <a:lnTo>
                    <a:pt x="770841" y="39554"/>
                  </a:lnTo>
                  <a:lnTo>
                    <a:pt x="784334" y="37183"/>
                  </a:lnTo>
                  <a:lnTo>
                    <a:pt x="797456" y="34877"/>
                  </a:lnTo>
                  <a:lnTo>
                    <a:pt x="810229" y="32633"/>
                  </a:lnTo>
                  <a:lnTo>
                    <a:pt x="822670" y="30447"/>
                  </a:lnTo>
                  <a:lnTo>
                    <a:pt x="834796" y="28316"/>
                  </a:lnTo>
                  <a:lnTo>
                    <a:pt x="846623" y="26238"/>
                  </a:lnTo>
                  <a:lnTo>
                    <a:pt x="858164" y="24210"/>
                  </a:lnTo>
                  <a:lnTo>
                    <a:pt x="869434" y="22230"/>
                  </a:lnTo>
                  <a:lnTo>
                    <a:pt x="880445" y="20295"/>
                  </a:lnTo>
                  <a:lnTo>
                    <a:pt x="891208" y="18404"/>
                  </a:lnTo>
                  <a:lnTo>
                    <a:pt x="901735" y="16554"/>
                  </a:lnTo>
                  <a:lnTo>
                    <a:pt x="912036" y="14744"/>
                  </a:lnTo>
                  <a:lnTo>
                    <a:pt x="922119" y="12972"/>
                  </a:lnTo>
                  <a:lnTo>
                    <a:pt x="931995" y="11237"/>
                  </a:lnTo>
                  <a:lnTo>
                    <a:pt x="941671" y="9537"/>
                  </a:lnTo>
                  <a:lnTo>
                    <a:pt x="951155" y="7870"/>
                  </a:lnTo>
                  <a:lnTo>
                    <a:pt x="960456" y="6236"/>
                  </a:lnTo>
                  <a:lnTo>
                    <a:pt x="969579" y="4633"/>
                  </a:lnTo>
                  <a:lnTo>
                    <a:pt x="978531" y="3060"/>
                  </a:lnTo>
                  <a:lnTo>
                    <a:pt x="987320" y="1516"/>
                  </a:lnTo>
                  <a:lnTo>
                    <a:pt x="99595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80600" y="3025978"/>
              <a:ext cx="995950" cy="148609"/>
            </a:xfrm>
            <a:custGeom>
              <a:avLst/>
              <a:pathLst>
                <a:path w="995950" h="148609">
                  <a:moveTo>
                    <a:pt x="0" y="0"/>
                  </a:moveTo>
                  <a:lnTo>
                    <a:pt x="63954" y="9542"/>
                  </a:lnTo>
                  <a:lnTo>
                    <a:pt x="120367" y="17960"/>
                  </a:lnTo>
                  <a:lnTo>
                    <a:pt x="170829" y="25490"/>
                  </a:lnTo>
                  <a:lnTo>
                    <a:pt x="216478" y="32301"/>
                  </a:lnTo>
                  <a:lnTo>
                    <a:pt x="258152" y="38520"/>
                  </a:lnTo>
                  <a:lnTo>
                    <a:pt x="296489" y="44240"/>
                  </a:lnTo>
                  <a:lnTo>
                    <a:pt x="331983" y="49536"/>
                  </a:lnTo>
                  <a:lnTo>
                    <a:pt x="365027" y="54467"/>
                  </a:lnTo>
                  <a:lnTo>
                    <a:pt x="395938" y="59079"/>
                  </a:lnTo>
                  <a:lnTo>
                    <a:pt x="424974" y="63412"/>
                  </a:lnTo>
                  <a:lnTo>
                    <a:pt x="452350" y="67497"/>
                  </a:lnTo>
                  <a:lnTo>
                    <a:pt x="478246" y="71361"/>
                  </a:lnTo>
                  <a:lnTo>
                    <a:pt x="502813" y="75026"/>
                  </a:lnTo>
                  <a:lnTo>
                    <a:pt x="526181" y="78513"/>
                  </a:lnTo>
                  <a:lnTo>
                    <a:pt x="548462" y="81838"/>
                  </a:lnTo>
                  <a:lnTo>
                    <a:pt x="569752" y="85015"/>
                  </a:lnTo>
                  <a:lnTo>
                    <a:pt x="590136" y="88056"/>
                  </a:lnTo>
                  <a:lnTo>
                    <a:pt x="609687" y="90974"/>
                  </a:lnTo>
                  <a:lnTo>
                    <a:pt x="628472" y="93777"/>
                  </a:lnTo>
                  <a:lnTo>
                    <a:pt x="646548" y="96474"/>
                  </a:lnTo>
                  <a:lnTo>
                    <a:pt x="663966" y="99073"/>
                  </a:lnTo>
                  <a:lnTo>
                    <a:pt x="680773" y="101581"/>
                  </a:lnTo>
                  <a:lnTo>
                    <a:pt x="697010" y="104003"/>
                  </a:lnTo>
                  <a:lnTo>
                    <a:pt x="712715" y="106347"/>
                  </a:lnTo>
                  <a:lnTo>
                    <a:pt x="727921" y="108616"/>
                  </a:lnTo>
                  <a:lnTo>
                    <a:pt x="742659" y="110815"/>
                  </a:lnTo>
                  <a:lnTo>
                    <a:pt x="756957" y="112948"/>
                  </a:lnTo>
                  <a:lnTo>
                    <a:pt x="770841" y="115020"/>
                  </a:lnTo>
                  <a:lnTo>
                    <a:pt x="784334" y="117033"/>
                  </a:lnTo>
                  <a:lnTo>
                    <a:pt x="797456" y="118991"/>
                  </a:lnTo>
                  <a:lnTo>
                    <a:pt x="810229" y="120897"/>
                  </a:lnTo>
                  <a:lnTo>
                    <a:pt x="822670" y="122754"/>
                  </a:lnTo>
                  <a:lnTo>
                    <a:pt x="834796" y="124563"/>
                  </a:lnTo>
                  <a:lnTo>
                    <a:pt x="846623" y="126328"/>
                  </a:lnTo>
                  <a:lnTo>
                    <a:pt x="858164" y="128050"/>
                  </a:lnTo>
                  <a:lnTo>
                    <a:pt x="869434" y="129731"/>
                  </a:lnTo>
                  <a:lnTo>
                    <a:pt x="880445" y="131374"/>
                  </a:lnTo>
                  <a:lnTo>
                    <a:pt x="891208" y="132980"/>
                  </a:lnTo>
                  <a:lnTo>
                    <a:pt x="901735" y="134551"/>
                  </a:lnTo>
                  <a:lnTo>
                    <a:pt x="912036" y="136088"/>
                  </a:lnTo>
                  <a:lnTo>
                    <a:pt x="922119" y="137593"/>
                  </a:lnTo>
                  <a:lnTo>
                    <a:pt x="931995" y="139066"/>
                  </a:lnTo>
                  <a:lnTo>
                    <a:pt x="941671" y="140510"/>
                  </a:lnTo>
                  <a:lnTo>
                    <a:pt x="951155" y="141925"/>
                  </a:lnTo>
                  <a:lnTo>
                    <a:pt x="960456" y="143313"/>
                  </a:lnTo>
                  <a:lnTo>
                    <a:pt x="969579" y="144674"/>
                  </a:lnTo>
                  <a:lnTo>
                    <a:pt x="978531" y="146010"/>
                  </a:lnTo>
                  <a:lnTo>
                    <a:pt x="987320" y="147322"/>
                  </a:lnTo>
                  <a:lnTo>
                    <a:pt x="995950" y="14860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80600" y="3218317"/>
              <a:ext cx="995950" cy="67091"/>
            </a:xfrm>
            <a:custGeom>
              <a:avLst/>
              <a:pathLst>
                <a:path w="995950" h="67091">
                  <a:moveTo>
                    <a:pt x="0" y="0"/>
                  </a:moveTo>
                  <a:lnTo>
                    <a:pt x="63954" y="4308"/>
                  </a:lnTo>
                  <a:lnTo>
                    <a:pt x="120367" y="8108"/>
                  </a:lnTo>
                  <a:lnTo>
                    <a:pt x="170829" y="11507"/>
                  </a:lnTo>
                  <a:lnTo>
                    <a:pt x="216478" y="14583"/>
                  </a:lnTo>
                  <a:lnTo>
                    <a:pt x="258152" y="17390"/>
                  </a:lnTo>
                  <a:lnTo>
                    <a:pt x="296489" y="19972"/>
                  </a:lnTo>
                  <a:lnTo>
                    <a:pt x="331983" y="22363"/>
                  </a:lnTo>
                  <a:lnTo>
                    <a:pt x="365027" y="24589"/>
                  </a:lnTo>
                  <a:lnTo>
                    <a:pt x="395938" y="26672"/>
                  </a:lnTo>
                  <a:lnTo>
                    <a:pt x="424974" y="28628"/>
                  </a:lnTo>
                  <a:lnTo>
                    <a:pt x="452350" y="30472"/>
                  </a:lnTo>
                  <a:lnTo>
                    <a:pt x="478246" y="32216"/>
                  </a:lnTo>
                  <a:lnTo>
                    <a:pt x="502813" y="33871"/>
                  </a:lnTo>
                  <a:lnTo>
                    <a:pt x="526181" y="35446"/>
                  </a:lnTo>
                  <a:lnTo>
                    <a:pt x="548462" y="36946"/>
                  </a:lnTo>
                  <a:lnTo>
                    <a:pt x="569752" y="38381"/>
                  </a:lnTo>
                  <a:lnTo>
                    <a:pt x="590136" y="39754"/>
                  </a:lnTo>
                  <a:lnTo>
                    <a:pt x="609687" y="41071"/>
                  </a:lnTo>
                  <a:lnTo>
                    <a:pt x="628472" y="42336"/>
                  </a:lnTo>
                  <a:lnTo>
                    <a:pt x="646548" y="43554"/>
                  </a:lnTo>
                  <a:lnTo>
                    <a:pt x="663966" y="44727"/>
                  </a:lnTo>
                  <a:lnTo>
                    <a:pt x="680773" y="45860"/>
                  </a:lnTo>
                  <a:lnTo>
                    <a:pt x="697010" y="46953"/>
                  </a:lnTo>
                  <a:lnTo>
                    <a:pt x="712715" y="48011"/>
                  </a:lnTo>
                  <a:lnTo>
                    <a:pt x="727921" y="49036"/>
                  </a:lnTo>
                  <a:lnTo>
                    <a:pt x="742659" y="50029"/>
                  </a:lnTo>
                  <a:lnTo>
                    <a:pt x="756957" y="50992"/>
                  </a:lnTo>
                  <a:lnTo>
                    <a:pt x="770841" y="51927"/>
                  </a:lnTo>
                  <a:lnTo>
                    <a:pt x="784334" y="52836"/>
                  </a:lnTo>
                  <a:lnTo>
                    <a:pt x="797456" y="53720"/>
                  </a:lnTo>
                  <a:lnTo>
                    <a:pt x="810229" y="54580"/>
                  </a:lnTo>
                  <a:lnTo>
                    <a:pt x="822670" y="55418"/>
                  </a:lnTo>
                  <a:lnTo>
                    <a:pt x="834796" y="56235"/>
                  </a:lnTo>
                  <a:lnTo>
                    <a:pt x="846623" y="57032"/>
                  </a:lnTo>
                  <a:lnTo>
                    <a:pt x="858164" y="57809"/>
                  </a:lnTo>
                  <a:lnTo>
                    <a:pt x="869434" y="58569"/>
                  </a:lnTo>
                  <a:lnTo>
                    <a:pt x="880445" y="59310"/>
                  </a:lnTo>
                  <a:lnTo>
                    <a:pt x="891208" y="60036"/>
                  </a:lnTo>
                  <a:lnTo>
                    <a:pt x="901735" y="60745"/>
                  </a:lnTo>
                  <a:lnTo>
                    <a:pt x="912036" y="61439"/>
                  </a:lnTo>
                  <a:lnTo>
                    <a:pt x="922119" y="62118"/>
                  </a:lnTo>
                  <a:lnTo>
                    <a:pt x="931995" y="62783"/>
                  </a:lnTo>
                  <a:lnTo>
                    <a:pt x="941671" y="63435"/>
                  </a:lnTo>
                  <a:lnTo>
                    <a:pt x="951155" y="64074"/>
                  </a:lnTo>
                  <a:lnTo>
                    <a:pt x="960456" y="64700"/>
                  </a:lnTo>
                  <a:lnTo>
                    <a:pt x="969579" y="65315"/>
                  </a:lnTo>
                  <a:lnTo>
                    <a:pt x="978531" y="65918"/>
                  </a:lnTo>
                  <a:lnTo>
                    <a:pt x="987320" y="66510"/>
                  </a:lnTo>
                  <a:lnTo>
                    <a:pt x="995950" y="6709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80600" y="3099821"/>
              <a:ext cx="995950" cy="141578"/>
            </a:xfrm>
            <a:custGeom>
              <a:avLst/>
              <a:pathLst>
                <a:path w="995950" h="141578">
                  <a:moveTo>
                    <a:pt x="0" y="0"/>
                  </a:moveTo>
                  <a:lnTo>
                    <a:pt x="63954" y="9091"/>
                  </a:lnTo>
                  <a:lnTo>
                    <a:pt x="120367" y="17110"/>
                  </a:lnTo>
                  <a:lnTo>
                    <a:pt x="170829" y="24284"/>
                  </a:lnTo>
                  <a:lnTo>
                    <a:pt x="216478" y="30773"/>
                  </a:lnTo>
                  <a:lnTo>
                    <a:pt x="258152" y="36697"/>
                  </a:lnTo>
                  <a:lnTo>
                    <a:pt x="296489" y="42147"/>
                  </a:lnTo>
                  <a:lnTo>
                    <a:pt x="331983" y="47192"/>
                  </a:lnTo>
                  <a:lnTo>
                    <a:pt x="365027" y="51890"/>
                  </a:lnTo>
                  <a:lnTo>
                    <a:pt x="395938" y="56284"/>
                  </a:lnTo>
                  <a:lnTo>
                    <a:pt x="424974" y="60411"/>
                  </a:lnTo>
                  <a:lnTo>
                    <a:pt x="452350" y="64303"/>
                  </a:lnTo>
                  <a:lnTo>
                    <a:pt x="478246" y="67984"/>
                  </a:lnTo>
                  <a:lnTo>
                    <a:pt x="502813" y="71476"/>
                  </a:lnTo>
                  <a:lnTo>
                    <a:pt x="526181" y="74798"/>
                  </a:lnTo>
                  <a:lnTo>
                    <a:pt x="548462" y="77965"/>
                  </a:lnTo>
                  <a:lnTo>
                    <a:pt x="569752" y="80992"/>
                  </a:lnTo>
                  <a:lnTo>
                    <a:pt x="590136" y="83890"/>
                  </a:lnTo>
                  <a:lnTo>
                    <a:pt x="609687" y="86669"/>
                  </a:lnTo>
                  <a:lnTo>
                    <a:pt x="628472" y="89339"/>
                  </a:lnTo>
                  <a:lnTo>
                    <a:pt x="646548" y="91909"/>
                  </a:lnTo>
                  <a:lnTo>
                    <a:pt x="663966" y="94385"/>
                  </a:lnTo>
                  <a:lnTo>
                    <a:pt x="680773" y="96774"/>
                  </a:lnTo>
                  <a:lnTo>
                    <a:pt x="697010" y="99082"/>
                  </a:lnTo>
                  <a:lnTo>
                    <a:pt x="712715" y="101315"/>
                  </a:lnTo>
                  <a:lnTo>
                    <a:pt x="727921" y="103476"/>
                  </a:lnTo>
                  <a:lnTo>
                    <a:pt x="742659" y="105571"/>
                  </a:lnTo>
                  <a:lnTo>
                    <a:pt x="756957" y="107604"/>
                  </a:lnTo>
                  <a:lnTo>
                    <a:pt x="770841" y="109578"/>
                  </a:lnTo>
                  <a:lnTo>
                    <a:pt x="784334" y="111496"/>
                  </a:lnTo>
                  <a:lnTo>
                    <a:pt x="797456" y="113361"/>
                  </a:lnTo>
                  <a:lnTo>
                    <a:pt x="810229" y="115177"/>
                  </a:lnTo>
                  <a:lnTo>
                    <a:pt x="822670" y="116945"/>
                  </a:lnTo>
                  <a:lnTo>
                    <a:pt x="834796" y="118669"/>
                  </a:lnTo>
                  <a:lnTo>
                    <a:pt x="846623" y="120350"/>
                  </a:lnTo>
                  <a:lnTo>
                    <a:pt x="858164" y="121991"/>
                  </a:lnTo>
                  <a:lnTo>
                    <a:pt x="869434" y="123593"/>
                  </a:lnTo>
                  <a:lnTo>
                    <a:pt x="880445" y="125158"/>
                  </a:lnTo>
                  <a:lnTo>
                    <a:pt x="891208" y="126688"/>
                  </a:lnTo>
                  <a:lnTo>
                    <a:pt x="901735" y="128185"/>
                  </a:lnTo>
                  <a:lnTo>
                    <a:pt x="912036" y="129649"/>
                  </a:lnTo>
                  <a:lnTo>
                    <a:pt x="922119" y="131082"/>
                  </a:lnTo>
                  <a:lnTo>
                    <a:pt x="931995" y="132486"/>
                  </a:lnTo>
                  <a:lnTo>
                    <a:pt x="941671" y="133862"/>
                  </a:lnTo>
                  <a:lnTo>
                    <a:pt x="951155" y="135210"/>
                  </a:lnTo>
                  <a:lnTo>
                    <a:pt x="960456" y="136532"/>
                  </a:lnTo>
                  <a:lnTo>
                    <a:pt x="969579" y="137829"/>
                  </a:lnTo>
                  <a:lnTo>
                    <a:pt x="978531" y="139102"/>
                  </a:lnTo>
                  <a:lnTo>
                    <a:pt x="987320" y="140351"/>
                  </a:lnTo>
                  <a:lnTo>
                    <a:pt x="995950" y="14157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480600" y="3063762"/>
              <a:ext cx="995950" cy="119186"/>
            </a:xfrm>
            <a:custGeom>
              <a:avLst/>
              <a:pathLst>
                <a:path w="995950" h="119186">
                  <a:moveTo>
                    <a:pt x="0" y="0"/>
                  </a:moveTo>
                  <a:lnTo>
                    <a:pt x="63954" y="7653"/>
                  </a:lnTo>
                  <a:lnTo>
                    <a:pt x="120367" y="14404"/>
                  </a:lnTo>
                  <a:lnTo>
                    <a:pt x="170829" y="20443"/>
                  </a:lnTo>
                  <a:lnTo>
                    <a:pt x="216478" y="25906"/>
                  </a:lnTo>
                  <a:lnTo>
                    <a:pt x="258152" y="30893"/>
                  </a:lnTo>
                  <a:lnTo>
                    <a:pt x="296489" y="35481"/>
                  </a:lnTo>
                  <a:lnTo>
                    <a:pt x="331983" y="39728"/>
                  </a:lnTo>
                  <a:lnTo>
                    <a:pt x="365027" y="43683"/>
                  </a:lnTo>
                  <a:lnTo>
                    <a:pt x="395938" y="47382"/>
                  </a:lnTo>
                  <a:lnTo>
                    <a:pt x="424974" y="50857"/>
                  </a:lnTo>
                  <a:lnTo>
                    <a:pt x="452350" y="54133"/>
                  </a:lnTo>
                  <a:lnTo>
                    <a:pt x="478246" y="57232"/>
                  </a:lnTo>
                  <a:lnTo>
                    <a:pt x="502813" y="60172"/>
                  </a:lnTo>
                  <a:lnTo>
                    <a:pt x="526181" y="62968"/>
                  </a:lnTo>
                  <a:lnTo>
                    <a:pt x="548462" y="65635"/>
                  </a:lnTo>
                  <a:lnTo>
                    <a:pt x="569752" y="68183"/>
                  </a:lnTo>
                  <a:lnTo>
                    <a:pt x="590136" y="70622"/>
                  </a:lnTo>
                  <a:lnTo>
                    <a:pt x="609687" y="72962"/>
                  </a:lnTo>
                  <a:lnTo>
                    <a:pt x="628472" y="75210"/>
                  </a:lnTo>
                  <a:lnTo>
                    <a:pt x="646548" y="77373"/>
                  </a:lnTo>
                  <a:lnTo>
                    <a:pt x="663966" y="79457"/>
                  </a:lnTo>
                  <a:lnTo>
                    <a:pt x="680773" y="81469"/>
                  </a:lnTo>
                  <a:lnTo>
                    <a:pt x="697010" y="83412"/>
                  </a:lnTo>
                  <a:lnTo>
                    <a:pt x="712715" y="85291"/>
                  </a:lnTo>
                  <a:lnTo>
                    <a:pt x="727921" y="87111"/>
                  </a:lnTo>
                  <a:lnTo>
                    <a:pt x="742659" y="88875"/>
                  </a:lnTo>
                  <a:lnTo>
                    <a:pt x="756957" y="90586"/>
                  </a:lnTo>
                  <a:lnTo>
                    <a:pt x="770841" y="92247"/>
                  </a:lnTo>
                  <a:lnTo>
                    <a:pt x="784334" y="93862"/>
                  </a:lnTo>
                  <a:lnTo>
                    <a:pt x="797456" y="95432"/>
                  </a:lnTo>
                  <a:lnTo>
                    <a:pt x="810229" y="96961"/>
                  </a:lnTo>
                  <a:lnTo>
                    <a:pt x="822670" y="98450"/>
                  </a:lnTo>
                  <a:lnTo>
                    <a:pt x="834796" y="99901"/>
                  </a:lnTo>
                  <a:lnTo>
                    <a:pt x="846623" y="101316"/>
                  </a:lnTo>
                  <a:lnTo>
                    <a:pt x="858164" y="102697"/>
                  </a:lnTo>
                  <a:lnTo>
                    <a:pt x="869434" y="104046"/>
                  </a:lnTo>
                  <a:lnTo>
                    <a:pt x="880445" y="105364"/>
                  </a:lnTo>
                  <a:lnTo>
                    <a:pt x="891208" y="106652"/>
                  </a:lnTo>
                  <a:lnTo>
                    <a:pt x="901735" y="107912"/>
                  </a:lnTo>
                  <a:lnTo>
                    <a:pt x="912036" y="109144"/>
                  </a:lnTo>
                  <a:lnTo>
                    <a:pt x="922119" y="110351"/>
                  </a:lnTo>
                  <a:lnTo>
                    <a:pt x="931995" y="111533"/>
                  </a:lnTo>
                  <a:lnTo>
                    <a:pt x="941671" y="112691"/>
                  </a:lnTo>
                  <a:lnTo>
                    <a:pt x="951155" y="113826"/>
                  </a:lnTo>
                  <a:lnTo>
                    <a:pt x="960456" y="114939"/>
                  </a:lnTo>
                  <a:lnTo>
                    <a:pt x="969579" y="116031"/>
                  </a:lnTo>
                  <a:lnTo>
                    <a:pt x="978531" y="117102"/>
                  </a:lnTo>
                  <a:lnTo>
                    <a:pt x="987320" y="118154"/>
                  </a:lnTo>
                  <a:lnTo>
                    <a:pt x="995950" y="11918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35360" y="33761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35360" y="31716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29670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276254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376458" y="34126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76458" y="32080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76458" y="30035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27989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48060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812584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14456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47655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87022" y="317685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80671" y="30122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79500" y="313792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63289" y="31410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90589" y="32628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97026" y="31180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57718" y="321596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67806" y="31682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66077" y="32866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882026" y="33008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227812" y="335809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198471" y="333560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32171" y="32287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189669" y="33210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190152" y="32361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189034" y="308633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198128" y="33396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211055" y="33325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192458" y="32241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22386" y="31111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09007" y="317970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15504" y="333516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85319" y="30575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18362" y="32396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198120" y="31476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08554" y="31350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96221" y="29762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217456" y="307183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46940" y="3089270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35605" y="33948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51664" y="312570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24041" y="32899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556931" y="33121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65648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35145" y="29429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61453" y="30777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48095" y="32159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22737" y="316028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32450" y="33719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29354" y="32832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35467" y="32762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27589" y="32905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63265" y="317087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27516" y="33243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25296" y="325760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34302" y="30454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20395" y="32183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527566" y="26272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894372" y="320279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56053" y="32425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860723" y="295189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00628" y="332587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896809" y="302662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93277" y="32778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888578" y="325263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79566" y="3092959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895379" y="29807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73051" y="329260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868414" y="315376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70834" y="322726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868142" y="310295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99264" y="3316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885874" y="30593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60257" y="303688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880674" y="323147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82535" y="30823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857428" y="30412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92109" y="32156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893343" y="30435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61384" y="33423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868138" y="32806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900396" y="33886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903121" y="3145732"/>
              <a:ext cx="1001838" cy="7710"/>
            </a:xfrm>
            <a:custGeom>
              <a:avLst/>
              <a:pathLst>
                <a:path w="1001838" h="7710">
                  <a:moveTo>
                    <a:pt x="0" y="7710"/>
                  </a:moveTo>
                  <a:lnTo>
                    <a:pt x="64333" y="7215"/>
                  </a:lnTo>
                  <a:lnTo>
                    <a:pt x="121078" y="6778"/>
                  </a:lnTo>
                  <a:lnTo>
                    <a:pt x="171839" y="6387"/>
                  </a:lnTo>
                  <a:lnTo>
                    <a:pt x="217758" y="6034"/>
                  </a:lnTo>
                  <a:lnTo>
                    <a:pt x="259678" y="5711"/>
                  </a:lnTo>
                  <a:lnTo>
                    <a:pt x="298242" y="5415"/>
                  </a:lnTo>
                  <a:lnTo>
                    <a:pt x="333946" y="5140"/>
                  </a:lnTo>
                  <a:lnTo>
                    <a:pt x="367185" y="4884"/>
                  </a:lnTo>
                  <a:lnTo>
                    <a:pt x="398279" y="4645"/>
                  </a:lnTo>
                  <a:lnTo>
                    <a:pt x="427486" y="4420"/>
                  </a:lnTo>
                  <a:lnTo>
                    <a:pt x="455024" y="4208"/>
                  </a:lnTo>
                  <a:lnTo>
                    <a:pt x="481073" y="4008"/>
                  </a:lnTo>
                  <a:lnTo>
                    <a:pt x="505785" y="3817"/>
                  </a:lnTo>
                  <a:lnTo>
                    <a:pt x="529291" y="3636"/>
                  </a:lnTo>
                  <a:lnTo>
                    <a:pt x="551704" y="3464"/>
                  </a:lnTo>
                  <a:lnTo>
                    <a:pt x="573120" y="3299"/>
                  </a:lnTo>
                  <a:lnTo>
                    <a:pt x="593625" y="3141"/>
                  </a:lnTo>
                  <a:lnTo>
                    <a:pt x="613292" y="2990"/>
                  </a:lnTo>
                  <a:lnTo>
                    <a:pt x="632188" y="2844"/>
                  </a:lnTo>
                  <a:lnTo>
                    <a:pt x="650370" y="2705"/>
                  </a:lnTo>
                  <a:lnTo>
                    <a:pt x="667892" y="2570"/>
                  </a:lnTo>
                  <a:lnTo>
                    <a:pt x="684798" y="2440"/>
                  </a:lnTo>
                  <a:lnTo>
                    <a:pt x="701131" y="2314"/>
                  </a:lnTo>
                  <a:lnTo>
                    <a:pt x="716929" y="2192"/>
                  </a:lnTo>
                  <a:lnTo>
                    <a:pt x="732225" y="2075"/>
                  </a:lnTo>
                  <a:lnTo>
                    <a:pt x="747050" y="1960"/>
                  </a:lnTo>
                  <a:lnTo>
                    <a:pt x="761433" y="1850"/>
                  </a:lnTo>
                  <a:lnTo>
                    <a:pt x="775398" y="1742"/>
                  </a:lnTo>
                  <a:lnTo>
                    <a:pt x="788970" y="1638"/>
                  </a:lnTo>
                  <a:lnTo>
                    <a:pt x="802171" y="1536"/>
                  </a:lnTo>
                  <a:lnTo>
                    <a:pt x="815019" y="1437"/>
                  </a:lnTo>
                  <a:lnTo>
                    <a:pt x="827534" y="1341"/>
                  </a:lnTo>
                  <a:lnTo>
                    <a:pt x="839731" y="1247"/>
                  </a:lnTo>
                  <a:lnTo>
                    <a:pt x="851628" y="1156"/>
                  </a:lnTo>
                  <a:lnTo>
                    <a:pt x="863237" y="1066"/>
                  </a:lnTo>
                  <a:lnTo>
                    <a:pt x="874574" y="979"/>
                  </a:lnTo>
                  <a:lnTo>
                    <a:pt x="885650" y="894"/>
                  </a:lnTo>
                  <a:lnTo>
                    <a:pt x="896477" y="810"/>
                  </a:lnTo>
                  <a:lnTo>
                    <a:pt x="907066" y="729"/>
                  </a:lnTo>
                  <a:lnTo>
                    <a:pt x="917427" y="649"/>
                  </a:lnTo>
                  <a:lnTo>
                    <a:pt x="927571" y="571"/>
                  </a:lnTo>
                  <a:lnTo>
                    <a:pt x="937505" y="495"/>
                  </a:lnTo>
                  <a:lnTo>
                    <a:pt x="947238" y="420"/>
                  </a:lnTo>
                  <a:lnTo>
                    <a:pt x="956778" y="346"/>
                  </a:lnTo>
                  <a:lnTo>
                    <a:pt x="966134" y="274"/>
                  </a:lnTo>
                  <a:lnTo>
                    <a:pt x="975311" y="204"/>
                  </a:lnTo>
                  <a:lnTo>
                    <a:pt x="984316" y="134"/>
                  </a:lnTo>
                  <a:lnTo>
                    <a:pt x="993157" y="66"/>
                  </a:lnTo>
                  <a:lnTo>
                    <a:pt x="100183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903121" y="3235500"/>
              <a:ext cx="1001838" cy="25816"/>
            </a:xfrm>
            <a:custGeom>
              <a:avLst/>
              <a:pathLst>
                <a:path w="1001838" h="25816">
                  <a:moveTo>
                    <a:pt x="0" y="0"/>
                  </a:moveTo>
                  <a:lnTo>
                    <a:pt x="64333" y="1657"/>
                  </a:lnTo>
                  <a:lnTo>
                    <a:pt x="121078" y="3120"/>
                  </a:lnTo>
                  <a:lnTo>
                    <a:pt x="171839" y="4428"/>
                  </a:lnTo>
                  <a:lnTo>
                    <a:pt x="217758" y="5611"/>
                  </a:lnTo>
                  <a:lnTo>
                    <a:pt x="259678" y="6691"/>
                  </a:lnTo>
                  <a:lnTo>
                    <a:pt x="298242" y="7685"/>
                  </a:lnTo>
                  <a:lnTo>
                    <a:pt x="333946" y="8605"/>
                  </a:lnTo>
                  <a:lnTo>
                    <a:pt x="367185" y="9462"/>
                  </a:lnTo>
                  <a:lnTo>
                    <a:pt x="398279" y="10263"/>
                  </a:lnTo>
                  <a:lnTo>
                    <a:pt x="427486" y="11015"/>
                  </a:lnTo>
                  <a:lnTo>
                    <a:pt x="455024" y="11725"/>
                  </a:lnTo>
                  <a:lnTo>
                    <a:pt x="481073" y="12396"/>
                  </a:lnTo>
                  <a:lnTo>
                    <a:pt x="505785" y="13033"/>
                  </a:lnTo>
                  <a:lnTo>
                    <a:pt x="529291" y="13639"/>
                  </a:lnTo>
                  <a:lnTo>
                    <a:pt x="551704" y="14216"/>
                  </a:lnTo>
                  <a:lnTo>
                    <a:pt x="573120" y="14768"/>
                  </a:lnTo>
                  <a:lnTo>
                    <a:pt x="593625" y="15297"/>
                  </a:lnTo>
                  <a:lnTo>
                    <a:pt x="613292" y="15804"/>
                  </a:lnTo>
                  <a:lnTo>
                    <a:pt x="632188" y="16290"/>
                  </a:lnTo>
                  <a:lnTo>
                    <a:pt x="650370" y="16759"/>
                  </a:lnTo>
                  <a:lnTo>
                    <a:pt x="667892" y="17210"/>
                  </a:lnTo>
                  <a:lnTo>
                    <a:pt x="684798" y="17646"/>
                  </a:lnTo>
                  <a:lnTo>
                    <a:pt x="701131" y="18067"/>
                  </a:lnTo>
                  <a:lnTo>
                    <a:pt x="716929" y="18474"/>
                  </a:lnTo>
                  <a:lnTo>
                    <a:pt x="732225" y="18868"/>
                  </a:lnTo>
                  <a:lnTo>
                    <a:pt x="747050" y="19250"/>
                  </a:lnTo>
                  <a:lnTo>
                    <a:pt x="761433" y="19621"/>
                  </a:lnTo>
                  <a:lnTo>
                    <a:pt x="775398" y="19981"/>
                  </a:lnTo>
                  <a:lnTo>
                    <a:pt x="788970" y="20331"/>
                  </a:lnTo>
                  <a:lnTo>
                    <a:pt x="802171" y="20671"/>
                  </a:lnTo>
                  <a:lnTo>
                    <a:pt x="815019" y="21002"/>
                  </a:lnTo>
                  <a:lnTo>
                    <a:pt x="827534" y="21324"/>
                  </a:lnTo>
                  <a:lnTo>
                    <a:pt x="839731" y="21639"/>
                  </a:lnTo>
                  <a:lnTo>
                    <a:pt x="851628" y="21945"/>
                  </a:lnTo>
                  <a:lnTo>
                    <a:pt x="863237" y="22244"/>
                  </a:lnTo>
                  <a:lnTo>
                    <a:pt x="874574" y="22537"/>
                  </a:lnTo>
                  <a:lnTo>
                    <a:pt x="885650" y="22822"/>
                  </a:lnTo>
                  <a:lnTo>
                    <a:pt x="896477" y="23101"/>
                  </a:lnTo>
                  <a:lnTo>
                    <a:pt x="907066" y="23374"/>
                  </a:lnTo>
                  <a:lnTo>
                    <a:pt x="917427" y="23641"/>
                  </a:lnTo>
                  <a:lnTo>
                    <a:pt x="927571" y="23902"/>
                  </a:lnTo>
                  <a:lnTo>
                    <a:pt x="937505" y="24158"/>
                  </a:lnTo>
                  <a:lnTo>
                    <a:pt x="947238" y="24409"/>
                  </a:lnTo>
                  <a:lnTo>
                    <a:pt x="956778" y="24655"/>
                  </a:lnTo>
                  <a:lnTo>
                    <a:pt x="966134" y="24896"/>
                  </a:lnTo>
                  <a:lnTo>
                    <a:pt x="975311" y="25132"/>
                  </a:lnTo>
                  <a:lnTo>
                    <a:pt x="984316" y="25364"/>
                  </a:lnTo>
                  <a:lnTo>
                    <a:pt x="993157" y="25592"/>
                  </a:lnTo>
                  <a:lnTo>
                    <a:pt x="1001838" y="2581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903121" y="3128636"/>
              <a:ext cx="1001838" cy="41159"/>
            </a:xfrm>
            <a:custGeom>
              <a:avLst/>
              <a:pathLst>
                <a:path w="1001838" h="41159">
                  <a:moveTo>
                    <a:pt x="0" y="41159"/>
                  </a:moveTo>
                  <a:lnTo>
                    <a:pt x="64333" y="38516"/>
                  </a:lnTo>
                  <a:lnTo>
                    <a:pt x="121078" y="36185"/>
                  </a:lnTo>
                  <a:lnTo>
                    <a:pt x="171839" y="34099"/>
                  </a:lnTo>
                  <a:lnTo>
                    <a:pt x="217758" y="32213"/>
                  </a:lnTo>
                  <a:lnTo>
                    <a:pt x="259678" y="30490"/>
                  </a:lnTo>
                  <a:lnTo>
                    <a:pt x="298242" y="28906"/>
                  </a:lnTo>
                  <a:lnTo>
                    <a:pt x="333946" y="27439"/>
                  </a:lnTo>
                  <a:lnTo>
                    <a:pt x="367185" y="26074"/>
                  </a:lnTo>
                  <a:lnTo>
                    <a:pt x="398279" y="24796"/>
                  </a:lnTo>
                  <a:lnTo>
                    <a:pt x="427486" y="23596"/>
                  </a:lnTo>
                  <a:lnTo>
                    <a:pt x="455024" y="22465"/>
                  </a:lnTo>
                  <a:lnTo>
                    <a:pt x="481073" y="21395"/>
                  </a:lnTo>
                  <a:lnTo>
                    <a:pt x="505785" y="20379"/>
                  </a:lnTo>
                  <a:lnTo>
                    <a:pt x="529291" y="19414"/>
                  </a:lnTo>
                  <a:lnTo>
                    <a:pt x="551704" y="18493"/>
                  </a:lnTo>
                  <a:lnTo>
                    <a:pt x="573120" y="17613"/>
                  </a:lnTo>
                  <a:lnTo>
                    <a:pt x="593625" y="16771"/>
                  </a:lnTo>
                  <a:lnTo>
                    <a:pt x="613292" y="15963"/>
                  </a:lnTo>
                  <a:lnTo>
                    <a:pt x="632188" y="15186"/>
                  </a:lnTo>
                  <a:lnTo>
                    <a:pt x="650370" y="14439"/>
                  </a:lnTo>
                  <a:lnTo>
                    <a:pt x="667892" y="13719"/>
                  </a:lnTo>
                  <a:lnTo>
                    <a:pt x="684798" y="13025"/>
                  </a:lnTo>
                  <a:lnTo>
                    <a:pt x="701131" y="12354"/>
                  </a:lnTo>
                  <a:lnTo>
                    <a:pt x="716929" y="11705"/>
                  </a:lnTo>
                  <a:lnTo>
                    <a:pt x="732225" y="11076"/>
                  </a:lnTo>
                  <a:lnTo>
                    <a:pt x="747050" y="10467"/>
                  </a:lnTo>
                  <a:lnTo>
                    <a:pt x="761433" y="9876"/>
                  </a:lnTo>
                  <a:lnTo>
                    <a:pt x="775398" y="9303"/>
                  </a:lnTo>
                  <a:lnTo>
                    <a:pt x="788970" y="8745"/>
                  </a:lnTo>
                  <a:lnTo>
                    <a:pt x="802171" y="8203"/>
                  </a:lnTo>
                  <a:lnTo>
                    <a:pt x="815019" y="7675"/>
                  </a:lnTo>
                  <a:lnTo>
                    <a:pt x="827534" y="7161"/>
                  </a:lnTo>
                  <a:lnTo>
                    <a:pt x="839731" y="6659"/>
                  </a:lnTo>
                  <a:lnTo>
                    <a:pt x="851628" y="6171"/>
                  </a:lnTo>
                  <a:lnTo>
                    <a:pt x="863237" y="5694"/>
                  </a:lnTo>
                  <a:lnTo>
                    <a:pt x="874574" y="5228"/>
                  </a:lnTo>
                  <a:lnTo>
                    <a:pt x="885650" y="4773"/>
                  </a:lnTo>
                  <a:lnTo>
                    <a:pt x="896477" y="4328"/>
                  </a:lnTo>
                  <a:lnTo>
                    <a:pt x="907066" y="3893"/>
                  </a:lnTo>
                  <a:lnTo>
                    <a:pt x="917427" y="3467"/>
                  </a:lnTo>
                  <a:lnTo>
                    <a:pt x="927571" y="3051"/>
                  </a:lnTo>
                  <a:lnTo>
                    <a:pt x="937505" y="2643"/>
                  </a:lnTo>
                  <a:lnTo>
                    <a:pt x="947238" y="2243"/>
                  </a:lnTo>
                  <a:lnTo>
                    <a:pt x="956778" y="1851"/>
                  </a:lnTo>
                  <a:lnTo>
                    <a:pt x="966134" y="1466"/>
                  </a:lnTo>
                  <a:lnTo>
                    <a:pt x="975311" y="1089"/>
                  </a:lnTo>
                  <a:lnTo>
                    <a:pt x="984316" y="719"/>
                  </a:lnTo>
                  <a:lnTo>
                    <a:pt x="993157" y="356"/>
                  </a:lnTo>
                  <a:lnTo>
                    <a:pt x="100183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903121" y="2995646"/>
              <a:ext cx="1001838" cy="161576"/>
            </a:xfrm>
            <a:custGeom>
              <a:avLst/>
              <a:pathLst>
                <a:path w="1001838" h="161576">
                  <a:moveTo>
                    <a:pt x="0" y="161576"/>
                  </a:moveTo>
                  <a:lnTo>
                    <a:pt x="64333" y="151200"/>
                  </a:lnTo>
                  <a:lnTo>
                    <a:pt x="121078" y="142048"/>
                  </a:lnTo>
                  <a:lnTo>
                    <a:pt x="171839" y="133862"/>
                  </a:lnTo>
                  <a:lnTo>
                    <a:pt x="217758" y="126456"/>
                  </a:lnTo>
                  <a:lnTo>
                    <a:pt x="259678" y="119695"/>
                  </a:lnTo>
                  <a:lnTo>
                    <a:pt x="298242" y="113476"/>
                  </a:lnTo>
                  <a:lnTo>
                    <a:pt x="333946" y="107717"/>
                  </a:lnTo>
                  <a:lnTo>
                    <a:pt x="367185" y="102356"/>
                  </a:lnTo>
                  <a:lnTo>
                    <a:pt x="398279" y="97342"/>
                  </a:lnTo>
                  <a:lnTo>
                    <a:pt x="427486" y="92631"/>
                  </a:lnTo>
                  <a:lnTo>
                    <a:pt x="455024" y="88190"/>
                  </a:lnTo>
                  <a:lnTo>
                    <a:pt x="481073" y="83988"/>
                  </a:lnTo>
                  <a:lnTo>
                    <a:pt x="505785" y="80003"/>
                  </a:lnTo>
                  <a:lnTo>
                    <a:pt x="529291" y="76212"/>
                  </a:lnTo>
                  <a:lnTo>
                    <a:pt x="551704" y="72597"/>
                  </a:lnTo>
                  <a:lnTo>
                    <a:pt x="573120" y="69143"/>
                  </a:lnTo>
                  <a:lnTo>
                    <a:pt x="593625" y="65836"/>
                  </a:lnTo>
                  <a:lnTo>
                    <a:pt x="613292" y="62664"/>
                  </a:lnTo>
                  <a:lnTo>
                    <a:pt x="632188" y="59617"/>
                  </a:lnTo>
                  <a:lnTo>
                    <a:pt x="650370" y="56684"/>
                  </a:lnTo>
                  <a:lnTo>
                    <a:pt x="667892" y="53858"/>
                  </a:lnTo>
                  <a:lnTo>
                    <a:pt x="684798" y="51132"/>
                  </a:lnTo>
                  <a:lnTo>
                    <a:pt x="701131" y="48497"/>
                  </a:lnTo>
                  <a:lnTo>
                    <a:pt x="716929" y="45950"/>
                  </a:lnTo>
                  <a:lnTo>
                    <a:pt x="732225" y="43483"/>
                  </a:lnTo>
                  <a:lnTo>
                    <a:pt x="747050" y="41092"/>
                  </a:lnTo>
                  <a:lnTo>
                    <a:pt x="761433" y="38772"/>
                  </a:lnTo>
                  <a:lnTo>
                    <a:pt x="775398" y="36520"/>
                  </a:lnTo>
                  <a:lnTo>
                    <a:pt x="788970" y="34331"/>
                  </a:lnTo>
                  <a:lnTo>
                    <a:pt x="802171" y="32202"/>
                  </a:lnTo>
                  <a:lnTo>
                    <a:pt x="815019" y="30130"/>
                  </a:lnTo>
                  <a:lnTo>
                    <a:pt x="827534" y="28111"/>
                  </a:lnTo>
                  <a:lnTo>
                    <a:pt x="839731" y="26144"/>
                  </a:lnTo>
                  <a:lnTo>
                    <a:pt x="851628" y="24225"/>
                  </a:lnTo>
                  <a:lnTo>
                    <a:pt x="863237" y="22353"/>
                  </a:lnTo>
                  <a:lnTo>
                    <a:pt x="874574" y="20525"/>
                  </a:lnTo>
                  <a:lnTo>
                    <a:pt x="885650" y="18738"/>
                  </a:lnTo>
                  <a:lnTo>
                    <a:pt x="896477" y="16992"/>
                  </a:lnTo>
                  <a:lnTo>
                    <a:pt x="907066" y="15284"/>
                  </a:lnTo>
                  <a:lnTo>
                    <a:pt x="917427" y="13613"/>
                  </a:lnTo>
                  <a:lnTo>
                    <a:pt x="927571" y="11977"/>
                  </a:lnTo>
                  <a:lnTo>
                    <a:pt x="937505" y="10375"/>
                  </a:lnTo>
                  <a:lnTo>
                    <a:pt x="947238" y="8805"/>
                  </a:lnTo>
                  <a:lnTo>
                    <a:pt x="956778" y="7267"/>
                  </a:lnTo>
                  <a:lnTo>
                    <a:pt x="966134" y="5758"/>
                  </a:lnTo>
                  <a:lnTo>
                    <a:pt x="975311" y="4278"/>
                  </a:lnTo>
                  <a:lnTo>
                    <a:pt x="984316" y="2825"/>
                  </a:lnTo>
                  <a:lnTo>
                    <a:pt x="993157" y="1400"/>
                  </a:lnTo>
                  <a:lnTo>
                    <a:pt x="100183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903121" y="3056795"/>
              <a:ext cx="1001838" cy="153243"/>
            </a:xfrm>
            <a:custGeom>
              <a:avLst/>
              <a:pathLst>
                <a:path w="1001838" h="153243">
                  <a:moveTo>
                    <a:pt x="0" y="153243"/>
                  </a:moveTo>
                  <a:lnTo>
                    <a:pt x="64333" y="143403"/>
                  </a:lnTo>
                  <a:lnTo>
                    <a:pt x="121078" y="134723"/>
                  </a:lnTo>
                  <a:lnTo>
                    <a:pt x="171839" y="126958"/>
                  </a:lnTo>
                  <a:lnTo>
                    <a:pt x="217758" y="119934"/>
                  </a:lnTo>
                  <a:lnTo>
                    <a:pt x="259678" y="113522"/>
                  </a:lnTo>
                  <a:lnTo>
                    <a:pt x="298242" y="107623"/>
                  </a:lnTo>
                  <a:lnTo>
                    <a:pt x="333946" y="102162"/>
                  </a:lnTo>
                  <a:lnTo>
                    <a:pt x="367185" y="97078"/>
                  </a:lnTo>
                  <a:lnTo>
                    <a:pt x="398279" y="92321"/>
                  </a:lnTo>
                  <a:lnTo>
                    <a:pt x="427486" y="87854"/>
                  </a:lnTo>
                  <a:lnTo>
                    <a:pt x="455024" y="83641"/>
                  </a:lnTo>
                  <a:lnTo>
                    <a:pt x="481073" y="79657"/>
                  </a:lnTo>
                  <a:lnTo>
                    <a:pt x="505785" y="75877"/>
                  </a:lnTo>
                  <a:lnTo>
                    <a:pt x="529291" y="72281"/>
                  </a:lnTo>
                  <a:lnTo>
                    <a:pt x="551704" y="68853"/>
                  </a:lnTo>
                  <a:lnTo>
                    <a:pt x="573120" y="65577"/>
                  </a:lnTo>
                  <a:lnTo>
                    <a:pt x="593625" y="62441"/>
                  </a:lnTo>
                  <a:lnTo>
                    <a:pt x="613292" y="59432"/>
                  </a:lnTo>
                  <a:lnTo>
                    <a:pt x="632188" y="56542"/>
                  </a:lnTo>
                  <a:lnTo>
                    <a:pt x="650370" y="53761"/>
                  </a:lnTo>
                  <a:lnTo>
                    <a:pt x="667892" y="51081"/>
                  </a:lnTo>
                  <a:lnTo>
                    <a:pt x="684798" y="48495"/>
                  </a:lnTo>
                  <a:lnTo>
                    <a:pt x="701131" y="45996"/>
                  </a:lnTo>
                  <a:lnTo>
                    <a:pt x="716929" y="43580"/>
                  </a:lnTo>
                  <a:lnTo>
                    <a:pt x="732225" y="41240"/>
                  </a:lnTo>
                  <a:lnTo>
                    <a:pt x="747050" y="38972"/>
                  </a:lnTo>
                  <a:lnTo>
                    <a:pt x="761433" y="36772"/>
                  </a:lnTo>
                  <a:lnTo>
                    <a:pt x="775398" y="34636"/>
                  </a:lnTo>
                  <a:lnTo>
                    <a:pt x="788970" y="32560"/>
                  </a:lnTo>
                  <a:lnTo>
                    <a:pt x="802171" y="30541"/>
                  </a:lnTo>
                  <a:lnTo>
                    <a:pt x="815019" y="28576"/>
                  </a:lnTo>
                  <a:lnTo>
                    <a:pt x="827534" y="26661"/>
                  </a:lnTo>
                  <a:lnTo>
                    <a:pt x="839731" y="24796"/>
                  </a:lnTo>
                  <a:lnTo>
                    <a:pt x="851628" y="22976"/>
                  </a:lnTo>
                  <a:lnTo>
                    <a:pt x="863237" y="21200"/>
                  </a:lnTo>
                  <a:lnTo>
                    <a:pt x="874574" y="19466"/>
                  </a:lnTo>
                  <a:lnTo>
                    <a:pt x="885650" y="17772"/>
                  </a:lnTo>
                  <a:lnTo>
                    <a:pt x="896477" y="16116"/>
                  </a:lnTo>
                  <a:lnTo>
                    <a:pt x="907066" y="14496"/>
                  </a:lnTo>
                  <a:lnTo>
                    <a:pt x="917427" y="12911"/>
                  </a:lnTo>
                  <a:lnTo>
                    <a:pt x="927571" y="11360"/>
                  </a:lnTo>
                  <a:lnTo>
                    <a:pt x="937505" y="9840"/>
                  </a:lnTo>
                  <a:lnTo>
                    <a:pt x="947238" y="8351"/>
                  </a:lnTo>
                  <a:lnTo>
                    <a:pt x="956778" y="6892"/>
                  </a:lnTo>
                  <a:lnTo>
                    <a:pt x="966134" y="5461"/>
                  </a:lnTo>
                  <a:lnTo>
                    <a:pt x="975311" y="4057"/>
                  </a:lnTo>
                  <a:lnTo>
                    <a:pt x="984316" y="2680"/>
                  </a:lnTo>
                  <a:lnTo>
                    <a:pt x="993157" y="1327"/>
                  </a:lnTo>
                  <a:lnTo>
                    <a:pt x="10018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903121" y="3125395"/>
              <a:ext cx="1001838" cy="202584"/>
            </a:xfrm>
            <a:custGeom>
              <a:avLst/>
              <a:pathLst>
                <a:path w="1001838" h="202584">
                  <a:moveTo>
                    <a:pt x="0" y="0"/>
                  </a:moveTo>
                  <a:lnTo>
                    <a:pt x="64333" y="13008"/>
                  </a:lnTo>
                  <a:lnTo>
                    <a:pt x="121078" y="24483"/>
                  </a:lnTo>
                  <a:lnTo>
                    <a:pt x="171839" y="34748"/>
                  </a:lnTo>
                  <a:lnTo>
                    <a:pt x="217758" y="44033"/>
                  </a:lnTo>
                  <a:lnTo>
                    <a:pt x="259678" y="52510"/>
                  </a:lnTo>
                  <a:lnTo>
                    <a:pt x="298242" y="60308"/>
                  </a:lnTo>
                  <a:lnTo>
                    <a:pt x="333946" y="67528"/>
                  </a:lnTo>
                  <a:lnTo>
                    <a:pt x="367185" y="74249"/>
                  </a:lnTo>
                  <a:lnTo>
                    <a:pt x="398279" y="80537"/>
                  </a:lnTo>
                  <a:lnTo>
                    <a:pt x="427486" y="86443"/>
                  </a:lnTo>
                  <a:lnTo>
                    <a:pt x="455024" y="92011"/>
                  </a:lnTo>
                  <a:lnTo>
                    <a:pt x="481073" y="97279"/>
                  </a:lnTo>
                  <a:lnTo>
                    <a:pt x="505785" y="102276"/>
                  </a:lnTo>
                  <a:lnTo>
                    <a:pt x="529291" y="107029"/>
                  </a:lnTo>
                  <a:lnTo>
                    <a:pt x="551704" y="111561"/>
                  </a:lnTo>
                  <a:lnTo>
                    <a:pt x="573120" y="115892"/>
                  </a:lnTo>
                  <a:lnTo>
                    <a:pt x="593625" y="120038"/>
                  </a:lnTo>
                  <a:lnTo>
                    <a:pt x="613292" y="124015"/>
                  </a:lnTo>
                  <a:lnTo>
                    <a:pt x="632188" y="127836"/>
                  </a:lnTo>
                  <a:lnTo>
                    <a:pt x="650370" y="131513"/>
                  </a:lnTo>
                  <a:lnTo>
                    <a:pt x="667892" y="135056"/>
                  </a:lnTo>
                  <a:lnTo>
                    <a:pt x="684798" y="138475"/>
                  </a:lnTo>
                  <a:lnTo>
                    <a:pt x="701131" y="141777"/>
                  </a:lnTo>
                  <a:lnTo>
                    <a:pt x="716929" y="144972"/>
                  </a:lnTo>
                  <a:lnTo>
                    <a:pt x="732225" y="148065"/>
                  </a:lnTo>
                  <a:lnTo>
                    <a:pt x="747050" y="151063"/>
                  </a:lnTo>
                  <a:lnTo>
                    <a:pt x="761433" y="153971"/>
                  </a:lnTo>
                  <a:lnTo>
                    <a:pt x="775398" y="156795"/>
                  </a:lnTo>
                  <a:lnTo>
                    <a:pt x="788970" y="159540"/>
                  </a:lnTo>
                  <a:lnTo>
                    <a:pt x="802171" y="162209"/>
                  </a:lnTo>
                  <a:lnTo>
                    <a:pt x="815019" y="164807"/>
                  </a:lnTo>
                  <a:lnTo>
                    <a:pt x="827534" y="167338"/>
                  </a:lnTo>
                  <a:lnTo>
                    <a:pt x="839731" y="169804"/>
                  </a:lnTo>
                  <a:lnTo>
                    <a:pt x="851628" y="172210"/>
                  </a:lnTo>
                  <a:lnTo>
                    <a:pt x="863237" y="174557"/>
                  </a:lnTo>
                  <a:lnTo>
                    <a:pt x="874574" y="176850"/>
                  </a:lnTo>
                  <a:lnTo>
                    <a:pt x="885650" y="179089"/>
                  </a:lnTo>
                  <a:lnTo>
                    <a:pt x="896477" y="181279"/>
                  </a:lnTo>
                  <a:lnTo>
                    <a:pt x="907066" y="183420"/>
                  </a:lnTo>
                  <a:lnTo>
                    <a:pt x="917427" y="185515"/>
                  </a:lnTo>
                  <a:lnTo>
                    <a:pt x="927571" y="187566"/>
                  </a:lnTo>
                  <a:lnTo>
                    <a:pt x="937505" y="189575"/>
                  </a:lnTo>
                  <a:lnTo>
                    <a:pt x="947238" y="191543"/>
                  </a:lnTo>
                  <a:lnTo>
                    <a:pt x="956778" y="193472"/>
                  </a:lnTo>
                  <a:lnTo>
                    <a:pt x="966134" y="195364"/>
                  </a:lnTo>
                  <a:lnTo>
                    <a:pt x="975311" y="197220"/>
                  </a:lnTo>
                  <a:lnTo>
                    <a:pt x="984316" y="199041"/>
                  </a:lnTo>
                  <a:lnTo>
                    <a:pt x="993157" y="200829"/>
                  </a:lnTo>
                  <a:lnTo>
                    <a:pt x="1001838" y="20258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903121" y="3180589"/>
              <a:ext cx="1001838" cy="178841"/>
            </a:xfrm>
            <a:custGeom>
              <a:avLst/>
              <a:pathLst>
                <a:path w="1001838" h="178841">
                  <a:moveTo>
                    <a:pt x="0" y="178841"/>
                  </a:moveTo>
                  <a:lnTo>
                    <a:pt x="64333" y="167356"/>
                  </a:lnTo>
                  <a:lnTo>
                    <a:pt x="121078" y="157227"/>
                  </a:lnTo>
                  <a:lnTo>
                    <a:pt x="171839" y="148165"/>
                  </a:lnTo>
                  <a:lnTo>
                    <a:pt x="217758" y="139968"/>
                  </a:lnTo>
                  <a:lnTo>
                    <a:pt x="259678" y="132485"/>
                  </a:lnTo>
                  <a:lnTo>
                    <a:pt x="298242" y="125601"/>
                  </a:lnTo>
                  <a:lnTo>
                    <a:pt x="333946" y="119227"/>
                  </a:lnTo>
                  <a:lnTo>
                    <a:pt x="367185" y="113293"/>
                  </a:lnTo>
                  <a:lnTo>
                    <a:pt x="398279" y="107743"/>
                  </a:lnTo>
                  <a:lnTo>
                    <a:pt x="427486" y="102529"/>
                  </a:lnTo>
                  <a:lnTo>
                    <a:pt x="455024" y="97613"/>
                  </a:lnTo>
                  <a:lnTo>
                    <a:pt x="481073" y="92963"/>
                  </a:lnTo>
                  <a:lnTo>
                    <a:pt x="505785" y="88551"/>
                  </a:lnTo>
                  <a:lnTo>
                    <a:pt x="529291" y="84355"/>
                  </a:lnTo>
                  <a:lnTo>
                    <a:pt x="551704" y="80354"/>
                  </a:lnTo>
                  <a:lnTo>
                    <a:pt x="573120" y="76531"/>
                  </a:lnTo>
                  <a:lnTo>
                    <a:pt x="593625" y="72871"/>
                  </a:lnTo>
                  <a:lnTo>
                    <a:pt x="613292" y="69360"/>
                  </a:lnTo>
                  <a:lnTo>
                    <a:pt x="632188" y="65987"/>
                  </a:lnTo>
                  <a:lnTo>
                    <a:pt x="650370" y="62741"/>
                  </a:lnTo>
                  <a:lnTo>
                    <a:pt x="667892" y="59613"/>
                  </a:lnTo>
                  <a:lnTo>
                    <a:pt x="684798" y="56595"/>
                  </a:lnTo>
                  <a:lnTo>
                    <a:pt x="701131" y="53680"/>
                  </a:lnTo>
                  <a:lnTo>
                    <a:pt x="716929" y="50859"/>
                  </a:lnTo>
                  <a:lnTo>
                    <a:pt x="732225" y="48129"/>
                  </a:lnTo>
                  <a:lnTo>
                    <a:pt x="747050" y="45482"/>
                  </a:lnTo>
                  <a:lnTo>
                    <a:pt x="761433" y="42915"/>
                  </a:lnTo>
                  <a:lnTo>
                    <a:pt x="775398" y="40422"/>
                  </a:lnTo>
                  <a:lnTo>
                    <a:pt x="788970" y="37999"/>
                  </a:lnTo>
                  <a:lnTo>
                    <a:pt x="802171" y="35643"/>
                  </a:lnTo>
                  <a:lnTo>
                    <a:pt x="815019" y="33349"/>
                  </a:lnTo>
                  <a:lnTo>
                    <a:pt x="827534" y="31115"/>
                  </a:lnTo>
                  <a:lnTo>
                    <a:pt x="839731" y="28938"/>
                  </a:lnTo>
                  <a:lnTo>
                    <a:pt x="851628" y="26814"/>
                  </a:lnTo>
                  <a:lnTo>
                    <a:pt x="863237" y="24741"/>
                  </a:lnTo>
                  <a:lnTo>
                    <a:pt x="874574" y="22718"/>
                  </a:lnTo>
                  <a:lnTo>
                    <a:pt x="885650" y="20741"/>
                  </a:lnTo>
                  <a:lnTo>
                    <a:pt x="896477" y="18808"/>
                  </a:lnTo>
                  <a:lnTo>
                    <a:pt x="907066" y="16917"/>
                  </a:lnTo>
                  <a:lnTo>
                    <a:pt x="917427" y="15068"/>
                  </a:lnTo>
                  <a:lnTo>
                    <a:pt x="927571" y="13257"/>
                  </a:lnTo>
                  <a:lnTo>
                    <a:pt x="937505" y="11484"/>
                  </a:lnTo>
                  <a:lnTo>
                    <a:pt x="947238" y="9746"/>
                  </a:lnTo>
                  <a:lnTo>
                    <a:pt x="956778" y="8043"/>
                  </a:lnTo>
                  <a:lnTo>
                    <a:pt x="966134" y="6373"/>
                  </a:lnTo>
                  <a:lnTo>
                    <a:pt x="975311" y="4735"/>
                  </a:lnTo>
                  <a:lnTo>
                    <a:pt x="984316" y="3127"/>
                  </a:lnTo>
                  <a:lnTo>
                    <a:pt x="993157" y="1549"/>
                  </a:lnTo>
                  <a:lnTo>
                    <a:pt x="100183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903121" y="3327731"/>
              <a:ext cx="1001838" cy="64059"/>
            </a:xfrm>
            <a:custGeom>
              <a:avLst/>
              <a:pathLst>
                <a:path w="1001838" h="64059">
                  <a:moveTo>
                    <a:pt x="0" y="0"/>
                  </a:moveTo>
                  <a:lnTo>
                    <a:pt x="64333" y="4113"/>
                  </a:lnTo>
                  <a:lnTo>
                    <a:pt x="121078" y="7742"/>
                  </a:lnTo>
                  <a:lnTo>
                    <a:pt x="171839" y="10987"/>
                  </a:lnTo>
                  <a:lnTo>
                    <a:pt x="217758" y="13923"/>
                  </a:lnTo>
                  <a:lnTo>
                    <a:pt x="259678" y="16604"/>
                  </a:lnTo>
                  <a:lnTo>
                    <a:pt x="298242" y="19070"/>
                  </a:lnTo>
                  <a:lnTo>
                    <a:pt x="333946" y="21353"/>
                  </a:lnTo>
                  <a:lnTo>
                    <a:pt x="367185" y="23478"/>
                  </a:lnTo>
                  <a:lnTo>
                    <a:pt x="398279" y="25466"/>
                  </a:lnTo>
                  <a:lnTo>
                    <a:pt x="427486" y="27334"/>
                  </a:lnTo>
                  <a:lnTo>
                    <a:pt x="455024" y="29095"/>
                  </a:lnTo>
                  <a:lnTo>
                    <a:pt x="481073" y="30760"/>
                  </a:lnTo>
                  <a:lnTo>
                    <a:pt x="505785" y="32341"/>
                  </a:lnTo>
                  <a:lnTo>
                    <a:pt x="529291" y="33844"/>
                  </a:lnTo>
                  <a:lnTo>
                    <a:pt x="551704" y="35277"/>
                  </a:lnTo>
                  <a:lnTo>
                    <a:pt x="573120" y="36646"/>
                  </a:lnTo>
                  <a:lnTo>
                    <a:pt x="593625" y="37957"/>
                  </a:lnTo>
                  <a:lnTo>
                    <a:pt x="613292" y="39215"/>
                  </a:lnTo>
                  <a:lnTo>
                    <a:pt x="632188" y="40423"/>
                  </a:lnTo>
                  <a:lnTo>
                    <a:pt x="650370" y="41586"/>
                  </a:lnTo>
                  <a:lnTo>
                    <a:pt x="667892" y="42706"/>
                  </a:lnTo>
                  <a:lnTo>
                    <a:pt x="684798" y="43787"/>
                  </a:lnTo>
                  <a:lnTo>
                    <a:pt x="701131" y="44831"/>
                  </a:lnTo>
                  <a:lnTo>
                    <a:pt x="716929" y="45841"/>
                  </a:lnTo>
                  <a:lnTo>
                    <a:pt x="732225" y="46820"/>
                  </a:lnTo>
                  <a:lnTo>
                    <a:pt x="747050" y="47767"/>
                  </a:lnTo>
                  <a:lnTo>
                    <a:pt x="761433" y="48687"/>
                  </a:lnTo>
                  <a:lnTo>
                    <a:pt x="775398" y="49580"/>
                  </a:lnTo>
                  <a:lnTo>
                    <a:pt x="788970" y="50448"/>
                  </a:lnTo>
                  <a:lnTo>
                    <a:pt x="802171" y="51292"/>
                  </a:lnTo>
                  <a:lnTo>
                    <a:pt x="815019" y="52114"/>
                  </a:lnTo>
                  <a:lnTo>
                    <a:pt x="827534" y="52914"/>
                  </a:lnTo>
                  <a:lnTo>
                    <a:pt x="839731" y="53694"/>
                  </a:lnTo>
                  <a:lnTo>
                    <a:pt x="851628" y="54454"/>
                  </a:lnTo>
                  <a:lnTo>
                    <a:pt x="863237" y="55197"/>
                  </a:lnTo>
                  <a:lnTo>
                    <a:pt x="874574" y="55922"/>
                  </a:lnTo>
                  <a:lnTo>
                    <a:pt x="885650" y="56630"/>
                  </a:lnTo>
                  <a:lnTo>
                    <a:pt x="896477" y="57322"/>
                  </a:lnTo>
                  <a:lnTo>
                    <a:pt x="907066" y="57999"/>
                  </a:lnTo>
                  <a:lnTo>
                    <a:pt x="917427" y="58662"/>
                  </a:lnTo>
                  <a:lnTo>
                    <a:pt x="927571" y="59310"/>
                  </a:lnTo>
                  <a:lnTo>
                    <a:pt x="937505" y="59946"/>
                  </a:lnTo>
                  <a:lnTo>
                    <a:pt x="947238" y="60568"/>
                  </a:lnTo>
                  <a:lnTo>
                    <a:pt x="956778" y="61178"/>
                  </a:lnTo>
                  <a:lnTo>
                    <a:pt x="966134" y="61776"/>
                  </a:lnTo>
                  <a:lnTo>
                    <a:pt x="975311" y="62363"/>
                  </a:lnTo>
                  <a:lnTo>
                    <a:pt x="984316" y="62939"/>
                  </a:lnTo>
                  <a:lnTo>
                    <a:pt x="993157" y="63504"/>
                  </a:lnTo>
                  <a:lnTo>
                    <a:pt x="1001838" y="6405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903121" y="3158459"/>
              <a:ext cx="1001838" cy="134133"/>
            </a:xfrm>
            <a:custGeom>
              <a:avLst/>
              <a:pathLst>
                <a:path w="1001838" h="134133">
                  <a:moveTo>
                    <a:pt x="0" y="134133"/>
                  </a:moveTo>
                  <a:lnTo>
                    <a:pt x="64333" y="125520"/>
                  </a:lnTo>
                  <a:lnTo>
                    <a:pt x="121078" y="117922"/>
                  </a:lnTo>
                  <a:lnTo>
                    <a:pt x="171839" y="111126"/>
                  </a:lnTo>
                  <a:lnTo>
                    <a:pt x="217758" y="104978"/>
                  </a:lnTo>
                  <a:lnTo>
                    <a:pt x="259678" y="99365"/>
                  </a:lnTo>
                  <a:lnTo>
                    <a:pt x="298242" y="94202"/>
                  </a:lnTo>
                  <a:lnTo>
                    <a:pt x="333946" y="89422"/>
                  </a:lnTo>
                  <a:lnTo>
                    <a:pt x="367185" y="84971"/>
                  </a:lnTo>
                  <a:lnTo>
                    <a:pt x="398279" y="80808"/>
                  </a:lnTo>
                  <a:lnTo>
                    <a:pt x="427486" y="76898"/>
                  </a:lnTo>
                  <a:lnTo>
                    <a:pt x="455024" y="73211"/>
                  </a:lnTo>
                  <a:lnTo>
                    <a:pt x="481073" y="69723"/>
                  </a:lnTo>
                  <a:lnTo>
                    <a:pt x="505785" y="66415"/>
                  </a:lnTo>
                  <a:lnTo>
                    <a:pt x="529291" y="63267"/>
                  </a:lnTo>
                  <a:lnTo>
                    <a:pt x="551704" y="60267"/>
                  </a:lnTo>
                  <a:lnTo>
                    <a:pt x="573120" y="57399"/>
                  </a:lnTo>
                  <a:lnTo>
                    <a:pt x="593625" y="54654"/>
                  </a:lnTo>
                  <a:lnTo>
                    <a:pt x="613292" y="52021"/>
                  </a:lnTo>
                  <a:lnTo>
                    <a:pt x="632188" y="49491"/>
                  </a:lnTo>
                  <a:lnTo>
                    <a:pt x="650370" y="47057"/>
                  </a:lnTo>
                  <a:lnTo>
                    <a:pt x="667892" y="44711"/>
                  </a:lnTo>
                  <a:lnTo>
                    <a:pt x="684798" y="42447"/>
                  </a:lnTo>
                  <a:lnTo>
                    <a:pt x="701131" y="40260"/>
                  </a:lnTo>
                  <a:lnTo>
                    <a:pt x="716929" y="38145"/>
                  </a:lnTo>
                  <a:lnTo>
                    <a:pt x="732225" y="36097"/>
                  </a:lnTo>
                  <a:lnTo>
                    <a:pt x="747050" y="34112"/>
                  </a:lnTo>
                  <a:lnTo>
                    <a:pt x="761433" y="32187"/>
                  </a:lnTo>
                  <a:lnTo>
                    <a:pt x="775398" y="30317"/>
                  </a:lnTo>
                  <a:lnTo>
                    <a:pt x="788970" y="28500"/>
                  </a:lnTo>
                  <a:lnTo>
                    <a:pt x="802171" y="26732"/>
                  </a:lnTo>
                  <a:lnTo>
                    <a:pt x="815019" y="25012"/>
                  </a:lnTo>
                  <a:lnTo>
                    <a:pt x="827534" y="23337"/>
                  </a:lnTo>
                  <a:lnTo>
                    <a:pt x="839731" y="21704"/>
                  </a:lnTo>
                  <a:lnTo>
                    <a:pt x="851628" y="20111"/>
                  </a:lnTo>
                  <a:lnTo>
                    <a:pt x="863237" y="18556"/>
                  </a:lnTo>
                  <a:lnTo>
                    <a:pt x="874574" y="17038"/>
                  </a:lnTo>
                  <a:lnTo>
                    <a:pt x="885650" y="15556"/>
                  </a:lnTo>
                  <a:lnTo>
                    <a:pt x="896477" y="14106"/>
                  </a:lnTo>
                  <a:lnTo>
                    <a:pt x="907066" y="12688"/>
                  </a:lnTo>
                  <a:lnTo>
                    <a:pt x="917427" y="11301"/>
                  </a:lnTo>
                  <a:lnTo>
                    <a:pt x="927571" y="9943"/>
                  </a:lnTo>
                  <a:lnTo>
                    <a:pt x="937505" y="8613"/>
                  </a:lnTo>
                  <a:lnTo>
                    <a:pt x="947238" y="7310"/>
                  </a:lnTo>
                  <a:lnTo>
                    <a:pt x="956778" y="6032"/>
                  </a:lnTo>
                  <a:lnTo>
                    <a:pt x="966134" y="4780"/>
                  </a:lnTo>
                  <a:lnTo>
                    <a:pt x="975311" y="3551"/>
                  </a:lnTo>
                  <a:lnTo>
                    <a:pt x="984316" y="2345"/>
                  </a:lnTo>
                  <a:lnTo>
                    <a:pt x="993157" y="1162"/>
                  </a:lnTo>
                  <a:lnTo>
                    <a:pt x="100183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2903121" y="3070383"/>
              <a:ext cx="1001838" cy="69677"/>
            </a:xfrm>
            <a:custGeom>
              <a:avLst/>
              <a:pathLst>
                <a:path w="1001838" h="69677">
                  <a:moveTo>
                    <a:pt x="0" y="0"/>
                  </a:moveTo>
                  <a:lnTo>
                    <a:pt x="64333" y="4474"/>
                  </a:lnTo>
                  <a:lnTo>
                    <a:pt x="121078" y="8420"/>
                  </a:lnTo>
                  <a:lnTo>
                    <a:pt x="171839" y="11951"/>
                  </a:lnTo>
                  <a:lnTo>
                    <a:pt x="217758" y="15144"/>
                  </a:lnTo>
                  <a:lnTo>
                    <a:pt x="259678" y="18060"/>
                  </a:lnTo>
                  <a:lnTo>
                    <a:pt x="298242" y="20742"/>
                  </a:lnTo>
                  <a:lnTo>
                    <a:pt x="333946" y="23225"/>
                  </a:lnTo>
                  <a:lnTo>
                    <a:pt x="367185" y="25537"/>
                  </a:lnTo>
                  <a:lnTo>
                    <a:pt x="398279" y="27700"/>
                  </a:lnTo>
                  <a:lnTo>
                    <a:pt x="427486" y="29731"/>
                  </a:lnTo>
                  <a:lnTo>
                    <a:pt x="455024" y="31646"/>
                  </a:lnTo>
                  <a:lnTo>
                    <a:pt x="481073" y="33458"/>
                  </a:lnTo>
                  <a:lnTo>
                    <a:pt x="505785" y="35177"/>
                  </a:lnTo>
                  <a:lnTo>
                    <a:pt x="529291" y="36811"/>
                  </a:lnTo>
                  <a:lnTo>
                    <a:pt x="551704" y="38370"/>
                  </a:lnTo>
                  <a:lnTo>
                    <a:pt x="573120" y="39860"/>
                  </a:lnTo>
                  <a:lnTo>
                    <a:pt x="593625" y="41286"/>
                  </a:lnTo>
                  <a:lnTo>
                    <a:pt x="613292" y="42654"/>
                  </a:lnTo>
                  <a:lnTo>
                    <a:pt x="632188" y="43968"/>
                  </a:lnTo>
                  <a:lnTo>
                    <a:pt x="650370" y="45232"/>
                  </a:lnTo>
                  <a:lnTo>
                    <a:pt x="667892" y="46451"/>
                  </a:lnTo>
                  <a:lnTo>
                    <a:pt x="684798" y="47627"/>
                  </a:lnTo>
                  <a:lnTo>
                    <a:pt x="701131" y="48763"/>
                  </a:lnTo>
                  <a:lnTo>
                    <a:pt x="716929" y="49861"/>
                  </a:lnTo>
                  <a:lnTo>
                    <a:pt x="732225" y="50925"/>
                  </a:lnTo>
                  <a:lnTo>
                    <a:pt x="747050" y="51956"/>
                  </a:lnTo>
                  <a:lnTo>
                    <a:pt x="761433" y="52957"/>
                  </a:lnTo>
                  <a:lnTo>
                    <a:pt x="775398" y="53928"/>
                  </a:lnTo>
                  <a:lnTo>
                    <a:pt x="788970" y="54872"/>
                  </a:lnTo>
                  <a:lnTo>
                    <a:pt x="802171" y="55790"/>
                  </a:lnTo>
                  <a:lnTo>
                    <a:pt x="815019" y="56684"/>
                  </a:lnTo>
                  <a:lnTo>
                    <a:pt x="827534" y="57554"/>
                  </a:lnTo>
                  <a:lnTo>
                    <a:pt x="839731" y="58402"/>
                  </a:lnTo>
                  <a:lnTo>
                    <a:pt x="851628" y="59230"/>
                  </a:lnTo>
                  <a:lnTo>
                    <a:pt x="863237" y="60037"/>
                  </a:lnTo>
                  <a:lnTo>
                    <a:pt x="874574" y="60826"/>
                  </a:lnTo>
                  <a:lnTo>
                    <a:pt x="885650" y="61596"/>
                  </a:lnTo>
                  <a:lnTo>
                    <a:pt x="896477" y="62349"/>
                  </a:lnTo>
                  <a:lnTo>
                    <a:pt x="907066" y="63085"/>
                  </a:lnTo>
                  <a:lnTo>
                    <a:pt x="917427" y="63806"/>
                  </a:lnTo>
                  <a:lnTo>
                    <a:pt x="927571" y="64511"/>
                  </a:lnTo>
                  <a:lnTo>
                    <a:pt x="937505" y="65202"/>
                  </a:lnTo>
                  <a:lnTo>
                    <a:pt x="947238" y="65879"/>
                  </a:lnTo>
                  <a:lnTo>
                    <a:pt x="956778" y="66543"/>
                  </a:lnTo>
                  <a:lnTo>
                    <a:pt x="966134" y="67193"/>
                  </a:lnTo>
                  <a:lnTo>
                    <a:pt x="975311" y="67832"/>
                  </a:lnTo>
                  <a:lnTo>
                    <a:pt x="984316" y="68458"/>
                  </a:lnTo>
                  <a:lnTo>
                    <a:pt x="993157" y="69073"/>
                  </a:lnTo>
                  <a:lnTo>
                    <a:pt x="1001838" y="6967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805178" y="34553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805178" y="32092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805178" y="29631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805178" y="27170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290312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237067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571013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390495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305920" y="324253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98217" y="27972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90640" y="30667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87217" y="325755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307393" y="315608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96972" y="316994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86438" y="29205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328817" y="32533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312430" y="34188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311926" y="323273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56655" y="33505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50369" y="262729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59184" y="31264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33406" y="33113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24773" y="324531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19207" y="31994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57760" y="326344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24664" y="33722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51286" y="306713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25080" y="31699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57397" y="296402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50788" y="32289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30641" y="301110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27273" y="312177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24333" y="32634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38883" y="306200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54609" y="291655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637873" y="271998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94601" y="32890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95746" y="32183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978852" y="304589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88159" y="319674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959158" y="314215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975332" y="33508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950320" y="33109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50255" y="31591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62251" y="31408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987162" y="289974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967307" y="32276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968425" y="29045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75977" y="32639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970992" y="33674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77951" y="31047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970819" y="30196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62770" y="33067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963356" y="31069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978308" y="289210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950548" y="309606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05037" y="305700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329347" y="311105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01936" y="321572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06607" y="32629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13081" y="324904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13990" y="322465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288735" y="30151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291401" y="30791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283145" y="30261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16781" y="282740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20201" y="326356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293941" y="29336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284831" y="277541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296173" y="33344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06188" y="30456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26938" y="327029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289715" y="271441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282225" y="30721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319603" y="29813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14573" y="31488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298391" y="307565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283107" y="32428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282093" y="30146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5321756" y="326840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334726" y="3161920"/>
              <a:ext cx="998738" cy="128268"/>
            </a:xfrm>
            <a:custGeom>
              <a:avLst/>
              <a:pathLst>
                <a:path w="998738" h="128268">
                  <a:moveTo>
                    <a:pt x="0" y="128268"/>
                  </a:moveTo>
                  <a:lnTo>
                    <a:pt x="64134" y="120031"/>
                  </a:lnTo>
                  <a:lnTo>
                    <a:pt x="120704" y="112766"/>
                  </a:lnTo>
                  <a:lnTo>
                    <a:pt x="171308" y="106267"/>
                  </a:lnTo>
                  <a:lnTo>
                    <a:pt x="217084" y="100388"/>
                  </a:lnTo>
                  <a:lnTo>
                    <a:pt x="258875" y="95021"/>
                  </a:lnTo>
                  <a:lnTo>
                    <a:pt x="297319" y="90083"/>
                  </a:lnTo>
                  <a:lnTo>
                    <a:pt x="332912" y="85512"/>
                  </a:lnTo>
                  <a:lnTo>
                    <a:pt x="366049" y="81256"/>
                  </a:lnTo>
                  <a:lnTo>
                    <a:pt x="397046" y="77275"/>
                  </a:lnTo>
                  <a:lnTo>
                    <a:pt x="426164" y="73536"/>
                  </a:lnTo>
                  <a:lnTo>
                    <a:pt x="453617" y="70010"/>
                  </a:lnTo>
                  <a:lnTo>
                    <a:pt x="479585" y="66675"/>
                  </a:lnTo>
                  <a:lnTo>
                    <a:pt x="504220" y="63511"/>
                  </a:lnTo>
                  <a:lnTo>
                    <a:pt x="527654" y="60501"/>
                  </a:lnTo>
                  <a:lnTo>
                    <a:pt x="549997" y="57632"/>
                  </a:lnTo>
                  <a:lnTo>
                    <a:pt x="571347" y="54890"/>
                  </a:lnTo>
                  <a:lnTo>
                    <a:pt x="591788" y="52264"/>
                  </a:lnTo>
                  <a:lnTo>
                    <a:pt x="611395" y="49746"/>
                  </a:lnTo>
                  <a:lnTo>
                    <a:pt x="630232" y="47327"/>
                  </a:lnTo>
                  <a:lnTo>
                    <a:pt x="648358" y="44999"/>
                  </a:lnTo>
                  <a:lnTo>
                    <a:pt x="665825" y="42756"/>
                  </a:lnTo>
                  <a:lnTo>
                    <a:pt x="682679" y="40591"/>
                  </a:lnTo>
                  <a:lnTo>
                    <a:pt x="698962" y="38500"/>
                  </a:lnTo>
                  <a:lnTo>
                    <a:pt x="714711" y="36477"/>
                  </a:lnTo>
                  <a:lnTo>
                    <a:pt x="729959" y="34519"/>
                  </a:lnTo>
                  <a:lnTo>
                    <a:pt x="744739" y="32621"/>
                  </a:lnTo>
                  <a:lnTo>
                    <a:pt x="759077" y="30779"/>
                  </a:lnTo>
                  <a:lnTo>
                    <a:pt x="772999" y="28991"/>
                  </a:lnTo>
                  <a:lnTo>
                    <a:pt x="786530" y="27254"/>
                  </a:lnTo>
                  <a:lnTo>
                    <a:pt x="799689" y="25563"/>
                  </a:lnTo>
                  <a:lnTo>
                    <a:pt x="812498" y="23918"/>
                  </a:lnTo>
                  <a:lnTo>
                    <a:pt x="824973" y="22316"/>
                  </a:lnTo>
                  <a:lnTo>
                    <a:pt x="837133" y="20755"/>
                  </a:lnTo>
                  <a:lnTo>
                    <a:pt x="848993" y="19231"/>
                  </a:lnTo>
                  <a:lnTo>
                    <a:pt x="860567" y="17745"/>
                  </a:lnTo>
                  <a:lnTo>
                    <a:pt x="871868" y="16293"/>
                  </a:lnTo>
                  <a:lnTo>
                    <a:pt x="882910" y="14875"/>
                  </a:lnTo>
                  <a:lnTo>
                    <a:pt x="893704" y="13489"/>
                  </a:lnTo>
                  <a:lnTo>
                    <a:pt x="904260" y="12133"/>
                  </a:lnTo>
                  <a:lnTo>
                    <a:pt x="914589" y="10807"/>
                  </a:lnTo>
                  <a:lnTo>
                    <a:pt x="924701" y="9508"/>
                  </a:lnTo>
                  <a:lnTo>
                    <a:pt x="934604" y="8236"/>
                  </a:lnTo>
                  <a:lnTo>
                    <a:pt x="944307" y="6990"/>
                  </a:lnTo>
                  <a:lnTo>
                    <a:pt x="953819" y="5769"/>
                  </a:lnTo>
                  <a:lnTo>
                    <a:pt x="963145" y="4571"/>
                  </a:lnTo>
                  <a:lnTo>
                    <a:pt x="972294" y="3396"/>
                  </a:lnTo>
                  <a:lnTo>
                    <a:pt x="981271" y="2243"/>
                  </a:lnTo>
                  <a:lnTo>
                    <a:pt x="990084" y="1111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334726" y="3016596"/>
              <a:ext cx="998738" cy="309028"/>
            </a:xfrm>
            <a:custGeom>
              <a:avLst/>
              <a:pathLst>
                <a:path w="998738" h="309028">
                  <a:moveTo>
                    <a:pt x="0" y="309028"/>
                  </a:moveTo>
                  <a:lnTo>
                    <a:pt x="64134" y="289184"/>
                  </a:lnTo>
                  <a:lnTo>
                    <a:pt x="120704" y="271680"/>
                  </a:lnTo>
                  <a:lnTo>
                    <a:pt x="171308" y="256022"/>
                  </a:lnTo>
                  <a:lnTo>
                    <a:pt x="217084" y="241858"/>
                  </a:lnTo>
                  <a:lnTo>
                    <a:pt x="258875" y="228927"/>
                  </a:lnTo>
                  <a:lnTo>
                    <a:pt x="297319" y="217032"/>
                  </a:lnTo>
                  <a:lnTo>
                    <a:pt x="332912" y="206018"/>
                  </a:lnTo>
                  <a:lnTo>
                    <a:pt x="366049" y="195765"/>
                  </a:lnTo>
                  <a:lnTo>
                    <a:pt x="397046" y="186174"/>
                  </a:lnTo>
                  <a:lnTo>
                    <a:pt x="426164" y="177165"/>
                  </a:lnTo>
                  <a:lnTo>
                    <a:pt x="453617" y="168670"/>
                  </a:lnTo>
                  <a:lnTo>
                    <a:pt x="479585" y="160635"/>
                  </a:lnTo>
                  <a:lnTo>
                    <a:pt x="504220" y="153013"/>
                  </a:lnTo>
                  <a:lnTo>
                    <a:pt x="527654" y="145762"/>
                  </a:lnTo>
                  <a:lnTo>
                    <a:pt x="549997" y="138848"/>
                  </a:lnTo>
                  <a:lnTo>
                    <a:pt x="571347" y="132242"/>
                  </a:lnTo>
                  <a:lnTo>
                    <a:pt x="591788" y="125917"/>
                  </a:lnTo>
                  <a:lnTo>
                    <a:pt x="611395" y="119851"/>
                  </a:lnTo>
                  <a:lnTo>
                    <a:pt x="630232" y="114022"/>
                  </a:lnTo>
                  <a:lnTo>
                    <a:pt x="648358" y="108414"/>
                  </a:lnTo>
                  <a:lnTo>
                    <a:pt x="665825" y="103009"/>
                  </a:lnTo>
                  <a:lnTo>
                    <a:pt x="682679" y="97794"/>
                  </a:lnTo>
                  <a:lnTo>
                    <a:pt x="698962" y="92756"/>
                  </a:lnTo>
                  <a:lnTo>
                    <a:pt x="714711" y="87883"/>
                  </a:lnTo>
                  <a:lnTo>
                    <a:pt x="729959" y="83165"/>
                  </a:lnTo>
                  <a:lnTo>
                    <a:pt x="744739" y="78592"/>
                  </a:lnTo>
                  <a:lnTo>
                    <a:pt x="759077" y="74155"/>
                  </a:lnTo>
                  <a:lnTo>
                    <a:pt x="772999" y="69847"/>
                  </a:lnTo>
                  <a:lnTo>
                    <a:pt x="786530" y="65661"/>
                  </a:lnTo>
                  <a:lnTo>
                    <a:pt x="799689" y="61589"/>
                  </a:lnTo>
                  <a:lnTo>
                    <a:pt x="812498" y="57626"/>
                  </a:lnTo>
                  <a:lnTo>
                    <a:pt x="824973" y="53766"/>
                  </a:lnTo>
                  <a:lnTo>
                    <a:pt x="837133" y="50003"/>
                  </a:lnTo>
                  <a:lnTo>
                    <a:pt x="848993" y="46333"/>
                  </a:lnTo>
                  <a:lnTo>
                    <a:pt x="860567" y="42752"/>
                  </a:lnTo>
                  <a:lnTo>
                    <a:pt x="871868" y="39255"/>
                  </a:lnTo>
                  <a:lnTo>
                    <a:pt x="882910" y="35839"/>
                  </a:lnTo>
                  <a:lnTo>
                    <a:pt x="893704" y="32499"/>
                  </a:lnTo>
                  <a:lnTo>
                    <a:pt x="904260" y="29233"/>
                  </a:lnTo>
                  <a:lnTo>
                    <a:pt x="914589" y="26037"/>
                  </a:lnTo>
                  <a:lnTo>
                    <a:pt x="924701" y="22908"/>
                  </a:lnTo>
                  <a:lnTo>
                    <a:pt x="934604" y="19844"/>
                  </a:lnTo>
                  <a:lnTo>
                    <a:pt x="944307" y="16841"/>
                  </a:lnTo>
                  <a:lnTo>
                    <a:pt x="953819" y="13899"/>
                  </a:lnTo>
                  <a:lnTo>
                    <a:pt x="963145" y="11013"/>
                  </a:lnTo>
                  <a:lnTo>
                    <a:pt x="972294" y="8182"/>
                  </a:lnTo>
                  <a:lnTo>
                    <a:pt x="981271" y="5404"/>
                  </a:lnTo>
                  <a:lnTo>
                    <a:pt x="990084" y="2677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334726" y="3088558"/>
              <a:ext cx="998738" cy="6194"/>
            </a:xfrm>
            <a:custGeom>
              <a:avLst/>
              <a:pathLst>
                <a:path w="998738" h="6194">
                  <a:moveTo>
                    <a:pt x="0" y="0"/>
                  </a:moveTo>
                  <a:lnTo>
                    <a:pt x="64134" y="397"/>
                  </a:lnTo>
                  <a:lnTo>
                    <a:pt x="120704" y="748"/>
                  </a:lnTo>
                  <a:lnTo>
                    <a:pt x="171308" y="1062"/>
                  </a:lnTo>
                  <a:lnTo>
                    <a:pt x="217084" y="1346"/>
                  </a:lnTo>
                  <a:lnTo>
                    <a:pt x="258875" y="1605"/>
                  </a:lnTo>
                  <a:lnTo>
                    <a:pt x="297319" y="1844"/>
                  </a:lnTo>
                  <a:lnTo>
                    <a:pt x="332912" y="2064"/>
                  </a:lnTo>
                  <a:lnTo>
                    <a:pt x="366049" y="2270"/>
                  </a:lnTo>
                  <a:lnTo>
                    <a:pt x="397046" y="2462"/>
                  </a:lnTo>
                  <a:lnTo>
                    <a:pt x="426164" y="2643"/>
                  </a:lnTo>
                  <a:lnTo>
                    <a:pt x="453617" y="2813"/>
                  </a:lnTo>
                  <a:lnTo>
                    <a:pt x="479585" y="2974"/>
                  </a:lnTo>
                  <a:lnTo>
                    <a:pt x="504220" y="3127"/>
                  </a:lnTo>
                  <a:lnTo>
                    <a:pt x="527654" y="3272"/>
                  </a:lnTo>
                  <a:lnTo>
                    <a:pt x="549997" y="3411"/>
                  </a:lnTo>
                  <a:lnTo>
                    <a:pt x="571347" y="3543"/>
                  </a:lnTo>
                  <a:lnTo>
                    <a:pt x="591788" y="3670"/>
                  </a:lnTo>
                  <a:lnTo>
                    <a:pt x="611395" y="3792"/>
                  </a:lnTo>
                  <a:lnTo>
                    <a:pt x="630232" y="3908"/>
                  </a:lnTo>
                  <a:lnTo>
                    <a:pt x="648358" y="4021"/>
                  </a:lnTo>
                  <a:lnTo>
                    <a:pt x="665825" y="4129"/>
                  </a:lnTo>
                  <a:lnTo>
                    <a:pt x="682679" y="4234"/>
                  </a:lnTo>
                  <a:lnTo>
                    <a:pt x="698962" y="4335"/>
                  </a:lnTo>
                  <a:lnTo>
                    <a:pt x="714711" y="4432"/>
                  </a:lnTo>
                  <a:lnTo>
                    <a:pt x="729959" y="4527"/>
                  </a:lnTo>
                  <a:lnTo>
                    <a:pt x="744739" y="4619"/>
                  </a:lnTo>
                  <a:lnTo>
                    <a:pt x="759077" y="4708"/>
                  </a:lnTo>
                  <a:lnTo>
                    <a:pt x="772999" y="4794"/>
                  </a:lnTo>
                  <a:lnTo>
                    <a:pt x="786530" y="4878"/>
                  </a:lnTo>
                  <a:lnTo>
                    <a:pt x="799689" y="4959"/>
                  </a:lnTo>
                  <a:lnTo>
                    <a:pt x="812498" y="5039"/>
                  </a:lnTo>
                  <a:lnTo>
                    <a:pt x="824973" y="5116"/>
                  </a:lnTo>
                  <a:lnTo>
                    <a:pt x="837133" y="5192"/>
                  </a:lnTo>
                  <a:lnTo>
                    <a:pt x="848993" y="5265"/>
                  </a:lnTo>
                  <a:lnTo>
                    <a:pt x="860567" y="5337"/>
                  </a:lnTo>
                  <a:lnTo>
                    <a:pt x="871868" y="5407"/>
                  </a:lnTo>
                  <a:lnTo>
                    <a:pt x="882910" y="5476"/>
                  </a:lnTo>
                  <a:lnTo>
                    <a:pt x="893704" y="5543"/>
                  </a:lnTo>
                  <a:lnTo>
                    <a:pt x="904260" y="5608"/>
                  </a:lnTo>
                  <a:lnTo>
                    <a:pt x="914589" y="5672"/>
                  </a:lnTo>
                  <a:lnTo>
                    <a:pt x="924701" y="5735"/>
                  </a:lnTo>
                  <a:lnTo>
                    <a:pt x="934604" y="5796"/>
                  </a:lnTo>
                  <a:lnTo>
                    <a:pt x="944307" y="5856"/>
                  </a:lnTo>
                  <a:lnTo>
                    <a:pt x="953819" y="5915"/>
                  </a:lnTo>
                  <a:lnTo>
                    <a:pt x="963145" y="5973"/>
                  </a:lnTo>
                  <a:lnTo>
                    <a:pt x="972294" y="6030"/>
                  </a:lnTo>
                  <a:lnTo>
                    <a:pt x="981271" y="6086"/>
                  </a:lnTo>
                  <a:lnTo>
                    <a:pt x="990084" y="6140"/>
                  </a:lnTo>
                  <a:lnTo>
                    <a:pt x="998738" y="619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334726" y="2807379"/>
              <a:ext cx="998738" cy="284664"/>
            </a:xfrm>
            <a:custGeom>
              <a:avLst/>
              <a:pathLst>
                <a:path w="998738" h="284664">
                  <a:moveTo>
                    <a:pt x="0" y="284664"/>
                  </a:moveTo>
                  <a:lnTo>
                    <a:pt x="64134" y="266384"/>
                  </a:lnTo>
                  <a:lnTo>
                    <a:pt x="120704" y="250260"/>
                  </a:lnTo>
                  <a:lnTo>
                    <a:pt x="171308" y="235837"/>
                  </a:lnTo>
                  <a:lnTo>
                    <a:pt x="217084" y="222790"/>
                  </a:lnTo>
                  <a:lnTo>
                    <a:pt x="258875" y="210878"/>
                  </a:lnTo>
                  <a:lnTo>
                    <a:pt x="297319" y="199921"/>
                  </a:lnTo>
                  <a:lnTo>
                    <a:pt x="332912" y="189776"/>
                  </a:lnTo>
                  <a:lnTo>
                    <a:pt x="366049" y="180331"/>
                  </a:lnTo>
                  <a:lnTo>
                    <a:pt x="397046" y="171496"/>
                  </a:lnTo>
                  <a:lnTo>
                    <a:pt x="426164" y="163197"/>
                  </a:lnTo>
                  <a:lnTo>
                    <a:pt x="453617" y="155372"/>
                  </a:lnTo>
                  <a:lnTo>
                    <a:pt x="479585" y="147971"/>
                  </a:lnTo>
                  <a:lnTo>
                    <a:pt x="504220" y="140949"/>
                  </a:lnTo>
                  <a:lnTo>
                    <a:pt x="527654" y="134270"/>
                  </a:lnTo>
                  <a:lnTo>
                    <a:pt x="549997" y="127901"/>
                  </a:lnTo>
                  <a:lnTo>
                    <a:pt x="571347" y="121816"/>
                  </a:lnTo>
                  <a:lnTo>
                    <a:pt x="591788" y="115990"/>
                  </a:lnTo>
                  <a:lnTo>
                    <a:pt x="611395" y="110402"/>
                  </a:lnTo>
                  <a:lnTo>
                    <a:pt x="630232" y="105033"/>
                  </a:lnTo>
                  <a:lnTo>
                    <a:pt x="648358" y="99866"/>
                  </a:lnTo>
                  <a:lnTo>
                    <a:pt x="665825" y="94888"/>
                  </a:lnTo>
                  <a:lnTo>
                    <a:pt x="682679" y="90084"/>
                  </a:lnTo>
                  <a:lnTo>
                    <a:pt x="698962" y="85443"/>
                  </a:lnTo>
                  <a:lnTo>
                    <a:pt x="714711" y="80954"/>
                  </a:lnTo>
                  <a:lnTo>
                    <a:pt x="729959" y="76608"/>
                  </a:lnTo>
                  <a:lnTo>
                    <a:pt x="744739" y="72395"/>
                  </a:lnTo>
                  <a:lnTo>
                    <a:pt x="759077" y="68309"/>
                  </a:lnTo>
                  <a:lnTo>
                    <a:pt x="772999" y="64340"/>
                  </a:lnTo>
                  <a:lnTo>
                    <a:pt x="786530" y="60484"/>
                  </a:lnTo>
                  <a:lnTo>
                    <a:pt x="799689" y="56733"/>
                  </a:lnTo>
                  <a:lnTo>
                    <a:pt x="812498" y="53083"/>
                  </a:lnTo>
                  <a:lnTo>
                    <a:pt x="824973" y="49527"/>
                  </a:lnTo>
                  <a:lnTo>
                    <a:pt x="837133" y="46061"/>
                  </a:lnTo>
                  <a:lnTo>
                    <a:pt x="848993" y="42680"/>
                  </a:lnTo>
                  <a:lnTo>
                    <a:pt x="860567" y="39382"/>
                  </a:lnTo>
                  <a:lnTo>
                    <a:pt x="871868" y="36160"/>
                  </a:lnTo>
                  <a:lnTo>
                    <a:pt x="882910" y="33013"/>
                  </a:lnTo>
                  <a:lnTo>
                    <a:pt x="893704" y="29937"/>
                  </a:lnTo>
                  <a:lnTo>
                    <a:pt x="904260" y="26928"/>
                  </a:lnTo>
                  <a:lnTo>
                    <a:pt x="914589" y="23984"/>
                  </a:lnTo>
                  <a:lnTo>
                    <a:pt x="924701" y="21102"/>
                  </a:lnTo>
                  <a:lnTo>
                    <a:pt x="934604" y="18279"/>
                  </a:lnTo>
                  <a:lnTo>
                    <a:pt x="944307" y="15514"/>
                  </a:lnTo>
                  <a:lnTo>
                    <a:pt x="953819" y="12803"/>
                  </a:lnTo>
                  <a:lnTo>
                    <a:pt x="963145" y="10144"/>
                  </a:lnTo>
                  <a:lnTo>
                    <a:pt x="972294" y="7537"/>
                  </a:lnTo>
                  <a:lnTo>
                    <a:pt x="981271" y="4978"/>
                  </a:lnTo>
                  <a:lnTo>
                    <a:pt x="990084" y="2466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334726" y="3124761"/>
              <a:ext cx="998738" cy="50259"/>
            </a:xfrm>
            <a:custGeom>
              <a:avLst/>
              <a:pathLst>
                <a:path w="998738" h="50259">
                  <a:moveTo>
                    <a:pt x="0" y="50259"/>
                  </a:moveTo>
                  <a:lnTo>
                    <a:pt x="64134" y="47031"/>
                  </a:lnTo>
                  <a:lnTo>
                    <a:pt x="120704" y="44184"/>
                  </a:lnTo>
                  <a:lnTo>
                    <a:pt x="171308" y="41638"/>
                  </a:lnTo>
                  <a:lnTo>
                    <a:pt x="217084" y="39334"/>
                  </a:lnTo>
                  <a:lnTo>
                    <a:pt x="258875" y="37231"/>
                  </a:lnTo>
                  <a:lnTo>
                    <a:pt x="297319" y="35297"/>
                  </a:lnTo>
                  <a:lnTo>
                    <a:pt x="332912" y="33506"/>
                  </a:lnTo>
                  <a:lnTo>
                    <a:pt x="366049" y="31838"/>
                  </a:lnTo>
                  <a:lnTo>
                    <a:pt x="397046" y="30278"/>
                  </a:lnTo>
                  <a:lnTo>
                    <a:pt x="426164" y="28813"/>
                  </a:lnTo>
                  <a:lnTo>
                    <a:pt x="453617" y="27431"/>
                  </a:lnTo>
                  <a:lnTo>
                    <a:pt x="479585" y="26125"/>
                  </a:lnTo>
                  <a:lnTo>
                    <a:pt x="504220" y="24885"/>
                  </a:lnTo>
                  <a:lnTo>
                    <a:pt x="527654" y="23706"/>
                  </a:lnTo>
                  <a:lnTo>
                    <a:pt x="549997" y="22581"/>
                  </a:lnTo>
                  <a:lnTo>
                    <a:pt x="571347" y="21507"/>
                  </a:lnTo>
                  <a:lnTo>
                    <a:pt x="591788" y="20478"/>
                  </a:lnTo>
                  <a:lnTo>
                    <a:pt x="611395" y="19492"/>
                  </a:lnTo>
                  <a:lnTo>
                    <a:pt x="630232" y="18544"/>
                  </a:lnTo>
                  <a:lnTo>
                    <a:pt x="648358" y="17632"/>
                  </a:lnTo>
                  <a:lnTo>
                    <a:pt x="665825" y="16753"/>
                  </a:lnTo>
                  <a:lnTo>
                    <a:pt x="682679" y="15904"/>
                  </a:lnTo>
                  <a:lnTo>
                    <a:pt x="698962" y="15085"/>
                  </a:lnTo>
                  <a:lnTo>
                    <a:pt x="714711" y="14293"/>
                  </a:lnTo>
                  <a:lnTo>
                    <a:pt x="729959" y="13525"/>
                  </a:lnTo>
                  <a:lnTo>
                    <a:pt x="744739" y="12781"/>
                  </a:lnTo>
                  <a:lnTo>
                    <a:pt x="759077" y="12060"/>
                  </a:lnTo>
                  <a:lnTo>
                    <a:pt x="772999" y="11359"/>
                  </a:lnTo>
                  <a:lnTo>
                    <a:pt x="786530" y="10678"/>
                  </a:lnTo>
                  <a:lnTo>
                    <a:pt x="799689" y="10016"/>
                  </a:lnTo>
                  <a:lnTo>
                    <a:pt x="812498" y="9372"/>
                  </a:lnTo>
                  <a:lnTo>
                    <a:pt x="824973" y="8744"/>
                  </a:lnTo>
                  <a:lnTo>
                    <a:pt x="837133" y="8132"/>
                  </a:lnTo>
                  <a:lnTo>
                    <a:pt x="848993" y="7535"/>
                  </a:lnTo>
                  <a:lnTo>
                    <a:pt x="860567" y="6953"/>
                  </a:lnTo>
                  <a:lnTo>
                    <a:pt x="871868" y="6384"/>
                  </a:lnTo>
                  <a:lnTo>
                    <a:pt x="882910" y="5828"/>
                  </a:lnTo>
                  <a:lnTo>
                    <a:pt x="893704" y="5285"/>
                  </a:lnTo>
                  <a:lnTo>
                    <a:pt x="904260" y="4754"/>
                  </a:lnTo>
                  <a:lnTo>
                    <a:pt x="914589" y="4234"/>
                  </a:lnTo>
                  <a:lnTo>
                    <a:pt x="924701" y="3725"/>
                  </a:lnTo>
                  <a:lnTo>
                    <a:pt x="934604" y="3227"/>
                  </a:lnTo>
                  <a:lnTo>
                    <a:pt x="944307" y="2739"/>
                  </a:lnTo>
                  <a:lnTo>
                    <a:pt x="953819" y="2260"/>
                  </a:lnTo>
                  <a:lnTo>
                    <a:pt x="963145" y="1791"/>
                  </a:lnTo>
                  <a:lnTo>
                    <a:pt x="972294" y="1330"/>
                  </a:lnTo>
                  <a:lnTo>
                    <a:pt x="981271" y="878"/>
                  </a:lnTo>
                  <a:lnTo>
                    <a:pt x="990084" y="435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334726" y="3056449"/>
              <a:ext cx="998738" cy="159165"/>
            </a:xfrm>
            <a:custGeom>
              <a:avLst/>
              <a:pathLst>
                <a:path w="998738" h="159165">
                  <a:moveTo>
                    <a:pt x="0" y="159165"/>
                  </a:moveTo>
                  <a:lnTo>
                    <a:pt x="64134" y="148944"/>
                  </a:lnTo>
                  <a:lnTo>
                    <a:pt x="120704" y="139929"/>
                  </a:lnTo>
                  <a:lnTo>
                    <a:pt x="171308" y="131864"/>
                  </a:lnTo>
                  <a:lnTo>
                    <a:pt x="217084" y="124569"/>
                  </a:lnTo>
                  <a:lnTo>
                    <a:pt x="258875" y="117909"/>
                  </a:lnTo>
                  <a:lnTo>
                    <a:pt x="297319" y="111782"/>
                  </a:lnTo>
                  <a:lnTo>
                    <a:pt x="332912" y="106110"/>
                  </a:lnTo>
                  <a:lnTo>
                    <a:pt x="366049" y="100829"/>
                  </a:lnTo>
                  <a:lnTo>
                    <a:pt x="397046" y="95889"/>
                  </a:lnTo>
                  <a:lnTo>
                    <a:pt x="426164" y="91249"/>
                  </a:lnTo>
                  <a:lnTo>
                    <a:pt x="453617" y="86874"/>
                  </a:lnTo>
                  <a:lnTo>
                    <a:pt x="479585" y="82735"/>
                  </a:lnTo>
                  <a:lnTo>
                    <a:pt x="504220" y="78809"/>
                  </a:lnTo>
                  <a:lnTo>
                    <a:pt x="527654" y="75075"/>
                  </a:lnTo>
                  <a:lnTo>
                    <a:pt x="549997" y="71514"/>
                  </a:lnTo>
                  <a:lnTo>
                    <a:pt x="571347" y="68111"/>
                  </a:lnTo>
                  <a:lnTo>
                    <a:pt x="591788" y="64854"/>
                  </a:lnTo>
                  <a:lnTo>
                    <a:pt x="611395" y="61729"/>
                  </a:lnTo>
                  <a:lnTo>
                    <a:pt x="630232" y="58727"/>
                  </a:lnTo>
                  <a:lnTo>
                    <a:pt x="648358" y="55838"/>
                  </a:lnTo>
                  <a:lnTo>
                    <a:pt x="665825" y="53055"/>
                  </a:lnTo>
                  <a:lnTo>
                    <a:pt x="682679" y="50369"/>
                  </a:lnTo>
                  <a:lnTo>
                    <a:pt x="698962" y="47774"/>
                  </a:lnTo>
                  <a:lnTo>
                    <a:pt x="714711" y="45264"/>
                  </a:lnTo>
                  <a:lnTo>
                    <a:pt x="729959" y="42834"/>
                  </a:lnTo>
                  <a:lnTo>
                    <a:pt x="744739" y="40478"/>
                  </a:lnTo>
                  <a:lnTo>
                    <a:pt x="759077" y="38193"/>
                  </a:lnTo>
                  <a:lnTo>
                    <a:pt x="772999" y="35975"/>
                  </a:lnTo>
                  <a:lnTo>
                    <a:pt x="786530" y="33818"/>
                  </a:lnTo>
                  <a:lnTo>
                    <a:pt x="799689" y="31721"/>
                  </a:lnTo>
                  <a:lnTo>
                    <a:pt x="812498" y="29680"/>
                  </a:lnTo>
                  <a:lnTo>
                    <a:pt x="824973" y="27692"/>
                  </a:lnTo>
                  <a:lnTo>
                    <a:pt x="837133" y="25754"/>
                  </a:lnTo>
                  <a:lnTo>
                    <a:pt x="848993" y="23864"/>
                  </a:lnTo>
                  <a:lnTo>
                    <a:pt x="860567" y="22019"/>
                  </a:lnTo>
                  <a:lnTo>
                    <a:pt x="871868" y="20218"/>
                  </a:lnTo>
                  <a:lnTo>
                    <a:pt x="882910" y="18459"/>
                  </a:lnTo>
                  <a:lnTo>
                    <a:pt x="893704" y="16738"/>
                  </a:lnTo>
                  <a:lnTo>
                    <a:pt x="904260" y="15056"/>
                  </a:lnTo>
                  <a:lnTo>
                    <a:pt x="914589" y="13410"/>
                  </a:lnTo>
                  <a:lnTo>
                    <a:pt x="924701" y="11799"/>
                  </a:lnTo>
                  <a:lnTo>
                    <a:pt x="934604" y="10220"/>
                  </a:lnTo>
                  <a:lnTo>
                    <a:pt x="944307" y="8674"/>
                  </a:lnTo>
                  <a:lnTo>
                    <a:pt x="953819" y="7158"/>
                  </a:lnTo>
                  <a:lnTo>
                    <a:pt x="963145" y="5672"/>
                  </a:lnTo>
                  <a:lnTo>
                    <a:pt x="972294" y="4214"/>
                  </a:lnTo>
                  <a:lnTo>
                    <a:pt x="981271" y="2783"/>
                  </a:lnTo>
                  <a:lnTo>
                    <a:pt x="990084" y="1379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334726" y="3196031"/>
              <a:ext cx="998738" cy="35341"/>
            </a:xfrm>
            <a:custGeom>
              <a:avLst/>
              <a:pathLst>
                <a:path w="998738" h="35341">
                  <a:moveTo>
                    <a:pt x="0" y="0"/>
                  </a:moveTo>
                  <a:lnTo>
                    <a:pt x="64134" y="2269"/>
                  </a:lnTo>
                  <a:lnTo>
                    <a:pt x="120704" y="4271"/>
                  </a:lnTo>
                  <a:lnTo>
                    <a:pt x="171308" y="6061"/>
                  </a:lnTo>
                  <a:lnTo>
                    <a:pt x="217084" y="7681"/>
                  </a:lnTo>
                  <a:lnTo>
                    <a:pt x="258875" y="9160"/>
                  </a:lnTo>
                  <a:lnTo>
                    <a:pt x="297319" y="10520"/>
                  </a:lnTo>
                  <a:lnTo>
                    <a:pt x="332912" y="11780"/>
                  </a:lnTo>
                  <a:lnTo>
                    <a:pt x="366049" y="12952"/>
                  </a:lnTo>
                  <a:lnTo>
                    <a:pt x="397046" y="14049"/>
                  </a:lnTo>
                  <a:lnTo>
                    <a:pt x="426164" y="15080"/>
                  </a:lnTo>
                  <a:lnTo>
                    <a:pt x="453617" y="16051"/>
                  </a:lnTo>
                  <a:lnTo>
                    <a:pt x="479585" y="16970"/>
                  </a:lnTo>
                  <a:lnTo>
                    <a:pt x="504220" y="17842"/>
                  </a:lnTo>
                  <a:lnTo>
                    <a:pt x="527654" y="18671"/>
                  </a:lnTo>
                  <a:lnTo>
                    <a:pt x="549997" y="19462"/>
                  </a:lnTo>
                  <a:lnTo>
                    <a:pt x="571347" y="20217"/>
                  </a:lnTo>
                  <a:lnTo>
                    <a:pt x="591788" y="20940"/>
                  </a:lnTo>
                  <a:lnTo>
                    <a:pt x="611395" y="21634"/>
                  </a:lnTo>
                  <a:lnTo>
                    <a:pt x="630232" y="22301"/>
                  </a:lnTo>
                  <a:lnTo>
                    <a:pt x="648358" y="22942"/>
                  </a:lnTo>
                  <a:lnTo>
                    <a:pt x="665825" y="23560"/>
                  </a:lnTo>
                  <a:lnTo>
                    <a:pt x="682679" y="24157"/>
                  </a:lnTo>
                  <a:lnTo>
                    <a:pt x="698962" y="24733"/>
                  </a:lnTo>
                  <a:lnTo>
                    <a:pt x="714711" y="25290"/>
                  </a:lnTo>
                  <a:lnTo>
                    <a:pt x="729959" y="25830"/>
                  </a:lnTo>
                  <a:lnTo>
                    <a:pt x="744739" y="26353"/>
                  </a:lnTo>
                  <a:lnTo>
                    <a:pt x="759077" y="26860"/>
                  </a:lnTo>
                  <a:lnTo>
                    <a:pt x="772999" y="27353"/>
                  </a:lnTo>
                  <a:lnTo>
                    <a:pt x="786530" y="27831"/>
                  </a:lnTo>
                  <a:lnTo>
                    <a:pt x="799689" y="28297"/>
                  </a:lnTo>
                  <a:lnTo>
                    <a:pt x="812498" y="28750"/>
                  </a:lnTo>
                  <a:lnTo>
                    <a:pt x="824973" y="29192"/>
                  </a:lnTo>
                  <a:lnTo>
                    <a:pt x="837133" y="29622"/>
                  </a:lnTo>
                  <a:lnTo>
                    <a:pt x="848993" y="30042"/>
                  </a:lnTo>
                  <a:lnTo>
                    <a:pt x="860567" y="30451"/>
                  </a:lnTo>
                  <a:lnTo>
                    <a:pt x="871868" y="30851"/>
                  </a:lnTo>
                  <a:lnTo>
                    <a:pt x="882910" y="31242"/>
                  </a:lnTo>
                  <a:lnTo>
                    <a:pt x="893704" y="31624"/>
                  </a:lnTo>
                  <a:lnTo>
                    <a:pt x="904260" y="31997"/>
                  </a:lnTo>
                  <a:lnTo>
                    <a:pt x="914589" y="32363"/>
                  </a:lnTo>
                  <a:lnTo>
                    <a:pt x="924701" y="32721"/>
                  </a:lnTo>
                  <a:lnTo>
                    <a:pt x="934604" y="33071"/>
                  </a:lnTo>
                  <a:lnTo>
                    <a:pt x="944307" y="33415"/>
                  </a:lnTo>
                  <a:lnTo>
                    <a:pt x="953819" y="33751"/>
                  </a:lnTo>
                  <a:lnTo>
                    <a:pt x="963145" y="34081"/>
                  </a:lnTo>
                  <a:lnTo>
                    <a:pt x="972294" y="34405"/>
                  </a:lnTo>
                  <a:lnTo>
                    <a:pt x="981271" y="34723"/>
                  </a:lnTo>
                  <a:lnTo>
                    <a:pt x="990084" y="35034"/>
                  </a:lnTo>
                  <a:lnTo>
                    <a:pt x="998738" y="3534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334726" y="3301873"/>
              <a:ext cx="998738" cy="38772"/>
            </a:xfrm>
            <a:custGeom>
              <a:avLst/>
              <a:pathLst>
                <a:path w="998738" h="38772">
                  <a:moveTo>
                    <a:pt x="0" y="38772"/>
                  </a:moveTo>
                  <a:lnTo>
                    <a:pt x="64134" y="36282"/>
                  </a:lnTo>
                  <a:lnTo>
                    <a:pt x="120704" y="34086"/>
                  </a:lnTo>
                  <a:lnTo>
                    <a:pt x="171308" y="32122"/>
                  </a:lnTo>
                  <a:lnTo>
                    <a:pt x="217084" y="30344"/>
                  </a:lnTo>
                  <a:lnTo>
                    <a:pt x="258875" y="28722"/>
                  </a:lnTo>
                  <a:lnTo>
                    <a:pt x="297319" y="27230"/>
                  </a:lnTo>
                  <a:lnTo>
                    <a:pt x="332912" y="25848"/>
                  </a:lnTo>
                  <a:lnTo>
                    <a:pt x="366049" y="24561"/>
                  </a:lnTo>
                  <a:lnTo>
                    <a:pt x="397046" y="23358"/>
                  </a:lnTo>
                  <a:lnTo>
                    <a:pt x="426164" y="22228"/>
                  </a:lnTo>
                  <a:lnTo>
                    <a:pt x="453617" y="21162"/>
                  </a:lnTo>
                  <a:lnTo>
                    <a:pt x="479585" y="20154"/>
                  </a:lnTo>
                  <a:lnTo>
                    <a:pt x="504220" y="19197"/>
                  </a:lnTo>
                  <a:lnTo>
                    <a:pt x="527654" y="18288"/>
                  </a:lnTo>
                  <a:lnTo>
                    <a:pt x="549997" y="17420"/>
                  </a:lnTo>
                  <a:lnTo>
                    <a:pt x="571347" y="16591"/>
                  </a:lnTo>
                  <a:lnTo>
                    <a:pt x="591788" y="15798"/>
                  </a:lnTo>
                  <a:lnTo>
                    <a:pt x="611395" y="15037"/>
                  </a:lnTo>
                  <a:lnTo>
                    <a:pt x="630232" y="14305"/>
                  </a:lnTo>
                  <a:lnTo>
                    <a:pt x="648358" y="13602"/>
                  </a:lnTo>
                  <a:lnTo>
                    <a:pt x="665825" y="12924"/>
                  </a:lnTo>
                  <a:lnTo>
                    <a:pt x="682679" y="12269"/>
                  </a:lnTo>
                  <a:lnTo>
                    <a:pt x="698962" y="11637"/>
                  </a:lnTo>
                  <a:lnTo>
                    <a:pt x="714711" y="11026"/>
                  </a:lnTo>
                  <a:lnTo>
                    <a:pt x="729959" y="10434"/>
                  </a:lnTo>
                  <a:lnTo>
                    <a:pt x="744739" y="9860"/>
                  </a:lnTo>
                  <a:lnTo>
                    <a:pt x="759077" y="9303"/>
                  </a:lnTo>
                  <a:lnTo>
                    <a:pt x="772999" y="8763"/>
                  </a:lnTo>
                  <a:lnTo>
                    <a:pt x="786530" y="8238"/>
                  </a:lnTo>
                  <a:lnTo>
                    <a:pt x="799689" y="7727"/>
                  </a:lnTo>
                  <a:lnTo>
                    <a:pt x="812498" y="7230"/>
                  </a:lnTo>
                  <a:lnTo>
                    <a:pt x="824973" y="6745"/>
                  </a:lnTo>
                  <a:lnTo>
                    <a:pt x="837133" y="6273"/>
                  </a:lnTo>
                  <a:lnTo>
                    <a:pt x="848993" y="5813"/>
                  </a:lnTo>
                  <a:lnTo>
                    <a:pt x="860567" y="5364"/>
                  </a:lnTo>
                  <a:lnTo>
                    <a:pt x="871868" y="4925"/>
                  </a:lnTo>
                  <a:lnTo>
                    <a:pt x="882910" y="4496"/>
                  </a:lnTo>
                  <a:lnTo>
                    <a:pt x="893704" y="4077"/>
                  </a:lnTo>
                  <a:lnTo>
                    <a:pt x="904260" y="3667"/>
                  </a:lnTo>
                  <a:lnTo>
                    <a:pt x="914589" y="3266"/>
                  </a:lnTo>
                  <a:lnTo>
                    <a:pt x="924701" y="2874"/>
                  </a:lnTo>
                  <a:lnTo>
                    <a:pt x="934604" y="2489"/>
                  </a:lnTo>
                  <a:lnTo>
                    <a:pt x="944307" y="2113"/>
                  </a:lnTo>
                  <a:lnTo>
                    <a:pt x="953819" y="1743"/>
                  </a:lnTo>
                  <a:lnTo>
                    <a:pt x="963145" y="1381"/>
                  </a:lnTo>
                  <a:lnTo>
                    <a:pt x="972294" y="1026"/>
                  </a:lnTo>
                  <a:lnTo>
                    <a:pt x="981271" y="678"/>
                  </a:lnTo>
                  <a:lnTo>
                    <a:pt x="990084" y="335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334726" y="2818491"/>
              <a:ext cx="998738" cy="422032"/>
            </a:xfrm>
            <a:custGeom>
              <a:avLst/>
              <a:pathLst>
                <a:path w="998738" h="422032">
                  <a:moveTo>
                    <a:pt x="0" y="0"/>
                  </a:moveTo>
                  <a:lnTo>
                    <a:pt x="64134" y="27100"/>
                  </a:lnTo>
                  <a:lnTo>
                    <a:pt x="120704" y="51005"/>
                  </a:lnTo>
                  <a:lnTo>
                    <a:pt x="171308" y="72388"/>
                  </a:lnTo>
                  <a:lnTo>
                    <a:pt x="217084" y="91732"/>
                  </a:lnTo>
                  <a:lnTo>
                    <a:pt x="258875" y="109391"/>
                  </a:lnTo>
                  <a:lnTo>
                    <a:pt x="297319" y="125637"/>
                  </a:lnTo>
                  <a:lnTo>
                    <a:pt x="332912" y="140677"/>
                  </a:lnTo>
                  <a:lnTo>
                    <a:pt x="366049" y="154680"/>
                  </a:lnTo>
                  <a:lnTo>
                    <a:pt x="397046" y="167778"/>
                  </a:lnTo>
                  <a:lnTo>
                    <a:pt x="426164" y="180082"/>
                  </a:lnTo>
                  <a:lnTo>
                    <a:pt x="453617" y="191683"/>
                  </a:lnTo>
                  <a:lnTo>
                    <a:pt x="479585" y="202656"/>
                  </a:lnTo>
                  <a:lnTo>
                    <a:pt x="504220" y="213066"/>
                  </a:lnTo>
                  <a:lnTo>
                    <a:pt x="527654" y="222968"/>
                  </a:lnTo>
                  <a:lnTo>
                    <a:pt x="549997" y="232410"/>
                  </a:lnTo>
                  <a:lnTo>
                    <a:pt x="571347" y="241431"/>
                  </a:lnTo>
                  <a:lnTo>
                    <a:pt x="591788" y="250069"/>
                  </a:lnTo>
                  <a:lnTo>
                    <a:pt x="611395" y="258354"/>
                  </a:lnTo>
                  <a:lnTo>
                    <a:pt x="630232" y="266314"/>
                  </a:lnTo>
                  <a:lnTo>
                    <a:pt x="648358" y="273974"/>
                  </a:lnTo>
                  <a:lnTo>
                    <a:pt x="665825" y="281355"/>
                  </a:lnTo>
                  <a:lnTo>
                    <a:pt x="682679" y="288477"/>
                  </a:lnTo>
                  <a:lnTo>
                    <a:pt x="698962" y="295357"/>
                  </a:lnTo>
                  <a:lnTo>
                    <a:pt x="714711" y="302012"/>
                  </a:lnTo>
                  <a:lnTo>
                    <a:pt x="729959" y="308455"/>
                  </a:lnTo>
                  <a:lnTo>
                    <a:pt x="744739" y="314701"/>
                  </a:lnTo>
                  <a:lnTo>
                    <a:pt x="759077" y="320760"/>
                  </a:lnTo>
                  <a:lnTo>
                    <a:pt x="772999" y="326643"/>
                  </a:lnTo>
                  <a:lnTo>
                    <a:pt x="786530" y="332360"/>
                  </a:lnTo>
                  <a:lnTo>
                    <a:pt x="799689" y="337921"/>
                  </a:lnTo>
                  <a:lnTo>
                    <a:pt x="812498" y="343333"/>
                  </a:lnTo>
                  <a:lnTo>
                    <a:pt x="824973" y="348605"/>
                  </a:lnTo>
                  <a:lnTo>
                    <a:pt x="837133" y="353744"/>
                  </a:lnTo>
                  <a:lnTo>
                    <a:pt x="848993" y="358755"/>
                  </a:lnTo>
                  <a:lnTo>
                    <a:pt x="860567" y="363646"/>
                  </a:lnTo>
                  <a:lnTo>
                    <a:pt x="871868" y="368421"/>
                  </a:lnTo>
                  <a:lnTo>
                    <a:pt x="882910" y="373087"/>
                  </a:lnTo>
                  <a:lnTo>
                    <a:pt x="893704" y="377648"/>
                  </a:lnTo>
                  <a:lnTo>
                    <a:pt x="904260" y="382109"/>
                  </a:lnTo>
                  <a:lnTo>
                    <a:pt x="914589" y="386474"/>
                  </a:lnTo>
                  <a:lnTo>
                    <a:pt x="924701" y="390747"/>
                  </a:lnTo>
                  <a:lnTo>
                    <a:pt x="934604" y="394931"/>
                  </a:lnTo>
                  <a:lnTo>
                    <a:pt x="944307" y="399032"/>
                  </a:lnTo>
                  <a:lnTo>
                    <a:pt x="953819" y="403051"/>
                  </a:lnTo>
                  <a:lnTo>
                    <a:pt x="963145" y="406992"/>
                  </a:lnTo>
                  <a:lnTo>
                    <a:pt x="972294" y="410858"/>
                  </a:lnTo>
                  <a:lnTo>
                    <a:pt x="981271" y="414651"/>
                  </a:lnTo>
                  <a:lnTo>
                    <a:pt x="990084" y="418375"/>
                  </a:lnTo>
                  <a:lnTo>
                    <a:pt x="998738" y="42203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334726" y="2930715"/>
              <a:ext cx="998738" cy="3316"/>
            </a:xfrm>
            <a:custGeom>
              <a:avLst/>
              <a:pathLst>
                <a:path w="998738" h="3316">
                  <a:moveTo>
                    <a:pt x="0" y="3316"/>
                  </a:moveTo>
                  <a:lnTo>
                    <a:pt x="64134" y="3103"/>
                  </a:lnTo>
                  <a:lnTo>
                    <a:pt x="120704" y="2915"/>
                  </a:lnTo>
                  <a:lnTo>
                    <a:pt x="171308" y="2747"/>
                  </a:lnTo>
                  <a:lnTo>
                    <a:pt x="217084" y="2595"/>
                  </a:lnTo>
                  <a:lnTo>
                    <a:pt x="258875" y="2456"/>
                  </a:lnTo>
                  <a:lnTo>
                    <a:pt x="297319" y="2328"/>
                  </a:lnTo>
                  <a:lnTo>
                    <a:pt x="332912" y="2210"/>
                  </a:lnTo>
                  <a:lnTo>
                    <a:pt x="366049" y="2100"/>
                  </a:lnTo>
                  <a:lnTo>
                    <a:pt x="397046" y="1997"/>
                  </a:lnTo>
                  <a:lnTo>
                    <a:pt x="426164" y="1901"/>
                  </a:lnTo>
                  <a:lnTo>
                    <a:pt x="453617" y="1810"/>
                  </a:lnTo>
                  <a:lnTo>
                    <a:pt x="479585" y="1723"/>
                  </a:lnTo>
                  <a:lnTo>
                    <a:pt x="504220" y="1641"/>
                  </a:lnTo>
                  <a:lnTo>
                    <a:pt x="527654" y="1564"/>
                  </a:lnTo>
                  <a:lnTo>
                    <a:pt x="549997" y="1489"/>
                  </a:lnTo>
                  <a:lnTo>
                    <a:pt x="571347" y="1419"/>
                  </a:lnTo>
                  <a:lnTo>
                    <a:pt x="591788" y="1351"/>
                  </a:lnTo>
                  <a:lnTo>
                    <a:pt x="611395" y="1286"/>
                  </a:lnTo>
                  <a:lnTo>
                    <a:pt x="630232" y="1223"/>
                  </a:lnTo>
                  <a:lnTo>
                    <a:pt x="648358" y="1163"/>
                  </a:lnTo>
                  <a:lnTo>
                    <a:pt x="665825" y="1105"/>
                  </a:lnTo>
                  <a:lnTo>
                    <a:pt x="682679" y="1049"/>
                  </a:lnTo>
                  <a:lnTo>
                    <a:pt x="698962" y="995"/>
                  </a:lnTo>
                  <a:lnTo>
                    <a:pt x="714711" y="943"/>
                  </a:lnTo>
                  <a:lnTo>
                    <a:pt x="729959" y="892"/>
                  </a:lnTo>
                  <a:lnTo>
                    <a:pt x="744739" y="843"/>
                  </a:lnTo>
                  <a:lnTo>
                    <a:pt x="759077" y="795"/>
                  </a:lnTo>
                  <a:lnTo>
                    <a:pt x="772999" y="749"/>
                  </a:lnTo>
                  <a:lnTo>
                    <a:pt x="786530" y="704"/>
                  </a:lnTo>
                  <a:lnTo>
                    <a:pt x="799689" y="660"/>
                  </a:lnTo>
                  <a:lnTo>
                    <a:pt x="812498" y="618"/>
                  </a:lnTo>
                  <a:lnTo>
                    <a:pt x="824973" y="576"/>
                  </a:lnTo>
                  <a:lnTo>
                    <a:pt x="837133" y="536"/>
                  </a:lnTo>
                  <a:lnTo>
                    <a:pt x="848993" y="497"/>
                  </a:lnTo>
                  <a:lnTo>
                    <a:pt x="860567" y="458"/>
                  </a:lnTo>
                  <a:lnTo>
                    <a:pt x="871868" y="421"/>
                  </a:lnTo>
                  <a:lnTo>
                    <a:pt x="882910" y="384"/>
                  </a:lnTo>
                  <a:lnTo>
                    <a:pt x="893704" y="348"/>
                  </a:lnTo>
                  <a:lnTo>
                    <a:pt x="904260" y="313"/>
                  </a:lnTo>
                  <a:lnTo>
                    <a:pt x="914589" y="279"/>
                  </a:lnTo>
                  <a:lnTo>
                    <a:pt x="924701" y="245"/>
                  </a:lnTo>
                  <a:lnTo>
                    <a:pt x="934604" y="212"/>
                  </a:lnTo>
                  <a:lnTo>
                    <a:pt x="944307" y="180"/>
                  </a:lnTo>
                  <a:lnTo>
                    <a:pt x="953819" y="149"/>
                  </a:lnTo>
                  <a:lnTo>
                    <a:pt x="963145" y="118"/>
                  </a:lnTo>
                  <a:lnTo>
                    <a:pt x="972294" y="87"/>
                  </a:lnTo>
                  <a:lnTo>
                    <a:pt x="981271" y="57"/>
                  </a:lnTo>
                  <a:lnTo>
                    <a:pt x="990084" y="28"/>
                  </a:lnTo>
                  <a:lnTo>
                    <a:pt x="99873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233897" y="32745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233897" y="30283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33897" y="27822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33472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466763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00055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533346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57925" y="44070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64971" y="455530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38608" y="454087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440666" y="42284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455070" y="458962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40366" y="44902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28999" y="46702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442376" y="463550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31083" y="43514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467154" y="446670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01296" y="45743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80997" y="437663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96176" y="44226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62018" y="47150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58764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806808" y="408379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94811" y="456935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68098" y="47198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60947" y="46833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68459" y="45648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60099" y="452636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62573" y="46495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83037" y="461006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80554" y="45741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65236" y="465962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79101" y="45041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87820" y="46387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773279" y="454259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07052" y="44171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05766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02549" y="452111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094378" y="46364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09556" y="430828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40502" y="45451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27992" y="437130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22137" y="45966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6664" y="447952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12178" y="45618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098260" y="46132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38181" y="41742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99394" y="456076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095933" y="465495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22003" y="422818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08024" y="433052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3931" y="44860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03944" y="46928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096979" y="455863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117871" y="447308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471432" y="45311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456188" y="45281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433220" y="45467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465473" y="461512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456272" y="45099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427446" y="448279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430407" y="445539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437666" y="45237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459347" y="46192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438170" y="438990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464968" y="463107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456981" y="454105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454662" y="459079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439970" y="470623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461114" y="46168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428176" y="465159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435059" y="460101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3851" y="449878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454332" y="46292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453859" y="446075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435108" y="456928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442736" y="447506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471908" y="453834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437183" y="46574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76848" y="4272954"/>
              <a:ext cx="1001872" cy="262670"/>
            </a:xfrm>
            <a:custGeom>
              <a:avLst/>
              <a:pathLst>
                <a:path w="1001872" h="262670">
                  <a:moveTo>
                    <a:pt x="0" y="0"/>
                  </a:moveTo>
                  <a:lnTo>
                    <a:pt x="64335" y="16867"/>
                  </a:lnTo>
                  <a:lnTo>
                    <a:pt x="121083" y="31745"/>
                  </a:lnTo>
                  <a:lnTo>
                    <a:pt x="171845" y="45054"/>
                  </a:lnTo>
                  <a:lnTo>
                    <a:pt x="217765" y="57093"/>
                  </a:lnTo>
                  <a:lnTo>
                    <a:pt x="259687" y="68084"/>
                  </a:lnTo>
                  <a:lnTo>
                    <a:pt x="298252" y="78195"/>
                  </a:lnTo>
                  <a:lnTo>
                    <a:pt x="333957" y="87556"/>
                  </a:lnTo>
                  <a:lnTo>
                    <a:pt x="367198" y="96271"/>
                  </a:lnTo>
                  <a:lnTo>
                    <a:pt x="398292" y="104424"/>
                  </a:lnTo>
                  <a:lnTo>
                    <a:pt x="427501" y="112082"/>
                  </a:lnTo>
                  <a:lnTo>
                    <a:pt x="455040" y="119302"/>
                  </a:lnTo>
                  <a:lnTo>
                    <a:pt x="481090" y="126132"/>
                  </a:lnTo>
                  <a:lnTo>
                    <a:pt x="505803" y="132611"/>
                  </a:lnTo>
                  <a:lnTo>
                    <a:pt x="529310" y="138774"/>
                  </a:lnTo>
                  <a:lnTo>
                    <a:pt x="551723" y="144650"/>
                  </a:lnTo>
                  <a:lnTo>
                    <a:pt x="573140" y="150265"/>
                  </a:lnTo>
                  <a:lnTo>
                    <a:pt x="593645" y="155641"/>
                  </a:lnTo>
                  <a:lnTo>
                    <a:pt x="613313" y="160798"/>
                  </a:lnTo>
                  <a:lnTo>
                    <a:pt x="632209" y="165752"/>
                  </a:lnTo>
                  <a:lnTo>
                    <a:pt x="650393" y="170519"/>
                  </a:lnTo>
                  <a:lnTo>
                    <a:pt x="667915" y="175113"/>
                  </a:lnTo>
                  <a:lnTo>
                    <a:pt x="684822" y="179546"/>
                  </a:lnTo>
                  <a:lnTo>
                    <a:pt x="701155" y="183828"/>
                  </a:lnTo>
                  <a:lnTo>
                    <a:pt x="716953" y="187970"/>
                  </a:lnTo>
                  <a:lnTo>
                    <a:pt x="732250" y="191981"/>
                  </a:lnTo>
                  <a:lnTo>
                    <a:pt x="747076" y="195868"/>
                  </a:lnTo>
                  <a:lnTo>
                    <a:pt x="761459" y="199639"/>
                  </a:lnTo>
                  <a:lnTo>
                    <a:pt x="775425" y="203300"/>
                  </a:lnTo>
                  <a:lnTo>
                    <a:pt x="788998" y="206859"/>
                  </a:lnTo>
                  <a:lnTo>
                    <a:pt x="802198" y="210320"/>
                  </a:lnTo>
                  <a:lnTo>
                    <a:pt x="815047" y="213689"/>
                  </a:lnTo>
                  <a:lnTo>
                    <a:pt x="827562" y="216970"/>
                  </a:lnTo>
                  <a:lnTo>
                    <a:pt x="839760" y="220168"/>
                  </a:lnTo>
                  <a:lnTo>
                    <a:pt x="851657" y="223287"/>
                  </a:lnTo>
                  <a:lnTo>
                    <a:pt x="863267" y="226331"/>
                  </a:lnTo>
                  <a:lnTo>
                    <a:pt x="874604" y="229303"/>
                  </a:lnTo>
                  <a:lnTo>
                    <a:pt x="885680" y="232207"/>
                  </a:lnTo>
                  <a:lnTo>
                    <a:pt x="896508" y="235046"/>
                  </a:lnTo>
                  <a:lnTo>
                    <a:pt x="907097" y="237822"/>
                  </a:lnTo>
                  <a:lnTo>
                    <a:pt x="917459" y="240539"/>
                  </a:lnTo>
                  <a:lnTo>
                    <a:pt x="927602" y="243198"/>
                  </a:lnTo>
                  <a:lnTo>
                    <a:pt x="937537" y="245803"/>
                  </a:lnTo>
                  <a:lnTo>
                    <a:pt x="947270" y="248355"/>
                  </a:lnTo>
                  <a:lnTo>
                    <a:pt x="956811" y="250856"/>
                  </a:lnTo>
                  <a:lnTo>
                    <a:pt x="966167" y="253309"/>
                  </a:lnTo>
                  <a:lnTo>
                    <a:pt x="975344" y="255715"/>
                  </a:lnTo>
                  <a:lnTo>
                    <a:pt x="984350" y="258076"/>
                  </a:lnTo>
                  <a:lnTo>
                    <a:pt x="993191" y="260394"/>
                  </a:lnTo>
                  <a:lnTo>
                    <a:pt x="1001872" y="26267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76848" y="4204446"/>
              <a:ext cx="1001872" cy="344866"/>
            </a:xfrm>
            <a:custGeom>
              <a:avLst/>
              <a:pathLst>
                <a:path w="1001872" h="344866">
                  <a:moveTo>
                    <a:pt x="0" y="0"/>
                  </a:moveTo>
                  <a:lnTo>
                    <a:pt x="64335" y="22145"/>
                  </a:lnTo>
                  <a:lnTo>
                    <a:pt x="121083" y="41679"/>
                  </a:lnTo>
                  <a:lnTo>
                    <a:pt x="171845" y="59152"/>
                  </a:lnTo>
                  <a:lnTo>
                    <a:pt x="217765" y="74959"/>
                  </a:lnTo>
                  <a:lnTo>
                    <a:pt x="259687" y="89390"/>
                  </a:lnTo>
                  <a:lnTo>
                    <a:pt x="298252" y="102664"/>
                  </a:lnTo>
                  <a:lnTo>
                    <a:pt x="333957" y="114955"/>
                  </a:lnTo>
                  <a:lnTo>
                    <a:pt x="367198" y="126397"/>
                  </a:lnTo>
                  <a:lnTo>
                    <a:pt x="398292" y="137100"/>
                  </a:lnTo>
                  <a:lnTo>
                    <a:pt x="427501" y="147155"/>
                  </a:lnTo>
                  <a:lnTo>
                    <a:pt x="455040" y="156634"/>
                  </a:lnTo>
                  <a:lnTo>
                    <a:pt x="481090" y="165601"/>
                  </a:lnTo>
                  <a:lnTo>
                    <a:pt x="505803" y="174108"/>
                  </a:lnTo>
                  <a:lnTo>
                    <a:pt x="529310" y="182199"/>
                  </a:lnTo>
                  <a:lnTo>
                    <a:pt x="551723" y="189915"/>
                  </a:lnTo>
                  <a:lnTo>
                    <a:pt x="573140" y="197287"/>
                  </a:lnTo>
                  <a:lnTo>
                    <a:pt x="593645" y="204345"/>
                  </a:lnTo>
                  <a:lnTo>
                    <a:pt x="613313" y="211115"/>
                  </a:lnTo>
                  <a:lnTo>
                    <a:pt x="632209" y="217620"/>
                  </a:lnTo>
                  <a:lnTo>
                    <a:pt x="650393" y="223879"/>
                  </a:lnTo>
                  <a:lnTo>
                    <a:pt x="667915" y="229910"/>
                  </a:lnTo>
                  <a:lnTo>
                    <a:pt x="684822" y="235730"/>
                  </a:lnTo>
                  <a:lnTo>
                    <a:pt x="701155" y="241352"/>
                  </a:lnTo>
                  <a:lnTo>
                    <a:pt x="716953" y="246790"/>
                  </a:lnTo>
                  <a:lnTo>
                    <a:pt x="732250" y="252056"/>
                  </a:lnTo>
                  <a:lnTo>
                    <a:pt x="747076" y="257159"/>
                  </a:lnTo>
                  <a:lnTo>
                    <a:pt x="761459" y="262110"/>
                  </a:lnTo>
                  <a:lnTo>
                    <a:pt x="775425" y="266918"/>
                  </a:lnTo>
                  <a:lnTo>
                    <a:pt x="788998" y="271590"/>
                  </a:lnTo>
                  <a:lnTo>
                    <a:pt x="802198" y="276134"/>
                  </a:lnTo>
                  <a:lnTo>
                    <a:pt x="815047" y="280556"/>
                  </a:lnTo>
                  <a:lnTo>
                    <a:pt x="827562" y="284864"/>
                  </a:lnTo>
                  <a:lnTo>
                    <a:pt x="839760" y="289063"/>
                  </a:lnTo>
                  <a:lnTo>
                    <a:pt x="851657" y="293158"/>
                  </a:lnTo>
                  <a:lnTo>
                    <a:pt x="863267" y="297155"/>
                  </a:lnTo>
                  <a:lnTo>
                    <a:pt x="874604" y="301057"/>
                  </a:lnTo>
                  <a:lnTo>
                    <a:pt x="885680" y="304870"/>
                  </a:lnTo>
                  <a:lnTo>
                    <a:pt x="896508" y="308597"/>
                  </a:lnTo>
                  <a:lnTo>
                    <a:pt x="907097" y="312242"/>
                  </a:lnTo>
                  <a:lnTo>
                    <a:pt x="917459" y="315809"/>
                  </a:lnTo>
                  <a:lnTo>
                    <a:pt x="927602" y="319300"/>
                  </a:lnTo>
                  <a:lnTo>
                    <a:pt x="937537" y="322720"/>
                  </a:lnTo>
                  <a:lnTo>
                    <a:pt x="947270" y="326071"/>
                  </a:lnTo>
                  <a:lnTo>
                    <a:pt x="956811" y="329355"/>
                  </a:lnTo>
                  <a:lnTo>
                    <a:pt x="966167" y="332575"/>
                  </a:lnTo>
                  <a:lnTo>
                    <a:pt x="975344" y="335734"/>
                  </a:lnTo>
                  <a:lnTo>
                    <a:pt x="984350" y="338834"/>
                  </a:lnTo>
                  <a:lnTo>
                    <a:pt x="993191" y="341877"/>
                  </a:lnTo>
                  <a:lnTo>
                    <a:pt x="1001872" y="34486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76848" y="4548302"/>
              <a:ext cx="1001872" cy="18818"/>
            </a:xfrm>
            <a:custGeom>
              <a:avLst/>
              <a:pathLst>
                <a:path w="1001872" h="18818">
                  <a:moveTo>
                    <a:pt x="0" y="18818"/>
                  </a:moveTo>
                  <a:lnTo>
                    <a:pt x="64335" y="17610"/>
                  </a:lnTo>
                  <a:lnTo>
                    <a:pt x="121083" y="16544"/>
                  </a:lnTo>
                  <a:lnTo>
                    <a:pt x="171845" y="15591"/>
                  </a:lnTo>
                  <a:lnTo>
                    <a:pt x="217765" y="14728"/>
                  </a:lnTo>
                  <a:lnTo>
                    <a:pt x="259687" y="13941"/>
                  </a:lnTo>
                  <a:lnTo>
                    <a:pt x="298252" y="13216"/>
                  </a:lnTo>
                  <a:lnTo>
                    <a:pt x="333957" y="12545"/>
                  </a:lnTo>
                  <a:lnTo>
                    <a:pt x="367198" y="11921"/>
                  </a:lnTo>
                  <a:lnTo>
                    <a:pt x="398292" y="11337"/>
                  </a:lnTo>
                  <a:lnTo>
                    <a:pt x="427501" y="10788"/>
                  </a:lnTo>
                  <a:lnTo>
                    <a:pt x="455040" y="10271"/>
                  </a:lnTo>
                  <a:lnTo>
                    <a:pt x="481090" y="9782"/>
                  </a:lnTo>
                  <a:lnTo>
                    <a:pt x="505803" y="9318"/>
                  </a:lnTo>
                  <a:lnTo>
                    <a:pt x="529310" y="8876"/>
                  </a:lnTo>
                  <a:lnTo>
                    <a:pt x="551723" y="8455"/>
                  </a:lnTo>
                  <a:lnTo>
                    <a:pt x="573140" y="8053"/>
                  </a:lnTo>
                  <a:lnTo>
                    <a:pt x="593645" y="7668"/>
                  </a:lnTo>
                  <a:lnTo>
                    <a:pt x="613313" y="7298"/>
                  </a:lnTo>
                  <a:lnTo>
                    <a:pt x="632209" y="6943"/>
                  </a:lnTo>
                  <a:lnTo>
                    <a:pt x="650393" y="6602"/>
                  </a:lnTo>
                  <a:lnTo>
                    <a:pt x="667915" y="6272"/>
                  </a:lnTo>
                  <a:lnTo>
                    <a:pt x="684822" y="5955"/>
                  </a:lnTo>
                  <a:lnTo>
                    <a:pt x="701155" y="5648"/>
                  </a:lnTo>
                  <a:lnTo>
                    <a:pt x="716953" y="5351"/>
                  </a:lnTo>
                  <a:lnTo>
                    <a:pt x="732250" y="5064"/>
                  </a:lnTo>
                  <a:lnTo>
                    <a:pt x="747076" y="4786"/>
                  </a:lnTo>
                  <a:lnTo>
                    <a:pt x="761459" y="4515"/>
                  </a:lnTo>
                  <a:lnTo>
                    <a:pt x="775425" y="4253"/>
                  </a:lnTo>
                  <a:lnTo>
                    <a:pt x="788998" y="3998"/>
                  </a:lnTo>
                  <a:lnTo>
                    <a:pt x="802198" y="3750"/>
                  </a:lnTo>
                  <a:lnTo>
                    <a:pt x="815047" y="3509"/>
                  </a:lnTo>
                  <a:lnTo>
                    <a:pt x="827562" y="3274"/>
                  </a:lnTo>
                  <a:lnTo>
                    <a:pt x="839760" y="3045"/>
                  </a:lnTo>
                  <a:lnTo>
                    <a:pt x="851657" y="2821"/>
                  </a:lnTo>
                  <a:lnTo>
                    <a:pt x="863267" y="2603"/>
                  </a:lnTo>
                  <a:lnTo>
                    <a:pt x="874604" y="2390"/>
                  </a:lnTo>
                  <a:lnTo>
                    <a:pt x="885680" y="2182"/>
                  </a:lnTo>
                  <a:lnTo>
                    <a:pt x="896508" y="1979"/>
                  </a:lnTo>
                  <a:lnTo>
                    <a:pt x="907097" y="1780"/>
                  </a:lnTo>
                  <a:lnTo>
                    <a:pt x="917459" y="1585"/>
                  </a:lnTo>
                  <a:lnTo>
                    <a:pt x="927602" y="1395"/>
                  </a:lnTo>
                  <a:lnTo>
                    <a:pt x="937537" y="1208"/>
                  </a:lnTo>
                  <a:lnTo>
                    <a:pt x="947270" y="1025"/>
                  </a:lnTo>
                  <a:lnTo>
                    <a:pt x="956811" y="846"/>
                  </a:lnTo>
                  <a:lnTo>
                    <a:pt x="966167" y="670"/>
                  </a:lnTo>
                  <a:lnTo>
                    <a:pt x="975344" y="498"/>
                  </a:lnTo>
                  <a:lnTo>
                    <a:pt x="984350" y="329"/>
                  </a:lnTo>
                  <a:lnTo>
                    <a:pt x="993191" y="163"/>
                  </a:lnTo>
                  <a:lnTo>
                    <a:pt x="100187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76848" y="4574364"/>
              <a:ext cx="1001872" cy="10587"/>
            </a:xfrm>
            <a:custGeom>
              <a:avLst/>
              <a:pathLst>
                <a:path w="1001872" h="10587">
                  <a:moveTo>
                    <a:pt x="0" y="10587"/>
                  </a:moveTo>
                  <a:lnTo>
                    <a:pt x="64335" y="9907"/>
                  </a:lnTo>
                  <a:lnTo>
                    <a:pt x="121083" y="9307"/>
                  </a:lnTo>
                  <a:lnTo>
                    <a:pt x="171845" y="8771"/>
                  </a:lnTo>
                  <a:lnTo>
                    <a:pt x="217765" y="8285"/>
                  </a:lnTo>
                  <a:lnTo>
                    <a:pt x="259687" y="7842"/>
                  </a:lnTo>
                  <a:lnTo>
                    <a:pt x="298252" y="7435"/>
                  </a:lnTo>
                  <a:lnTo>
                    <a:pt x="333957" y="7058"/>
                  </a:lnTo>
                  <a:lnTo>
                    <a:pt x="367198" y="6706"/>
                  </a:lnTo>
                  <a:lnTo>
                    <a:pt x="398292" y="6378"/>
                  </a:lnTo>
                  <a:lnTo>
                    <a:pt x="427501" y="6069"/>
                  </a:lnTo>
                  <a:lnTo>
                    <a:pt x="455040" y="5778"/>
                  </a:lnTo>
                  <a:lnTo>
                    <a:pt x="481090" y="5503"/>
                  </a:lnTo>
                  <a:lnTo>
                    <a:pt x="505803" y="5242"/>
                  </a:lnTo>
                  <a:lnTo>
                    <a:pt x="529310" y="4993"/>
                  </a:lnTo>
                  <a:lnTo>
                    <a:pt x="551723" y="4756"/>
                  </a:lnTo>
                  <a:lnTo>
                    <a:pt x="573140" y="4530"/>
                  </a:lnTo>
                  <a:lnTo>
                    <a:pt x="593645" y="4313"/>
                  </a:lnTo>
                  <a:lnTo>
                    <a:pt x="613313" y="4105"/>
                  </a:lnTo>
                  <a:lnTo>
                    <a:pt x="632209" y="3906"/>
                  </a:lnTo>
                  <a:lnTo>
                    <a:pt x="650393" y="3714"/>
                  </a:lnTo>
                  <a:lnTo>
                    <a:pt x="667915" y="3529"/>
                  </a:lnTo>
                  <a:lnTo>
                    <a:pt x="684822" y="3350"/>
                  </a:lnTo>
                  <a:lnTo>
                    <a:pt x="701155" y="3177"/>
                  </a:lnTo>
                  <a:lnTo>
                    <a:pt x="716953" y="3010"/>
                  </a:lnTo>
                  <a:lnTo>
                    <a:pt x="732250" y="2849"/>
                  </a:lnTo>
                  <a:lnTo>
                    <a:pt x="747076" y="2692"/>
                  </a:lnTo>
                  <a:lnTo>
                    <a:pt x="761459" y="2540"/>
                  </a:lnTo>
                  <a:lnTo>
                    <a:pt x="775425" y="2392"/>
                  </a:lnTo>
                  <a:lnTo>
                    <a:pt x="788998" y="2249"/>
                  </a:lnTo>
                  <a:lnTo>
                    <a:pt x="802198" y="2109"/>
                  </a:lnTo>
                  <a:lnTo>
                    <a:pt x="815047" y="1974"/>
                  </a:lnTo>
                  <a:lnTo>
                    <a:pt x="827562" y="1841"/>
                  </a:lnTo>
                  <a:lnTo>
                    <a:pt x="839760" y="1713"/>
                  </a:lnTo>
                  <a:lnTo>
                    <a:pt x="851657" y="1587"/>
                  </a:lnTo>
                  <a:lnTo>
                    <a:pt x="863267" y="1464"/>
                  </a:lnTo>
                  <a:lnTo>
                    <a:pt x="874604" y="1344"/>
                  </a:lnTo>
                  <a:lnTo>
                    <a:pt x="885680" y="1227"/>
                  </a:lnTo>
                  <a:lnTo>
                    <a:pt x="896508" y="1113"/>
                  </a:lnTo>
                  <a:lnTo>
                    <a:pt x="907097" y="1001"/>
                  </a:lnTo>
                  <a:lnTo>
                    <a:pt x="917459" y="892"/>
                  </a:lnTo>
                  <a:lnTo>
                    <a:pt x="927602" y="784"/>
                  </a:lnTo>
                  <a:lnTo>
                    <a:pt x="937537" y="679"/>
                  </a:lnTo>
                  <a:lnTo>
                    <a:pt x="947270" y="576"/>
                  </a:lnTo>
                  <a:lnTo>
                    <a:pt x="956811" y="476"/>
                  </a:lnTo>
                  <a:lnTo>
                    <a:pt x="966167" y="377"/>
                  </a:lnTo>
                  <a:lnTo>
                    <a:pt x="975344" y="280"/>
                  </a:lnTo>
                  <a:lnTo>
                    <a:pt x="984350" y="185"/>
                  </a:lnTo>
                  <a:lnTo>
                    <a:pt x="993191" y="91"/>
                  </a:lnTo>
                  <a:lnTo>
                    <a:pt x="100187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76848" y="4557832"/>
              <a:ext cx="1001872" cy="77269"/>
            </a:xfrm>
            <a:custGeom>
              <a:avLst/>
              <a:pathLst>
                <a:path w="1001872" h="77269">
                  <a:moveTo>
                    <a:pt x="0" y="77269"/>
                  </a:moveTo>
                  <a:lnTo>
                    <a:pt x="64335" y="72307"/>
                  </a:lnTo>
                  <a:lnTo>
                    <a:pt x="121083" y="67931"/>
                  </a:lnTo>
                  <a:lnTo>
                    <a:pt x="171845" y="64016"/>
                  </a:lnTo>
                  <a:lnTo>
                    <a:pt x="217765" y="60474"/>
                  </a:lnTo>
                  <a:lnTo>
                    <a:pt x="259687" y="57241"/>
                  </a:lnTo>
                  <a:lnTo>
                    <a:pt x="298252" y="54266"/>
                  </a:lnTo>
                  <a:lnTo>
                    <a:pt x="333957" y="51513"/>
                  </a:lnTo>
                  <a:lnTo>
                    <a:pt x="367198" y="48949"/>
                  </a:lnTo>
                  <a:lnTo>
                    <a:pt x="398292" y="46551"/>
                  </a:lnTo>
                  <a:lnTo>
                    <a:pt x="427501" y="44298"/>
                  </a:lnTo>
                  <a:lnTo>
                    <a:pt x="455040" y="42174"/>
                  </a:lnTo>
                  <a:lnTo>
                    <a:pt x="481090" y="40165"/>
                  </a:lnTo>
                  <a:lnTo>
                    <a:pt x="505803" y="38259"/>
                  </a:lnTo>
                  <a:lnTo>
                    <a:pt x="529310" y="36446"/>
                  </a:lnTo>
                  <a:lnTo>
                    <a:pt x="551723" y="34717"/>
                  </a:lnTo>
                  <a:lnTo>
                    <a:pt x="573140" y="33066"/>
                  </a:lnTo>
                  <a:lnTo>
                    <a:pt x="593645" y="31484"/>
                  </a:lnTo>
                  <a:lnTo>
                    <a:pt x="613313" y="29967"/>
                  </a:lnTo>
                  <a:lnTo>
                    <a:pt x="632209" y="28510"/>
                  </a:lnTo>
                  <a:lnTo>
                    <a:pt x="650393" y="27107"/>
                  </a:lnTo>
                  <a:lnTo>
                    <a:pt x="667915" y="25756"/>
                  </a:lnTo>
                  <a:lnTo>
                    <a:pt x="684822" y="24452"/>
                  </a:lnTo>
                  <a:lnTo>
                    <a:pt x="701155" y="23192"/>
                  </a:lnTo>
                  <a:lnTo>
                    <a:pt x="716953" y="21974"/>
                  </a:lnTo>
                  <a:lnTo>
                    <a:pt x="732250" y="20794"/>
                  </a:lnTo>
                  <a:lnTo>
                    <a:pt x="747076" y="19651"/>
                  </a:lnTo>
                  <a:lnTo>
                    <a:pt x="761459" y="18541"/>
                  </a:lnTo>
                  <a:lnTo>
                    <a:pt x="775425" y="17464"/>
                  </a:lnTo>
                  <a:lnTo>
                    <a:pt x="788998" y="16418"/>
                  </a:lnTo>
                  <a:lnTo>
                    <a:pt x="802198" y="15399"/>
                  </a:lnTo>
                  <a:lnTo>
                    <a:pt x="815047" y="14408"/>
                  </a:lnTo>
                  <a:lnTo>
                    <a:pt x="827562" y="13443"/>
                  </a:lnTo>
                  <a:lnTo>
                    <a:pt x="839760" y="12502"/>
                  </a:lnTo>
                  <a:lnTo>
                    <a:pt x="851657" y="11585"/>
                  </a:lnTo>
                  <a:lnTo>
                    <a:pt x="863267" y="10689"/>
                  </a:lnTo>
                  <a:lnTo>
                    <a:pt x="874604" y="9815"/>
                  </a:lnTo>
                  <a:lnTo>
                    <a:pt x="885680" y="8961"/>
                  </a:lnTo>
                  <a:lnTo>
                    <a:pt x="896508" y="8126"/>
                  </a:lnTo>
                  <a:lnTo>
                    <a:pt x="907097" y="7309"/>
                  </a:lnTo>
                  <a:lnTo>
                    <a:pt x="917459" y="6510"/>
                  </a:lnTo>
                  <a:lnTo>
                    <a:pt x="927602" y="5728"/>
                  </a:lnTo>
                  <a:lnTo>
                    <a:pt x="937537" y="4961"/>
                  </a:lnTo>
                  <a:lnTo>
                    <a:pt x="947270" y="4211"/>
                  </a:lnTo>
                  <a:lnTo>
                    <a:pt x="956811" y="3475"/>
                  </a:lnTo>
                  <a:lnTo>
                    <a:pt x="966167" y="2753"/>
                  </a:lnTo>
                  <a:lnTo>
                    <a:pt x="975344" y="2045"/>
                  </a:lnTo>
                  <a:lnTo>
                    <a:pt x="984350" y="1351"/>
                  </a:lnTo>
                  <a:lnTo>
                    <a:pt x="993191" y="669"/>
                  </a:lnTo>
                  <a:lnTo>
                    <a:pt x="100187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76848" y="4469207"/>
              <a:ext cx="1001872" cy="84387"/>
            </a:xfrm>
            <a:custGeom>
              <a:avLst/>
              <a:pathLst>
                <a:path w="1001872" h="84387">
                  <a:moveTo>
                    <a:pt x="0" y="84387"/>
                  </a:moveTo>
                  <a:lnTo>
                    <a:pt x="64335" y="78968"/>
                  </a:lnTo>
                  <a:lnTo>
                    <a:pt x="121083" y="74188"/>
                  </a:lnTo>
                  <a:lnTo>
                    <a:pt x="171845" y="69912"/>
                  </a:lnTo>
                  <a:lnTo>
                    <a:pt x="217765" y="66045"/>
                  </a:lnTo>
                  <a:lnTo>
                    <a:pt x="259687" y="62513"/>
                  </a:lnTo>
                  <a:lnTo>
                    <a:pt x="298252" y="59265"/>
                  </a:lnTo>
                  <a:lnTo>
                    <a:pt x="333957" y="56258"/>
                  </a:lnTo>
                  <a:lnTo>
                    <a:pt x="367198" y="53458"/>
                  </a:lnTo>
                  <a:lnTo>
                    <a:pt x="398292" y="50839"/>
                  </a:lnTo>
                  <a:lnTo>
                    <a:pt x="427501" y="48379"/>
                  </a:lnTo>
                  <a:lnTo>
                    <a:pt x="455040" y="46059"/>
                  </a:lnTo>
                  <a:lnTo>
                    <a:pt x="481090" y="43865"/>
                  </a:lnTo>
                  <a:lnTo>
                    <a:pt x="505803" y="41783"/>
                  </a:lnTo>
                  <a:lnTo>
                    <a:pt x="529310" y="39803"/>
                  </a:lnTo>
                  <a:lnTo>
                    <a:pt x="551723" y="37915"/>
                  </a:lnTo>
                  <a:lnTo>
                    <a:pt x="573140" y="36111"/>
                  </a:lnTo>
                  <a:lnTo>
                    <a:pt x="593645" y="34384"/>
                  </a:lnTo>
                  <a:lnTo>
                    <a:pt x="613313" y="32728"/>
                  </a:lnTo>
                  <a:lnTo>
                    <a:pt x="632209" y="31136"/>
                  </a:lnTo>
                  <a:lnTo>
                    <a:pt x="650393" y="29605"/>
                  </a:lnTo>
                  <a:lnTo>
                    <a:pt x="667915" y="28129"/>
                  </a:lnTo>
                  <a:lnTo>
                    <a:pt x="684822" y="26705"/>
                  </a:lnTo>
                  <a:lnTo>
                    <a:pt x="701155" y="25329"/>
                  </a:lnTo>
                  <a:lnTo>
                    <a:pt x="716953" y="23998"/>
                  </a:lnTo>
                  <a:lnTo>
                    <a:pt x="732250" y="22710"/>
                  </a:lnTo>
                  <a:lnTo>
                    <a:pt x="747076" y="21461"/>
                  </a:lnTo>
                  <a:lnTo>
                    <a:pt x="761459" y="20249"/>
                  </a:lnTo>
                  <a:lnTo>
                    <a:pt x="775425" y="19073"/>
                  </a:lnTo>
                  <a:lnTo>
                    <a:pt x="788998" y="17930"/>
                  </a:lnTo>
                  <a:lnTo>
                    <a:pt x="802198" y="16818"/>
                  </a:lnTo>
                  <a:lnTo>
                    <a:pt x="815047" y="15736"/>
                  </a:lnTo>
                  <a:lnTo>
                    <a:pt x="827562" y="14682"/>
                  </a:lnTo>
                  <a:lnTo>
                    <a:pt x="839760" y="13654"/>
                  </a:lnTo>
                  <a:lnTo>
                    <a:pt x="851657" y="12652"/>
                  </a:lnTo>
                  <a:lnTo>
                    <a:pt x="863267" y="11674"/>
                  </a:lnTo>
                  <a:lnTo>
                    <a:pt x="874604" y="10719"/>
                  </a:lnTo>
                  <a:lnTo>
                    <a:pt x="885680" y="9786"/>
                  </a:lnTo>
                  <a:lnTo>
                    <a:pt x="896508" y="8874"/>
                  </a:lnTo>
                  <a:lnTo>
                    <a:pt x="907097" y="7982"/>
                  </a:lnTo>
                  <a:lnTo>
                    <a:pt x="917459" y="7110"/>
                  </a:lnTo>
                  <a:lnTo>
                    <a:pt x="927602" y="6255"/>
                  </a:lnTo>
                  <a:lnTo>
                    <a:pt x="937537" y="5418"/>
                  </a:lnTo>
                  <a:lnTo>
                    <a:pt x="947270" y="4599"/>
                  </a:lnTo>
                  <a:lnTo>
                    <a:pt x="956811" y="3795"/>
                  </a:lnTo>
                  <a:lnTo>
                    <a:pt x="966167" y="3007"/>
                  </a:lnTo>
                  <a:lnTo>
                    <a:pt x="975344" y="2234"/>
                  </a:lnTo>
                  <a:lnTo>
                    <a:pt x="984350" y="1475"/>
                  </a:lnTo>
                  <a:lnTo>
                    <a:pt x="993191" y="731"/>
                  </a:lnTo>
                  <a:lnTo>
                    <a:pt x="100187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76848" y="4493215"/>
              <a:ext cx="1001872" cy="74368"/>
            </a:xfrm>
            <a:custGeom>
              <a:avLst/>
              <a:pathLst>
                <a:path w="1001872" h="74368">
                  <a:moveTo>
                    <a:pt x="0" y="0"/>
                  </a:moveTo>
                  <a:lnTo>
                    <a:pt x="64335" y="4775"/>
                  </a:lnTo>
                  <a:lnTo>
                    <a:pt x="121083" y="8987"/>
                  </a:lnTo>
                  <a:lnTo>
                    <a:pt x="171845" y="12756"/>
                  </a:lnTo>
                  <a:lnTo>
                    <a:pt x="217765" y="16164"/>
                  </a:lnTo>
                  <a:lnTo>
                    <a:pt x="259687" y="19276"/>
                  </a:lnTo>
                  <a:lnTo>
                    <a:pt x="298252" y="22139"/>
                  </a:lnTo>
                  <a:lnTo>
                    <a:pt x="333957" y="24789"/>
                  </a:lnTo>
                  <a:lnTo>
                    <a:pt x="367198" y="27256"/>
                  </a:lnTo>
                  <a:lnTo>
                    <a:pt x="398292" y="29565"/>
                  </a:lnTo>
                  <a:lnTo>
                    <a:pt x="427501" y="31733"/>
                  </a:lnTo>
                  <a:lnTo>
                    <a:pt x="455040" y="33777"/>
                  </a:lnTo>
                  <a:lnTo>
                    <a:pt x="481090" y="35711"/>
                  </a:lnTo>
                  <a:lnTo>
                    <a:pt x="505803" y="37545"/>
                  </a:lnTo>
                  <a:lnTo>
                    <a:pt x="529310" y="39290"/>
                  </a:lnTo>
                  <a:lnTo>
                    <a:pt x="551723" y="40954"/>
                  </a:lnTo>
                  <a:lnTo>
                    <a:pt x="573140" y="42543"/>
                  </a:lnTo>
                  <a:lnTo>
                    <a:pt x="593645" y="44066"/>
                  </a:lnTo>
                  <a:lnTo>
                    <a:pt x="613313" y="45525"/>
                  </a:lnTo>
                  <a:lnTo>
                    <a:pt x="632209" y="46928"/>
                  </a:lnTo>
                  <a:lnTo>
                    <a:pt x="650393" y="48278"/>
                  </a:lnTo>
                  <a:lnTo>
                    <a:pt x="667915" y="49579"/>
                  </a:lnTo>
                  <a:lnTo>
                    <a:pt x="684822" y="50834"/>
                  </a:lnTo>
                  <a:lnTo>
                    <a:pt x="701155" y="52046"/>
                  </a:lnTo>
                  <a:lnTo>
                    <a:pt x="716953" y="53219"/>
                  </a:lnTo>
                  <a:lnTo>
                    <a:pt x="732250" y="54354"/>
                  </a:lnTo>
                  <a:lnTo>
                    <a:pt x="747076" y="55455"/>
                  </a:lnTo>
                  <a:lnTo>
                    <a:pt x="761459" y="56522"/>
                  </a:lnTo>
                  <a:lnTo>
                    <a:pt x="775425" y="57559"/>
                  </a:lnTo>
                  <a:lnTo>
                    <a:pt x="788998" y="58566"/>
                  </a:lnTo>
                  <a:lnTo>
                    <a:pt x="802198" y="59546"/>
                  </a:lnTo>
                  <a:lnTo>
                    <a:pt x="815047" y="60500"/>
                  </a:lnTo>
                  <a:lnTo>
                    <a:pt x="827562" y="61429"/>
                  </a:lnTo>
                  <a:lnTo>
                    <a:pt x="839760" y="62335"/>
                  </a:lnTo>
                  <a:lnTo>
                    <a:pt x="851657" y="63218"/>
                  </a:lnTo>
                  <a:lnTo>
                    <a:pt x="863267" y="64079"/>
                  </a:lnTo>
                  <a:lnTo>
                    <a:pt x="874604" y="64921"/>
                  </a:lnTo>
                  <a:lnTo>
                    <a:pt x="885680" y="65743"/>
                  </a:lnTo>
                  <a:lnTo>
                    <a:pt x="896508" y="66547"/>
                  </a:lnTo>
                  <a:lnTo>
                    <a:pt x="907097" y="67333"/>
                  </a:lnTo>
                  <a:lnTo>
                    <a:pt x="917459" y="68102"/>
                  </a:lnTo>
                  <a:lnTo>
                    <a:pt x="927602" y="68855"/>
                  </a:lnTo>
                  <a:lnTo>
                    <a:pt x="937537" y="69592"/>
                  </a:lnTo>
                  <a:lnTo>
                    <a:pt x="947270" y="70315"/>
                  </a:lnTo>
                  <a:lnTo>
                    <a:pt x="956811" y="71023"/>
                  </a:lnTo>
                  <a:lnTo>
                    <a:pt x="966167" y="71718"/>
                  </a:lnTo>
                  <a:lnTo>
                    <a:pt x="975344" y="72399"/>
                  </a:lnTo>
                  <a:lnTo>
                    <a:pt x="984350" y="73067"/>
                  </a:lnTo>
                  <a:lnTo>
                    <a:pt x="993191" y="73724"/>
                  </a:lnTo>
                  <a:lnTo>
                    <a:pt x="1001872" y="7436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76848" y="4588024"/>
              <a:ext cx="1001872" cy="130091"/>
            </a:xfrm>
            <a:custGeom>
              <a:avLst/>
              <a:pathLst>
                <a:path w="1001872" h="130091">
                  <a:moveTo>
                    <a:pt x="0" y="0"/>
                  </a:moveTo>
                  <a:lnTo>
                    <a:pt x="64335" y="8353"/>
                  </a:lnTo>
                  <a:lnTo>
                    <a:pt x="121083" y="15722"/>
                  </a:lnTo>
                  <a:lnTo>
                    <a:pt x="171845" y="22313"/>
                  </a:lnTo>
                  <a:lnTo>
                    <a:pt x="217765" y="28276"/>
                  </a:lnTo>
                  <a:lnTo>
                    <a:pt x="259687" y="33720"/>
                  </a:lnTo>
                  <a:lnTo>
                    <a:pt x="298252" y="38727"/>
                  </a:lnTo>
                  <a:lnTo>
                    <a:pt x="333957" y="43363"/>
                  </a:lnTo>
                  <a:lnTo>
                    <a:pt x="367198" y="47680"/>
                  </a:lnTo>
                  <a:lnTo>
                    <a:pt x="398292" y="51717"/>
                  </a:lnTo>
                  <a:lnTo>
                    <a:pt x="427501" y="55510"/>
                  </a:lnTo>
                  <a:lnTo>
                    <a:pt x="455040" y="59086"/>
                  </a:lnTo>
                  <a:lnTo>
                    <a:pt x="481090" y="62468"/>
                  </a:lnTo>
                  <a:lnTo>
                    <a:pt x="505803" y="65677"/>
                  </a:lnTo>
                  <a:lnTo>
                    <a:pt x="529310" y="68730"/>
                  </a:lnTo>
                  <a:lnTo>
                    <a:pt x="551723" y="71640"/>
                  </a:lnTo>
                  <a:lnTo>
                    <a:pt x="573140" y="74421"/>
                  </a:lnTo>
                  <a:lnTo>
                    <a:pt x="593645" y="77083"/>
                  </a:lnTo>
                  <a:lnTo>
                    <a:pt x="613313" y="79637"/>
                  </a:lnTo>
                  <a:lnTo>
                    <a:pt x="632209" y="82091"/>
                  </a:lnTo>
                  <a:lnTo>
                    <a:pt x="650393" y="84452"/>
                  </a:lnTo>
                  <a:lnTo>
                    <a:pt x="667915" y="86727"/>
                  </a:lnTo>
                  <a:lnTo>
                    <a:pt x="684822" y="88922"/>
                  </a:lnTo>
                  <a:lnTo>
                    <a:pt x="701155" y="91043"/>
                  </a:lnTo>
                  <a:lnTo>
                    <a:pt x="716953" y="93095"/>
                  </a:lnTo>
                  <a:lnTo>
                    <a:pt x="732250" y="95081"/>
                  </a:lnTo>
                  <a:lnTo>
                    <a:pt x="747076" y="97006"/>
                  </a:lnTo>
                  <a:lnTo>
                    <a:pt x="761459" y="98874"/>
                  </a:lnTo>
                  <a:lnTo>
                    <a:pt x="775425" y="100687"/>
                  </a:lnTo>
                  <a:lnTo>
                    <a:pt x="788998" y="102450"/>
                  </a:lnTo>
                  <a:lnTo>
                    <a:pt x="802198" y="104164"/>
                  </a:lnTo>
                  <a:lnTo>
                    <a:pt x="815047" y="105832"/>
                  </a:lnTo>
                  <a:lnTo>
                    <a:pt x="827562" y="107457"/>
                  </a:lnTo>
                  <a:lnTo>
                    <a:pt x="839760" y="109041"/>
                  </a:lnTo>
                  <a:lnTo>
                    <a:pt x="851657" y="110586"/>
                  </a:lnTo>
                  <a:lnTo>
                    <a:pt x="863267" y="112093"/>
                  </a:lnTo>
                  <a:lnTo>
                    <a:pt x="874604" y="113565"/>
                  </a:lnTo>
                  <a:lnTo>
                    <a:pt x="885680" y="115004"/>
                  </a:lnTo>
                  <a:lnTo>
                    <a:pt x="896508" y="116410"/>
                  </a:lnTo>
                  <a:lnTo>
                    <a:pt x="907097" y="117785"/>
                  </a:lnTo>
                  <a:lnTo>
                    <a:pt x="917459" y="119130"/>
                  </a:lnTo>
                  <a:lnTo>
                    <a:pt x="927602" y="120447"/>
                  </a:lnTo>
                  <a:lnTo>
                    <a:pt x="937537" y="121737"/>
                  </a:lnTo>
                  <a:lnTo>
                    <a:pt x="947270" y="123001"/>
                  </a:lnTo>
                  <a:lnTo>
                    <a:pt x="956811" y="124240"/>
                  </a:lnTo>
                  <a:lnTo>
                    <a:pt x="966167" y="125455"/>
                  </a:lnTo>
                  <a:lnTo>
                    <a:pt x="975344" y="126646"/>
                  </a:lnTo>
                  <a:lnTo>
                    <a:pt x="984350" y="127816"/>
                  </a:lnTo>
                  <a:lnTo>
                    <a:pt x="993191" y="128964"/>
                  </a:lnTo>
                  <a:lnTo>
                    <a:pt x="1001872" y="13009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76848" y="4555328"/>
              <a:ext cx="1001872" cy="3793"/>
            </a:xfrm>
            <a:custGeom>
              <a:avLst/>
              <a:pathLst>
                <a:path w="1001872" h="3793">
                  <a:moveTo>
                    <a:pt x="0" y="3793"/>
                  </a:moveTo>
                  <a:lnTo>
                    <a:pt x="64335" y="3549"/>
                  </a:lnTo>
                  <a:lnTo>
                    <a:pt x="121083" y="3334"/>
                  </a:lnTo>
                  <a:lnTo>
                    <a:pt x="171845" y="3142"/>
                  </a:lnTo>
                  <a:lnTo>
                    <a:pt x="217765" y="2968"/>
                  </a:lnTo>
                  <a:lnTo>
                    <a:pt x="259687" y="2809"/>
                  </a:lnTo>
                  <a:lnTo>
                    <a:pt x="298252" y="2663"/>
                  </a:lnTo>
                  <a:lnTo>
                    <a:pt x="333957" y="2528"/>
                  </a:lnTo>
                  <a:lnTo>
                    <a:pt x="367198" y="2402"/>
                  </a:lnTo>
                  <a:lnTo>
                    <a:pt x="398292" y="2285"/>
                  </a:lnTo>
                  <a:lnTo>
                    <a:pt x="427501" y="2174"/>
                  </a:lnTo>
                  <a:lnTo>
                    <a:pt x="455040" y="2070"/>
                  </a:lnTo>
                  <a:lnTo>
                    <a:pt x="481090" y="1971"/>
                  </a:lnTo>
                  <a:lnTo>
                    <a:pt x="505803" y="1878"/>
                  </a:lnTo>
                  <a:lnTo>
                    <a:pt x="529310" y="1789"/>
                  </a:lnTo>
                  <a:lnTo>
                    <a:pt x="551723" y="1704"/>
                  </a:lnTo>
                  <a:lnTo>
                    <a:pt x="573140" y="1623"/>
                  </a:lnTo>
                  <a:lnTo>
                    <a:pt x="593645" y="1545"/>
                  </a:lnTo>
                  <a:lnTo>
                    <a:pt x="613313" y="1471"/>
                  </a:lnTo>
                  <a:lnTo>
                    <a:pt x="632209" y="1399"/>
                  </a:lnTo>
                  <a:lnTo>
                    <a:pt x="650393" y="1330"/>
                  </a:lnTo>
                  <a:lnTo>
                    <a:pt x="667915" y="1264"/>
                  </a:lnTo>
                  <a:lnTo>
                    <a:pt x="684822" y="1200"/>
                  </a:lnTo>
                  <a:lnTo>
                    <a:pt x="701155" y="1138"/>
                  </a:lnTo>
                  <a:lnTo>
                    <a:pt x="716953" y="1078"/>
                  </a:lnTo>
                  <a:lnTo>
                    <a:pt x="732250" y="1020"/>
                  </a:lnTo>
                  <a:lnTo>
                    <a:pt x="747076" y="964"/>
                  </a:lnTo>
                  <a:lnTo>
                    <a:pt x="761459" y="910"/>
                  </a:lnTo>
                  <a:lnTo>
                    <a:pt x="775425" y="857"/>
                  </a:lnTo>
                  <a:lnTo>
                    <a:pt x="788998" y="805"/>
                  </a:lnTo>
                  <a:lnTo>
                    <a:pt x="802198" y="755"/>
                  </a:lnTo>
                  <a:lnTo>
                    <a:pt x="815047" y="707"/>
                  </a:lnTo>
                  <a:lnTo>
                    <a:pt x="827562" y="659"/>
                  </a:lnTo>
                  <a:lnTo>
                    <a:pt x="839760" y="613"/>
                  </a:lnTo>
                  <a:lnTo>
                    <a:pt x="851657" y="568"/>
                  </a:lnTo>
                  <a:lnTo>
                    <a:pt x="863267" y="524"/>
                  </a:lnTo>
                  <a:lnTo>
                    <a:pt x="874604" y="481"/>
                  </a:lnTo>
                  <a:lnTo>
                    <a:pt x="885680" y="439"/>
                  </a:lnTo>
                  <a:lnTo>
                    <a:pt x="896508" y="398"/>
                  </a:lnTo>
                  <a:lnTo>
                    <a:pt x="907097" y="358"/>
                  </a:lnTo>
                  <a:lnTo>
                    <a:pt x="917459" y="319"/>
                  </a:lnTo>
                  <a:lnTo>
                    <a:pt x="927602" y="281"/>
                  </a:lnTo>
                  <a:lnTo>
                    <a:pt x="937537" y="243"/>
                  </a:lnTo>
                  <a:lnTo>
                    <a:pt x="947270" y="206"/>
                  </a:lnTo>
                  <a:lnTo>
                    <a:pt x="956811" y="170"/>
                  </a:lnTo>
                  <a:lnTo>
                    <a:pt x="966167" y="135"/>
                  </a:lnTo>
                  <a:lnTo>
                    <a:pt x="975344" y="100"/>
                  </a:lnTo>
                  <a:lnTo>
                    <a:pt x="984350" y="66"/>
                  </a:lnTo>
                  <a:lnTo>
                    <a:pt x="993191" y="32"/>
                  </a:lnTo>
                  <a:lnTo>
                    <a:pt x="100187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476848" y="4579058"/>
              <a:ext cx="1001872" cy="51302"/>
            </a:xfrm>
            <a:custGeom>
              <a:avLst/>
              <a:pathLst>
                <a:path w="1001872" h="51302">
                  <a:moveTo>
                    <a:pt x="0" y="0"/>
                  </a:moveTo>
                  <a:lnTo>
                    <a:pt x="64335" y="3294"/>
                  </a:lnTo>
                  <a:lnTo>
                    <a:pt x="121083" y="6200"/>
                  </a:lnTo>
                  <a:lnTo>
                    <a:pt x="171845" y="8799"/>
                  </a:lnTo>
                  <a:lnTo>
                    <a:pt x="217765" y="11151"/>
                  </a:lnTo>
                  <a:lnTo>
                    <a:pt x="259687" y="13297"/>
                  </a:lnTo>
                  <a:lnTo>
                    <a:pt x="298252" y="15272"/>
                  </a:lnTo>
                  <a:lnTo>
                    <a:pt x="333957" y="17100"/>
                  </a:lnTo>
                  <a:lnTo>
                    <a:pt x="367198" y="18803"/>
                  </a:lnTo>
                  <a:lnTo>
                    <a:pt x="398292" y="20395"/>
                  </a:lnTo>
                  <a:lnTo>
                    <a:pt x="427501" y="21891"/>
                  </a:lnTo>
                  <a:lnTo>
                    <a:pt x="455040" y="23301"/>
                  </a:lnTo>
                  <a:lnTo>
                    <a:pt x="481090" y="24635"/>
                  </a:lnTo>
                  <a:lnTo>
                    <a:pt x="505803" y="25900"/>
                  </a:lnTo>
                  <a:lnTo>
                    <a:pt x="529310" y="27104"/>
                  </a:lnTo>
                  <a:lnTo>
                    <a:pt x="551723" y="28252"/>
                  </a:lnTo>
                  <a:lnTo>
                    <a:pt x="573140" y="29348"/>
                  </a:lnTo>
                  <a:lnTo>
                    <a:pt x="593645" y="30398"/>
                  </a:lnTo>
                  <a:lnTo>
                    <a:pt x="613313" y="31405"/>
                  </a:lnTo>
                  <a:lnTo>
                    <a:pt x="632209" y="32373"/>
                  </a:lnTo>
                  <a:lnTo>
                    <a:pt x="650393" y="33304"/>
                  </a:lnTo>
                  <a:lnTo>
                    <a:pt x="667915" y="34201"/>
                  </a:lnTo>
                  <a:lnTo>
                    <a:pt x="684822" y="35067"/>
                  </a:lnTo>
                  <a:lnTo>
                    <a:pt x="701155" y="35903"/>
                  </a:lnTo>
                  <a:lnTo>
                    <a:pt x="716953" y="36712"/>
                  </a:lnTo>
                  <a:lnTo>
                    <a:pt x="732250" y="37496"/>
                  </a:lnTo>
                  <a:lnTo>
                    <a:pt x="747076" y="38255"/>
                  </a:lnTo>
                  <a:lnTo>
                    <a:pt x="761459" y="38991"/>
                  </a:lnTo>
                  <a:lnTo>
                    <a:pt x="775425" y="39707"/>
                  </a:lnTo>
                  <a:lnTo>
                    <a:pt x="788998" y="40402"/>
                  </a:lnTo>
                  <a:lnTo>
                    <a:pt x="802198" y="41078"/>
                  </a:lnTo>
                  <a:lnTo>
                    <a:pt x="815047" y="41736"/>
                  </a:lnTo>
                  <a:lnTo>
                    <a:pt x="827562" y="42376"/>
                  </a:lnTo>
                  <a:lnTo>
                    <a:pt x="839760" y="43001"/>
                  </a:lnTo>
                  <a:lnTo>
                    <a:pt x="851657" y="43610"/>
                  </a:lnTo>
                  <a:lnTo>
                    <a:pt x="863267" y="44205"/>
                  </a:lnTo>
                  <a:lnTo>
                    <a:pt x="874604" y="44785"/>
                  </a:lnTo>
                  <a:lnTo>
                    <a:pt x="885680" y="45352"/>
                  </a:lnTo>
                  <a:lnTo>
                    <a:pt x="896508" y="45907"/>
                  </a:lnTo>
                  <a:lnTo>
                    <a:pt x="907097" y="46449"/>
                  </a:lnTo>
                  <a:lnTo>
                    <a:pt x="917459" y="46980"/>
                  </a:lnTo>
                  <a:lnTo>
                    <a:pt x="927602" y="47499"/>
                  </a:lnTo>
                  <a:lnTo>
                    <a:pt x="937537" y="48008"/>
                  </a:lnTo>
                  <a:lnTo>
                    <a:pt x="947270" y="48506"/>
                  </a:lnTo>
                  <a:lnTo>
                    <a:pt x="956811" y="48995"/>
                  </a:lnTo>
                  <a:lnTo>
                    <a:pt x="966167" y="49474"/>
                  </a:lnTo>
                  <a:lnTo>
                    <a:pt x="975344" y="49944"/>
                  </a:lnTo>
                  <a:lnTo>
                    <a:pt x="984350" y="50405"/>
                  </a:lnTo>
                  <a:lnTo>
                    <a:pt x="993191" y="50858"/>
                  </a:lnTo>
                  <a:lnTo>
                    <a:pt x="1001872" y="5130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35360" y="470163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35360" y="442464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35360" y="41476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376458" y="47380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76458" y="44610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76458" y="41840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47684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181080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14476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247872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44859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178255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11650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245046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58092" y="433277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77096" y="413117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73584" y="437595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98159" y="43483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57718" y="403803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76749" y="431601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91896" y="45888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99840" y="44999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863411" y="434468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871683" y="39933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231382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190224" y="430099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05852" y="437544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14097" y="46676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03957" y="437918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33987" y="449017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33462" y="45510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220009" y="46026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198034" y="44460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214252" y="42177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97666" y="41871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36385" y="45416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201183" y="44342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30037" y="446483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220948" y="43786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01459" y="41493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202205" y="450799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229047" y="40388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46840" y="411780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60316" y="440949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40797" y="435663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65797" y="449825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44771" y="447928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40762" y="45585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22982" y="430519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44989" y="422286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61673" y="423233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31110" y="42695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35231" y="43762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68584" y="406731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53945" y="457275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49767" y="46517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21897" y="43345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26623" y="41821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42908" y="438502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62684" y="46532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533996" y="395602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568209" y="42868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874727" y="45053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888291" y="438309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897710" y="44998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870297" y="44866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889578" y="45500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00405" y="434159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854354" y="44559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862058" y="47190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870370" y="438875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891280" y="454489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887611" y="45522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864480" y="443907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00628" y="43651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897789" y="46130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877913" y="455692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874366" y="45772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874827" y="419253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890327" y="42964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898408" y="458286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895420" y="443396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879040" y="431908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887826" y="434548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3882571" y="430491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3856779" y="449562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908738" y="4383318"/>
              <a:ext cx="997262" cy="14721"/>
            </a:xfrm>
            <a:custGeom>
              <a:avLst/>
              <a:pathLst>
                <a:path w="997262" h="14721">
                  <a:moveTo>
                    <a:pt x="0" y="0"/>
                  </a:moveTo>
                  <a:lnTo>
                    <a:pt x="64039" y="945"/>
                  </a:lnTo>
                  <a:lnTo>
                    <a:pt x="120525" y="1779"/>
                  </a:lnTo>
                  <a:lnTo>
                    <a:pt x="171054" y="2525"/>
                  </a:lnTo>
                  <a:lnTo>
                    <a:pt x="216763" y="3199"/>
                  </a:lnTo>
                  <a:lnTo>
                    <a:pt x="258492" y="3815"/>
                  </a:lnTo>
                  <a:lnTo>
                    <a:pt x="296879" y="4382"/>
                  </a:lnTo>
                  <a:lnTo>
                    <a:pt x="332420" y="4907"/>
                  </a:lnTo>
                  <a:lnTo>
                    <a:pt x="365508" y="5395"/>
                  </a:lnTo>
                  <a:lnTo>
                    <a:pt x="396460" y="5852"/>
                  </a:lnTo>
                  <a:lnTo>
                    <a:pt x="425534" y="6281"/>
                  </a:lnTo>
                  <a:lnTo>
                    <a:pt x="452946" y="6686"/>
                  </a:lnTo>
                  <a:lnTo>
                    <a:pt x="478876" y="7069"/>
                  </a:lnTo>
                  <a:lnTo>
                    <a:pt x="503475" y="7432"/>
                  </a:lnTo>
                  <a:lnTo>
                    <a:pt x="526874" y="7777"/>
                  </a:lnTo>
                  <a:lnTo>
                    <a:pt x="549184" y="8107"/>
                  </a:lnTo>
                  <a:lnTo>
                    <a:pt x="570502" y="8421"/>
                  </a:lnTo>
                  <a:lnTo>
                    <a:pt x="590913" y="8723"/>
                  </a:lnTo>
                  <a:lnTo>
                    <a:pt x="610491" y="9012"/>
                  </a:lnTo>
                  <a:lnTo>
                    <a:pt x="629300" y="9289"/>
                  </a:lnTo>
                  <a:lnTo>
                    <a:pt x="647400" y="9556"/>
                  </a:lnTo>
                  <a:lnTo>
                    <a:pt x="664841" y="9814"/>
                  </a:lnTo>
                  <a:lnTo>
                    <a:pt x="681670" y="10062"/>
                  </a:lnTo>
                  <a:lnTo>
                    <a:pt x="697929" y="10302"/>
                  </a:lnTo>
                  <a:lnTo>
                    <a:pt x="713654" y="10534"/>
                  </a:lnTo>
                  <a:lnTo>
                    <a:pt x="728880" y="10759"/>
                  </a:lnTo>
                  <a:lnTo>
                    <a:pt x="743638" y="10977"/>
                  </a:lnTo>
                  <a:lnTo>
                    <a:pt x="757955" y="11188"/>
                  </a:lnTo>
                  <a:lnTo>
                    <a:pt x="771857" y="11394"/>
                  </a:lnTo>
                  <a:lnTo>
                    <a:pt x="785367" y="11593"/>
                  </a:lnTo>
                  <a:lnTo>
                    <a:pt x="798507" y="11787"/>
                  </a:lnTo>
                  <a:lnTo>
                    <a:pt x="811297" y="11976"/>
                  </a:lnTo>
                  <a:lnTo>
                    <a:pt x="823754" y="12160"/>
                  </a:lnTo>
                  <a:lnTo>
                    <a:pt x="835896" y="12339"/>
                  </a:lnTo>
                  <a:lnTo>
                    <a:pt x="847738" y="12514"/>
                  </a:lnTo>
                  <a:lnTo>
                    <a:pt x="859295" y="12684"/>
                  </a:lnTo>
                  <a:lnTo>
                    <a:pt x="870580" y="12851"/>
                  </a:lnTo>
                  <a:lnTo>
                    <a:pt x="881605" y="13014"/>
                  </a:lnTo>
                  <a:lnTo>
                    <a:pt x="892383" y="13173"/>
                  </a:lnTo>
                  <a:lnTo>
                    <a:pt x="902923" y="13328"/>
                  </a:lnTo>
                  <a:lnTo>
                    <a:pt x="913237" y="13481"/>
                  </a:lnTo>
                  <a:lnTo>
                    <a:pt x="923334" y="13630"/>
                  </a:lnTo>
                  <a:lnTo>
                    <a:pt x="933223" y="13776"/>
                  </a:lnTo>
                  <a:lnTo>
                    <a:pt x="942912" y="13919"/>
                  </a:lnTo>
                  <a:lnTo>
                    <a:pt x="952408" y="14059"/>
                  </a:lnTo>
                  <a:lnTo>
                    <a:pt x="961721" y="14196"/>
                  </a:lnTo>
                  <a:lnTo>
                    <a:pt x="970856" y="14331"/>
                  </a:lnTo>
                  <a:lnTo>
                    <a:pt x="979821" y="14464"/>
                  </a:lnTo>
                  <a:lnTo>
                    <a:pt x="988621" y="14593"/>
                  </a:lnTo>
                  <a:lnTo>
                    <a:pt x="997262" y="1472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908738" y="4377107"/>
              <a:ext cx="997262" cy="8606"/>
            </a:xfrm>
            <a:custGeom>
              <a:avLst/>
              <a:pathLst>
                <a:path w="997262" h="8606">
                  <a:moveTo>
                    <a:pt x="0" y="8606"/>
                  </a:moveTo>
                  <a:lnTo>
                    <a:pt x="64039" y="8053"/>
                  </a:lnTo>
                  <a:lnTo>
                    <a:pt x="120525" y="7566"/>
                  </a:lnTo>
                  <a:lnTo>
                    <a:pt x="171054" y="7129"/>
                  </a:lnTo>
                  <a:lnTo>
                    <a:pt x="216763" y="6735"/>
                  </a:lnTo>
                  <a:lnTo>
                    <a:pt x="258492" y="6375"/>
                  </a:lnTo>
                  <a:lnTo>
                    <a:pt x="296879" y="6044"/>
                  </a:lnTo>
                  <a:lnTo>
                    <a:pt x="332420" y="5737"/>
                  </a:lnTo>
                  <a:lnTo>
                    <a:pt x="365508" y="5451"/>
                  </a:lnTo>
                  <a:lnTo>
                    <a:pt x="396460" y="5184"/>
                  </a:lnTo>
                  <a:lnTo>
                    <a:pt x="425534" y="4933"/>
                  </a:lnTo>
                  <a:lnTo>
                    <a:pt x="452946" y="4697"/>
                  </a:lnTo>
                  <a:lnTo>
                    <a:pt x="478876" y="4473"/>
                  </a:lnTo>
                  <a:lnTo>
                    <a:pt x="503475" y="4261"/>
                  </a:lnTo>
                  <a:lnTo>
                    <a:pt x="526874" y="4059"/>
                  </a:lnTo>
                  <a:lnTo>
                    <a:pt x="549184" y="3866"/>
                  </a:lnTo>
                  <a:lnTo>
                    <a:pt x="570502" y="3682"/>
                  </a:lnTo>
                  <a:lnTo>
                    <a:pt x="590913" y="3506"/>
                  </a:lnTo>
                  <a:lnTo>
                    <a:pt x="610491" y="3337"/>
                  </a:lnTo>
                  <a:lnTo>
                    <a:pt x="629300" y="3175"/>
                  </a:lnTo>
                  <a:lnTo>
                    <a:pt x="647400" y="3019"/>
                  </a:lnTo>
                  <a:lnTo>
                    <a:pt x="664841" y="2868"/>
                  </a:lnTo>
                  <a:lnTo>
                    <a:pt x="681670" y="2723"/>
                  </a:lnTo>
                  <a:lnTo>
                    <a:pt x="697929" y="2583"/>
                  </a:lnTo>
                  <a:lnTo>
                    <a:pt x="713654" y="2447"/>
                  </a:lnTo>
                  <a:lnTo>
                    <a:pt x="728880" y="2316"/>
                  </a:lnTo>
                  <a:lnTo>
                    <a:pt x="743638" y="2188"/>
                  </a:lnTo>
                  <a:lnTo>
                    <a:pt x="757955" y="2065"/>
                  </a:lnTo>
                  <a:lnTo>
                    <a:pt x="771857" y="1945"/>
                  </a:lnTo>
                  <a:lnTo>
                    <a:pt x="785367" y="1828"/>
                  </a:lnTo>
                  <a:lnTo>
                    <a:pt x="798507" y="1715"/>
                  </a:lnTo>
                  <a:lnTo>
                    <a:pt x="811297" y="1604"/>
                  </a:lnTo>
                  <a:lnTo>
                    <a:pt x="823754" y="1497"/>
                  </a:lnTo>
                  <a:lnTo>
                    <a:pt x="835896" y="1392"/>
                  </a:lnTo>
                  <a:lnTo>
                    <a:pt x="847738" y="1290"/>
                  </a:lnTo>
                  <a:lnTo>
                    <a:pt x="859295" y="1190"/>
                  </a:lnTo>
                  <a:lnTo>
                    <a:pt x="870580" y="1093"/>
                  </a:lnTo>
                  <a:lnTo>
                    <a:pt x="881605" y="998"/>
                  </a:lnTo>
                  <a:lnTo>
                    <a:pt x="892383" y="905"/>
                  </a:lnTo>
                  <a:lnTo>
                    <a:pt x="902923" y="814"/>
                  </a:lnTo>
                  <a:lnTo>
                    <a:pt x="913237" y="725"/>
                  </a:lnTo>
                  <a:lnTo>
                    <a:pt x="923334" y="637"/>
                  </a:lnTo>
                  <a:lnTo>
                    <a:pt x="933223" y="552"/>
                  </a:lnTo>
                  <a:lnTo>
                    <a:pt x="942912" y="469"/>
                  </a:lnTo>
                  <a:lnTo>
                    <a:pt x="952408" y="387"/>
                  </a:lnTo>
                  <a:lnTo>
                    <a:pt x="961721" y="306"/>
                  </a:lnTo>
                  <a:lnTo>
                    <a:pt x="970856" y="227"/>
                  </a:lnTo>
                  <a:lnTo>
                    <a:pt x="979821" y="150"/>
                  </a:lnTo>
                  <a:lnTo>
                    <a:pt x="988621" y="74"/>
                  </a:lnTo>
                  <a:lnTo>
                    <a:pt x="99726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908738" y="4350890"/>
              <a:ext cx="997262" cy="289942"/>
            </a:xfrm>
            <a:custGeom>
              <a:avLst/>
              <a:pathLst>
                <a:path w="997262" h="289942">
                  <a:moveTo>
                    <a:pt x="0" y="0"/>
                  </a:moveTo>
                  <a:lnTo>
                    <a:pt x="64039" y="18618"/>
                  </a:lnTo>
                  <a:lnTo>
                    <a:pt x="120525" y="35041"/>
                  </a:lnTo>
                  <a:lnTo>
                    <a:pt x="171054" y="49732"/>
                  </a:lnTo>
                  <a:lnTo>
                    <a:pt x="216763" y="63021"/>
                  </a:lnTo>
                  <a:lnTo>
                    <a:pt x="258492" y="75153"/>
                  </a:lnTo>
                  <a:lnTo>
                    <a:pt x="296879" y="86314"/>
                  </a:lnTo>
                  <a:lnTo>
                    <a:pt x="332420" y="96647"/>
                  </a:lnTo>
                  <a:lnTo>
                    <a:pt x="365508" y="106267"/>
                  </a:lnTo>
                  <a:lnTo>
                    <a:pt x="396460" y="115266"/>
                  </a:lnTo>
                  <a:lnTo>
                    <a:pt x="425534" y="123719"/>
                  </a:lnTo>
                  <a:lnTo>
                    <a:pt x="452946" y="131688"/>
                  </a:lnTo>
                  <a:lnTo>
                    <a:pt x="478876" y="139227"/>
                  </a:lnTo>
                  <a:lnTo>
                    <a:pt x="503475" y="146379"/>
                  </a:lnTo>
                  <a:lnTo>
                    <a:pt x="526874" y="153182"/>
                  </a:lnTo>
                  <a:lnTo>
                    <a:pt x="549184" y="159669"/>
                  </a:lnTo>
                  <a:lnTo>
                    <a:pt x="570502" y="165867"/>
                  </a:lnTo>
                  <a:lnTo>
                    <a:pt x="590913" y="171801"/>
                  </a:lnTo>
                  <a:lnTo>
                    <a:pt x="610491" y="177493"/>
                  </a:lnTo>
                  <a:lnTo>
                    <a:pt x="629300" y="182961"/>
                  </a:lnTo>
                  <a:lnTo>
                    <a:pt x="647400" y="188224"/>
                  </a:lnTo>
                  <a:lnTo>
                    <a:pt x="664841" y="193294"/>
                  </a:lnTo>
                  <a:lnTo>
                    <a:pt x="681670" y="198187"/>
                  </a:lnTo>
                  <a:lnTo>
                    <a:pt x="697929" y="202914"/>
                  </a:lnTo>
                  <a:lnTo>
                    <a:pt x="713654" y="207486"/>
                  </a:lnTo>
                  <a:lnTo>
                    <a:pt x="728880" y="211913"/>
                  </a:lnTo>
                  <a:lnTo>
                    <a:pt x="743638" y="216204"/>
                  </a:lnTo>
                  <a:lnTo>
                    <a:pt x="757955" y="220366"/>
                  </a:lnTo>
                  <a:lnTo>
                    <a:pt x="771857" y="224408"/>
                  </a:lnTo>
                  <a:lnTo>
                    <a:pt x="785367" y="228336"/>
                  </a:lnTo>
                  <a:lnTo>
                    <a:pt x="798507" y="232156"/>
                  </a:lnTo>
                  <a:lnTo>
                    <a:pt x="811297" y="235875"/>
                  </a:lnTo>
                  <a:lnTo>
                    <a:pt x="823754" y="239497"/>
                  </a:lnTo>
                  <a:lnTo>
                    <a:pt x="835896" y="243027"/>
                  </a:lnTo>
                  <a:lnTo>
                    <a:pt x="847738" y="246470"/>
                  </a:lnTo>
                  <a:lnTo>
                    <a:pt x="859295" y="249830"/>
                  </a:lnTo>
                  <a:lnTo>
                    <a:pt x="870580" y="253111"/>
                  </a:lnTo>
                  <a:lnTo>
                    <a:pt x="881605" y="256316"/>
                  </a:lnTo>
                  <a:lnTo>
                    <a:pt x="892383" y="259449"/>
                  </a:lnTo>
                  <a:lnTo>
                    <a:pt x="902923" y="262514"/>
                  </a:lnTo>
                  <a:lnTo>
                    <a:pt x="913237" y="265513"/>
                  </a:lnTo>
                  <a:lnTo>
                    <a:pt x="923334" y="268448"/>
                  </a:lnTo>
                  <a:lnTo>
                    <a:pt x="933223" y="271323"/>
                  </a:lnTo>
                  <a:lnTo>
                    <a:pt x="942912" y="274140"/>
                  </a:lnTo>
                  <a:lnTo>
                    <a:pt x="952408" y="276901"/>
                  </a:lnTo>
                  <a:lnTo>
                    <a:pt x="961721" y="279609"/>
                  </a:lnTo>
                  <a:lnTo>
                    <a:pt x="970856" y="282265"/>
                  </a:lnTo>
                  <a:lnTo>
                    <a:pt x="979821" y="284871"/>
                  </a:lnTo>
                  <a:lnTo>
                    <a:pt x="988621" y="287430"/>
                  </a:lnTo>
                  <a:lnTo>
                    <a:pt x="997262" y="289942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908738" y="4060458"/>
              <a:ext cx="997262" cy="213408"/>
            </a:xfrm>
            <a:custGeom>
              <a:avLst/>
              <a:pathLst>
                <a:path w="997262" h="213408">
                  <a:moveTo>
                    <a:pt x="0" y="0"/>
                  </a:moveTo>
                  <a:lnTo>
                    <a:pt x="64039" y="13704"/>
                  </a:lnTo>
                  <a:lnTo>
                    <a:pt x="120525" y="25791"/>
                  </a:lnTo>
                  <a:lnTo>
                    <a:pt x="171054" y="36604"/>
                  </a:lnTo>
                  <a:lnTo>
                    <a:pt x="216763" y="46386"/>
                  </a:lnTo>
                  <a:lnTo>
                    <a:pt x="258492" y="55316"/>
                  </a:lnTo>
                  <a:lnTo>
                    <a:pt x="296879" y="63530"/>
                  </a:lnTo>
                  <a:lnTo>
                    <a:pt x="332420" y="71136"/>
                  </a:lnTo>
                  <a:lnTo>
                    <a:pt x="365508" y="78216"/>
                  </a:lnTo>
                  <a:lnTo>
                    <a:pt x="396460" y="84840"/>
                  </a:lnTo>
                  <a:lnTo>
                    <a:pt x="425534" y="91062"/>
                  </a:lnTo>
                  <a:lnTo>
                    <a:pt x="452946" y="96928"/>
                  </a:lnTo>
                  <a:lnTo>
                    <a:pt x="478876" y="102477"/>
                  </a:lnTo>
                  <a:lnTo>
                    <a:pt x="503475" y="107741"/>
                  </a:lnTo>
                  <a:lnTo>
                    <a:pt x="526874" y="112748"/>
                  </a:lnTo>
                  <a:lnTo>
                    <a:pt x="549184" y="117522"/>
                  </a:lnTo>
                  <a:lnTo>
                    <a:pt x="570502" y="122084"/>
                  </a:lnTo>
                  <a:lnTo>
                    <a:pt x="590913" y="126452"/>
                  </a:lnTo>
                  <a:lnTo>
                    <a:pt x="610491" y="130641"/>
                  </a:lnTo>
                  <a:lnTo>
                    <a:pt x="629300" y="134667"/>
                  </a:lnTo>
                  <a:lnTo>
                    <a:pt x="647400" y="138540"/>
                  </a:lnTo>
                  <a:lnTo>
                    <a:pt x="664841" y="142272"/>
                  </a:lnTo>
                  <a:lnTo>
                    <a:pt x="681670" y="145873"/>
                  </a:lnTo>
                  <a:lnTo>
                    <a:pt x="697929" y="149353"/>
                  </a:lnTo>
                  <a:lnTo>
                    <a:pt x="713654" y="152718"/>
                  </a:lnTo>
                  <a:lnTo>
                    <a:pt x="728880" y="155976"/>
                  </a:lnTo>
                  <a:lnTo>
                    <a:pt x="743638" y="159134"/>
                  </a:lnTo>
                  <a:lnTo>
                    <a:pt x="757955" y="162198"/>
                  </a:lnTo>
                  <a:lnTo>
                    <a:pt x="771857" y="165173"/>
                  </a:lnTo>
                  <a:lnTo>
                    <a:pt x="785367" y="168064"/>
                  </a:lnTo>
                  <a:lnTo>
                    <a:pt x="798507" y="170876"/>
                  </a:lnTo>
                  <a:lnTo>
                    <a:pt x="811297" y="173613"/>
                  </a:lnTo>
                  <a:lnTo>
                    <a:pt x="823754" y="176279"/>
                  </a:lnTo>
                  <a:lnTo>
                    <a:pt x="835896" y="178877"/>
                  </a:lnTo>
                  <a:lnTo>
                    <a:pt x="847738" y="181411"/>
                  </a:lnTo>
                  <a:lnTo>
                    <a:pt x="859295" y="183884"/>
                  </a:lnTo>
                  <a:lnTo>
                    <a:pt x="870580" y="186299"/>
                  </a:lnTo>
                  <a:lnTo>
                    <a:pt x="881605" y="188658"/>
                  </a:lnTo>
                  <a:lnTo>
                    <a:pt x="892383" y="190965"/>
                  </a:lnTo>
                  <a:lnTo>
                    <a:pt x="902923" y="193220"/>
                  </a:lnTo>
                  <a:lnTo>
                    <a:pt x="913237" y="195428"/>
                  </a:lnTo>
                  <a:lnTo>
                    <a:pt x="923334" y="197588"/>
                  </a:lnTo>
                  <a:lnTo>
                    <a:pt x="933223" y="199704"/>
                  </a:lnTo>
                  <a:lnTo>
                    <a:pt x="942912" y="201778"/>
                  </a:lnTo>
                  <a:lnTo>
                    <a:pt x="952408" y="203810"/>
                  </a:lnTo>
                  <a:lnTo>
                    <a:pt x="961721" y="205803"/>
                  </a:lnTo>
                  <a:lnTo>
                    <a:pt x="970856" y="207758"/>
                  </a:lnTo>
                  <a:lnTo>
                    <a:pt x="979821" y="209676"/>
                  </a:lnTo>
                  <a:lnTo>
                    <a:pt x="988621" y="211559"/>
                  </a:lnTo>
                  <a:lnTo>
                    <a:pt x="997262" y="213408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908738" y="4427465"/>
              <a:ext cx="997262" cy="28369"/>
            </a:xfrm>
            <a:custGeom>
              <a:avLst/>
              <a:pathLst>
                <a:path w="997262" h="28369">
                  <a:moveTo>
                    <a:pt x="0" y="0"/>
                  </a:moveTo>
                  <a:lnTo>
                    <a:pt x="64039" y="1821"/>
                  </a:lnTo>
                  <a:lnTo>
                    <a:pt x="120525" y="3428"/>
                  </a:lnTo>
                  <a:lnTo>
                    <a:pt x="171054" y="4866"/>
                  </a:lnTo>
                  <a:lnTo>
                    <a:pt x="216763" y="6166"/>
                  </a:lnTo>
                  <a:lnTo>
                    <a:pt x="258492" y="7353"/>
                  </a:lnTo>
                  <a:lnTo>
                    <a:pt x="296879" y="8445"/>
                  </a:lnTo>
                  <a:lnTo>
                    <a:pt x="332420" y="9456"/>
                  </a:lnTo>
                  <a:lnTo>
                    <a:pt x="365508" y="10397"/>
                  </a:lnTo>
                  <a:lnTo>
                    <a:pt x="396460" y="11278"/>
                  </a:lnTo>
                  <a:lnTo>
                    <a:pt x="425534" y="12105"/>
                  </a:lnTo>
                  <a:lnTo>
                    <a:pt x="452946" y="12885"/>
                  </a:lnTo>
                  <a:lnTo>
                    <a:pt x="478876" y="13622"/>
                  </a:lnTo>
                  <a:lnTo>
                    <a:pt x="503475" y="14322"/>
                  </a:lnTo>
                  <a:lnTo>
                    <a:pt x="526874" y="14988"/>
                  </a:lnTo>
                  <a:lnTo>
                    <a:pt x="549184" y="15623"/>
                  </a:lnTo>
                  <a:lnTo>
                    <a:pt x="570502" y="16229"/>
                  </a:lnTo>
                  <a:lnTo>
                    <a:pt x="590913" y="16810"/>
                  </a:lnTo>
                  <a:lnTo>
                    <a:pt x="610491" y="17367"/>
                  </a:lnTo>
                  <a:lnTo>
                    <a:pt x="629300" y="17902"/>
                  </a:lnTo>
                  <a:lnTo>
                    <a:pt x="647400" y="18417"/>
                  </a:lnTo>
                  <a:lnTo>
                    <a:pt x="664841" y="18913"/>
                  </a:lnTo>
                  <a:lnTo>
                    <a:pt x="681670" y="19391"/>
                  </a:lnTo>
                  <a:lnTo>
                    <a:pt x="697929" y="19854"/>
                  </a:lnTo>
                  <a:lnTo>
                    <a:pt x="713654" y="20301"/>
                  </a:lnTo>
                  <a:lnTo>
                    <a:pt x="728880" y="20734"/>
                  </a:lnTo>
                  <a:lnTo>
                    <a:pt x="743638" y="21154"/>
                  </a:lnTo>
                  <a:lnTo>
                    <a:pt x="757955" y="21562"/>
                  </a:lnTo>
                  <a:lnTo>
                    <a:pt x="771857" y="21957"/>
                  </a:lnTo>
                  <a:lnTo>
                    <a:pt x="785367" y="22341"/>
                  </a:lnTo>
                  <a:lnTo>
                    <a:pt x="798507" y="22715"/>
                  </a:lnTo>
                  <a:lnTo>
                    <a:pt x="811297" y="23079"/>
                  </a:lnTo>
                  <a:lnTo>
                    <a:pt x="823754" y="23433"/>
                  </a:lnTo>
                  <a:lnTo>
                    <a:pt x="835896" y="23779"/>
                  </a:lnTo>
                  <a:lnTo>
                    <a:pt x="847738" y="24116"/>
                  </a:lnTo>
                  <a:lnTo>
                    <a:pt x="859295" y="24444"/>
                  </a:lnTo>
                  <a:lnTo>
                    <a:pt x="870580" y="24765"/>
                  </a:lnTo>
                  <a:lnTo>
                    <a:pt x="881605" y="25079"/>
                  </a:lnTo>
                  <a:lnTo>
                    <a:pt x="892383" y="25386"/>
                  </a:lnTo>
                  <a:lnTo>
                    <a:pt x="902923" y="25686"/>
                  </a:lnTo>
                  <a:lnTo>
                    <a:pt x="913237" y="25979"/>
                  </a:lnTo>
                  <a:lnTo>
                    <a:pt x="923334" y="26266"/>
                  </a:lnTo>
                  <a:lnTo>
                    <a:pt x="933223" y="26548"/>
                  </a:lnTo>
                  <a:lnTo>
                    <a:pt x="942912" y="26823"/>
                  </a:lnTo>
                  <a:lnTo>
                    <a:pt x="952408" y="27093"/>
                  </a:lnTo>
                  <a:lnTo>
                    <a:pt x="961721" y="27358"/>
                  </a:lnTo>
                  <a:lnTo>
                    <a:pt x="970856" y="27618"/>
                  </a:lnTo>
                  <a:lnTo>
                    <a:pt x="979821" y="27873"/>
                  </a:lnTo>
                  <a:lnTo>
                    <a:pt x="988621" y="28123"/>
                  </a:lnTo>
                  <a:lnTo>
                    <a:pt x="997262" y="2836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908738" y="4243546"/>
              <a:ext cx="997262" cy="186192"/>
            </a:xfrm>
            <a:custGeom>
              <a:avLst/>
              <a:pathLst>
                <a:path w="997262" h="186192">
                  <a:moveTo>
                    <a:pt x="0" y="0"/>
                  </a:moveTo>
                  <a:lnTo>
                    <a:pt x="64039" y="11956"/>
                  </a:lnTo>
                  <a:lnTo>
                    <a:pt x="120525" y="22502"/>
                  </a:lnTo>
                  <a:lnTo>
                    <a:pt x="171054" y="31936"/>
                  </a:lnTo>
                  <a:lnTo>
                    <a:pt x="216763" y="40470"/>
                  </a:lnTo>
                  <a:lnTo>
                    <a:pt x="258492" y="48261"/>
                  </a:lnTo>
                  <a:lnTo>
                    <a:pt x="296879" y="55428"/>
                  </a:lnTo>
                  <a:lnTo>
                    <a:pt x="332420" y="62064"/>
                  </a:lnTo>
                  <a:lnTo>
                    <a:pt x="365508" y="68241"/>
                  </a:lnTo>
                  <a:lnTo>
                    <a:pt x="396460" y="74020"/>
                  </a:lnTo>
                  <a:lnTo>
                    <a:pt x="425534" y="79448"/>
                  </a:lnTo>
                  <a:lnTo>
                    <a:pt x="452946" y="84566"/>
                  </a:lnTo>
                  <a:lnTo>
                    <a:pt x="478876" y="89407"/>
                  </a:lnTo>
                  <a:lnTo>
                    <a:pt x="503475" y="94000"/>
                  </a:lnTo>
                  <a:lnTo>
                    <a:pt x="526874" y="98369"/>
                  </a:lnTo>
                  <a:lnTo>
                    <a:pt x="549184" y="102534"/>
                  </a:lnTo>
                  <a:lnTo>
                    <a:pt x="570502" y="106514"/>
                  </a:lnTo>
                  <a:lnTo>
                    <a:pt x="590913" y="110325"/>
                  </a:lnTo>
                  <a:lnTo>
                    <a:pt x="610491" y="113980"/>
                  </a:lnTo>
                  <a:lnTo>
                    <a:pt x="629300" y="117492"/>
                  </a:lnTo>
                  <a:lnTo>
                    <a:pt x="647400" y="120871"/>
                  </a:lnTo>
                  <a:lnTo>
                    <a:pt x="664841" y="124128"/>
                  </a:lnTo>
                  <a:lnTo>
                    <a:pt x="681670" y="127270"/>
                  </a:lnTo>
                  <a:lnTo>
                    <a:pt x="697929" y="130305"/>
                  </a:lnTo>
                  <a:lnTo>
                    <a:pt x="713654" y="133241"/>
                  </a:lnTo>
                  <a:lnTo>
                    <a:pt x="728880" y="136084"/>
                  </a:lnTo>
                  <a:lnTo>
                    <a:pt x="743638" y="138839"/>
                  </a:lnTo>
                  <a:lnTo>
                    <a:pt x="757955" y="141512"/>
                  </a:lnTo>
                  <a:lnTo>
                    <a:pt x="771857" y="144108"/>
                  </a:lnTo>
                  <a:lnTo>
                    <a:pt x="785367" y="146630"/>
                  </a:lnTo>
                  <a:lnTo>
                    <a:pt x="798507" y="149084"/>
                  </a:lnTo>
                  <a:lnTo>
                    <a:pt x="811297" y="151471"/>
                  </a:lnTo>
                  <a:lnTo>
                    <a:pt x="823754" y="153797"/>
                  </a:lnTo>
                  <a:lnTo>
                    <a:pt x="835896" y="156064"/>
                  </a:lnTo>
                  <a:lnTo>
                    <a:pt x="847738" y="158275"/>
                  </a:lnTo>
                  <a:lnTo>
                    <a:pt x="859295" y="160433"/>
                  </a:lnTo>
                  <a:lnTo>
                    <a:pt x="870580" y="162540"/>
                  </a:lnTo>
                  <a:lnTo>
                    <a:pt x="881605" y="164598"/>
                  </a:lnTo>
                  <a:lnTo>
                    <a:pt x="892383" y="166610"/>
                  </a:lnTo>
                  <a:lnTo>
                    <a:pt x="902923" y="168578"/>
                  </a:lnTo>
                  <a:lnTo>
                    <a:pt x="913237" y="170504"/>
                  </a:lnTo>
                  <a:lnTo>
                    <a:pt x="923334" y="172389"/>
                  </a:lnTo>
                  <a:lnTo>
                    <a:pt x="933223" y="174235"/>
                  </a:lnTo>
                  <a:lnTo>
                    <a:pt x="942912" y="176044"/>
                  </a:lnTo>
                  <a:lnTo>
                    <a:pt x="952408" y="177817"/>
                  </a:lnTo>
                  <a:lnTo>
                    <a:pt x="961721" y="179556"/>
                  </a:lnTo>
                  <a:lnTo>
                    <a:pt x="970856" y="181262"/>
                  </a:lnTo>
                  <a:lnTo>
                    <a:pt x="979821" y="182935"/>
                  </a:lnTo>
                  <a:lnTo>
                    <a:pt x="988621" y="184578"/>
                  </a:lnTo>
                  <a:lnTo>
                    <a:pt x="997262" y="18619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908738" y="4226628"/>
              <a:ext cx="997262" cy="367578"/>
            </a:xfrm>
            <a:custGeom>
              <a:avLst/>
              <a:pathLst>
                <a:path w="997262" h="367578">
                  <a:moveTo>
                    <a:pt x="0" y="0"/>
                  </a:moveTo>
                  <a:lnTo>
                    <a:pt x="64039" y="23604"/>
                  </a:lnTo>
                  <a:lnTo>
                    <a:pt x="120525" y="44424"/>
                  </a:lnTo>
                  <a:lnTo>
                    <a:pt x="171054" y="63048"/>
                  </a:lnTo>
                  <a:lnTo>
                    <a:pt x="216763" y="79896"/>
                  </a:lnTo>
                  <a:lnTo>
                    <a:pt x="258492" y="95277"/>
                  </a:lnTo>
                  <a:lnTo>
                    <a:pt x="296879" y="109426"/>
                  </a:lnTo>
                  <a:lnTo>
                    <a:pt x="332420" y="122526"/>
                  </a:lnTo>
                  <a:lnTo>
                    <a:pt x="365508" y="134721"/>
                  </a:lnTo>
                  <a:lnTo>
                    <a:pt x="396460" y="146130"/>
                  </a:lnTo>
                  <a:lnTo>
                    <a:pt x="425534" y="156846"/>
                  </a:lnTo>
                  <a:lnTo>
                    <a:pt x="452946" y="166950"/>
                  </a:lnTo>
                  <a:lnTo>
                    <a:pt x="478876" y="176507"/>
                  </a:lnTo>
                  <a:lnTo>
                    <a:pt x="503475" y="185574"/>
                  </a:lnTo>
                  <a:lnTo>
                    <a:pt x="526874" y="194199"/>
                  </a:lnTo>
                  <a:lnTo>
                    <a:pt x="549184" y="202422"/>
                  </a:lnTo>
                  <a:lnTo>
                    <a:pt x="570502" y="210280"/>
                  </a:lnTo>
                  <a:lnTo>
                    <a:pt x="590913" y="217803"/>
                  </a:lnTo>
                  <a:lnTo>
                    <a:pt x="610491" y="225019"/>
                  </a:lnTo>
                  <a:lnTo>
                    <a:pt x="629300" y="231952"/>
                  </a:lnTo>
                  <a:lnTo>
                    <a:pt x="647400" y="238623"/>
                  </a:lnTo>
                  <a:lnTo>
                    <a:pt x="664841" y="245052"/>
                  </a:lnTo>
                  <a:lnTo>
                    <a:pt x="681670" y="251255"/>
                  </a:lnTo>
                  <a:lnTo>
                    <a:pt x="697929" y="257247"/>
                  </a:lnTo>
                  <a:lnTo>
                    <a:pt x="713654" y="263044"/>
                  </a:lnTo>
                  <a:lnTo>
                    <a:pt x="728880" y="268656"/>
                  </a:lnTo>
                  <a:lnTo>
                    <a:pt x="743638" y="274095"/>
                  </a:lnTo>
                  <a:lnTo>
                    <a:pt x="757955" y="279372"/>
                  </a:lnTo>
                  <a:lnTo>
                    <a:pt x="771857" y="284496"/>
                  </a:lnTo>
                  <a:lnTo>
                    <a:pt x="785367" y="289476"/>
                  </a:lnTo>
                  <a:lnTo>
                    <a:pt x="798507" y="294319"/>
                  </a:lnTo>
                  <a:lnTo>
                    <a:pt x="811297" y="299033"/>
                  </a:lnTo>
                  <a:lnTo>
                    <a:pt x="823754" y="303625"/>
                  </a:lnTo>
                  <a:lnTo>
                    <a:pt x="835896" y="308100"/>
                  </a:lnTo>
                  <a:lnTo>
                    <a:pt x="847738" y="312465"/>
                  </a:lnTo>
                  <a:lnTo>
                    <a:pt x="859295" y="316725"/>
                  </a:lnTo>
                  <a:lnTo>
                    <a:pt x="870580" y="320884"/>
                  </a:lnTo>
                  <a:lnTo>
                    <a:pt x="881605" y="324948"/>
                  </a:lnTo>
                  <a:lnTo>
                    <a:pt x="892383" y="328921"/>
                  </a:lnTo>
                  <a:lnTo>
                    <a:pt x="902923" y="332806"/>
                  </a:lnTo>
                  <a:lnTo>
                    <a:pt x="913237" y="336607"/>
                  </a:lnTo>
                  <a:lnTo>
                    <a:pt x="923334" y="340329"/>
                  </a:lnTo>
                  <a:lnTo>
                    <a:pt x="933223" y="343974"/>
                  </a:lnTo>
                  <a:lnTo>
                    <a:pt x="942912" y="347545"/>
                  </a:lnTo>
                  <a:lnTo>
                    <a:pt x="952408" y="351045"/>
                  </a:lnTo>
                  <a:lnTo>
                    <a:pt x="961721" y="354478"/>
                  </a:lnTo>
                  <a:lnTo>
                    <a:pt x="970856" y="357845"/>
                  </a:lnTo>
                  <a:lnTo>
                    <a:pt x="979821" y="361149"/>
                  </a:lnTo>
                  <a:lnTo>
                    <a:pt x="988621" y="364393"/>
                  </a:lnTo>
                  <a:lnTo>
                    <a:pt x="997262" y="36757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908738" y="4556332"/>
              <a:ext cx="997262" cy="10116"/>
            </a:xfrm>
            <a:custGeom>
              <a:avLst/>
              <a:pathLst>
                <a:path w="997262" h="10116">
                  <a:moveTo>
                    <a:pt x="0" y="0"/>
                  </a:moveTo>
                  <a:lnTo>
                    <a:pt x="64039" y="649"/>
                  </a:lnTo>
                  <a:lnTo>
                    <a:pt x="120525" y="1222"/>
                  </a:lnTo>
                  <a:lnTo>
                    <a:pt x="171054" y="1735"/>
                  </a:lnTo>
                  <a:lnTo>
                    <a:pt x="216763" y="2198"/>
                  </a:lnTo>
                  <a:lnTo>
                    <a:pt x="258492" y="2622"/>
                  </a:lnTo>
                  <a:lnTo>
                    <a:pt x="296879" y="3011"/>
                  </a:lnTo>
                  <a:lnTo>
                    <a:pt x="332420" y="3372"/>
                  </a:lnTo>
                  <a:lnTo>
                    <a:pt x="365508" y="3707"/>
                  </a:lnTo>
                  <a:lnTo>
                    <a:pt x="396460" y="4021"/>
                  </a:lnTo>
                  <a:lnTo>
                    <a:pt x="425534" y="4316"/>
                  </a:lnTo>
                  <a:lnTo>
                    <a:pt x="452946" y="4594"/>
                  </a:lnTo>
                  <a:lnTo>
                    <a:pt x="478876" y="4857"/>
                  </a:lnTo>
                  <a:lnTo>
                    <a:pt x="503475" y="5107"/>
                  </a:lnTo>
                  <a:lnTo>
                    <a:pt x="526874" y="5344"/>
                  </a:lnTo>
                  <a:lnTo>
                    <a:pt x="549184" y="5570"/>
                  </a:lnTo>
                  <a:lnTo>
                    <a:pt x="570502" y="5787"/>
                  </a:lnTo>
                  <a:lnTo>
                    <a:pt x="590913" y="5994"/>
                  </a:lnTo>
                  <a:lnTo>
                    <a:pt x="610491" y="6192"/>
                  </a:lnTo>
                  <a:lnTo>
                    <a:pt x="629300" y="6383"/>
                  </a:lnTo>
                  <a:lnTo>
                    <a:pt x="647400" y="6567"/>
                  </a:lnTo>
                  <a:lnTo>
                    <a:pt x="664841" y="6744"/>
                  </a:lnTo>
                  <a:lnTo>
                    <a:pt x="681670" y="6914"/>
                  </a:lnTo>
                  <a:lnTo>
                    <a:pt x="697929" y="7079"/>
                  </a:lnTo>
                  <a:lnTo>
                    <a:pt x="713654" y="7239"/>
                  </a:lnTo>
                  <a:lnTo>
                    <a:pt x="728880" y="7393"/>
                  </a:lnTo>
                  <a:lnTo>
                    <a:pt x="743638" y="7543"/>
                  </a:lnTo>
                  <a:lnTo>
                    <a:pt x="757955" y="7688"/>
                  </a:lnTo>
                  <a:lnTo>
                    <a:pt x="771857" y="7829"/>
                  </a:lnTo>
                  <a:lnTo>
                    <a:pt x="785367" y="7966"/>
                  </a:lnTo>
                  <a:lnTo>
                    <a:pt x="798507" y="8100"/>
                  </a:lnTo>
                  <a:lnTo>
                    <a:pt x="811297" y="8229"/>
                  </a:lnTo>
                  <a:lnTo>
                    <a:pt x="823754" y="8356"/>
                  </a:lnTo>
                  <a:lnTo>
                    <a:pt x="835896" y="8479"/>
                  </a:lnTo>
                  <a:lnTo>
                    <a:pt x="847738" y="8599"/>
                  </a:lnTo>
                  <a:lnTo>
                    <a:pt x="859295" y="8716"/>
                  </a:lnTo>
                  <a:lnTo>
                    <a:pt x="870580" y="8831"/>
                  </a:lnTo>
                  <a:lnTo>
                    <a:pt x="881605" y="8943"/>
                  </a:lnTo>
                  <a:lnTo>
                    <a:pt x="892383" y="9052"/>
                  </a:lnTo>
                  <a:lnTo>
                    <a:pt x="902923" y="9159"/>
                  </a:lnTo>
                  <a:lnTo>
                    <a:pt x="913237" y="9263"/>
                  </a:lnTo>
                  <a:lnTo>
                    <a:pt x="923334" y="9366"/>
                  </a:lnTo>
                  <a:lnTo>
                    <a:pt x="933223" y="9466"/>
                  </a:lnTo>
                  <a:lnTo>
                    <a:pt x="942912" y="9564"/>
                  </a:lnTo>
                  <a:lnTo>
                    <a:pt x="952408" y="9661"/>
                  </a:lnTo>
                  <a:lnTo>
                    <a:pt x="961721" y="9755"/>
                  </a:lnTo>
                  <a:lnTo>
                    <a:pt x="970856" y="9848"/>
                  </a:lnTo>
                  <a:lnTo>
                    <a:pt x="979821" y="9939"/>
                  </a:lnTo>
                  <a:lnTo>
                    <a:pt x="988621" y="10028"/>
                  </a:lnTo>
                  <a:lnTo>
                    <a:pt x="997262" y="1011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2908738" y="4399653"/>
              <a:ext cx="997262" cy="55029"/>
            </a:xfrm>
            <a:custGeom>
              <a:avLst/>
              <a:pathLst>
                <a:path w="997262" h="55029">
                  <a:moveTo>
                    <a:pt x="0" y="55029"/>
                  </a:moveTo>
                  <a:lnTo>
                    <a:pt x="64039" y="51495"/>
                  </a:lnTo>
                  <a:lnTo>
                    <a:pt x="120525" y="48378"/>
                  </a:lnTo>
                  <a:lnTo>
                    <a:pt x="171054" y="45590"/>
                  </a:lnTo>
                  <a:lnTo>
                    <a:pt x="216763" y="43068"/>
                  </a:lnTo>
                  <a:lnTo>
                    <a:pt x="258492" y="40765"/>
                  </a:lnTo>
                  <a:lnTo>
                    <a:pt x="296879" y="38647"/>
                  </a:lnTo>
                  <a:lnTo>
                    <a:pt x="332420" y="36686"/>
                  </a:lnTo>
                  <a:lnTo>
                    <a:pt x="365508" y="34860"/>
                  </a:lnTo>
                  <a:lnTo>
                    <a:pt x="396460" y="33152"/>
                  </a:lnTo>
                  <a:lnTo>
                    <a:pt x="425534" y="31548"/>
                  </a:lnTo>
                  <a:lnTo>
                    <a:pt x="452946" y="30035"/>
                  </a:lnTo>
                  <a:lnTo>
                    <a:pt x="478876" y="28604"/>
                  </a:lnTo>
                  <a:lnTo>
                    <a:pt x="503475" y="27247"/>
                  </a:lnTo>
                  <a:lnTo>
                    <a:pt x="526874" y="25956"/>
                  </a:lnTo>
                  <a:lnTo>
                    <a:pt x="549184" y="24725"/>
                  </a:lnTo>
                  <a:lnTo>
                    <a:pt x="570502" y="23548"/>
                  </a:lnTo>
                  <a:lnTo>
                    <a:pt x="590913" y="22422"/>
                  </a:lnTo>
                  <a:lnTo>
                    <a:pt x="610491" y="21342"/>
                  </a:lnTo>
                  <a:lnTo>
                    <a:pt x="629300" y="20304"/>
                  </a:lnTo>
                  <a:lnTo>
                    <a:pt x="647400" y="19305"/>
                  </a:lnTo>
                  <a:lnTo>
                    <a:pt x="664841" y="18343"/>
                  </a:lnTo>
                  <a:lnTo>
                    <a:pt x="681670" y="17414"/>
                  </a:lnTo>
                  <a:lnTo>
                    <a:pt x="697929" y="16517"/>
                  </a:lnTo>
                  <a:lnTo>
                    <a:pt x="713654" y="15649"/>
                  </a:lnTo>
                  <a:lnTo>
                    <a:pt x="728880" y="14809"/>
                  </a:lnTo>
                  <a:lnTo>
                    <a:pt x="743638" y="13995"/>
                  </a:lnTo>
                  <a:lnTo>
                    <a:pt x="757955" y="13205"/>
                  </a:lnTo>
                  <a:lnTo>
                    <a:pt x="771857" y="12437"/>
                  </a:lnTo>
                  <a:lnTo>
                    <a:pt x="785367" y="11692"/>
                  </a:lnTo>
                  <a:lnTo>
                    <a:pt x="798507" y="10967"/>
                  </a:lnTo>
                  <a:lnTo>
                    <a:pt x="811297" y="10261"/>
                  </a:lnTo>
                  <a:lnTo>
                    <a:pt x="823754" y="9574"/>
                  </a:lnTo>
                  <a:lnTo>
                    <a:pt x="835896" y="8904"/>
                  </a:lnTo>
                  <a:lnTo>
                    <a:pt x="847738" y="8250"/>
                  </a:lnTo>
                  <a:lnTo>
                    <a:pt x="859295" y="7613"/>
                  </a:lnTo>
                  <a:lnTo>
                    <a:pt x="870580" y="6990"/>
                  </a:lnTo>
                  <a:lnTo>
                    <a:pt x="881605" y="6382"/>
                  </a:lnTo>
                  <a:lnTo>
                    <a:pt x="892383" y="5787"/>
                  </a:lnTo>
                  <a:lnTo>
                    <a:pt x="902923" y="5205"/>
                  </a:lnTo>
                  <a:lnTo>
                    <a:pt x="913237" y="4636"/>
                  </a:lnTo>
                  <a:lnTo>
                    <a:pt x="923334" y="4079"/>
                  </a:lnTo>
                  <a:lnTo>
                    <a:pt x="933223" y="3533"/>
                  </a:lnTo>
                  <a:lnTo>
                    <a:pt x="942912" y="2999"/>
                  </a:lnTo>
                  <a:lnTo>
                    <a:pt x="952408" y="2475"/>
                  </a:lnTo>
                  <a:lnTo>
                    <a:pt x="961721" y="1961"/>
                  </a:lnTo>
                  <a:lnTo>
                    <a:pt x="970856" y="1457"/>
                  </a:lnTo>
                  <a:lnTo>
                    <a:pt x="979821" y="962"/>
                  </a:lnTo>
                  <a:lnTo>
                    <a:pt x="988621" y="476"/>
                  </a:lnTo>
                  <a:lnTo>
                    <a:pt x="99726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908738" y="4175515"/>
              <a:ext cx="997262" cy="242360"/>
            </a:xfrm>
            <a:custGeom>
              <a:avLst/>
              <a:pathLst>
                <a:path w="997262" h="242360">
                  <a:moveTo>
                    <a:pt x="0" y="0"/>
                  </a:moveTo>
                  <a:lnTo>
                    <a:pt x="64039" y="15563"/>
                  </a:lnTo>
                  <a:lnTo>
                    <a:pt x="120525" y="29290"/>
                  </a:lnTo>
                  <a:lnTo>
                    <a:pt x="171054" y="41570"/>
                  </a:lnTo>
                  <a:lnTo>
                    <a:pt x="216763" y="52679"/>
                  </a:lnTo>
                  <a:lnTo>
                    <a:pt x="258492" y="62820"/>
                  </a:lnTo>
                  <a:lnTo>
                    <a:pt x="296879" y="72149"/>
                  </a:lnTo>
                  <a:lnTo>
                    <a:pt x="332420" y="80786"/>
                  </a:lnTo>
                  <a:lnTo>
                    <a:pt x="365508" y="88827"/>
                  </a:lnTo>
                  <a:lnTo>
                    <a:pt x="396460" y="96349"/>
                  </a:lnTo>
                  <a:lnTo>
                    <a:pt x="425534" y="103415"/>
                  </a:lnTo>
                  <a:lnTo>
                    <a:pt x="452946" y="110077"/>
                  </a:lnTo>
                  <a:lnTo>
                    <a:pt x="478876" y="116379"/>
                  </a:lnTo>
                  <a:lnTo>
                    <a:pt x="503475" y="122357"/>
                  </a:lnTo>
                  <a:lnTo>
                    <a:pt x="526874" y="128043"/>
                  </a:lnTo>
                  <a:lnTo>
                    <a:pt x="549184" y="133465"/>
                  </a:lnTo>
                  <a:lnTo>
                    <a:pt x="570502" y="138646"/>
                  </a:lnTo>
                  <a:lnTo>
                    <a:pt x="590913" y="143607"/>
                  </a:lnTo>
                  <a:lnTo>
                    <a:pt x="610491" y="148364"/>
                  </a:lnTo>
                  <a:lnTo>
                    <a:pt x="629300" y="152936"/>
                  </a:lnTo>
                  <a:lnTo>
                    <a:pt x="647400" y="157334"/>
                  </a:lnTo>
                  <a:lnTo>
                    <a:pt x="664841" y="161573"/>
                  </a:lnTo>
                  <a:lnTo>
                    <a:pt x="681670" y="165663"/>
                  </a:lnTo>
                  <a:lnTo>
                    <a:pt x="697929" y="169614"/>
                  </a:lnTo>
                  <a:lnTo>
                    <a:pt x="713654" y="173436"/>
                  </a:lnTo>
                  <a:lnTo>
                    <a:pt x="728880" y="177136"/>
                  </a:lnTo>
                  <a:lnTo>
                    <a:pt x="743638" y="180723"/>
                  </a:lnTo>
                  <a:lnTo>
                    <a:pt x="757955" y="184202"/>
                  </a:lnTo>
                  <a:lnTo>
                    <a:pt x="771857" y="187581"/>
                  </a:lnTo>
                  <a:lnTo>
                    <a:pt x="785367" y="190864"/>
                  </a:lnTo>
                  <a:lnTo>
                    <a:pt x="798507" y="194057"/>
                  </a:lnTo>
                  <a:lnTo>
                    <a:pt x="811297" y="197165"/>
                  </a:lnTo>
                  <a:lnTo>
                    <a:pt x="823754" y="200193"/>
                  </a:lnTo>
                  <a:lnTo>
                    <a:pt x="835896" y="203144"/>
                  </a:lnTo>
                  <a:lnTo>
                    <a:pt x="847738" y="206022"/>
                  </a:lnTo>
                  <a:lnTo>
                    <a:pt x="859295" y="208830"/>
                  </a:lnTo>
                  <a:lnTo>
                    <a:pt x="870580" y="211573"/>
                  </a:lnTo>
                  <a:lnTo>
                    <a:pt x="881605" y="214252"/>
                  </a:lnTo>
                  <a:lnTo>
                    <a:pt x="892383" y="216871"/>
                  </a:lnTo>
                  <a:lnTo>
                    <a:pt x="902923" y="219433"/>
                  </a:lnTo>
                  <a:lnTo>
                    <a:pt x="913237" y="221940"/>
                  </a:lnTo>
                  <a:lnTo>
                    <a:pt x="923334" y="224393"/>
                  </a:lnTo>
                  <a:lnTo>
                    <a:pt x="933223" y="226797"/>
                  </a:lnTo>
                  <a:lnTo>
                    <a:pt x="942912" y="229151"/>
                  </a:lnTo>
                  <a:lnTo>
                    <a:pt x="952408" y="231459"/>
                  </a:lnTo>
                  <a:lnTo>
                    <a:pt x="961721" y="233722"/>
                  </a:lnTo>
                  <a:lnTo>
                    <a:pt x="970856" y="235942"/>
                  </a:lnTo>
                  <a:lnTo>
                    <a:pt x="979821" y="238121"/>
                  </a:lnTo>
                  <a:lnTo>
                    <a:pt x="988621" y="240260"/>
                  </a:lnTo>
                  <a:lnTo>
                    <a:pt x="997262" y="24236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805178" y="47443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805178" y="44722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05178" y="42000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290873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241159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357358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390600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288048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212904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54532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387774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97707" y="46283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305436" y="45331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323324" y="464293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317931" y="406727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97443" y="445759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88465" y="43078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306923" y="47475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86438" y="452990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298587" y="44462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300059" y="42090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56267" y="44364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24705" y="42532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59762" y="46315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46082" y="467447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15127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51543" y="40865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26130" y="47165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31584" y="465549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32683" y="468328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34407" y="462079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55902" y="45916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55875" y="46976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34082" y="45178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19824" y="45433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34390" y="437123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22191" y="445389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625722" y="470037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633778" y="460802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4979448" y="46305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4989796" y="45965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4947535" y="45947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84380" y="457064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4950456" y="458018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4958481" y="46338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51500" y="461575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4974467" y="440356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54945" y="46656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4978260" y="447746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4960039" y="46518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80316" y="451361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79641" y="46421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4963230" y="46710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4976511" y="433525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4949883" y="460987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69176" y="443892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4954520" y="45490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4974777" y="44719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4967613" y="44787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00057" y="46971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297502" y="456208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288994" y="444043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283238" y="45527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294274" y="446442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03016" y="46083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25721" y="453133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02293" y="461871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314582" y="44133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29347" y="443481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22341" y="456745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07891" y="464319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01066" y="452710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25984" y="46506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04871" y="45225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281287" y="46856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281276" y="4351079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12548" y="464138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23690" y="46084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13550" y="453039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25457" y="447879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290345" y="454294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305362" y="45788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5300764" y="46275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330381" y="4459188"/>
              <a:ext cx="1002993" cy="160893"/>
            </a:xfrm>
            <a:custGeom>
              <a:avLst/>
              <a:pathLst>
                <a:path w="1002993" h="160893">
                  <a:moveTo>
                    <a:pt x="0" y="0"/>
                  </a:moveTo>
                  <a:lnTo>
                    <a:pt x="64407" y="10331"/>
                  </a:lnTo>
                  <a:lnTo>
                    <a:pt x="121218" y="19445"/>
                  </a:lnTo>
                  <a:lnTo>
                    <a:pt x="172037" y="27597"/>
                  </a:lnTo>
                  <a:lnTo>
                    <a:pt x="218009" y="34971"/>
                  </a:lnTo>
                  <a:lnTo>
                    <a:pt x="259978" y="41703"/>
                  </a:lnTo>
                  <a:lnTo>
                    <a:pt x="298586" y="47897"/>
                  </a:lnTo>
                  <a:lnTo>
                    <a:pt x="334331" y="53631"/>
                  </a:lnTo>
                  <a:lnTo>
                    <a:pt x="367608" y="58969"/>
                  </a:lnTo>
                  <a:lnTo>
                    <a:pt x="398738" y="63962"/>
                  </a:lnTo>
                  <a:lnTo>
                    <a:pt x="427979" y="68653"/>
                  </a:lnTo>
                  <a:lnTo>
                    <a:pt x="455549" y="73076"/>
                  </a:lnTo>
                  <a:lnTo>
                    <a:pt x="481628" y="77259"/>
                  </a:lnTo>
                  <a:lnTo>
                    <a:pt x="506368" y="81228"/>
                  </a:lnTo>
                  <a:lnTo>
                    <a:pt x="529902" y="85003"/>
                  </a:lnTo>
                  <a:lnTo>
                    <a:pt x="552340" y="88602"/>
                  </a:lnTo>
                  <a:lnTo>
                    <a:pt x="573781" y="92042"/>
                  </a:lnTo>
                  <a:lnTo>
                    <a:pt x="594309" y="95335"/>
                  </a:lnTo>
                  <a:lnTo>
                    <a:pt x="613999" y="98493"/>
                  </a:lnTo>
                  <a:lnTo>
                    <a:pt x="632917" y="101528"/>
                  </a:lnTo>
                  <a:lnTo>
                    <a:pt x="651120" y="104448"/>
                  </a:lnTo>
                  <a:lnTo>
                    <a:pt x="668662" y="107262"/>
                  </a:lnTo>
                  <a:lnTo>
                    <a:pt x="685588" y="109977"/>
                  </a:lnTo>
                  <a:lnTo>
                    <a:pt x="701940" y="112600"/>
                  </a:lnTo>
                  <a:lnTo>
                    <a:pt x="717755" y="115137"/>
                  </a:lnTo>
                  <a:lnTo>
                    <a:pt x="733069" y="117594"/>
                  </a:lnTo>
                  <a:lnTo>
                    <a:pt x="747911" y="119974"/>
                  </a:lnTo>
                  <a:lnTo>
                    <a:pt x="762311" y="122284"/>
                  </a:lnTo>
                  <a:lnTo>
                    <a:pt x="776292" y="124527"/>
                  </a:lnTo>
                  <a:lnTo>
                    <a:pt x="789880" y="126707"/>
                  </a:lnTo>
                  <a:lnTo>
                    <a:pt x="803096" y="128827"/>
                  </a:lnTo>
                  <a:lnTo>
                    <a:pt x="815959" y="130890"/>
                  </a:lnTo>
                  <a:lnTo>
                    <a:pt x="828488" y="132900"/>
                  </a:lnTo>
                  <a:lnTo>
                    <a:pt x="840700" y="134859"/>
                  </a:lnTo>
                  <a:lnTo>
                    <a:pt x="852610" y="136769"/>
                  </a:lnTo>
                  <a:lnTo>
                    <a:pt x="864233" y="138634"/>
                  </a:lnTo>
                  <a:lnTo>
                    <a:pt x="875583" y="140455"/>
                  </a:lnTo>
                  <a:lnTo>
                    <a:pt x="886671" y="142233"/>
                  </a:lnTo>
                  <a:lnTo>
                    <a:pt x="897511" y="143972"/>
                  </a:lnTo>
                  <a:lnTo>
                    <a:pt x="908112" y="145673"/>
                  </a:lnTo>
                  <a:lnTo>
                    <a:pt x="918485" y="147337"/>
                  </a:lnTo>
                  <a:lnTo>
                    <a:pt x="928640" y="148966"/>
                  </a:lnTo>
                  <a:lnTo>
                    <a:pt x="938586" y="150561"/>
                  </a:lnTo>
                  <a:lnTo>
                    <a:pt x="948330" y="152124"/>
                  </a:lnTo>
                  <a:lnTo>
                    <a:pt x="957882" y="153656"/>
                  </a:lnTo>
                  <a:lnTo>
                    <a:pt x="967248" y="155159"/>
                  </a:lnTo>
                  <a:lnTo>
                    <a:pt x="976435" y="156633"/>
                  </a:lnTo>
                  <a:lnTo>
                    <a:pt x="985451" y="158079"/>
                  </a:lnTo>
                  <a:lnTo>
                    <a:pt x="994302" y="159499"/>
                  </a:lnTo>
                  <a:lnTo>
                    <a:pt x="1002993" y="16089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330381" y="4145694"/>
              <a:ext cx="1002993" cy="527066"/>
            </a:xfrm>
            <a:custGeom>
              <a:avLst/>
              <a:pathLst>
                <a:path w="1002993" h="527066">
                  <a:moveTo>
                    <a:pt x="0" y="0"/>
                  </a:moveTo>
                  <a:lnTo>
                    <a:pt x="64407" y="33845"/>
                  </a:lnTo>
                  <a:lnTo>
                    <a:pt x="121218" y="63699"/>
                  </a:lnTo>
                  <a:lnTo>
                    <a:pt x="172037" y="90404"/>
                  </a:lnTo>
                  <a:lnTo>
                    <a:pt x="218009" y="114562"/>
                  </a:lnTo>
                  <a:lnTo>
                    <a:pt x="259978" y="136616"/>
                  </a:lnTo>
                  <a:lnTo>
                    <a:pt x="298586" y="156905"/>
                  </a:lnTo>
                  <a:lnTo>
                    <a:pt x="334331" y="175688"/>
                  </a:lnTo>
                  <a:lnTo>
                    <a:pt x="367608" y="193176"/>
                  </a:lnTo>
                  <a:lnTo>
                    <a:pt x="398738" y="209534"/>
                  </a:lnTo>
                  <a:lnTo>
                    <a:pt x="427979" y="224900"/>
                  </a:lnTo>
                  <a:lnTo>
                    <a:pt x="455549" y="239388"/>
                  </a:lnTo>
                  <a:lnTo>
                    <a:pt x="481628" y="253092"/>
                  </a:lnTo>
                  <a:lnTo>
                    <a:pt x="506368" y="266093"/>
                  </a:lnTo>
                  <a:lnTo>
                    <a:pt x="529902" y="278460"/>
                  </a:lnTo>
                  <a:lnTo>
                    <a:pt x="552340" y="290251"/>
                  </a:lnTo>
                  <a:lnTo>
                    <a:pt x="573781" y="301518"/>
                  </a:lnTo>
                  <a:lnTo>
                    <a:pt x="594309" y="312305"/>
                  </a:lnTo>
                  <a:lnTo>
                    <a:pt x="613999" y="322652"/>
                  </a:lnTo>
                  <a:lnTo>
                    <a:pt x="632917" y="332593"/>
                  </a:lnTo>
                  <a:lnTo>
                    <a:pt x="651120" y="342159"/>
                  </a:lnTo>
                  <a:lnTo>
                    <a:pt x="668662" y="351377"/>
                  </a:lnTo>
                  <a:lnTo>
                    <a:pt x="685588" y="360272"/>
                  </a:lnTo>
                  <a:lnTo>
                    <a:pt x="701940" y="368864"/>
                  </a:lnTo>
                  <a:lnTo>
                    <a:pt x="717755" y="377176"/>
                  </a:lnTo>
                  <a:lnTo>
                    <a:pt x="733069" y="385223"/>
                  </a:lnTo>
                  <a:lnTo>
                    <a:pt x="747911" y="393022"/>
                  </a:lnTo>
                  <a:lnTo>
                    <a:pt x="762311" y="400589"/>
                  </a:lnTo>
                  <a:lnTo>
                    <a:pt x="776292" y="407936"/>
                  </a:lnTo>
                  <a:lnTo>
                    <a:pt x="789880" y="415077"/>
                  </a:lnTo>
                  <a:lnTo>
                    <a:pt x="803096" y="422021"/>
                  </a:lnTo>
                  <a:lnTo>
                    <a:pt x="815959" y="428781"/>
                  </a:lnTo>
                  <a:lnTo>
                    <a:pt x="828488" y="435365"/>
                  </a:lnTo>
                  <a:lnTo>
                    <a:pt x="840700" y="441782"/>
                  </a:lnTo>
                  <a:lnTo>
                    <a:pt x="852610" y="448041"/>
                  </a:lnTo>
                  <a:lnTo>
                    <a:pt x="864233" y="454149"/>
                  </a:lnTo>
                  <a:lnTo>
                    <a:pt x="875583" y="460113"/>
                  </a:lnTo>
                  <a:lnTo>
                    <a:pt x="886671" y="465940"/>
                  </a:lnTo>
                  <a:lnTo>
                    <a:pt x="897511" y="471636"/>
                  </a:lnTo>
                  <a:lnTo>
                    <a:pt x="908112" y="477207"/>
                  </a:lnTo>
                  <a:lnTo>
                    <a:pt x="918485" y="482658"/>
                  </a:lnTo>
                  <a:lnTo>
                    <a:pt x="928640" y="487994"/>
                  </a:lnTo>
                  <a:lnTo>
                    <a:pt x="938586" y="493220"/>
                  </a:lnTo>
                  <a:lnTo>
                    <a:pt x="948330" y="498341"/>
                  </a:lnTo>
                  <a:lnTo>
                    <a:pt x="957882" y="503360"/>
                  </a:lnTo>
                  <a:lnTo>
                    <a:pt x="967248" y="508282"/>
                  </a:lnTo>
                  <a:lnTo>
                    <a:pt x="976435" y="513110"/>
                  </a:lnTo>
                  <a:lnTo>
                    <a:pt x="985451" y="517848"/>
                  </a:lnTo>
                  <a:lnTo>
                    <a:pt x="994302" y="522499"/>
                  </a:lnTo>
                  <a:lnTo>
                    <a:pt x="1002993" y="52706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330381" y="4633067"/>
              <a:ext cx="1002993" cy="31073"/>
            </a:xfrm>
            <a:custGeom>
              <a:avLst/>
              <a:pathLst>
                <a:path w="1002993" h="31073">
                  <a:moveTo>
                    <a:pt x="0" y="31073"/>
                  </a:moveTo>
                  <a:lnTo>
                    <a:pt x="64407" y="29078"/>
                  </a:lnTo>
                  <a:lnTo>
                    <a:pt x="121218" y="27318"/>
                  </a:lnTo>
                  <a:lnTo>
                    <a:pt x="172037" y="25744"/>
                  </a:lnTo>
                  <a:lnTo>
                    <a:pt x="218009" y="24319"/>
                  </a:lnTo>
                  <a:lnTo>
                    <a:pt x="259978" y="23019"/>
                  </a:lnTo>
                  <a:lnTo>
                    <a:pt x="298586" y="21823"/>
                  </a:lnTo>
                  <a:lnTo>
                    <a:pt x="334331" y="20715"/>
                  </a:lnTo>
                  <a:lnTo>
                    <a:pt x="367608" y="19684"/>
                  </a:lnTo>
                  <a:lnTo>
                    <a:pt x="398738" y="18720"/>
                  </a:lnTo>
                  <a:lnTo>
                    <a:pt x="427979" y="17814"/>
                  </a:lnTo>
                  <a:lnTo>
                    <a:pt x="455549" y="16960"/>
                  </a:lnTo>
                  <a:lnTo>
                    <a:pt x="481628" y="16152"/>
                  </a:lnTo>
                  <a:lnTo>
                    <a:pt x="506368" y="15386"/>
                  </a:lnTo>
                  <a:lnTo>
                    <a:pt x="529902" y="14656"/>
                  </a:lnTo>
                  <a:lnTo>
                    <a:pt x="552340" y="13961"/>
                  </a:lnTo>
                  <a:lnTo>
                    <a:pt x="573781" y="13297"/>
                  </a:lnTo>
                  <a:lnTo>
                    <a:pt x="594309" y="12661"/>
                  </a:lnTo>
                  <a:lnTo>
                    <a:pt x="613999" y="12051"/>
                  </a:lnTo>
                  <a:lnTo>
                    <a:pt x="632917" y="11465"/>
                  </a:lnTo>
                  <a:lnTo>
                    <a:pt x="651120" y="10901"/>
                  </a:lnTo>
                  <a:lnTo>
                    <a:pt x="668662" y="10357"/>
                  </a:lnTo>
                  <a:lnTo>
                    <a:pt x="685588" y="9833"/>
                  </a:lnTo>
                  <a:lnTo>
                    <a:pt x="701940" y="9326"/>
                  </a:lnTo>
                  <a:lnTo>
                    <a:pt x="717755" y="8837"/>
                  </a:lnTo>
                  <a:lnTo>
                    <a:pt x="733069" y="8362"/>
                  </a:lnTo>
                  <a:lnTo>
                    <a:pt x="747911" y="7902"/>
                  </a:lnTo>
                  <a:lnTo>
                    <a:pt x="762311" y="7456"/>
                  </a:lnTo>
                  <a:lnTo>
                    <a:pt x="776292" y="7023"/>
                  </a:lnTo>
                  <a:lnTo>
                    <a:pt x="789880" y="6602"/>
                  </a:lnTo>
                  <a:lnTo>
                    <a:pt x="803096" y="6193"/>
                  </a:lnTo>
                  <a:lnTo>
                    <a:pt x="815959" y="5794"/>
                  </a:lnTo>
                  <a:lnTo>
                    <a:pt x="828488" y="5406"/>
                  </a:lnTo>
                  <a:lnTo>
                    <a:pt x="840700" y="5028"/>
                  </a:lnTo>
                  <a:lnTo>
                    <a:pt x="852610" y="4659"/>
                  </a:lnTo>
                  <a:lnTo>
                    <a:pt x="864233" y="4298"/>
                  </a:lnTo>
                  <a:lnTo>
                    <a:pt x="875583" y="3947"/>
                  </a:lnTo>
                  <a:lnTo>
                    <a:pt x="886671" y="3603"/>
                  </a:lnTo>
                  <a:lnTo>
                    <a:pt x="897511" y="3267"/>
                  </a:lnTo>
                  <a:lnTo>
                    <a:pt x="908112" y="2939"/>
                  </a:lnTo>
                  <a:lnTo>
                    <a:pt x="918485" y="2618"/>
                  </a:lnTo>
                  <a:lnTo>
                    <a:pt x="928640" y="2303"/>
                  </a:lnTo>
                  <a:lnTo>
                    <a:pt x="938586" y="1995"/>
                  </a:lnTo>
                  <a:lnTo>
                    <a:pt x="948330" y="1693"/>
                  </a:lnTo>
                  <a:lnTo>
                    <a:pt x="957882" y="1397"/>
                  </a:lnTo>
                  <a:lnTo>
                    <a:pt x="967248" y="1107"/>
                  </a:lnTo>
                  <a:lnTo>
                    <a:pt x="976435" y="822"/>
                  </a:lnTo>
                  <a:lnTo>
                    <a:pt x="985451" y="543"/>
                  </a:lnTo>
                  <a:lnTo>
                    <a:pt x="994302" y="269"/>
                  </a:lnTo>
                  <a:lnTo>
                    <a:pt x="100299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330381" y="4434582"/>
              <a:ext cx="1002993" cy="134674"/>
            </a:xfrm>
            <a:custGeom>
              <a:avLst/>
              <a:pathLst>
                <a:path w="1002993" h="134674">
                  <a:moveTo>
                    <a:pt x="0" y="134674"/>
                  </a:moveTo>
                  <a:lnTo>
                    <a:pt x="64407" y="126026"/>
                  </a:lnTo>
                  <a:lnTo>
                    <a:pt x="121218" y="118398"/>
                  </a:lnTo>
                  <a:lnTo>
                    <a:pt x="172037" y="111574"/>
                  </a:lnTo>
                  <a:lnTo>
                    <a:pt x="218009" y="105402"/>
                  </a:lnTo>
                  <a:lnTo>
                    <a:pt x="259978" y="99766"/>
                  </a:lnTo>
                  <a:lnTo>
                    <a:pt x="298586" y="94582"/>
                  </a:lnTo>
                  <a:lnTo>
                    <a:pt x="334331" y="89783"/>
                  </a:lnTo>
                  <a:lnTo>
                    <a:pt x="367608" y="85314"/>
                  </a:lnTo>
                  <a:lnTo>
                    <a:pt x="398738" y="81135"/>
                  </a:lnTo>
                  <a:lnTo>
                    <a:pt x="427979" y="77208"/>
                  </a:lnTo>
                  <a:lnTo>
                    <a:pt x="455549" y="73506"/>
                  </a:lnTo>
                  <a:lnTo>
                    <a:pt x="481628" y="70005"/>
                  </a:lnTo>
                  <a:lnTo>
                    <a:pt x="506368" y="66683"/>
                  </a:lnTo>
                  <a:lnTo>
                    <a:pt x="529902" y="63523"/>
                  </a:lnTo>
                  <a:lnTo>
                    <a:pt x="552340" y="60510"/>
                  </a:lnTo>
                  <a:lnTo>
                    <a:pt x="573781" y="57631"/>
                  </a:lnTo>
                  <a:lnTo>
                    <a:pt x="594309" y="54875"/>
                  </a:lnTo>
                  <a:lnTo>
                    <a:pt x="613999" y="52231"/>
                  </a:lnTo>
                  <a:lnTo>
                    <a:pt x="632917" y="49691"/>
                  </a:lnTo>
                  <a:lnTo>
                    <a:pt x="651120" y="47247"/>
                  </a:lnTo>
                  <a:lnTo>
                    <a:pt x="668662" y="44891"/>
                  </a:lnTo>
                  <a:lnTo>
                    <a:pt x="685588" y="42618"/>
                  </a:lnTo>
                  <a:lnTo>
                    <a:pt x="701940" y="40423"/>
                  </a:lnTo>
                  <a:lnTo>
                    <a:pt x="717755" y="38299"/>
                  </a:lnTo>
                  <a:lnTo>
                    <a:pt x="733069" y="36243"/>
                  </a:lnTo>
                  <a:lnTo>
                    <a:pt x="747911" y="34250"/>
                  </a:lnTo>
                  <a:lnTo>
                    <a:pt x="762311" y="32317"/>
                  </a:lnTo>
                  <a:lnTo>
                    <a:pt x="776292" y="30439"/>
                  </a:lnTo>
                  <a:lnTo>
                    <a:pt x="789880" y="28615"/>
                  </a:lnTo>
                  <a:lnTo>
                    <a:pt x="803096" y="26840"/>
                  </a:lnTo>
                  <a:lnTo>
                    <a:pt x="815959" y="25113"/>
                  </a:lnTo>
                  <a:lnTo>
                    <a:pt x="828488" y="23431"/>
                  </a:lnTo>
                  <a:lnTo>
                    <a:pt x="840700" y="21791"/>
                  </a:lnTo>
                  <a:lnTo>
                    <a:pt x="852610" y="20192"/>
                  </a:lnTo>
                  <a:lnTo>
                    <a:pt x="864233" y="18631"/>
                  </a:lnTo>
                  <a:lnTo>
                    <a:pt x="875583" y="17107"/>
                  </a:lnTo>
                  <a:lnTo>
                    <a:pt x="886671" y="15618"/>
                  </a:lnTo>
                  <a:lnTo>
                    <a:pt x="897511" y="14163"/>
                  </a:lnTo>
                  <a:lnTo>
                    <a:pt x="908112" y="12739"/>
                  </a:lnTo>
                  <a:lnTo>
                    <a:pt x="918485" y="11347"/>
                  </a:lnTo>
                  <a:lnTo>
                    <a:pt x="928640" y="9983"/>
                  </a:lnTo>
                  <a:lnTo>
                    <a:pt x="938586" y="8648"/>
                  </a:lnTo>
                  <a:lnTo>
                    <a:pt x="948330" y="7339"/>
                  </a:lnTo>
                  <a:lnTo>
                    <a:pt x="957882" y="6057"/>
                  </a:lnTo>
                  <a:lnTo>
                    <a:pt x="967248" y="4799"/>
                  </a:lnTo>
                  <a:lnTo>
                    <a:pt x="976435" y="3565"/>
                  </a:lnTo>
                  <a:lnTo>
                    <a:pt x="985451" y="2355"/>
                  </a:lnTo>
                  <a:lnTo>
                    <a:pt x="994302" y="1166"/>
                  </a:lnTo>
                  <a:lnTo>
                    <a:pt x="100299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330381" y="4469856"/>
              <a:ext cx="1002993" cy="75126"/>
            </a:xfrm>
            <a:custGeom>
              <a:avLst/>
              <a:pathLst>
                <a:path w="1002993" h="75126">
                  <a:moveTo>
                    <a:pt x="0" y="75126"/>
                  </a:moveTo>
                  <a:lnTo>
                    <a:pt x="64407" y="70302"/>
                  </a:lnTo>
                  <a:lnTo>
                    <a:pt x="121218" y="66046"/>
                  </a:lnTo>
                  <a:lnTo>
                    <a:pt x="172037" y="62240"/>
                  </a:lnTo>
                  <a:lnTo>
                    <a:pt x="218009" y="58797"/>
                  </a:lnTo>
                  <a:lnTo>
                    <a:pt x="259978" y="55653"/>
                  </a:lnTo>
                  <a:lnTo>
                    <a:pt x="298586" y="52761"/>
                  </a:lnTo>
                  <a:lnTo>
                    <a:pt x="334331" y="50084"/>
                  </a:lnTo>
                  <a:lnTo>
                    <a:pt x="367608" y="47591"/>
                  </a:lnTo>
                  <a:lnTo>
                    <a:pt x="398738" y="45260"/>
                  </a:lnTo>
                  <a:lnTo>
                    <a:pt x="427979" y="43069"/>
                  </a:lnTo>
                  <a:lnTo>
                    <a:pt x="455549" y="41004"/>
                  </a:lnTo>
                  <a:lnTo>
                    <a:pt x="481628" y="39051"/>
                  </a:lnTo>
                  <a:lnTo>
                    <a:pt x="506368" y="37198"/>
                  </a:lnTo>
                  <a:lnTo>
                    <a:pt x="529902" y="35435"/>
                  </a:lnTo>
                  <a:lnTo>
                    <a:pt x="552340" y="33754"/>
                  </a:lnTo>
                  <a:lnTo>
                    <a:pt x="573781" y="32148"/>
                  </a:lnTo>
                  <a:lnTo>
                    <a:pt x="594309" y="30611"/>
                  </a:lnTo>
                  <a:lnTo>
                    <a:pt x="613999" y="29136"/>
                  </a:lnTo>
                  <a:lnTo>
                    <a:pt x="632917" y="27719"/>
                  </a:lnTo>
                  <a:lnTo>
                    <a:pt x="651120" y="26356"/>
                  </a:lnTo>
                  <a:lnTo>
                    <a:pt x="668662" y="25042"/>
                  </a:lnTo>
                  <a:lnTo>
                    <a:pt x="685588" y="23774"/>
                  </a:lnTo>
                  <a:lnTo>
                    <a:pt x="701940" y="22549"/>
                  </a:lnTo>
                  <a:lnTo>
                    <a:pt x="717755" y="21364"/>
                  </a:lnTo>
                  <a:lnTo>
                    <a:pt x="733069" y="20217"/>
                  </a:lnTo>
                  <a:lnTo>
                    <a:pt x="747911" y="19106"/>
                  </a:lnTo>
                  <a:lnTo>
                    <a:pt x="762311" y="18027"/>
                  </a:lnTo>
                  <a:lnTo>
                    <a:pt x="776292" y="16980"/>
                  </a:lnTo>
                  <a:lnTo>
                    <a:pt x="789880" y="15962"/>
                  </a:lnTo>
                  <a:lnTo>
                    <a:pt x="803096" y="14972"/>
                  </a:lnTo>
                  <a:lnTo>
                    <a:pt x="815959" y="14009"/>
                  </a:lnTo>
                  <a:lnTo>
                    <a:pt x="828488" y="13070"/>
                  </a:lnTo>
                  <a:lnTo>
                    <a:pt x="840700" y="12156"/>
                  </a:lnTo>
                  <a:lnTo>
                    <a:pt x="852610" y="11264"/>
                  </a:lnTo>
                  <a:lnTo>
                    <a:pt x="864233" y="10393"/>
                  </a:lnTo>
                  <a:lnTo>
                    <a:pt x="875583" y="9543"/>
                  </a:lnTo>
                  <a:lnTo>
                    <a:pt x="886671" y="8712"/>
                  </a:lnTo>
                  <a:lnTo>
                    <a:pt x="897511" y="7900"/>
                  </a:lnTo>
                  <a:lnTo>
                    <a:pt x="908112" y="7106"/>
                  </a:lnTo>
                  <a:lnTo>
                    <a:pt x="918485" y="6329"/>
                  </a:lnTo>
                  <a:lnTo>
                    <a:pt x="928640" y="5569"/>
                  </a:lnTo>
                  <a:lnTo>
                    <a:pt x="938586" y="4824"/>
                  </a:lnTo>
                  <a:lnTo>
                    <a:pt x="948330" y="4094"/>
                  </a:lnTo>
                  <a:lnTo>
                    <a:pt x="957882" y="3378"/>
                  </a:lnTo>
                  <a:lnTo>
                    <a:pt x="967248" y="2677"/>
                  </a:lnTo>
                  <a:lnTo>
                    <a:pt x="976435" y="1989"/>
                  </a:lnTo>
                  <a:lnTo>
                    <a:pt x="985451" y="1313"/>
                  </a:lnTo>
                  <a:lnTo>
                    <a:pt x="994302" y="650"/>
                  </a:lnTo>
                  <a:lnTo>
                    <a:pt x="100299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330381" y="4455422"/>
              <a:ext cx="1002993" cy="102224"/>
            </a:xfrm>
            <a:custGeom>
              <a:avLst/>
              <a:pathLst>
                <a:path w="1002993" h="102224">
                  <a:moveTo>
                    <a:pt x="0" y="0"/>
                  </a:moveTo>
                  <a:lnTo>
                    <a:pt x="64407" y="6564"/>
                  </a:lnTo>
                  <a:lnTo>
                    <a:pt x="121218" y="12354"/>
                  </a:lnTo>
                  <a:lnTo>
                    <a:pt x="172037" y="17533"/>
                  </a:lnTo>
                  <a:lnTo>
                    <a:pt x="218009" y="22219"/>
                  </a:lnTo>
                  <a:lnTo>
                    <a:pt x="259978" y="26496"/>
                  </a:lnTo>
                  <a:lnTo>
                    <a:pt x="298586" y="30431"/>
                  </a:lnTo>
                  <a:lnTo>
                    <a:pt x="334331" y="34074"/>
                  </a:lnTo>
                  <a:lnTo>
                    <a:pt x="367608" y="37466"/>
                  </a:lnTo>
                  <a:lnTo>
                    <a:pt x="398738" y="40639"/>
                  </a:lnTo>
                  <a:lnTo>
                    <a:pt x="427979" y="43619"/>
                  </a:lnTo>
                  <a:lnTo>
                    <a:pt x="455549" y="46429"/>
                  </a:lnTo>
                  <a:lnTo>
                    <a:pt x="481628" y="49087"/>
                  </a:lnTo>
                  <a:lnTo>
                    <a:pt x="506368" y="51608"/>
                  </a:lnTo>
                  <a:lnTo>
                    <a:pt x="529902" y="54007"/>
                  </a:lnTo>
                  <a:lnTo>
                    <a:pt x="552340" y="56293"/>
                  </a:lnTo>
                  <a:lnTo>
                    <a:pt x="573781" y="58479"/>
                  </a:lnTo>
                  <a:lnTo>
                    <a:pt x="594309" y="60571"/>
                  </a:lnTo>
                  <a:lnTo>
                    <a:pt x="613999" y="62578"/>
                  </a:lnTo>
                  <a:lnTo>
                    <a:pt x="632917" y="64506"/>
                  </a:lnTo>
                  <a:lnTo>
                    <a:pt x="651120" y="66361"/>
                  </a:lnTo>
                  <a:lnTo>
                    <a:pt x="668662" y="68149"/>
                  </a:lnTo>
                  <a:lnTo>
                    <a:pt x="685588" y="69874"/>
                  </a:lnTo>
                  <a:lnTo>
                    <a:pt x="701940" y="71541"/>
                  </a:lnTo>
                  <a:lnTo>
                    <a:pt x="717755" y="73152"/>
                  </a:lnTo>
                  <a:lnTo>
                    <a:pt x="733069" y="74713"/>
                  </a:lnTo>
                  <a:lnTo>
                    <a:pt x="747911" y="76226"/>
                  </a:lnTo>
                  <a:lnTo>
                    <a:pt x="762311" y="77693"/>
                  </a:lnTo>
                  <a:lnTo>
                    <a:pt x="776292" y="79118"/>
                  </a:lnTo>
                  <a:lnTo>
                    <a:pt x="789880" y="80503"/>
                  </a:lnTo>
                  <a:lnTo>
                    <a:pt x="803096" y="81850"/>
                  </a:lnTo>
                  <a:lnTo>
                    <a:pt x="815959" y="83161"/>
                  </a:lnTo>
                  <a:lnTo>
                    <a:pt x="828488" y="84438"/>
                  </a:lnTo>
                  <a:lnTo>
                    <a:pt x="840700" y="85683"/>
                  </a:lnTo>
                  <a:lnTo>
                    <a:pt x="852610" y="86897"/>
                  </a:lnTo>
                  <a:lnTo>
                    <a:pt x="864233" y="88081"/>
                  </a:lnTo>
                  <a:lnTo>
                    <a:pt x="875583" y="89238"/>
                  </a:lnTo>
                  <a:lnTo>
                    <a:pt x="886671" y="90368"/>
                  </a:lnTo>
                  <a:lnTo>
                    <a:pt x="897511" y="91473"/>
                  </a:lnTo>
                  <a:lnTo>
                    <a:pt x="908112" y="92553"/>
                  </a:lnTo>
                  <a:lnTo>
                    <a:pt x="918485" y="93611"/>
                  </a:lnTo>
                  <a:lnTo>
                    <a:pt x="928640" y="94646"/>
                  </a:lnTo>
                  <a:lnTo>
                    <a:pt x="938586" y="95659"/>
                  </a:lnTo>
                  <a:lnTo>
                    <a:pt x="948330" y="96652"/>
                  </a:lnTo>
                  <a:lnTo>
                    <a:pt x="957882" y="97626"/>
                  </a:lnTo>
                  <a:lnTo>
                    <a:pt x="967248" y="98580"/>
                  </a:lnTo>
                  <a:lnTo>
                    <a:pt x="976435" y="99517"/>
                  </a:lnTo>
                  <a:lnTo>
                    <a:pt x="985451" y="100436"/>
                  </a:lnTo>
                  <a:lnTo>
                    <a:pt x="994302" y="101338"/>
                  </a:lnTo>
                  <a:lnTo>
                    <a:pt x="1002993" y="10222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330381" y="4452269"/>
              <a:ext cx="1002993" cy="158361"/>
            </a:xfrm>
            <a:custGeom>
              <a:avLst/>
              <a:pathLst>
                <a:path w="1002993" h="158361">
                  <a:moveTo>
                    <a:pt x="0" y="0"/>
                  </a:moveTo>
                  <a:lnTo>
                    <a:pt x="64407" y="10169"/>
                  </a:lnTo>
                  <a:lnTo>
                    <a:pt x="121218" y="19139"/>
                  </a:lnTo>
                  <a:lnTo>
                    <a:pt x="172037" y="27162"/>
                  </a:lnTo>
                  <a:lnTo>
                    <a:pt x="218009" y="34421"/>
                  </a:lnTo>
                  <a:lnTo>
                    <a:pt x="259978" y="41047"/>
                  </a:lnTo>
                  <a:lnTo>
                    <a:pt x="298586" y="47143"/>
                  </a:lnTo>
                  <a:lnTo>
                    <a:pt x="334331" y="52787"/>
                  </a:lnTo>
                  <a:lnTo>
                    <a:pt x="367608" y="58041"/>
                  </a:lnTo>
                  <a:lnTo>
                    <a:pt x="398738" y="62956"/>
                  </a:lnTo>
                  <a:lnTo>
                    <a:pt x="427979" y="67573"/>
                  </a:lnTo>
                  <a:lnTo>
                    <a:pt x="455549" y="71926"/>
                  </a:lnTo>
                  <a:lnTo>
                    <a:pt x="481628" y="76043"/>
                  </a:lnTo>
                  <a:lnTo>
                    <a:pt x="506368" y="79950"/>
                  </a:lnTo>
                  <a:lnTo>
                    <a:pt x="529902" y="83665"/>
                  </a:lnTo>
                  <a:lnTo>
                    <a:pt x="552340" y="87208"/>
                  </a:lnTo>
                  <a:lnTo>
                    <a:pt x="573781" y="90593"/>
                  </a:lnTo>
                  <a:lnTo>
                    <a:pt x="594309" y="93835"/>
                  </a:lnTo>
                  <a:lnTo>
                    <a:pt x="613999" y="96943"/>
                  </a:lnTo>
                  <a:lnTo>
                    <a:pt x="632917" y="99930"/>
                  </a:lnTo>
                  <a:lnTo>
                    <a:pt x="651120" y="102805"/>
                  </a:lnTo>
                  <a:lnTo>
                    <a:pt x="668662" y="105574"/>
                  </a:lnTo>
                  <a:lnTo>
                    <a:pt x="685588" y="108247"/>
                  </a:lnTo>
                  <a:lnTo>
                    <a:pt x="701940" y="110828"/>
                  </a:lnTo>
                  <a:lnTo>
                    <a:pt x="717755" y="113326"/>
                  </a:lnTo>
                  <a:lnTo>
                    <a:pt x="733069" y="115743"/>
                  </a:lnTo>
                  <a:lnTo>
                    <a:pt x="747911" y="118087"/>
                  </a:lnTo>
                  <a:lnTo>
                    <a:pt x="762311" y="120360"/>
                  </a:lnTo>
                  <a:lnTo>
                    <a:pt x="776292" y="122568"/>
                  </a:lnTo>
                  <a:lnTo>
                    <a:pt x="789880" y="124713"/>
                  </a:lnTo>
                  <a:lnTo>
                    <a:pt x="803096" y="126800"/>
                  </a:lnTo>
                  <a:lnTo>
                    <a:pt x="815959" y="128831"/>
                  </a:lnTo>
                  <a:lnTo>
                    <a:pt x="828488" y="130809"/>
                  </a:lnTo>
                  <a:lnTo>
                    <a:pt x="840700" y="132737"/>
                  </a:lnTo>
                  <a:lnTo>
                    <a:pt x="852610" y="134618"/>
                  </a:lnTo>
                  <a:lnTo>
                    <a:pt x="864233" y="136453"/>
                  </a:lnTo>
                  <a:lnTo>
                    <a:pt x="875583" y="138245"/>
                  </a:lnTo>
                  <a:lnTo>
                    <a:pt x="886671" y="139996"/>
                  </a:lnTo>
                  <a:lnTo>
                    <a:pt x="897511" y="141707"/>
                  </a:lnTo>
                  <a:lnTo>
                    <a:pt x="908112" y="143381"/>
                  </a:lnTo>
                  <a:lnTo>
                    <a:pt x="918485" y="145019"/>
                  </a:lnTo>
                  <a:lnTo>
                    <a:pt x="928640" y="146622"/>
                  </a:lnTo>
                  <a:lnTo>
                    <a:pt x="938586" y="148192"/>
                  </a:lnTo>
                  <a:lnTo>
                    <a:pt x="948330" y="149731"/>
                  </a:lnTo>
                  <a:lnTo>
                    <a:pt x="957882" y="151239"/>
                  </a:lnTo>
                  <a:lnTo>
                    <a:pt x="967248" y="152718"/>
                  </a:lnTo>
                  <a:lnTo>
                    <a:pt x="976435" y="154168"/>
                  </a:lnTo>
                  <a:lnTo>
                    <a:pt x="985451" y="155592"/>
                  </a:lnTo>
                  <a:lnTo>
                    <a:pt x="994302" y="156989"/>
                  </a:lnTo>
                  <a:lnTo>
                    <a:pt x="1002993" y="15836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330381" y="4603113"/>
              <a:ext cx="1002993" cy="68499"/>
            </a:xfrm>
            <a:custGeom>
              <a:avLst/>
              <a:pathLst>
                <a:path w="1002993" h="68499">
                  <a:moveTo>
                    <a:pt x="0" y="0"/>
                  </a:moveTo>
                  <a:lnTo>
                    <a:pt x="64407" y="4398"/>
                  </a:lnTo>
                  <a:lnTo>
                    <a:pt x="121218" y="8278"/>
                  </a:lnTo>
                  <a:lnTo>
                    <a:pt x="172037" y="11749"/>
                  </a:lnTo>
                  <a:lnTo>
                    <a:pt x="218009" y="14889"/>
                  </a:lnTo>
                  <a:lnTo>
                    <a:pt x="259978" y="17755"/>
                  </a:lnTo>
                  <a:lnTo>
                    <a:pt x="298586" y="20392"/>
                  </a:lnTo>
                  <a:lnTo>
                    <a:pt x="334331" y="22833"/>
                  </a:lnTo>
                  <a:lnTo>
                    <a:pt x="367608" y="25105"/>
                  </a:lnTo>
                  <a:lnTo>
                    <a:pt x="398738" y="27231"/>
                  </a:lnTo>
                  <a:lnTo>
                    <a:pt x="427979" y="29229"/>
                  </a:lnTo>
                  <a:lnTo>
                    <a:pt x="455549" y="31111"/>
                  </a:lnTo>
                  <a:lnTo>
                    <a:pt x="481628" y="32892"/>
                  </a:lnTo>
                  <a:lnTo>
                    <a:pt x="506368" y="34582"/>
                  </a:lnTo>
                  <a:lnTo>
                    <a:pt x="529902" y="36189"/>
                  </a:lnTo>
                  <a:lnTo>
                    <a:pt x="552340" y="37722"/>
                  </a:lnTo>
                  <a:lnTo>
                    <a:pt x="573781" y="39186"/>
                  </a:lnTo>
                  <a:lnTo>
                    <a:pt x="594309" y="40588"/>
                  </a:lnTo>
                  <a:lnTo>
                    <a:pt x="613999" y="41933"/>
                  </a:lnTo>
                  <a:lnTo>
                    <a:pt x="632917" y="43225"/>
                  </a:lnTo>
                  <a:lnTo>
                    <a:pt x="651120" y="44468"/>
                  </a:lnTo>
                  <a:lnTo>
                    <a:pt x="668662" y="45666"/>
                  </a:lnTo>
                  <a:lnTo>
                    <a:pt x="685588" y="46822"/>
                  </a:lnTo>
                  <a:lnTo>
                    <a:pt x="701940" y="47939"/>
                  </a:lnTo>
                  <a:lnTo>
                    <a:pt x="717755" y="49019"/>
                  </a:lnTo>
                  <a:lnTo>
                    <a:pt x="733069" y="50065"/>
                  </a:lnTo>
                  <a:lnTo>
                    <a:pt x="747911" y="51078"/>
                  </a:lnTo>
                  <a:lnTo>
                    <a:pt x="762311" y="52062"/>
                  </a:lnTo>
                  <a:lnTo>
                    <a:pt x="776292" y="53017"/>
                  </a:lnTo>
                  <a:lnTo>
                    <a:pt x="789880" y="53945"/>
                  </a:lnTo>
                  <a:lnTo>
                    <a:pt x="803096" y="54847"/>
                  </a:lnTo>
                  <a:lnTo>
                    <a:pt x="815959" y="55726"/>
                  </a:lnTo>
                  <a:lnTo>
                    <a:pt x="828488" y="56581"/>
                  </a:lnTo>
                  <a:lnTo>
                    <a:pt x="840700" y="57415"/>
                  </a:lnTo>
                  <a:lnTo>
                    <a:pt x="852610" y="58229"/>
                  </a:lnTo>
                  <a:lnTo>
                    <a:pt x="864233" y="59023"/>
                  </a:lnTo>
                  <a:lnTo>
                    <a:pt x="875583" y="59798"/>
                  </a:lnTo>
                  <a:lnTo>
                    <a:pt x="886671" y="60555"/>
                  </a:lnTo>
                  <a:lnTo>
                    <a:pt x="897511" y="61295"/>
                  </a:lnTo>
                  <a:lnTo>
                    <a:pt x="908112" y="62019"/>
                  </a:lnTo>
                  <a:lnTo>
                    <a:pt x="918485" y="62728"/>
                  </a:lnTo>
                  <a:lnTo>
                    <a:pt x="928640" y="63421"/>
                  </a:lnTo>
                  <a:lnTo>
                    <a:pt x="938586" y="64101"/>
                  </a:lnTo>
                  <a:lnTo>
                    <a:pt x="948330" y="64766"/>
                  </a:lnTo>
                  <a:lnTo>
                    <a:pt x="957882" y="65418"/>
                  </a:lnTo>
                  <a:lnTo>
                    <a:pt x="967248" y="66058"/>
                  </a:lnTo>
                  <a:lnTo>
                    <a:pt x="976435" y="66686"/>
                  </a:lnTo>
                  <a:lnTo>
                    <a:pt x="985451" y="67301"/>
                  </a:lnTo>
                  <a:lnTo>
                    <a:pt x="994302" y="67906"/>
                  </a:lnTo>
                  <a:lnTo>
                    <a:pt x="1002993" y="6849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4330381" y="4583970"/>
              <a:ext cx="1002993" cy="33181"/>
            </a:xfrm>
            <a:custGeom>
              <a:avLst/>
              <a:pathLst>
                <a:path w="1002993" h="33181">
                  <a:moveTo>
                    <a:pt x="0" y="0"/>
                  </a:moveTo>
                  <a:lnTo>
                    <a:pt x="64407" y="2130"/>
                  </a:lnTo>
                  <a:lnTo>
                    <a:pt x="121218" y="4010"/>
                  </a:lnTo>
                  <a:lnTo>
                    <a:pt x="172037" y="5691"/>
                  </a:lnTo>
                  <a:lnTo>
                    <a:pt x="218009" y="7212"/>
                  </a:lnTo>
                  <a:lnTo>
                    <a:pt x="259978" y="8600"/>
                  </a:lnTo>
                  <a:lnTo>
                    <a:pt x="298586" y="9878"/>
                  </a:lnTo>
                  <a:lnTo>
                    <a:pt x="334331" y="11060"/>
                  </a:lnTo>
                  <a:lnTo>
                    <a:pt x="367608" y="12161"/>
                  </a:lnTo>
                  <a:lnTo>
                    <a:pt x="398738" y="13191"/>
                  </a:lnTo>
                  <a:lnTo>
                    <a:pt x="427979" y="14158"/>
                  </a:lnTo>
                  <a:lnTo>
                    <a:pt x="455549" y="15070"/>
                  </a:lnTo>
                  <a:lnTo>
                    <a:pt x="481628" y="15933"/>
                  </a:lnTo>
                  <a:lnTo>
                    <a:pt x="506368" y="16752"/>
                  </a:lnTo>
                  <a:lnTo>
                    <a:pt x="529902" y="17530"/>
                  </a:lnTo>
                  <a:lnTo>
                    <a:pt x="552340" y="18273"/>
                  </a:lnTo>
                  <a:lnTo>
                    <a:pt x="573781" y="18982"/>
                  </a:lnTo>
                  <a:lnTo>
                    <a:pt x="594309" y="19661"/>
                  </a:lnTo>
                  <a:lnTo>
                    <a:pt x="613999" y="20312"/>
                  </a:lnTo>
                  <a:lnTo>
                    <a:pt x="632917" y="20938"/>
                  </a:lnTo>
                  <a:lnTo>
                    <a:pt x="651120" y="21540"/>
                  </a:lnTo>
                  <a:lnTo>
                    <a:pt x="668662" y="22121"/>
                  </a:lnTo>
                  <a:lnTo>
                    <a:pt x="685588" y="22681"/>
                  </a:lnTo>
                  <a:lnTo>
                    <a:pt x="701940" y="23222"/>
                  </a:lnTo>
                  <a:lnTo>
                    <a:pt x="717755" y="23745"/>
                  </a:lnTo>
                  <a:lnTo>
                    <a:pt x="733069" y="24252"/>
                  </a:lnTo>
                  <a:lnTo>
                    <a:pt x="747911" y="24743"/>
                  </a:lnTo>
                  <a:lnTo>
                    <a:pt x="762311" y="25219"/>
                  </a:lnTo>
                  <a:lnTo>
                    <a:pt x="776292" y="25681"/>
                  </a:lnTo>
                  <a:lnTo>
                    <a:pt x="789880" y="26131"/>
                  </a:lnTo>
                  <a:lnTo>
                    <a:pt x="803096" y="26568"/>
                  </a:lnTo>
                  <a:lnTo>
                    <a:pt x="815959" y="26994"/>
                  </a:lnTo>
                  <a:lnTo>
                    <a:pt x="828488" y="27408"/>
                  </a:lnTo>
                  <a:lnTo>
                    <a:pt x="840700" y="27812"/>
                  </a:lnTo>
                  <a:lnTo>
                    <a:pt x="852610" y="28206"/>
                  </a:lnTo>
                  <a:lnTo>
                    <a:pt x="864233" y="28591"/>
                  </a:lnTo>
                  <a:lnTo>
                    <a:pt x="875583" y="28966"/>
                  </a:lnTo>
                  <a:lnTo>
                    <a:pt x="886671" y="29333"/>
                  </a:lnTo>
                  <a:lnTo>
                    <a:pt x="897511" y="29692"/>
                  </a:lnTo>
                  <a:lnTo>
                    <a:pt x="908112" y="30042"/>
                  </a:lnTo>
                  <a:lnTo>
                    <a:pt x="918485" y="30386"/>
                  </a:lnTo>
                  <a:lnTo>
                    <a:pt x="928640" y="30722"/>
                  </a:lnTo>
                  <a:lnTo>
                    <a:pt x="938586" y="31051"/>
                  </a:lnTo>
                  <a:lnTo>
                    <a:pt x="948330" y="31373"/>
                  </a:lnTo>
                  <a:lnTo>
                    <a:pt x="957882" y="31689"/>
                  </a:lnTo>
                  <a:lnTo>
                    <a:pt x="967248" y="31999"/>
                  </a:lnTo>
                  <a:lnTo>
                    <a:pt x="976435" y="32303"/>
                  </a:lnTo>
                  <a:lnTo>
                    <a:pt x="985451" y="32601"/>
                  </a:lnTo>
                  <a:lnTo>
                    <a:pt x="994302" y="32894"/>
                  </a:lnTo>
                  <a:lnTo>
                    <a:pt x="1002993" y="3318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330381" y="4574203"/>
              <a:ext cx="1002993" cy="5446"/>
            </a:xfrm>
            <a:custGeom>
              <a:avLst/>
              <a:pathLst>
                <a:path w="1002993" h="5446">
                  <a:moveTo>
                    <a:pt x="0" y="0"/>
                  </a:moveTo>
                  <a:lnTo>
                    <a:pt x="64407" y="349"/>
                  </a:lnTo>
                  <a:lnTo>
                    <a:pt x="121218" y="658"/>
                  </a:lnTo>
                  <a:lnTo>
                    <a:pt x="172037" y="934"/>
                  </a:lnTo>
                  <a:lnTo>
                    <a:pt x="218009" y="1183"/>
                  </a:lnTo>
                  <a:lnTo>
                    <a:pt x="259978" y="1411"/>
                  </a:lnTo>
                  <a:lnTo>
                    <a:pt x="298586" y="1621"/>
                  </a:lnTo>
                  <a:lnTo>
                    <a:pt x="334331" y="1815"/>
                  </a:lnTo>
                  <a:lnTo>
                    <a:pt x="367608" y="1996"/>
                  </a:lnTo>
                  <a:lnTo>
                    <a:pt x="398738" y="2165"/>
                  </a:lnTo>
                  <a:lnTo>
                    <a:pt x="427979" y="2324"/>
                  </a:lnTo>
                  <a:lnTo>
                    <a:pt x="455549" y="2473"/>
                  </a:lnTo>
                  <a:lnTo>
                    <a:pt x="481628" y="2615"/>
                  </a:lnTo>
                  <a:lnTo>
                    <a:pt x="506368" y="2749"/>
                  </a:lnTo>
                  <a:lnTo>
                    <a:pt x="529902" y="2877"/>
                  </a:lnTo>
                  <a:lnTo>
                    <a:pt x="552340" y="2999"/>
                  </a:lnTo>
                  <a:lnTo>
                    <a:pt x="573781" y="3116"/>
                  </a:lnTo>
                  <a:lnTo>
                    <a:pt x="594309" y="3227"/>
                  </a:lnTo>
                  <a:lnTo>
                    <a:pt x="613999" y="3334"/>
                  </a:lnTo>
                  <a:lnTo>
                    <a:pt x="632917" y="3437"/>
                  </a:lnTo>
                  <a:lnTo>
                    <a:pt x="651120" y="3536"/>
                  </a:lnTo>
                  <a:lnTo>
                    <a:pt x="668662" y="3631"/>
                  </a:lnTo>
                  <a:lnTo>
                    <a:pt x="685588" y="3723"/>
                  </a:lnTo>
                  <a:lnTo>
                    <a:pt x="701940" y="3812"/>
                  </a:lnTo>
                  <a:lnTo>
                    <a:pt x="717755" y="3897"/>
                  </a:lnTo>
                  <a:lnTo>
                    <a:pt x="733069" y="3981"/>
                  </a:lnTo>
                  <a:lnTo>
                    <a:pt x="747911" y="4061"/>
                  </a:lnTo>
                  <a:lnTo>
                    <a:pt x="762311" y="4139"/>
                  </a:lnTo>
                  <a:lnTo>
                    <a:pt x="776292" y="4215"/>
                  </a:lnTo>
                  <a:lnTo>
                    <a:pt x="789880" y="4289"/>
                  </a:lnTo>
                  <a:lnTo>
                    <a:pt x="803096" y="4361"/>
                  </a:lnTo>
                  <a:lnTo>
                    <a:pt x="815959" y="4431"/>
                  </a:lnTo>
                  <a:lnTo>
                    <a:pt x="828488" y="4499"/>
                  </a:lnTo>
                  <a:lnTo>
                    <a:pt x="840700" y="4565"/>
                  </a:lnTo>
                  <a:lnTo>
                    <a:pt x="852610" y="4630"/>
                  </a:lnTo>
                  <a:lnTo>
                    <a:pt x="864233" y="4693"/>
                  </a:lnTo>
                  <a:lnTo>
                    <a:pt x="875583" y="4755"/>
                  </a:lnTo>
                  <a:lnTo>
                    <a:pt x="886671" y="4815"/>
                  </a:lnTo>
                  <a:lnTo>
                    <a:pt x="897511" y="4874"/>
                  </a:lnTo>
                  <a:lnTo>
                    <a:pt x="908112" y="4931"/>
                  </a:lnTo>
                  <a:lnTo>
                    <a:pt x="918485" y="4988"/>
                  </a:lnTo>
                  <a:lnTo>
                    <a:pt x="928640" y="5043"/>
                  </a:lnTo>
                  <a:lnTo>
                    <a:pt x="938586" y="5097"/>
                  </a:lnTo>
                  <a:lnTo>
                    <a:pt x="948330" y="5150"/>
                  </a:lnTo>
                  <a:lnTo>
                    <a:pt x="957882" y="5201"/>
                  </a:lnTo>
                  <a:lnTo>
                    <a:pt x="967248" y="5252"/>
                  </a:lnTo>
                  <a:lnTo>
                    <a:pt x="976435" y="5302"/>
                  </a:lnTo>
                  <a:lnTo>
                    <a:pt x="985451" y="5351"/>
                  </a:lnTo>
                  <a:lnTo>
                    <a:pt x="994302" y="5399"/>
                  </a:lnTo>
                  <a:lnTo>
                    <a:pt x="1002993" y="544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233897" y="47317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233897" y="45423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233897" y="43529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33897" y="41636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33897" y="39742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433038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466471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499904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533337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430212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463645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97078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530511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715157" y="453277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719193" y="45814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35698" y="462670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18688" y="433156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45266" y="45583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735400" y="43515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755188" y="473222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54035" y="46268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5727528" y="436166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5740810" y="429060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50039" y="449292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55723" y="433188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63651" y="459960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89822" y="47236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50114" y="395602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79041" y="402179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89131" y="46793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59906" y="474652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86035" y="473694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69468" y="46499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54334" y="468734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84586" y="47164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85345" y="469304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88269" y="46876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55084" y="46519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87227" y="45835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048490" y="47359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059691" y="461071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386008" y="46012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08004" y="47475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09211" y="468158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382841" y="47070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19575" y="453126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396857" y="463651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16748" y="449778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395301" y="46012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386756" y="46458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01399" y="456335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24522" y="47149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11226" y="436890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387744" y="467860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03653" y="47189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02785" y="431364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03306" y="455144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379349" y="44881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381918" y="467100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401186" y="460416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415144" y="449763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25893" y="46536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753505" y="4625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740624" y="45580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755834" y="464598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34891" y="452911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30827" y="460713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744174" y="45601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42424" y="458734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58067" y="46218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53953" y="44189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33005" y="47013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36258" y="463260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755680" y="4635345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749329" y="472471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752641" y="45917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42221" y="472480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726833" y="452163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723294" y="462524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730590" y="46347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739396" y="457305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741454" y="46095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746140" y="459408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6730606" y="461635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6749134" y="47086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61023" y="4347076"/>
              <a:ext cx="1001264" cy="276283"/>
            </a:xfrm>
            <a:custGeom>
              <a:avLst/>
              <a:pathLst>
                <a:path w="1001264" h="276283">
                  <a:moveTo>
                    <a:pt x="0" y="0"/>
                  </a:moveTo>
                  <a:lnTo>
                    <a:pt x="64296" y="17741"/>
                  </a:lnTo>
                  <a:lnTo>
                    <a:pt x="121009" y="33390"/>
                  </a:lnTo>
                  <a:lnTo>
                    <a:pt x="171741" y="47389"/>
                  </a:lnTo>
                  <a:lnTo>
                    <a:pt x="217633" y="60052"/>
                  </a:lnTo>
                  <a:lnTo>
                    <a:pt x="259530" y="71613"/>
                  </a:lnTo>
                  <a:lnTo>
                    <a:pt x="298071" y="82248"/>
                  </a:lnTo>
                  <a:lnTo>
                    <a:pt x="333754" y="92094"/>
                  </a:lnTo>
                  <a:lnTo>
                    <a:pt x="366975" y="101261"/>
                  </a:lnTo>
                  <a:lnTo>
                    <a:pt x="398051" y="109836"/>
                  </a:lnTo>
                  <a:lnTo>
                    <a:pt x="427242" y="117891"/>
                  </a:lnTo>
                  <a:lnTo>
                    <a:pt x="454764" y="125485"/>
                  </a:lnTo>
                  <a:lnTo>
                    <a:pt x="480798" y="132668"/>
                  </a:lnTo>
                  <a:lnTo>
                    <a:pt x="505496" y="139483"/>
                  </a:lnTo>
                  <a:lnTo>
                    <a:pt x="528988" y="145966"/>
                  </a:lnTo>
                  <a:lnTo>
                    <a:pt x="551388" y="152147"/>
                  </a:lnTo>
                  <a:lnTo>
                    <a:pt x="572792" y="158053"/>
                  </a:lnTo>
                  <a:lnTo>
                    <a:pt x="593285" y="163708"/>
                  </a:lnTo>
                  <a:lnTo>
                    <a:pt x="612941" y="169131"/>
                  </a:lnTo>
                  <a:lnTo>
                    <a:pt x="631826" y="174342"/>
                  </a:lnTo>
                  <a:lnTo>
                    <a:pt x="649998" y="179357"/>
                  </a:lnTo>
                  <a:lnTo>
                    <a:pt x="667509" y="184189"/>
                  </a:lnTo>
                  <a:lnTo>
                    <a:pt x="684406" y="188851"/>
                  </a:lnTo>
                  <a:lnTo>
                    <a:pt x="700730" y="193355"/>
                  </a:lnTo>
                  <a:lnTo>
                    <a:pt x="716518" y="197712"/>
                  </a:lnTo>
                  <a:lnTo>
                    <a:pt x="731806" y="201930"/>
                  </a:lnTo>
                  <a:lnTo>
                    <a:pt x="746622" y="206019"/>
                  </a:lnTo>
                  <a:lnTo>
                    <a:pt x="760997" y="209985"/>
                  </a:lnTo>
                  <a:lnTo>
                    <a:pt x="774954" y="213836"/>
                  </a:lnTo>
                  <a:lnTo>
                    <a:pt x="788519" y="217579"/>
                  </a:lnTo>
                  <a:lnTo>
                    <a:pt x="801712" y="221220"/>
                  </a:lnTo>
                  <a:lnTo>
                    <a:pt x="814553" y="224763"/>
                  </a:lnTo>
                  <a:lnTo>
                    <a:pt x="827060" y="228214"/>
                  </a:lnTo>
                  <a:lnTo>
                    <a:pt x="839251" y="231578"/>
                  </a:lnTo>
                  <a:lnTo>
                    <a:pt x="851140" y="234859"/>
                  </a:lnTo>
                  <a:lnTo>
                    <a:pt x="862743" y="238061"/>
                  </a:lnTo>
                  <a:lnTo>
                    <a:pt x="874073" y="241187"/>
                  </a:lnTo>
                  <a:lnTo>
                    <a:pt x="885143" y="244241"/>
                  </a:lnTo>
                  <a:lnTo>
                    <a:pt x="895964" y="247227"/>
                  </a:lnTo>
                  <a:lnTo>
                    <a:pt x="906547" y="250147"/>
                  </a:lnTo>
                  <a:lnTo>
                    <a:pt x="916902" y="253005"/>
                  </a:lnTo>
                  <a:lnTo>
                    <a:pt x="927040" y="255802"/>
                  </a:lnTo>
                  <a:lnTo>
                    <a:pt x="936968" y="258542"/>
                  </a:lnTo>
                  <a:lnTo>
                    <a:pt x="946696" y="261226"/>
                  </a:lnTo>
                  <a:lnTo>
                    <a:pt x="956231" y="263857"/>
                  </a:lnTo>
                  <a:lnTo>
                    <a:pt x="965581" y="266437"/>
                  </a:lnTo>
                  <a:lnTo>
                    <a:pt x="974753" y="268968"/>
                  </a:lnTo>
                  <a:lnTo>
                    <a:pt x="983753" y="271451"/>
                  </a:lnTo>
                  <a:lnTo>
                    <a:pt x="992588" y="273889"/>
                  </a:lnTo>
                  <a:lnTo>
                    <a:pt x="1001264" y="27628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61023" y="4279009"/>
              <a:ext cx="1001264" cy="366448"/>
            </a:xfrm>
            <a:custGeom>
              <a:avLst/>
              <a:pathLst>
                <a:path w="1001264" h="366448">
                  <a:moveTo>
                    <a:pt x="0" y="0"/>
                  </a:moveTo>
                  <a:lnTo>
                    <a:pt x="64296" y="23531"/>
                  </a:lnTo>
                  <a:lnTo>
                    <a:pt x="121009" y="44287"/>
                  </a:lnTo>
                  <a:lnTo>
                    <a:pt x="171741" y="62854"/>
                  </a:lnTo>
                  <a:lnTo>
                    <a:pt x="217633" y="79650"/>
                  </a:lnTo>
                  <a:lnTo>
                    <a:pt x="259530" y="94984"/>
                  </a:lnTo>
                  <a:lnTo>
                    <a:pt x="298071" y="109090"/>
                  </a:lnTo>
                  <a:lnTo>
                    <a:pt x="333754" y="122149"/>
                  </a:lnTo>
                  <a:lnTo>
                    <a:pt x="366975" y="134307"/>
                  </a:lnTo>
                  <a:lnTo>
                    <a:pt x="398051" y="145681"/>
                  </a:lnTo>
                  <a:lnTo>
                    <a:pt x="427242" y="156364"/>
                  </a:lnTo>
                  <a:lnTo>
                    <a:pt x="454764" y="166437"/>
                  </a:lnTo>
                  <a:lnTo>
                    <a:pt x="480798" y="175965"/>
                  </a:lnTo>
                  <a:lnTo>
                    <a:pt x="505496" y="185004"/>
                  </a:lnTo>
                  <a:lnTo>
                    <a:pt x="528988" y="193602"/>
                  </a:lnTo>
                  <a:lnTo>
                    <a:pt x="551388" y="201800"/>
                  </a:lnTo>
                  <a:lnTo>
                    <a:pt x="572792" y="209634"/>
                  </a:lnTo>
                  <a:lnTo>
                    <a:pt x="593285" y="217134"/>
                  </a:lnTo>
                  <a:lnTo>
                    <a:pt x="612941" y="224328"/>
                  </a:lnTo>
                  <a:lnTo>
                    <a:pt x="631826" y="231239"/>
                  </a:lnTo>
                  <a:lnTo>
                    <a:pt x="649998" y="237890"/>
                  </a:lnTo>
                  <a:lnTo>
                    <a:pt x="667509" y="244299"/>
                  </a:lnTo>
                  <a:lnTo>
                    <a:pt x="684406" y="250483"/>
                  </a:lnTo>
                  <a:lnTo>
                    <a:pt x="700730" y="256457"/>
                  </a:lnTo>
                  <a:lnTo>
                    <a:pt x="716518" y="262235"/>
                  </a:lnTo>
                  <a:lnTo>
                    <a:pt x="731806" y="267830"/>
                  </a:lnTo>
                  <a:lnTo>
                    <a:pt x="746622" y="273253"/>
                  </a:lnTo>
                  <a:lnTo>
                    <a:pt x="760997" y="278514"/>
                  </a:lnTo>
                  <a:lnTo>
                    <a:pt x="774954" y="283622"/>
                  </a:lnTo>
                  <a:lnTo>
                    <a:pt x="788519" y="288587"/>
                  </a:lnTo>
                  <a:lnTo>
                    <a:pt x="801712" y="293415"/>
                  </a:lnTo>
                  <a:lnTo>
                    <a:pt x="814553" y="298115"/>
                  </a:lnTo>
                  <a:lnTo>
                    <a:pt x="827060" y="302692"/>
                  </a:lnTo>
                  <a:lnTo>
                    <a:pt x="839251" y="307154"/>
                  </a:lnTo>
                  <a:lnTo>
                    <a:pt x="851140" y="311505"/>
                  </a:lnTo>
                  <a:lnTo>
                    <a:pt x="862743" y="315752"/>
                  </a:lnTo>
                  <a:lnTo>
                    <a:pt x="874073" y="319898"/>
                  </a:lnTo>
                  <a:lnTo>
                    <a:pt x="885143" y="323950"/>
                  </a:lnTo>
                  <a:lnTo>
                    <a:pt x="895964" y="327910"/>
                  </a:lnTo>
                  <a:lnTo>
                    <a:pt x="906547" y="331783"/>
                  </a:lnTo>
                  <a:lnTo>
                    <a:pt x="916902" y="335573"/>
                  </a:lnTo>
                  <a:lnTo>
                    <a:pt x="927040" y="339283"/>
                  </a:lnTo>
                  <a:lnTo>
                    <a:pt x="936968" y="342917"/>
                  </a:lnTo>
                  <a:lnTo>
                    <a:pt x="946696" y="346477"/>
                  </a:lnTo>
                  <a:lnTo>
                    <a:pt x="956231" y="349967"/>
                  </a:lnTo>
                  <a:lnTo>
                    <a:pt x="965581" y="353389"/>
                  </a:lnTo>
                  <a:lnTo>
                    <a:pt x="974753" y="356746"/>
                  </a:lnTo>
                  <a:lnTo>
                    <a:pt x="983753" y="360040"/>
                  </a:lnTo>
                  <a:lnTo>
                    <a:pt x="992588" y="363273"/>
                  </a:lnTo>
                  <a:lnTo>
                    <a:pt x="1001264" y="36644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61023" y="4650184"/>
              <a:ext cx="1001264" cy="21975"/>
            </a:xfrm>
            <a:custGeom>
              <a:avLst/>
              <a:pathLst>
                <a:path w="1001264" h="21975">
                  <a:moveTo>
                    <a:pt x="0" y="21975"/>
                  </a:moveTo>
                  <a:lnTo>
                    <a:pt x="64296" y="20564"/>
                  </a:lnTo>
                  <a:lnTo>
                    <a:pt x="121009" y="19320"/>
                  </a:lnTo>
                  <a:lnTo>
                    <a:pt x="171741" y="18206"/>
                  </a:lnTo>
                  <a:lnTo>
                    <a:pt x="217633" y="17199"/>
                  </a:lnTo>
                  <a:lnTo>
                    <a:pt x="259530" y="16279"/>
                  </a:lnTo>
                  <a:lnTo>
                    <a:pt x="298071" y="15433"/>
                  </a:lnTo>
                  <a:lnTo>
                    <a:pt x="333754" y="14650"/>
                  </a:lnTo>
                  <a:lnTo>
                    <a:pt x="366975" y="13921"/>
                  </a:lnTo>
                  <a:lnTo>
                    <a:pt x="398051" y="13239"/>
                  </a:lnTo>
                  <a:lnTo>
                    <a:pt x="427242" y="12598"/>
                  </a:lnTo>
                  <a:lnTo>
                    <a:pt x="454764" y="11994"/>
                  </a:lnTo>
                  <a:lnTo>
                    <a:pt x="480798" y="11423"/>
                  </a:lnTo>
                  <a:lnTo>
                    <a:pt x="505496" y="10881"/>
                  </a:lnTo>
                  <a:lnTo>
                    <a:pt x="528988" y="10365"/>
                  </a:lnTo>
                  <a:lnTo>
                    <a:pt x="551388" y="9873"/>
                  </a:lnTo>
                  <a:lnTo>
                    <a:pt x="572792" y="9404"/>
                  </a:lnTo>
                  <a:lnTo>
                    <a:pt x="593285" y="8954"/>
                  </a:lnTo>
                  <a:lnTo>
                    <a:pt x="612941" y="8523"/>
                  </a:lnTo>
                  <a:lnTo>
                    <a:pt x="631826" y="8108"/>
                  </a:lnTo>
                  <a:lnTo>
                    <a:pt x="649998" y="7709"/>
                  </a:lnTo>
                  <a:lnTo>
                    <a:pt x="667509" y="7325"/>
                  </a:lnTo>
                  <a:lnTo>
                    <a:pt x="684406" y="6954"/>
                  </a:lnTo>
                  <a:lnTo>
                    <a:pt x="700730" y="6596"/>
                  </a:lnTo>
                  <a:lnTo>
                    <a:pt x="716518" y="6249"/>
                  </a:lnTo>
                  <a:lnTo>
                    <a:pt x="731806" y="5914"/>
                  </a:lnTo>
                  <a:lnTo>
                    <a:pt x="746622" y="5588"/>
                  </a:lnTo>
                  <a:lnTo>
                    <a:pt x="760997" y="5273"/>
                  </a:lnTo>
                  <a:lnTo>
                    <a:pt x="774954" y="4967"/>
                  </a:lnTo>
                  <a:lnTo>
                    <a:pt x="788519" y="4669"/>
                  </a:lnTo>
                  <a:lnTo>
                    <a:pt x="801712" y="4379"/>
                  </a:lnTo>
                  <a:lnTo>
                    <a:pt x="814553" y="4097"/>
                  </a:lnTo>
                  <a:lnTo>
                    <a:pt x="827060" y="3823"/>
                  </a:lnTo>
                  <a:lnTo>
                    <a:pt x="839251" y="3555"/>
                  </a:lnTo>
                  <a:lnTo>
                    <a:pt x="851140" y="3294"/>
                  </a:lnTo>
                  <a:lnTo>
                    <a:pt x="862743" y="3040"/>
                  </a:lnTo>
                  <a:lnTo>
                    <a:pt x="874073" y="2791"/>
                  </a:lnTo>
                  <a:lnTo>
                    <a:pt x="885143" y="2548"/>
                  </a:lnTo>
                  <a:lnTo>
                    <a:pt x="895964" y="2311"/>
                  </a:lnTo>
                  <a:lnTo>
                    <a:pt x="906547" y="2078"/>
                  </a:lnTo>
                  <a:lnTo>
                    <a:pt x="916902" y="1851"/>
                  </a:lnTo>
                  <a:lnTo>
                    <a:pt x="927040" y="1629"/>
                  </a:lnTo>
                  <a:lnTo>
                    <a:pt x="936968" y="1411"/>
                  </a:lnTo>
                  <a:lnTo>
                    <a:pt x="946696" y="1197"/>
                  </a:lnTo>
                  <a:lnTo>
                    <a:pt x="956231" y="988"/>
                  </a:lnTo>
                  <a:lnTo>
                    <a:pt x="965581" y="783"/>
                  </a:lnTo>
                  <a:lnTo>
                    <a:pt x="974753" y="581"/>
                  </a:lnTo>
                  <a:lnTo>
                    <a:pt x="983753" y="384"/>
                  </a:lnTo>
                  <a:lnTo>
                    <a:pt x="992588" y="190"/>
                  </a:lnTo>
                  <a:lnTo>
                    <a:pt x="100126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61023" y="4541677"/>
              <a:ext cx="1001264" cy="66937"/>
            </a:xfrm>
            <a:custGeom>
              <a:avLst/>
              <a:pathLst>
                <a:path w="1001264" h="66937">
                  <a:moveTo>
                    <a:pt x="0" y="66937"/>
                  </a:moveTo>
                  <a:lnTo>
                    <a:pt x="64296" y="62639"/>
                  </a:lnTo>
                  <a:lnTo>
                    <a:pt x="121009" y="58847"/>
                  </a:lnTo>
                  <a:lnTo>
                    <a:pt x="171741" y="55456"/>
                  </a:lnTo>
                  <a:lnTo>
                    <a:pt x="217633" y="52387"/>
                  </a:lnTo>
                  <a:lnTo>
                    <a:pt x="259530" y="49587"/>
                  </a:lnTo>
                  <a:lnTo>
                    <a:pt x="298071" y="47010"/>
                  </a:lnTo>
                  <a:lnTo>
                    <a:pt x="333754" y="44624"/>
                  </a:lnTo>
                  <a:lnTo>
                    <a:pt x="366975" y="42404"/>
                  </a:lnTo>
                  <a:lnTo>
                    <a:pt x="398051" y="40326"/>
                  </a:lnTo>
                  <a:lnTo>
                    <a:pt x="427242" y="38375"/>
                  </a:lnTo>
                  <a:lnTo>
                    <a:pt x="454764" y="36535"/>
                  </a:lnTo>
                  <a:lnTo>
                    <a:pt x="480798" y="34794"/>
                  </a:lnTo>
                  <a:lnTo>
                    <a:pt x="505496" y="33143"/>
                  </a:lnTo>
                  <a:lnTo>
                    <a:pt x="528988" y="31572"/>
                  </a:lnTo>
                  <a:lnTo>
                    <a:pt x="551388" y="30075"/>
                  </a:lnTo>
                  <a:lnTo>
                    <a:pt x="572792" y="28644"/>
                  </a:lnTo>
                  <a:lnTo>
                    <a:pt x="593285" y="27274"/>
                  </a:lnTo>
                  <a:lnTo>
                    <a:pt x="612941" y="25960"/>
                  </a:lnTo>
                  <a:lnTo>
                    <a:pt x="631826" y="24698"/>
                  </a:lnTo>
                  <a:lnTo>
                    <a:pt x="649998" y="23483"/>
                  </a:lnTo>
                  <a:lnTo>
                    <a:pt x="667509" y="22312"/>
                  </a:lnTo>
                  <a:lnTo>
                    <a:pt x="684406" y="21182"/>
                  </a:lnTo>
                  <a:lnTo>
                    <a:pt x="700730" y="20091"/>
                  </a:lnTo>
                  <a:lnTo>
                    <a:pt x="716518" y="19036"/>
                  </a:lnTo>
                  <a:lnTo>
                    <a:pt x="731806" y="18014"/>
                  </a:lnTo>
                  <a:lnTo>
                    <a:pt x="746622" y="17023"/>
                  </a:lnTo>
                  <a:lnTo>
                    <a:pt x="760997" y="16062"/>
                  </a:lnTo>
                  <a:lnTo>
                    <a:pt x="774954" y="15129"/>
                  </a:lnTo>
                  <a:lnTo>
                    <a:pt x="788519" y="14222"/>
                  </a:lnTo>
                  <a:lnTo>
                    <a:pt x="801712" y="13340"/>
                  </a:lnTo>
                  <a:lnTo>
                    <a:pt x="814553" y="12482"/>
                  </a:lnTo>
                  <a:lnTo>
                    <a:pt x="827060" y="11646"/>
                  </a:lnTo>
                  <a:lnTo>
                    <a:pt x="839251" y="10831"/>
                  </a:lnTo>
                  <a:lnTo>
                    <a:pt x="851140" y="10036"/>
                  </a:lnTo>
                  <a:lnTo>
                    <a:pt x="862743" y="9260"/>
                  </a:lnTo>
                  <a:lnTo>
                    <a:pt x="874073" y="8503"/>
                  </a:lnTo>
                  <a:lnTo>
                    <a:pt x="885143" y="7763"/>
                  </a:lnTo>
                  <a:lnTo>
                    <a:pt x="895964" y="7039"/>
                  </a:lnTo>
                  <a:lnTo>
                    <a:pt x="906547" y="6332"/>
                  </a:lnTo>
                  <a:lnTo>
                    <a:pt x="916902" y="5639"/>
                  </a:lnTo>
                  <a:lnTo>
                    <a:pt x="927040" y="4962"/>
                  </a:lnTo>
                  <a:lnTo>
                    <a:pt x="936968" y="4298"/>
                  </a:lnTo>
                  <a:lnTo>
                    <a:pt x="946696" y="3648"/>
                  </a:lnTo>
                  <a:lnTo>
                    <a:pt x="956231" y="3010"/>
                  </a:lnTo>
                  <a:lnTo>
                    <a:pt x="965581" y="2385"/>
                  </a:lnTo>
                  <a:lnTo>
                    <a:pt x="974753" y="1772"/>
                  </a:lnTo>
                  <a:lnTo>
                    <a:pt x="983753" y="1170"/>
                  </a:lnTo>
                  <a:lnTo>
                    <a:pt x="992588" y="580"/>
                  </a:lnTo>
                  <a:lnTo>
                    <a:pt x="100126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61023" y="4587029"/>
              <a:ext cx="1001264" cy="101915"/>
            </a:xfrm>
            <a:custGeom>
              <a:avLst/>
              <a:pathLst>
                <a:path w="1001264" h="101915">
                  <a:moveTo>
                    <a:pt x="0" y="101915"/>
                  </a:moveTo>
                  <a:lnTo>
                    <a:pt x="64296" y="95370"/>
                  </a:lnTo>
                  <a:lnTo>
                    <a:pt x="121009" y="89598"/>
                  </a:lnTo>
                  <a:lnTo>
                    <a:pt x="171741" y="84434"/>
                  </a:lnTo>
                  <a:lnTo>
                    <a:pt x="217633" y="79763"/>
                  </a:lnTo>
                  <a:lnTo>
                    <a:pt x="259530" y="75498"/>
                  </a:lnTo>
                  <a:lnTo>
                    <a:pt x="298071" y="71575"/>
                  </a:lnTo>
                  <a:lnTo>
                    <a:pt x="333754" y="67943"/>
                  </a:lnTo>
                  <a:lnTo>
                    <a:pt x="366975" y="64562"/>
                  </a:lnTo>
                  <a:lnTo>
                    <a:pt x="398051" y="61399"/>
                  </a:lnTo>
                  <a:lnTo>
                    <a:pt x="427242" y="58427"/>
                  </a:lnTo>
                  <a:lnTo>
                    <a:pt x="454764" y="55626"/>
                  </a:lnTo>
                  <a:lnTo>
                    <a:pt x="480798" y="52976"/>
                  </a:lnTo>
                  <a:lnTo>
                    <a:pt x="505496" y="50462"/>
                  </a:lnTo>
                  <a:lnTo>
                    <a:pt x="528988" y="48071"/>
                  </a:lnTo>
                  <a:lnTo>
                    <a:pt x="551388" y="45791"/>
                  </a:lnTo>
                  <a:lnTo>
                    <a:pt x="572792" y="43612"/>
                  </a:lnTo>
                  <a:lnTo>
                    <a:pt x="593285" y="41526"/>
                  </a:lnTo>
                  <a:lnTo>
                    <a:pt x="612941" y="39526"/>
                  </a:lnTo>
                  <a:lnTo>
                    <a:pt x="631826" y="37603"/>
                  </a:lnTo>
                  <a:lnTo>
                    <a:pt x="649998" y="35754"/>
                  </a:lnTo>
                  <a:lnTo>
                    <a:pt x="667509" y="33971"/>
                  </a:lnTo>
                  <a:lnTo>
                    <a:pt x="684406" y="32251"/>
                  </a:lnTo>
                  <a:lnTo>
                    <a:pt x="700730" y="30590"/>
                  </a:lnTo>
                  <a:lnTo>
                    <a:pt x="716518" y="28983"/>
                  </a:lnTo>
                  <a:lnTo>
                    <a:pt x="731806" y="27427"/>
                  </a:lnTo>
                  <a:lnTo>
                    <a:pt x="746622" y="25919"/>
                  </a:lnTo>
                  <a:lnTo>
                    <a:pt x="760997" y="24456"/>
                  </a:lnTo>
                  <a:lnTo>
                    <a:pt x="774954" y="23035"/>
                  </a:lnTo>
                  <a:lnTo>
                    <a:pt x="788519" y="21654"/>
                  </a:lnTo>
                  <a:lnTo>
                    <a:pt x="801712" y="20311"/>
                  </a:lnTo>
                  <a:lnTo>
                    <a:pt x="814553" y="19004"/>
                  </a:lnTo>
                  <a:lnTo>
                    <a:pt x="827060" y="17731"/>
                  </a:lnTo>
                  <a:lnTo>
                    <a:pt x="839251" y="16490"/>
                  </a:lnTo>
                  <a:lnTo>
                    <a:pt x="851140" y="15280"/>
                  </a:lnTo>
                  <a:lnTo>
                    <a:pt x="862743" y="14099"/>
                  </a:lnTo>
                  <a:lnTo>
                    <a:pt x="874073" y="12946"/>
                  </a:lnTo>
                  <a:lnTo>
                    <a:pt x="885143" y="11819"/>
                  </a:lnTo>
                  <a:lnTo>
                    <a:pt x="895964" y="10718"/>
                  </a:lnTo>
                  <a:lnTo>
                    <a:pt x="906547" y="9640"/>
                  </a:lnTo>
                  <a:lnTo>
                    <a:pt x="916902" y="8586"/>
                  </a:lnTo>
                  <a:lnTo>
                    <a:pt x="927040" y="7555"/>
                  </a:lnTo>
                  <a:lnTo>
                    <a:pt x="936968" y="6544"/>
                  </a:lnTo>
                  <a:lnTo>
                    <a:pt x="946696" y="5554"/>
                  </a:lnTo>
                  <a:lnTo>
                    <a:pt x="956231" y="4583"/>
                  </a:lnTo>
                  <a:lnTo>
                    <a:pt x="965581" y="3632"/>
                  </a:lnTo>
                  <a:lnTo>
                    <a:pt x="974753" y="2698"/>
                  </a:lnTo>
                  <a:lnTo>
                    <a:pt x="983753" y="1782"/>
                  </a:lnTo>
                  <a:lnTo>
                    <a:pt x="992588" y="883"/>
                  </a:lnTo>
                  <a:lnTo>
                    <a:pt x="1001264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61023" y="4495273"/>
              <a:ext cx="1001264" cy="82506"/>
            </a:xfrm>
            <a:custGeom>
              <a:avLst/>
              <a:pathLst>
                <a:path w="1001264" h="82506">
                  <a:moveTo>
                    <a:pt x="0" y="0"/>
                  </a:moveTo>
                  <a:lnTo>
                    <a:pt x="64296" y="5298"/>
                  </a:lnTo>
                  <a:lnTo>
                    <a:pt x="121009" y="9971"/>
                  </a:lnTo>
                  <a:lnTo>
                    <a:pt x="171741" y="14151"/>
                  </a:lnTo>
                  <a:lnTo>
                    <a:pt x="217633" y="17933"/>
                  </a:lnTo>
                  <a:lnTo>
                    <a:pt x="259530" y="21385"/>
                  </a:lnTo>
                  <a:lnTo>
                    <a:pt x="298071" y="24561"/>
                  </a:lnTo>
                  <a:lnTo>
                    <a:pt x="333754" y="27502"/>
                  </a:lnTo>
                  <a:lnTo>
                    <a:pt x="366975" y="30239"/>
                  </a:lnTo>
                  <a:lnTo>
                    <a:pt x="398051" y="32800"/>
                  </a:lnTo>
                  <a:lnTo>
                    <a:pt x="427242" y="35205"/>
                  </a:lnTo>
                  <a:lnTo>
                    <a:pt x="454764" y="37473"/>
                  </a:lnTo>
                  <a:lnTo>
                    <a:pt x="480798" y="39619"/>
                  </a:lnTo>
                  <a:lnTo>
                    <a:pt x="505496" y="41654"/>
                  </a:lnTo>
                  <a:lnTo>
                    <a:pt x="528988" y="43590"/>
                  </a:lnTo>
                  <a:lnTo>
                    <a:pt x="551388" y="45435"/>
                  </a:lnTo>
                  <a:lnTo>
                    <a:pt x="572792" y="47199"/>
                  </a:lnTo>
                  <a:lnTo>
                    <a:pt x="593285" y="48888"/>
                  </a:lnTo>
                  <a:lnTo>
                    <a:pt x="612941" y="50507"/>
                  </a:lnTo>
                  <a:lnTo>
                    <a:pt x="631826" y="52064"/>
                  </a:lnTo>
                  <a:lnTo>
                    <a:pt x="649998" y="53561"/>
                  </a:lnTo>
                  <a:lnTo>
                    <a:pt x="667509" y="55004"/>
                  </a:lnTo>
                  <a:lnTo>
                    <a:pt x="684406" y="56396"/>
                  </a:lnTo>
                  <a:lnTo>
                    <a:pt x="700730" y="57742"/>
                  </a:lnTo>
                  <a:lnTo>
                    <a:pt x="716518" y="59043"/>
                  </a:lnTo>
                  <a:lnTo>
                    <a:pt x="731806" y="60302"/>
                  </a:lnTo>
                  <a:lnTo>
                    <a:pt x="746622" y="61523"/>
                  </a:lnTo>
                  <a:lnTo>
                    <a:pt x="760997" y="62708"/>
                  </a:lnTo>
                  <a:lnTo>
                    <a:pt x="774954" y="63858"/>
                  </a:lnTo>
                  <a:lnTo>
                    <a:pt x="788519" y="64976"/>
                  </a:lnTo>
                  <a:lnTo>
                    <a:pt x="801712" y="66063"/>
                  </a:lnTo>
                  <a:lnTo>
                    <a:pt x="814553" y="67121"/>
                  </a:lnTo>
                  <a:lnTo>
                    <a:pt x="827060" y="68151"/>
                  </a:lnTo>
                  <a:lnTo>
                    <a:pt x="839251" y="69156"/>
                  </a:lnTo>
                  <a:lnTo>
                    <a:pt x="851140" y="70136"/>
                  </a:lnTo>
                  <a:lnTo>
                    <a:pt x="862743" y="71092"/>
                  </a:lnTo>
                  <a:lnTo>
                    <a:pt x="874073" y="72025"/>
                  </a:lnTo>
                  <a:lnTo>
                    <a:pt x="885143" y="72938"/>
                  </a:lnTo>
                  <a:lnTo>
                    <a:pt x="895964" y="73829"/>
                  </a:lnTo>
                  <a:lnTo>
                    <a:pt x="906547" y="74701"/>
                  </a:lnTo>
                  <a:lnTo>
                    <a:pt x="916902" y="75555"/>
                  </a:lnTo>
                  <a:lnTo>
                    <a:pt x="927040" y="76390"/>
                  </a:lnTo>
                  <a:lnTo>
                    <a:pt x="936968" y="77208"/>
                  </a:lnTo>
                  <a:lnTo>
                    <a:pt x="946696" y="78010"/>
                  </a:lnTo>
                  <a:lnTo>
                    <a:pt x="956231" y="78795"/>
                  </a:lnTo>
                  <a:lnTo>
                    <a:pt x="965581" y="79566"/>
                  </a:lnTo>
                  <a:lnTo>
                    <a:pt x="974753" y="80322"/>
                  </a:lnTo>
                  <a:lnTo>
                    <a:pt x="983753" y="81063"/>
                  </a:lnTo>
                  <a:lnTo>
                    <a:pt x="992588" y="81791"/>
                  </a:lnTo>
                  <a:lnTo>
                    <a:pt x="1001264" y="8250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61023" y="4501847"/>
              <a:ext cx="1001264" cy="187624"/>
            </a:xfrm>
            <a:custGeom>
              <a:avLst/>
              <a:pathLst>
                <a:path w="1001264" h="187624">
                  <a:moveTo>
                    <a:pt x="0" y="0"/>
                  </a:moveTo>
                  <a:lnTo>
                    <a:pt x="64296" y="12048"/>
                  </a:lnTo>
                  <a:lnTo>
                    <a:pt x="121009" y="22675"/>
                  </a:lnTo>
                  <a:lnTo>
                    <a:pt x="171741" y="32182"/>
                  </a:lnTo>
                  <a:lnTo>
                    <a:pt x="217633" y="40781"/>
                  </a:lnTo>
                  <a:lnTo>
                    <a:pt x="259530" y="48632"/>
                  </a:lnTo>
                  <a:lnTo>
                    <a:pt x="298071" y="55854"/>
                  </a:lnTo>
                  <a:lnTo>
                    <a:pt x="333754" y="62541"/>
                  </a:lnTo>
                  <a:lnTo>
                    <a:pt x="366975" y="68766"/>
                  </a:lnTo>
                  <a:lnTo>
                    <a:pt x="398051" y="74589"/>
                  </a:lnTo>
                  <a:lnTo>
                    <a:pt x="427242" y="80060"/>
                  </a:lnTo>
                  <a:lnTo>
                    <a:pt x="454764" y="85217"/>
                  </a:lnTo>
                  <a:lnTo>
                    <a:pt x="480798" y="90095"/>
                  </a:lnTo>
                  <a:lnTo>
                    <a:pt x="505496" y="94723"/>
                  </a:lnTo>
                  <a:lnTo>
                    <a:pt x="528988" y="99126"/>
                  </a:lnTo>
                  <a:lnTo>
                    <a:pt x="551388" y="103323"/>
                  </a:lnTo>
                  <a:lnTo>
                    <a:pt x="572792" y="107334"/>
                  </a:lnTo>
                  <a:lnTo>
                    <a:pt x="593285" y="111174"/>
                  </a:lnTo>
                  <a:lnTo>
                    <a:pt x="612941" y="114857"/>
                  </a:lnTo>
                  <a:lnTo>
                    <a:pt x="631826" y="118396"/>
                  </a:lnTo>
                  <a:lnTo>
                    <a:pt x="649998" y="121801"/>
                  </a:lnTo>
                  <a:lnTo>
                    <a:pt x="667509" y="125083"/>
                  </a:lnTo>
                  <a:lnTo>
                    <a:pt x="684406" y="128249"/>
                  </a:lnTo>
                  <a:lnTo>
                    <a:pt x="700730" y="131308"/>
                  </a:lnTo>
                  <a:lnTo>
                    <a:pt x="716518" y="134266"/>
                  </a:lnTo>
                  <a:lnTo>
                    <a:pt x="731806" y="137131"/>
                  </a:lnTo>
                  <a:lnTo>
                    <a:pt x="746622" y="139908"/>
                  </a:lnTo>
                  <a:lnTo>
                    <a:pt x="760997" y="142601"/>
                  </a:lnTo>
                  <a:lnTo>
                    <a:pt x="774954" y="145217"/>
                  </a:lnTo>
                  <a:lnTo>
                    <a:pt x="788519" y="147758"/>
                  </a:lnTo>
                  <a:lnTo>
                    <a:pt x="801712" y="150231"/>
                  </a:lnTo>
                  <a:lnTo>
                    <a:pt x="814553" y="152637"/>
                  </a:lnTo>
                  <a:lnTo>
                    <a:pt x="827060" y="154981"/>
                  </a:lnTo>
                  <a:lnTo>
                    <a:pt x="839251" y="157265"/>
                  </a:lnTo>
                  <a:lnTo>
                    <a:pt x="851140" y="159493"/>
                  </a:lnTo>
                  <a:lnTo>
                    <a:pt x="862743" y="161667"/>
                  </a:lnTo>
                  <a:lnTo>
                    <a:pt x="874073" y="163790"/>
                  </a:lnTo>
                  <a:lnTo>
                    <a:pt x="885143" y="165865"/>
                  </a:lnTo>
                  <a:lnTo>
                    <a:pt x="895964" y="167892"/>
                  </a:lnTo>
                  <a:lnTo>
                    <a:pt x="906547" y="169876"/>
                  </a:lnTo>
                  <a:lnTo>
                    <a:pt x="916902" y="171816"/>
                  </a:lnTo>
                  <a:lnTo>
                    <a:pt x="927040" y="173716"/>
                  </a:lnTo>
                  <a:lnTo>
                    <a:pt x="936968" y="175576"/>
                  </a:lnTo>
                  <a:lnTo>
                    <a:pt x="946696" y="177399"/>
                  </a:lnTo>
                  <a:lnTo>
                    <a:pt x="956231" y="179186"/>
                  </a:lnTo>
                  <a:lnTo>
                    <a:pt x="965581" y="180938"/>
                  </a:lnTo>
                  <a:lnTo>
                    <a:pt x="974753" y="182656"/>
                  </a:lnTo>
                  <a:lnTo>
                    <a:pt x="983753" y="184343"/>
                  </a:lnTo>
                  <a:lnTo>
                    <a:pt x="992588" y="185999"/>
                  </a:lnTo>
                  <a:lnTo>
                    <a:pt x="1001264" y="18762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61023" y="4599732"/>
              <a:ext cx="1001264" cy="169615"/>
            </a:xfrm>
            <a:custGeom>
              <a:avLst/>
              <a:pathLst>
                <a:path w="1001264" h="169615">
                  <a:moveTo>
                    <a:pt x="0" y="0"/>
                  </a:moveTo>
                  <a:lnTo>
                    <a:pt x="64296" y="10891"/>
                  </a:lnTo>
                  <a:lnTo>
                    <a:pt x="121009" y="20499"/>
                  </a:lnTo>
                  <a:lnTo>
                    <a:pt x="171741" y="29093"/>
                  </a:lnTo>
                  <a:lnTo>
                    <a:pt x="217633" y="36867"/>
                  </a:lnTo>
                  <a:lnTo>
                    <a:pt x="259530" y="43964"/>
                  </a:lnTo>
                  <a:lnTo>
                    <a:pt x="298071" y="50493"/>
                  </a:lnTo>
                  <a:lnTo>
                    <a:pt x="333754" y="56538"/>
                  </a:lnTo>
                  <a:lnTo>
                    <a:pt x="366975" y="62166"/>
                  </a:lnTo>
                  <a:lnTo>
                    <a:pt x="398051" y="67430"/>
                  </a:lnTo>
                  <a:lnTo>
                    <a:pt x="427242" y="72375"/>
                  </a:lnTo>
                  <a:lnTo>
                    <a:pt x="454764" y="77037"/>
                  </a:lnTo>
                  <a:lnTo>
                    <a:pt x="480798" y="81447"/>
                  </a:lnTo>
                  <a:lnTo>
                    <a:pt x="505496" y="85631"/>
                  </a:lnTo>
                  <a:lnTo>
                    <a:pt x="528988" y="89611"/>
                  </a:lnTo>
                  <a:lnTo>
                    <a:pt x="551388" y="93406"/>
                  </a:lnTo>
                  <a:lnTo>
                    <a:pt x="572792" y="97031"/>
                  </a:lnTo>
                  <a:lnTo>
                    <a:pt x="593285" y="100503"/>
                  </a:lnTo>
                  <a:lnTo>
                    <a:pt x="612941" y="103833"/>
                  </a:lnTo>
                  <a:lnTo>
                    <a:pt x="631826" y="107032"/>
                  </a:lnTo>
                  <a:lnTo>
                    <a:pt x="649998" y="110110"/>
                  </a:lnTo>
                  <a:lnTo>
                    <a:pt x="667509" y="113077"/>
                  </a:lnTo>
                  <a:lnTo>
                    <a:pt x="684406" y="115939"/>
                  </a:lnTo>
                  <a:lnTo>
                    <a:pt x="700730" y="118704"/>
                  </a:lnTo>
                  <a:lnTo>
                    <a:pt x="716518" y="121379"/>
                  </a:lnTo>
                  <a:lnTo>
                    <a:pt x="731806" y="123969"/>
                  </a:lnTo>
                  <a:lnTo>
                    <a:pt x="746622" y="126478"/>
                  </a:lnTo>
                  <a:lnTo>
                    <a:pt x="760997" y="128914"/>
                  </a:lnTo>
                  <a:lnTo>
                    <a:pt x="774954" y="131278"/>
                  </a:lnTo>
                  <a:lnTo>
                    <a:pt x="788519" y="133576"/>
                  </a:lnTo>
                  <a:lnTo>
                    <a:pt x="801712" y="135811"/>
                  </a:lnTo>
                  <a:lnTo>
                    <a:pt x="814553" y="137986"/>
                  </a:lnTo>
                  <a:lnTo>
                    <a:pt x="827060" y="140105"/>
                  </a:lnTo>
                  <a:lnTo>
                    <a:pt x="839251" y="142170"/>
                  </a:lnTo>
                  <a:lnTo>
                    <a:pt x="851140" y="144184"/>
                  </a:lnTo>
                  <a:lnTo>
                    <a:pt x="862743" y="146150"/>
                  </a:lnTo>
                  <a:lnTo>
                    <a:pt x="874073" y="148069"/>
                  </a:lnTo>
                  <a:lnTo>
                    <a:pt x="885143" y="149944"/>
                  </a:lnTo>
                  <a:lnTo>
                    <a:pt x="895964" y="151777"/>
                  </a:lnTo>
                  <a:lnTo>
                    <a:pt x="906547" y="153570"/>
                  </a:lnTo>
                  <a:lnTo>
                    <a:pt x="916902" y="155324"/>
                  </a:lnTo>
                  <a:lnTo>
                    <a:pt x="927040" y="157041"/>
                  </a:lnTo>
                  <a:lnTo>
                    <a:pt x="936968" y="158723"/>
                  </a:lnTo>
                  <a:lnTo>
                    <a:pt x="946696" y="160371"/>
                  </a:lnTo>
                  <a:lnTo>
                    <a:pt x="956231" y="161986"/>
                  </a:lnTo>
                  <a:lnTo>
                    <a:pt x="965581" y="163570"/>
                  </a:lnTo>
                  <a:lnTo>
                    <a:pt x="974753" y="165124"/>
                  </a:lnTo>
                  <a:lnTo>
                    <a:pt x="983753" y="166649"/>
                  </a:lnTo>
                  <a:lnTo>
                    <a:pt x="992588" y="168145"/>
                  </a:lnTo>
                  <a:lnTo>
                    <a:pt x="1001264" y="16961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5761023" y="4589585"/>
              <a:ext cx="1001264" cy="69473"/>
            </a:xfrm>
            <a:custGeom>
              <a:avLst/>
              <a:pathLst>
                <a:path w="1001264" h="69473">
                  <a:moveTo>
                    <a:pt x="0" y="0"/>
                  </a:moveTo>
                  <a:lnTo>
                    <a:pt x="64296" y="4461"/>
                  </a:lnTo>
                  <a:lnTo>
                    <a:pt x="121009" y="8396"/>
                  </a:lnTo>
                  <a:lnTo>
                    <a:pt x="171741" y="11916"/>
                  </a:lnTo>
                  <a:lnTo>
                    <a:pt x="217633" y="15100"/>
                  </a:lnTo>
                  <a:lnTo>
                    <a:pt x="259530" y="18007"/>
                  </a:lnTo>
                  <a:lnTo>
                    <a:pt x="298071" y="20682"/>
                  </a:lnTo>
                  <a:lnTo>
                    <a:pt x="333754" y="23157"/>
                  </a:lnTo>
                  <a:lnTo>
                    <a:pt x="366975" y="25463"/>
                  </a:lnTo>
                  <a:lnTo>
                    <a:pt x="398051" y="27619"/>
                  </a:lnTo>
                  <a:lnTo>
                    <a:pt x="427242" y="29644"/>
                  </a:lnTo>
                  <a:lnTo>
                    <a:pt x="454764" y="31554"/>
                  </a:lnTo>
                  <a:lnTo>
                    <a:pt x="480798" y="33360"/>
                  </a:lnTo>
                  <a:lnTo>
                    <a:pt x="505496" y="35074"/>
                  </a:lnTo>
                  <a:lnTo>
                    <a:pt x="528988" y="36704"/>
                  </a:lnTo>
                  <a:lnTo>
                    <a:pt x="551388" y="38258"/>
                  </a:lnTo>
                  <a:lnTo>
                    <a:pt x="572792" y="39743"/>
                  </a:lnTo>
                  <a:lnTo>
                    <a:pt x="593285" y="41165"/>
                  </a:lnTo>
                  <a:lnTo>
                    <a:pt x="612941" y="42529"/>
                  </a:lnTo>
                  <a:lnTo>
                    <a:pt x="631826" y="43840"/>
                  </a:lnTo>
                  <a:lnTo>
                    <a:pt x="649998" y="45100"/>
                  </a:lnTo>
                  <a:lnTo>
                    <a:pt x="667509" y="46315"/>
                  </a:lnTo>
                  <a:lnTo>
                    <a:pt x="684406" y="47488"/>
                  </a:lnTo>
                  <a:lnTo>
                    <a:pt x="700730" y="48621"/>
                  </a:lnTo>
                  <a:lnTo>
                    <a:pt x="716518" y="49716"/>
                  </a:lnTo>
                  <a:lnTo>
                    <a:pt x="731806" y="50777"/>
                  </a:lnTo>
                  <a:lnTo>
                    <a:pt x="746622" y="51805"/>
                  </a:lnTo>
                  <a:lnTo>
                    <a:pt x="760997" y="52802"/>
                  </a:lnTo>
                  <a:lnTo>
                    <a:pt x="774954" y="53771"/>
                  </a:lnTo>
                  <a:lnTo>
                    <a:pt x="788519" y="54712"/>
                  </a:lnTo>
                  <a:lnTo>
                    <a:pt x="801712" y="55627"/>
                  </a:lnTo>
                  <a:lnTo>
                    <a:pt x="814553" y="56518"/>
                  </a:lnTo>
                  <a:lnTo>
                    <a:pt x="827060" y="57386"/>
                  </a:lnTo>
                  <a:lnTo>
                    <a:pt x="839251" y="58232"/>
                  </a:lnTo>
                  <a:lnTo>
                    <a:pt x="851140" y="59057"/>
                  </a:lnTo>
                  <a:lnTo>
                    <a:pt x="862743" y="59862"/>
                  </a:lnTo>
                  <a:lnTo>
                    <a:pt x="874073" y="60648"/>
                  </a:lnTo>
                  <a:lnTo>
                    <a:pt x="885143" y="61416"/>
                  </a:lnTo>
                  <a:lnTo>
                    <a:pt x="895964" y="62167"/>
                  </a:lnTo>
                  <a:lnTo>
                    <a:pt x="906547" y="62901"/>
                  </a:lnTo>
                  <a:lnTo>
                    <a:pt x="916902" y="63620"/>
                  </a:lnTo>
                  <a:lnTo>
                    <a:pt x="927040" y="64323"/>
                  </a:lnTo>
                  <a:lnTo>
                    <a:pt x="936968" y="65012"/>
                  </a:lnTo>
                  <a:lnTo>
                    <a:pt x="946696" y="65687"/>
                  </a:lnTo>
                  <a:lnTo>
                    <a:pt x="956231" y="66349"/>
                  </a:lnTo>
                  <a:lnTo>
                    <a:pt x="965581" y="66998"/>
                  </a:lnTo>
                  <a:lnTo>
                    <a:pt x="974753" y="67634"/>
                  </a:lnTo>
                  <a:lnTo>
                    <a:pt x="983753" y="68258"/>
                  </a:lnTo>
                  <a:lnTo>
                    <a:pt x="992588" y="68871"/>
                  </a:lnTo>
                  <a:lnTo>
                    <a:pt x="1001264" y="694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761023" y="4646771"/>
              <a:ext cx="1001264" cy="18875"/>
            </a:xfrm>
            <a:custGeom>
              <a:avLst/>
              <a:pathLst>
                <a:path w="1001264" h="18875">
                  <a:moveTo>
                    <a:pt x="0" y="0"/>
                  </a:moveTo>
                  <a:lnTo>
                    <a:pt x="64296" y="1212"/>
                  </a:lnTo>
                  <a:lnTo>
                    <a:pt x="121009" y="2281"/>
                  </a:lnTo>
                  <a:lnTo>
                    <a:pt x="171741" y="3237"/>
                  </a:lnTo>
                  <a:lnTo>
                    <a:pt x="217633" y="4102"/>
                  </a:lnTo>
                  <a:lnTo>
                    <a:pt x="259530" y="4892"/>
                  </a:lnTo>
                  <a:lnTo>
                    <a:pt x="298071" y="5619"/>
                  </a:lnTo>
                  <a:lnTo>
                    <a:pt x="333754" y="6291"/>
                  </a:lnTo>
                  <a:lnTo>
                    <a:pt x="366975" y="6918"/>
                  </a:lnTo>
                  <a:lnTo>
                    <a:pt x="398051" y="7504"/>
                  </a:lnTo>
                  <a:lnTo>
                    <a:pt x="427242" y="8054"/>
                  </a:lnTo>
                  <a:lnTo>
                    <a:pt x="454764" y="8573"/>
                  </a:lnTo>
                  <a:lnTo>
                    <a:pt x="480798" y="9064"/>
                  </a:lnTo>
                  <a:lnTo>
                    <a:pt x="505496" y="9529"/>
                  </a:lnTo>
                  <a:lnTo>
                    <a:pt x="528988" y="9972"/>
                  </a:lnTo>
                  <a:lnTo>
                    <a:pt x="551388" y="10394"/>
                  </a:lnTo>
                  <a:lnTo>
                    <a:pt x="572792" y="10798"/>
                  </a:lnTo>
                  <a:lnTo>
                    <a:pt x="593285" y="11184"/>
                  </a:lnTo>
                  <a:lnTo>
                    <a:pt x="612941" y="11555"/>
                  </a:lnTo>
                  <a:lnTo>
                    <a:pt x="631826" y="11911"/>
                  </a:lnTo>
                  <a:lnTo>
                    <a:pt x="649998" y="12253"/>
                  </a:lnTo>
                  <a:lnTo>
                    <a:pt x="667509" y="12583"/>
                  </a:lnTo>
                  <a:lnTo>
                    <a:pt x="684406" y="12902"/>
                  </a:lnTo>
                  <a:lnTo>
                    <a:pt x="700730" y="13210"/>
                  </a:lnTo>
                  <a:lnTo>
                    <a:pt x="716518" y="13507"/>
                  </a:lnTo>
                  <a:lnTo>
                    <a:pt x="731806" y="13796"/>
                  </a:lnTo>
                  <a:lnTo>
                    <a:pt x="746622" y="14075"/>
                  </a:lnTo>
                  <a:lnTo>
                    <a:pt x="760997" y="14346"/>
                  </a:lnTo>
                  <a:lnTo>
                    <a:pt x="774954" y="14609"/>
                  </a:lnTo>
                  <a:lnTo>
                    <a:pt x="788519" y="14865"/>
                  </a:lnTo>
                  <a:lnTo>
                    <a:pt x="801712" y="15113"/>
                  </a:lnTo>
                  <a:lnTo>
                    <a:pt x="814553" y="15355"/>
                  </a:lnTo>
                  <a:lnTo>
                    <a:pt x="827060" y="15591"/>
                  </a:lnTo>
                  <a:lnTo>
                    <a:pt x="839251" y="15821"/>
                  </a:lnTo>
                  <a:lnTo>
                    <a:pt x="851140" y="16045"/>
                  </a:lnTo>
                  <a:lnTo>
                    <a:pt x="862743" y="16264"/>
                  </a:lnTo>
                  <a:lnTo>
                    <a:pt x="874073" y="16478"/>
                  </a:lnTo>
                  <a:lnTo>
                    <a:pt x="885143" y="16686"/>
                  </a:lnTo>
                  <a:lnTo>
                    <a:pt x="895964" y="16890"/>
                  </a:lnTo>
                  <a:lnTo>
                    <a:pt x="906547" y="17090"/>
                  </a:lnTo>
                  <a:lnTo>
                    <a:pt x="916902" y="17285"/>
                  </a:lnTo>
                  <a:lnTo>
                    <a:pt x="927040" y="17476"/>
                  </a:lnTo>
                  <a:lnTo>
                    <a:pt x="936968" y="17663"/>
                  </a:lnTo>
                  <a:lnTo>
                    <a:pt x="946696" y="17847"/>
                  </a:lnTo>
                  <a:lnTo>
                    <a:pt x="956231" y="18026"/>
                  </a:lnTo>
                  <a:lnTo>
                    <a:pt x="965581" y="18203"/>
                  </a:lnTo>
                  <a:lnTo>
                    <a:pt x="974753" y="18376"/>
                  </a:lnTo>
                  <a:lnTo>
                    <a:pt x="983753" y="18545"/>
                  </a:lnTo>
                  <a:lnTo>
                    <a:pt x="992588" y="18712"/>
                  </a:lnTo>
                  <a:lnTo>
                    <a:pt x="1001264" y="1887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62616" y="46388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62616" y="43430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662616" y="40471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576102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09477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642853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676228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573276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06652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640027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673403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3102049" y="5475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3058122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3102049" y="5712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3058122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3553930" y="5475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3510003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3553930" y="5712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510003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4000142" y="5475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3956215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4000142" y="5712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3956215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35107" y="5475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4391180" y="5503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435107" y="5712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4391180" y="5740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881319" y="5475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4837392" y="5503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881319" y="5712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4837392" y="5740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2026-07-20T11:46:23Z</dcterms:modified>
  <cp:category/>
</cp:coreProperties>
</file>