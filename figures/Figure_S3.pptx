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5112000"/>
            <a:chOff x="914400" y="914400"/>
            <a:chExt cx="6120000" cy="5112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034400" y="914400"/>
              <a:ext cx="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83989" y="983989"/>
              <a:ext cx="1694663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678652" y="983989"/>
              <a:ext cx="1428719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4107371" y="983989"/>
              <a:ext cx="1428719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5536091" y="983989"/>
              <a:ext cx="1428719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83989" y="2312723"/>
              <a:ext cx="1694663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678652" y="2312723"/>
              <a:ext cx="1428719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4107371" y="2312723"/>
              <a:ext cx="1428719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983989" y="3641457"/>
              <a:ext cx="1694663" cy="231535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2678652" y="3641457"/>
              <a:ext cx="1428719" cy="231535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4107371" y="3641457"/>
              <a:ext cx="1428719" cy="231535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5536091" y="3641457"/>
              <a:ext cx="1428719" cy="231535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1404926" y="1287054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435743" y="187548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434568" y="173971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429783" y="180543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428999" y="160566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471162" y="209008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432205" y="179322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439237" y="195322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435396" y="185740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468911" y="169796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465260" y="181244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762539" y="173234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789276" y="164504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804980" y="163173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788189" y="183041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804310" y="179023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806988" y="169247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799486" y="176736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805841" y="191401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762345" y="185916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799633" y="161081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797076" y="163268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802700" y="181218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794304" y="186108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800816" y="195421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800524" y="185354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772431" y="173936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771910" y="184808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763330" y="174990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135539" y="173143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106705" y="175712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105092" y="1873698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117228" y="165765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126659" y="174983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33601" y="176395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139753" y="179564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117025" y="175076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111719" y="183809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108191" y="152496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130665" y="158774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136748" y="156645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121069" y="153659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111115" y="173416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127723" y="170269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136650" y="163284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098269" y="186475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095611" y="177210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095623" y="173104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133433" y="167586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438371" y="163186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448458" y="166779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2466656" y="182599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2444028" y="168465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2444832" y="180168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428788" y="187248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2453178" y="174171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436283" y="172626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2434915" y="168330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444263" y="180038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446226" y="169862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428175" y="136030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466941" y="180955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471542" y="143352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443697" y="174483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455701" y="155533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468885" y="153196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433542" y="154484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2460848" y="178971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469087" y="166410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468306" y="176964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471908" y="170938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427695" y="145787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438758" y="129855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1480181" y="1759178"/>
              <a:ext cx="998750" cy="105496"/>
            </a:xfrm>
            <a:custGeom>
              <a:avLst/>
              <a:pathLst>
                <a:path w="998750" h="105496">
                  <a:moveTo>
                    <a:pt x="0" y="105496"/>
                  </a:moveTo>
                  <a:lnTo>
                    <a:pt x="64134" y="98722"/>
                  </a:lnTo>
                  <a:lnTo>
                    <a:pt x="120705" y="92746"/>
                  </a:lnTo>
                  <a:lnTo>
                    <a:pt x="171310" y="87401"/>
                  </a:lnTo>
                  <a:lnTo>
                    <a:pt x="217087" y="82566"/>
                  </a:lnTo>
                  <a:lnTo>
                    <a:pt x="258878" y="78151"/>
                  </a:lnTo>
                  <a:lnTo>
                    <a:pt x="297323" y="74090"/>
                  </a:lnTo>
                  <a:lnTo>
                    <a:pt x="332916" y="70331"/>
                  </a:lnTo>
                  <a:lnTo>
                    <a:pt x="366054" y="66830"/>
                  </a:lnTo>
                  <a:lnTo>
                    <a:pt x="397051" y="63556"/>
                  </a:lnTo>
                  <a:lnTo>
                    <a:pt x="426169" y="60481"/>
                  </a:lnTo>
                  <a:lnTo>
                    <a:pt x="453622" y="57581"/>
                  </a:lnTo>
                  <a:lnTo>
                    <a:pt x="479591" y="54838"/>
                  </a:lnTo>
                  <a:lnTo>
                    <a:pt x="504227" y="52235"/>
                  </a:lnTo>
                  <a:lnTo>
                    <a:pt x="527660" y="49760"/>
                  </a:lnTo>
                  <a:lnTo>
                    <a:pt x="550004" y="47400"/>
                  </a:lnTo>
                  <a:lnTo>
                    <a:pt x="571354" y="45145"/>
                  </a:lnTo>
                  <a:lnTo>
                    <a:pt x="591795" y="42986"/>
                  </a:lnTo>
                  <a:lnTo>
                    <a:pt x="611402" y="40915"/>
                  </a:lnTo>
                  <a:lnTo>
                    <a:pt x="630240" y="38925"/>
                  </a:lnTo>
                  <a:lnTo>
                    <a:pt x="648366" y="37010"/>
                  </a:lnTo>
                  <a:lnTo>
                    <a:pt x="665833" y="35165"/>
                  </a:lnTo>
                  <a:lnTo>
                    <a:pt x="682688" y="33385"/>
                  </a:lnTo>
                  <a:lnTo>
                    <a:pt x="698971" y="31665"/>
                  </a:lnTo>
                  <a:lnTo>
                    <a:pt x="714719" y="30001"/>
                  </a:lnTo>
                  <a:lnTo>
                    <a:pt x="729968" y="28391"/>
                  </a:lnTo>
                  <a:lnTo>
                    <a:pt x="744748" y="26829"/>
                  </a:lnTo>
                  <a:lnTo>
                    <a:pt x="759086" y="25315"/>
                  </a:lnTo>
                  <a:lnTo>
                    <a:pt x="773009" y="23844"/>
                  </a:lnTo>
                  <a:lnTo>
                    <a:pt x="786539" y="22415"/>
                  </a:lnTo>
                  <a:lnTo>
                    <a:pt x="799699" y="21025"/>
                  </a:lnTo>
                  <a:lnTo>
                    <a:pt x="812508" y="19672"/>
                  </a:lnTo>
                  <a:lnTo>
                    <a:pt x="824983" y="18354"/>
                  </a:lnTo>
                  <a:lnTo>
                    <a:pt x="837144" y="17070"/>
                  </a:lnTo>
                  <a:lnTo>
                    <a:pt x="849003" y="15817"/>
                  </a:lnTo>
                  <a:lnTo>
                    <a:pt x="860577" y="14595"/>
                  </a:lnTo>
                  <a:lnTo>
                    <a:pt x="871879" y="13401"/>
                  </a:lnTo>
                  <a:lnTo>
                    <a:pt x="882921" y="12234"/>
                  </a:lnTo>
                  <a:lnTo>
                    <a:pt x="893714" y="11094"/>
                  </a:lnTo>
                  <a:lnTo>
                    <a:pt x="904271" y="9979"/>
                  </a:lnTo>
                  <a:lnTo>
                    <a:pt x="914600" y="8888"/>
                  </a:lnTo>
                  <a:lnTo>
                    <a:pt x="924712" y="7820"/>
                  </a:lnTo>
                  <a:lnTo>
                    <a:pt x="934616" y="6774"/>
                  </a:lnTo>
                  <a:lnTo>
                    <a:pt x="944319" y="5749"/>
                  </a:lnTo>
                  <a:lnTo>
                    <a:pt x="953830" y="4744"/>
                  </a:lnTo>
                  <a:lnTo>
                    <a:pt x="963157" y="3759"/>
                  </a:lnTo>
                  <a:lnTo>
                    <a:pt x="972305" y="2793"/>
                  </a:lnTo>
                  <a:lnTo>
                    <a:pt x="981283" y="1845"/>
                  </a:lnTo>
                  <a:lnTo>
                    <a:pt x="990096" y="914"/>
                  </a:lnTo>
                  <a:lnTo>
                    <a:pt x="998750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480181" y="1555326"/>
              <a:ext cx="998750" cy="237478"/>
            </a:xfrm>
            <a:custGeom>
              <a:avLst/>
              <a:pathLst>
                <a:path w="998750" h="237478">
                  <a:moveTo>
                    <a:pt x="0" y="237478"/>
                  </a:moveTo>
                  <a:lnTo>
                    <a:pt x="64134" y="222228"/>
                  </a:lnTo>
                  <a:lnTo>
                    <a:pt x="120705" y="208777"/>
                  </a:lnTo>
                  <a:lnTo>
                    <a:pt x="171310" y="196744"/>
                  </a:lnTo>
                  <a:lnTo>
                    <a:pt x="217087" y="185860"/>
                  </a:lnTo>
                  <a:lnTo>
                    <a:pt x="258878" y="175923"/>
                  </a:lnTo>
                  <a:lnTo>
                    <a:pt x="297323" y="166782"/>
                  </a:lnTo>
                  <a:lnTo>
                    <a:pt x="332916" y="158318"/>
                  </a:lnTo>
                  <a:lnTo>
                    <a:pt x="366054" y="150439"/>
                  </a:lnTo>
                  <a:lnTo>
                    <a:pt x="397051" y="143069"/>
                  </a:lnTo>
                  <a:lnTo>
                    <a:pt x="426169" y="136145"/>
                  </a:lnTo>
                  <a:lnTo>
                    <a:pt x="453622" y="129617"/>
                  </a:lnTo>
                  <a:lnTo>
                    <a:pt x="479591" y="123443"/>
                  </a:lnTo>
                  <a:lnTo>
                    <a:pt x="504227" y="117585"/>
                  </a:lnTo>
                  <a:lnTo>
                    <a:pt x="527660" y="112013"/>
                  </a:lnTo>
                  <a:lnTo>
                    <a:pt x="550004" y="106700"/>
                  </a:lnTo>
                  <a:lnTo>
                    <a:pt x="571354" y="101624"/>
                  </a:lnTo>
                  <a:lnTo>
                    <a:pt x="591795" y="96763"/>
                  </a:lnTo>
                  <a:lnTo>
                    <a:pt x="611402" y="92101"/>
                  </a:lnTo>
                  <a:lnTo>
                    <a:pt x="630240" y="87622"/>
                  </a:lnTo>
                  <a:lnTo>
                    <a:pt x="648366" y="83312"/>
                  </a:lnTo>
                  <a:lnTo>
                    <a:pt x="665833" y="79159"/>
                  </a:lnTo>
                  <a:lnTo>
                    <a:pt x="682688" y="75151"/>
                  </a:lnTo>
                  <a:lnTo>
                    <a:pt x="698971" y="71280"/>
                  </a:lnTo>
                  <a:lnTo>
                    <a:pt x="714719" y="67535"/>
                  </a:lnTo>
                  <a:lnTo>
                    <a:pt x="729968" y="63909"/>
                  </a:lnTo>
                  <a:lnTo>
                    <a:pt x="744748" y="60395"/>
                  </a:lnTo>
                  <a:lnTo>
                    <a:pt x="759086" y="56986"/>
                  </a:lnTo>
                  <a:lnTo>
                    <a:pt x="773009" y="53675"/>
                  </a:lnTo>
                  <a:lnTo>
                    <a:pt x="786539" y="50458"/>
                  </a:lnTo>
                  <a:lnTo>
                    <a:pt x="799699" y="47329"/>
                  </a:lnTo>
                  <a:lnTo>
                    <a:pt x="812508" y="44283"/>
                  </a:lnTo>
                  <a:lnTo>
                    <a:pt x="824983" y="41317"/>
                  </a:lnTo>
                  <a:lnTo>
                    <a:pt x="837144" y="38426"/>
                  </a:lnTo>
                  <a:lnTo>
                    <a:pt x="849003" y="35606"/>
                  </a:lnTo>
                  <a:lnTo>
                    <a:pt x="860577" y="32854"/>
                  </a:lnTo>
                  <a:lnTo>
                    <a:pt x="871879" y="30166"/>
                  </a:lnTo>
                  <a:lnTo>
                    <a:pt x="882921" y="27541"/>
                  </a:lnTo>
                  <a:lnTo>
                    <a:pt x="893714" y="24974"/>
                  </a:lnTo>
                  <a:lnTo>
                    <a:pt x="904271" y="22464"/>
                  </a:lnTo>
                  <a:lnTo>
                    <a:pt x="914600" y="20008"/>
                  </a:lnTo>
                  <a:lnTo>
                    <a:pt x="924712" y="17604"/>
                  </a:lnTo>
                  <a:lnTo>
                    <a:pt x="934616" y="15249"/>
                  </a:lnTo>
                  <a:lnTo>
                    <a:pt x="944319" y="12942"/>
                  </a:lnTo>
                  <a:lnTo>
                    <a:pt x="953830" y="10680"/>
                  </a:lnTo>
                  <a:lnTo>
                    <a:pt x="963157" y="8463"/>
                  </a:lnTo>
                  <a:lnTo>
                    <a:pt x="972305" y="6287"/>
                  </a:lnTo>
                  <a:lnTo>
                    <a:pt x="981283" y="4153"/>
                  </a:lnTo>
                  <a:lnTo>
                    <a:pt x="990096" y="2057"/>
                  </a:lnTo>
                  <a:lnTo>
                    <a:pt x="998750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480181" y="1806214"/>
              <a:ext cx="998750" cy="53245"/>
            </a:xfrm>
            <a:custGeom>
              <a:avLst/>
              <a:pathLst>
                <a:path w="998750" h="53245">
                  <a:moveTo>
                    <a:pt x="0" y="53245"/>
                  </a:moveTo>
                  <a:lnTo>
                    <a:pt x="64134" y="49826"/>
                  </a:lnTo>
                  <a:lnTo>
                    <a:pt x="120705" y="46810"/>
                  </a:lnTo>
                  <a:lnTo>
                    <a:pt x="171310" y="44112"/>
                  </a:lnTo>
                  <a:lnTo>
                    <a:pt x="217087" y="41672"/>
                  </a:lnTo>
                  <a:lnTo>
                    <a:pt x="258878" y="39444"/>
                  </a:lnTo>
                  <a:lnTo>
                    <a:pt x="297323" y="37394"/>
                  </a:lnTo>
                  <a:lnTo>
                    <a:pt x="332916" y="35497"/>
                  </a:lnTo>
                  <a:lnTo>
                    <a:pt x="366054" y="33730"/>
                  </a:lnTo>
                  <a:lnTo>
                    <a:pt x="397051" y="32078"/>
                  </a:lnTo>
                  <a:lnTo>
                    <a:pt x="426169" y="30525"/>
                  </a:lnTo>
                  <a:lnTo>
                    <a:pt x="453622" y="29062"/>
                  </a:lnTo>
                  <a:lnTo>
                    <a:pt x="479591" y="27677"/>
                  </a:lnTo>
                  <a:lnTo>
                    <a:pt x="504227" y="26364"/>
                  </a:lnTo>
                  <a:lnTo>
                    <a:pt x="527660" y="25114"/>
                  </a:lnTo>
                  <a:lnTo>
                    <a:pt x="550004" y="23923"/>
                  </a:lnTo>
                  <a:lnTo>
                    <a:pt x="571354" y="22785"/>
                  </a:lnTo>
                  <a:lnTo>
                    <a:pt x="591795" y="21695"/>
                  </a:lnTo>
                  <a:lnTo>
                    <a:pt x="611402" y="20650"/>
                  </a:lnTo>
                  <a:lnTo>
                    <a:pt x="630240" y="19646"/>
                  </a:lnTo>
                  <a:lnTo>
                    <a:pt x="648366" y="18679"/>
                  </a:lnTo>
                  <a:lnTo>
                    <a:pt x="665833" y="17748"/>
                  </a:lnTo>
                  <a:lnTo>
                    <a:pt x="682688" y="16850"/>
                  </a:lnTo>
                  <a:lnTo>
                    <a:pt x="698971" y="15982"/>
                  </a:lnTo>
                  <a:lnTo>
                    <a:pt x="714719" y="15142"/>
                  </a:lnTo>
                  <a:lnTo>
                    <a:pt x="729968" y="14329"/>
                  </a:lnTo>
                  <a:lnTo>
                    <a:pt x="744748" y="13541"/>
                  </a:lnTo>
                  <a:lnTo>
                    <a:pt x="759086" y="12777"/>
                  </a:lnTo>
                  <a:lnTo>
                    <a:pt x="773009" y="12034"/>
                  </a:lnTo>
                  <a:lnTo>
                    <a:pt x="786539" y="11313"/>
                  </a:lnTo>
                  <a:lnTo>
                    <a:pt x="799699" y="10611"/>
                  </a:lnTo>
                  <a:lnTo>
                    <a:pt x="812508" y="9929"/>
                  </a:lnTo>
                  <a:lnTo>
                    <a:pt x="824983" y="9263"/>
                  </a:lnTo>
                  <a:lnTo>
                    <a:pt x="837144" y="8615"/>
                  </a:lnTo>
                  <a:lnTo>
                    <a:pt x="849003" y="7983"/>
                  </a:lnTo>
                  <a:lnTo>
                    <a:pt x="860577" y="7366"/>
                  </a:lnTo>
                  <a:lnTo>
                    <a:pt x="871879" y="6763"/>
                  </a:lnTo>
                  <a:lnTo>
                    <a:pt x="882921" y="6175"/>
                  </a:lnTo>
                  <a:lnTo>
                    <a:pt x="893714" y="5599"/>
                  </a:lnTo>
                  <a:lnTo>
                    <a:pt x="904271" y="5036"/>
                  </a:lnTo>
                  <a:lnTo>
                    <a:pt x="914600" y="4486"/>
                  </a:lnTo>
                  <a:lnTo>
                    <a:pt x="924712" y="3947"/>
                  </a:lnTo>
                  <a:lnTo>
                    <a:pt x="934616" y="3419"/>
                  </a:lnTo>
                  <a:lnTo>
                    <a:pt x="944319" y="2901"/>
                  </a:lnTo>
                  <a:lnTo>
                    <a:pt x="953830" y="2394"/>
                  </a:lnTo>
                  <a:lnTo>
                    <a:pt x="963157" y="1897"/>
                  </a:lnTo>
                  <a:lnTo>
                    <a:pt x="972305" y="1409"/>
                  </a:lnTo>
                  <a:lnTo>
                    <a:pt x="981283" y="931"/>
                  </a:lnTo>
                  <a:lnTo>
                    <a:pt x="990096" y="461"/>
                  </a:lnTo>
                  <a:lnTo>
                    <a:pt x="998750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480181" y="1527768"/>
              <a:ext cx="998750" cy="524515"/>
            </a:xfrm>
            <a:custGeom>
              <a:avLst/>
              <a:pathLst>
                <a:path w="998750" h="524515">
                  <a:moveTo>
                    <a:pt x="0" y="524515"/>
                  </a:moveTo>
                  <a:lnTo>
                    <a:pt x="64134" y="490833"/>
                  </a:lnTo>
                  <a:lnTo>
                    <a:pt x="120705" y="461123"/>
                  </a:lnTo>
                  <a:lnTo>
                    <a:pt x="171310" y="434548"/>
                  </a:lnTo>
                  <a:lnTo>
                    <a:pt x="217087" y="410507"/>
                  </a:lnTo>
                  <a:lnTo>
                    <a:pt x="258878" y="388559"/>
                  </a:lnTo>
                  <a:lnTo>
                    <a:pt x="297323" y="368369"/>
                  </a:lnTo>
                  <a:lnTo>
                    <a:pt x="332916" y="349676"/>
                  </a:lnTo>
                  <a:lnTo>
                    <a:pt x="366054" y="332274"/>
                  </a:lnTo>
                  <a:lnTo>
                    <a:pt x="397051" y="315995"/>
                  </a:lnTo>
                  <a:lnTo>
                    <a:pt x="426169" y="300703"/>
                  </a:lnTo>
                  <a:lnTo>
                    <a:pt x="453622" y="286285"/>
                  </a:lnTo>
                  <a:lnTo>
                    <a:pt x="479591" y="272647"/>
                  </a:lnTo>
                  <a:lnTo>
                    <a:pt x="504227" y="259709"/>
                  </a:lnTo>
                  <a:lnTo>
                    <a:pt x="527660" y="247402"/>
                  </a:lnTo>
                  <a:lnTo>
                    <a:pt x="550004" y="235668"/>
                  </a:lnTo>
                  <a:lnTo>
                    <a:pt x="571354" y="224456"/>
                  </a:lnTo>
                  <a:lnTo>
                    <a:pt x="591795" y="213721"/>
                  </a:lnTo>
                  <a:lnTo>
                    <a:pt x="611402" y="203424"/>
                  </a:lnTo>
                  <a:lnTo>
                    <a:pt x="630240" y="193531"/>
                  </a:lnTo>
                  <a:lnTo>
                    <a:pt x="648366" y="184011"/>
                  </a:lnTo>
                  <a:lnTo>
                    <a:pt x="665833" y="174838"/>
                  </a:lnTo>
                  <a:lnTo>
                    <a:pt x="682688" y="165987"/>
                  </a:lnTo>
                  <a:lnTo>
                    <a:pt x="698971" y="157435"/>
                  </a:lnTo>
                  <a:lnTo>
                    <a:pt x="714719" y="149164"/>
                  </a:lnTo>
                  <a:lnTo>
                    <a:pt x="729968" y="141156"/>
                  </a:lnTo>
                  <a:lnTo>
                    <a:pt x="744748" y="133394"/>
                  </a:lnTo>
                  <a:lnTo>
                    <a:pt x="759086" y="125864"/>
                  </a:lnTo>
                  <a:lnTo>
                    <a:pt x="773009" y="118552"/>
                  </a:lnTo>
                  <a:lnTo>
                    <a:pt x="786539" y="111447"/>
                  </a:lnTo>
                  <a:lnTo>
                    <a:pt x="799699" y="104536"/>
                  </a:lnTo>
                  <a:lnTo>
                    <a:pt x="812508" y="97809"/>
                  </a:lnTo>
                  <a:lnTo>
                    <a:pt x="824983" y="91257"/>
                  </a:lnTo>
                  <a:lnTo>
                    <a:pt x="837144" y="84871"/>
                  </a:lnTo>
                  <a:lnTo>
                    <a:pt x="849003" y="78642"/>
                  </a:lnTo>
                  <a:lnTo>
                    <a:pt x="860577" y="72564"/>
                  </a:lnTo>
                  <a:lnTo>
                    <a:pt x="871879" y="66629"/>
                  </a:lnTo>
                  <a:lnTo>
                    <a:pt x="882921" y="60830"/>
                  </a:lnTo>
                  <a:lnTo>
                    <a:pt x="893714" y="55161"/>
                  </a:lnTo>
                  <a:lnTo>
                    <a:pt x="904271" y="49617"/>
                  </a:lnTo>
                  <a:lnTo>
                    <a:pt x="914600" y="44193"/>
                  </a:lnTo>
                  <a:lnTo>
                    <a:pt x="924712" y="38882"/>
                  </a:lnTo>
                  <a:lnTo>
                    <a:pt x="934616" y="33681"/>
                  </a:lnTo>
                  <a:lnTo>
                    <a:pt x="944319" y="28585"/>
                  </a:lnTo>
                  <a:lnTo>
                    <a:pt x="953830" y="23590"/>
                  </a:lnTo>
                  <a:lnTo>
                    <a:pt x="963157" y="18692"/>
                  </a:lnTo>
                  <a:lnTo>
                    <a:pt x="972305" y="13888"/>
                  </a:lnTo>
                  <a:lnTo>
                    <a:pt x="981283" y="9173"/>
                  </a:lnTo>
                  <a:lnTo>
                    <a:pt x="990096" y="4544"/>
                  </a:lnTo>
                  <a:lnTo>
                    <a:pt x="998750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480181" y="1764439"/>
              <a:ext cx="998750" cy="83695"/>
            </a:xfrm>
            <a:custGeom>
              <a:avLst/>
              <a:pathLst>
                <a:path w="998750" h="83695">
                  <a:moveTo>
                    <a:pt x="0" y="83695"/>
                  </a:moveTo>
                  <a:lnTo>
                    <a:pt x="64134" y="78320"/>
                  </a:lnTo>
                  <a:lnTo>
                    <a:pt x="120705" y="73579"/>
                  </a:lnTo>
                  <a:lnTo>
                    <a:pt x="171310" y="69339"/>
                  </a:lnTo>
                  <a:lnTo>
                    <a:pt x="217087" y="65503"/>
                  </a:lnTo>
                  <a:lnTo>
                    <a:pt x="258878" y="62001"/>
                  </a:lnTo>
                  <a:lnTo>
                    <a:pt x="297323" y="58779"/>
                  </a:lnTo>
                  <a:lnTo>
                    <a:pt x="332916" y="55796"/>
                  </a:lnTo>
                  <a:lnTo>
                    <a:pt x="366054" y="53019"/>
                  </a:lnTo>
                  <a:lnTo>
                    <a:pt x="397051" y="50422"/>
                  </a:lnTo>
                  <a:lnTo>
                    <a:pt x="426169" y="47982"/>
                  </a:lnTo>
                  <a:lnTo>
                    <a:pt x="453622" y="45681"/>
                  </a:lnTo>
                  <a:lnTo>
                    <a:pt x="479591" y="43505"/>
                  </a:lnTo>
                  <a:lnTo>
                    <a:pt x="504227" y="41440"/>
                  </a:lnTo>
                  <a:lnTo>
                    <a:pt x="527660" y="39477"/>
                  </a:lnTo>
                  <a:lnTo>
                    <a:pt x="550004" y="37604"/>
                  </a:lnTo>
                  <a:lnTo>
                    <a:pt x="571354" y="35815"/>
                  </a:lnTo>
                  <a:lnTo>
                    <a:pt x="591795" y="34102"/>
                  </a:lnTo>
                  <a:lnTo>
                    <a:pt x="611402" y="32459"/>
                  </a:lnTo>
                  <a:lnTo>
                    <a:pt x="630240" y="30881"/>
                  </a:lnTo>
                  <a:lnTo>
                    <a:pt x="648366" y="29362"/>
                  </a:lnTo>
                  <a:lnTo>
                    <a:pt x="665833" y="27898"/>
                  </a:lnTo>
                  <a:lnTo>
                    <a:pt x="682688" y="26485"/>
                  </a:lnTo>
                  <a:lnTo>
                    <a:pt x="698971" y="25121"/>
                  </a:lnTo>
                  <a:lnTo>
                    <a:pt x="714719" y="23801"/>
                  </a:lnTo>
                  <a:lnTo>
                    <a:pt x="729968" y="22523"/>
                  </a:lnTo>
                  <a:lnTo>
                    <a:pt x="744748" y="21285"/>
                  </a:lnTo>
                  <a:lnTo>
                    <a:pt x="759086" y="20083"/>
                  </a:lnTo>
                  <a:lnTo>
                    <a:pt x="773009" y="18917"/>
                  </a:lnTo>
                  <a:lnTo>
                    <a:pt x="786539" y="17783"/>
                  </a:lnTo>
                  <a:lnTo>
                    <a:pt x="799699" y="16680"/>
                  </a:lnTo>
                  <a:lnTo>
                    <a:pt x="812508" y="15607"/>
                  </a:lnTo>
                  <a:lnTo>
                    <a:pt x="824983" y="14561"/>
                  </a:lnTo>
                  <a:lnTo>
                    <a:pt x="837144" y="13542"/>
                  </a:lnTo>
                  <a:lnTo>
                    <a:pt x="849003" y="12548"/>
                  </a:lnTo>
                  <a:lnTo>
                    <a:pt x="860577" y="11578"/>
                  </a:lnTo>
                  <a:lnTo>
                    <a:pt x="871879" y="10631"/>
                  </a:lnTo>
                  <a:lnTo>
                    <a:pt x="882921" y="9706"/>
                  </a:lnTo>
                  <a:lnTo>
                    <a:pt x="893714" y="8801"/>
                  </a:lnTo>
                  <a:lnTo>
                    <a:pt x="904271" y="7917"/>
                  </a:lnTo>
                  <a:lnTo>
                    <a:pt x="914600" y="7051"/>
                  </a:lnTo>
                  <a:lnTo>
                    <a:pt x="924712" y="6204"/>
                  </a:lnTo>
                  <a:lnTo>
                    <a:pt x="934616" y="5374"/>
                  </a:lnTo>
                  <a:lnTo>
                    <a:pt x="944319" y="4561"/>
                  </a:lnTo>
                  <a:lnTo>
                    <a:pt x="953830" y="3764"/>
                  </a:lnTo>
                  <a:lnTo>
                    <a:pt x="963157" y="2982"/>
                  </a:lnTo>
                  <a:lnTo>
                    <a:pt x="972305" y="2216"/>
                  </a:lnTo>
                  <a:lnTo>
                    <a:pt x="981283" y="1463"/>
                  </a:lnTo>
                  <a:lnTo>
                    <a:pt x="990096" y="725"/>
                  </a:lnTo>
                  <a:lnTo>
                    <a:pt x="99875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5" name="pl94"/>
            <p:cNvSpPr/>
            <p:nvPr/>
          </p:nvSpPr>
          <p:spPr>
            <a:xfrm>
              <a:off x="1480181" y="1724276"/>
              <a:ext cx="998750" cy="20340"/>
            </a:xfrm>
            <a:custGeom>
              <a:avLst/>
              <a:pathLst>
                <a:path w="998750" h="20340">
                  <a:moveTo>
                    <a:pt x="0" y="0"/>
                  </a:moveTo>
                  <a:lnTo>
                    <a:pt x="64134" y="1306"/>
                  </a:lnTo>
                  <a:lnTo>
                    <a:pt x="120705" y="2458"/>
                  </a:lnTo>
                  <a:lnTo>
                    <a:pt x="171310" y="3488"/>
                  </a:lnTo>
                  <a:lnTo>
                    <a:pt x="217087" y="4421"/>
                  </a:lnTo>
                  <a:lnTo>
                    <a:pt x="258878" y="5272"/>
                  </a:lnTo>
                  <a:lnTo>
                    <a:pt x="297323" y="6055"/>
                  </a:lnTo>
                  <a:lnTo>
                    <a:pt x="332916" y="6780"/>
                  </a:lnTo>
                  <a:lnTo>
                    <a:pt x="366054" y="7455"/>
                  </a:lnTo>
                  <a:lnTo>
                    <a:pt x="397051" y="8086"/>
                  </a:lnTo>
                  <a:lnTo>
                    <a:pt x="426169" y="8679"/>
                  </a:lnTo>
                  <a:lnTo>
                    <a:pt x="453622" y="9238"/>
                  </a:lnTo>
                  <a:lnTo>
                    <a:pt x="479591" y="9767"/>
                  </a:lnTo>
                  <a:lnTo>
                    <a:pt x="504227" y="10269"/>
                  </a:lnTo>
                  <a:lnTo>
                    <a:pt x="527660" y="10746"/>
                  </a:lnTo>
                  <a:lnTo>
                    <a:pt x="550004" y="11201"/>
                  </a:lnTo>
                  <a:lnTo>
                    <a:pt x="571354" y="11636"/>
                  </a:lnTo>
                  <a:lnTo>
                    <a:pt x="591795" y="12052"/>
                  </a:lnTo>
                  <a:lnTo>
                    <a:pt x="611402" y="12451"/>
                  </a:lnTo>
                  <a:lnTo>
                    <a:pt x="630240" y="12835"/>
                  </a:lnTo>
                  <a:lnTo>
                    <a:pt x="648366" y="13204"/>
                  </a:lnTo>
                  <a:lnTo>
                    <a:pt x="665833" y="13560"/>
                  </a:lnTo>
                  <a:lnTo>
                    <a:pt x="682688" y="13903"/>
                  </a:lnTo>
                  <a:lnTo>
                    <a:pt x="698971" y="14235"/>
                  </a:lnTo>
                  <a:lnTo>
                    <a:pt x="714719" y="14556"/>
                  </a:lnTo>
                  <a:lnTo>
                    <a:pt x="729968" y="14866"/>
                  </a:lnTo>
                  <a:lnTo>
                    <a:pt x="744748" y="15167"/>
                  </a:lnTo>
                  <a:lnTo>
                    <a:pt x="759086" y="15459"/>
                  </a:lnTo>
                  <a:lnTo>
                    <a:pt x="773009" y="15743"/>
                  </a:lnTo>
                  <a:lnTo>
                    <a:pt x="786539" y="16018"/>
                  </a:lnTo>
                  <a:lnTo>
                    <a:pt x="799699" y="16286"/>
                  </a:lnTo>
                  <a:lnTo>
                    <a:pt x="812508" y="16547"/>
                  </a:lnTo>
                  <a:lnTo>
                    <a:pt x="824983" y="16801"/>
                  </a:lnTo>
                  <a:lnTo>
                    <a:pt x="837144" y="17049"/>
                  </a:lnTo>
                  <a:lnTo>
                    <a:pt x="849003" y="17290"/>
                  </a:lnTo>
                  <a:lnTo>
                    <a:pt x="860577" y="17526"/>
                  </a:lnTo>
                  <a:lnTo>
                    <a:pt x="871879" y="17756"/>
                  </a:lnTo>
                  <a:lnTo>
                    <a:pt x="882921" y="17981"/>
                  </a:lnTo>
                  <a:lnTo>
                    <a:pt x="893714" y="18201"/>
                  </a:lnTo>
                  <a:lnTo>
                    <a:pt x="904271" y="18416"/>
                  </a:lnTo>
                  <a:lnTo>
                    <a:pt x="914600" y="18626"/>
                  </a:lnTo>
                  <a:lnTo>
                    <a:pt x="924712" y="18832"/>
                  </a:lnTo>
                  <a:lnTo>
                    <a:pt x="934616" y="19034"/>
                  </a:lnTo>
                  <a:lnTo>
                    <a:pt x="944319" y="19232"/>
                  </a:lnTo>
                  <a:lnTo>
                    <a:pt x="953830" y="19425"/>
                  </a:lnTo>
                  <a:lnTo>
                    <a:pt x="963157" y="19615"/>
                  </a:lnTo>
                  <a:lnTo>
                    <a:pt x="972305" y="19802"/>
                  </a:lnTo>
                  <a:lnTo>
                    <a:pt x="981283" y="19984"/>
                  </a:lnTo>
                  <a:lnTo>
                    <a:pt x="990096" y="20164"/>
                  </a:lnTo>
                  <a:lnTo>
                    <a:pt x="998750" y="2034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480181" y="1716697"/>
              <a:ext cx="998750" cy="100052"/>
            </a:xfrm>
            <a:custGeom>
              <a:avLst/>
              <a:pathLst>
                <a:path w="998750" h="100052">
                  <a:moveTo>
                    <a:pt x="0" y="100052"/>
                  </a:moveTo>
                  <a:lnTo>
                    <a:pt x="64134" y="93627"/>
                  </a:lnTo>
                  <a:lnTo>
                    <a:pt x="120705" y="87960"/>
                  </a:lnTo>
                  <a:lnTo>
                    <a:pt x="171310" y="82891"/>
                  </a:lnTo>
                  <a:lnTo>
                    <a:pt x="217087" y="78305"/>
                  </a:lnTo>
                  <a:lnTo>
                    <a:pt x="258878" y="74118"/>
                  </a:lnTo>
                  <a:lnTo>
                    <a:pt x="297323" y="70267"/>
                  </a:lnTo>
                  <a:lnTo>
                    <a:pt x="332916" y="66701"/>
                  </a:lnTo>
                  <a:lnTo>
                    <a:pt x="366054" y="63382"/>
                  </a:lnTo>
                  <a:lnTo>
                    <a:pt x="397051" y="60276"/>
                  </a:lnTo>
                  <a:lnTo>
                    <a:pt x="426169" y="57359"/>
                  </a:lnTo>
                  <a:lnTo>
                    <a:pt x="453622" y="54609"/>
                  </a:lnTo>
                  <a:lnTo>
                    <a:pt x="479591" y="52008"/>
                  </a:lnTo>
                  <a:lnTo>
                    <a:pt x="504227" y="49540"/>
                  </a:lnTo>
                  <a:lnTo>
                    <a:pt x="527660" y="47192"/>
                  </a:lnTo>
                  <a:lnTo>
                    <a:pt x="550004" y="44954"/>
                  </a:lnTo>
                  <a:lnTo>
                    <a:pt x="571354" y="42815"/>
                  </a:lnTo>
                  <a:lnTo>
                    <a:pt x="591795" y="40767"/>
                  </a:lnTo>
                  <a:lnTo>
                    <a:pt x="611402" y="38803"/>
                  </a:lnTo>
                  <a:lnTo>
                    <a:pt x="630240" y="36916"/>
                  </a:lnTo>
                  <a:lnTo>
                    <a:pt x="648366" y="35100"/>
                  </a:lnTo>
                  <a:lnTo>
                    <a:pt x="665833" y="33350"/>
                  </a:lnTo>
                  <a:lnTo>
                    <a:pt x="682688" y="31662"/>
                  </a:lnTo>
                  <a:lnTo>
                    <a:pt x="698971" y="30031"/>
                  </a:lnTo>
                  <a:lnTo>
                    <a:pt x="714719" y="28453"/>
                  </a:lnTo>
                  <a:lnTo>
                    <a:pt x="729968" y="26925"/>
                  </a:lnTo>
                  <a:lnTo>
                    <a:pt x="744748" y="25445"/>
                  </a:lnTo>
                  <a:lnTo>
                    <a:pt x="759086" y="24008"/>
                  </a:lnTo>
                  <a:lnTo>
                    <a:pt x="773009" y="22614"/>
                  </a:lnTo>
                  <a:lnTo>
                    <a:pt x="786539" y="21258"/>
                  </a:lnTo>
                  <a:lnTo>
                    <a:pt x="799699" y="19940"/>
                  </a:lnTo>
                  <a:lnTo>
                    <a:pt x="812508" y="18657"/>
                  </a:lnTo>
                  <a:lnTo>
                    <a:pt x="824983" y="17407"/>
                  </a:lnTo>
                  <a:lnTo>
                    <a:pt x="837144" y="16189"/>
                  </a:lnTo>
                  <a:lnTo>
                    <a:pt x="849003" y="15001"/>
                  </a:lnTo>
                  <a:lnTo>
                    <a:pt x="860577" y="13841"/>
                  </a:lnTo>
                  <a:lnTo>
                    <a:pt x="871879" y="12709"/>
                  </a:lnTo>
                  <a:lnTo>
                    <a:pt x="882921" y="11603"/>
                  </a:lnTo>
                  <a:lnTo>
                    <a:pt x="893714" y="10522"/>
                  </a:lnTo>
                  <a:lnTo>
                    <a:pt x="904271" y="9464"/>
                  </a:lnTo>
                  <a:lnTo>
                    <a:pt x="914600" y="8429"/>
                  </a:lnTo>
                  <a:lnTo>
                    <a:pt x="924712" y="7416"/>
                  </a:lnTo>
                  <a:lnTo>
                    <a:pt x="934616" y="6424"/>
                  </a:lnTo>
                  <a:lnTo>
                    <a:pt x="944319" y="5452"/>
                  </a:lnTo>
                  <a:lnTo>
                    <a:pt x="953830" y="4500"/>
                  </a:lnTo>
                  <a:lnTo>
                    <a:pt x="963157" y="3565"/>
                  </a:lnTo>
                  <a:lnTo>
                    <a:pt x="972305" y="2649"/>
                  </a:lnTo>
                  <a:lnTo>
                    <a:pt x="981283" y="1749"/>
                  </a:lnTo>
                  <a:lnTo>
                    <a:pt x="990096" y="866"/>
                  </a:lnTo>
                  <a:lnTo>
                    <a:pt x="998750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480181" y="1567569"/>
              <a:ext cx="998750" cy="369233"/>
            </a:xfrm>
            <a:custGeom>
              <a:avLst/>
              <a:pathLst>
                <a:path w="998750" h="369233">
                  <a:moveTo>
                    <a:pt x="0" y="369233"/>
                  </a:moveTo>
                  <a:lnTo>
                    <a:pt x="64134" y="345522"/>
                  </a:lnTo>
                  <a:lnTo>
                    <a:pt x="120705" y="324608"/>
                  </a:lnTo>
                  <a:lnTo>
                    <a:pt x="171310" y="305900"/>
                  </a:lnTo>
                  <a:lnTo>
                    <a:pt x="217087" y="288977"/>
                  </a:lnTo>
                  <a:lnTo>
                    <a:pt x="258878" y="273527"/>
                  </a:lnTo>
                  <a:lnTo>
                    <a:pt x="297323" y="259314"/>
                  </a:lnTo>
                  <a:lnTo>
                    <a:pt x="332916" y="246155"/>
                  </a:lnTo>
                  <a:lnTo>
                    <a:pt x="366054" y="233904"/>
                  </a:lnTo>
                  <a:lnTo>
                    <a:pt x="397051" y="222445"/>
                  </a:lnTo>
                  <a:lnTo>
                    <a:pt x="426169" y="211680"/>
                  </a:lnTo>
                  <a:lnTo>
                    <a:pt x="453622" y="201531"/>
                  </a:lnTo>
                  <a:lnTo>
                    <a:pt x="479591" y="191930"/>
                  </a:lnTo>
                  <a:lnTo>
                    <a:pt x="504227" y="182822"/>
                  </a:lnTo>
                  <a:lnTo>
                    <a:pt x="527660" y="174159"/>
                  </a:lnTo>
                  <a:lnTo>
                    <a:pt x="550004" y="165899"/>
                  </a:lnTo>
                  <a:lnTo>
                    <a:pt x="571354" y="158006"/>
                  </a:lnTo>
                  <a:lnTo>
                    <a:pt x="591795" y="150449"/>
                  </a:lnTo>
                  <a:lnTo>
                    <a:pt x="611402" y="143200"/>
                  </a:lnTo>
                  <a:lnTo>
                    <a:pt x="630240" y="136236"/>
                  </a:lnTo>
                  <a:lnTo>
                    <a:pt x="648366" y="129535"/>
                  </a:lnTo>
                  <a:lnTo>
                    <a:pt x="665833" y="123077"/>
                  </a:lnTo>
                  <a:lnTo>
                    <a:pt x="682688" y="116846"/>
                  </a:lnTo>
                  <a:lnTo>
                    <a:pt x="698971" y="110827"/>
                  </a:lnTo>
                  <a:lnTo>
                    <a:pt x="714719" y="105004"/>
                  </a:lnTo>
                  <a:lnTo>
                    <a:pt x="729968" y="99367"/>
                  </a:lnTo>
                  <a:lnTo>
                    <a:pt x="744748" y="93903"/>
                  </a:lnTo>
                  <a:lnTo>
                    <a:pt x="759086" y="88602"/>
                  </a:lnTo>
                  <a:lnTo>
                    <a:pt x="773009" y="83455"/>
                  </a:lnTo>
                  <a:lnTo>
                    <a:pt x="786539" y="78453"/>
                  </a:lnTo>
                  <a:lnTo>
                    <a:pt x="799699" y="73588"/>
                  </a:lnTo>
                  <a:lnTo>
                    <a:pt x="812508" y="68853"/>
                  </a:lnTo>
                  <a:lnTo>
                    <a:pt x="824983" y="64240"/>
                  </a:lnTo>
                  <a:lnTo>
                    <a:pt x="837144" y="59745"/>
                  </a:lnTo>
                  <a:lnTo>
                    <a:pt x="849003" y="55360"/>
                  </a:lnTo>
                  <a:lnTo>
                    <a:pt x="860577" y="51081"/>
                  </a:lnTo>
                  <a:lnTo>
                    <a:pt x="871879" y="46903"/>
                  </a:lnTo>
                  <a:lnTo>
                    <a:pt x="882921" y="42821"/>
                  </a:lnTo>
                  <a:lnTo>
                    <a:pt x="893714" y="38831"/>
                  </a:lnTo>
                  <a:lnTo>
                    <a:pt x="904271" y="34928"/>
                  </a:lnTo>
                  <a:lnTo>
                    <a:pt x="914600" y="31109"/>
                  </a:lnTo>
                  <a:lnTo>
                    <a:pt x="924712" y="27371"/>
                  </a:lnTo>
                  <a:lnTo>
                    <a:pt x="934616" y="23710"/>
                  </a:lnTo>
                  <a:lnTo>
                    <a:pt x="944319" y="20123"/>
                  </a:lnTo>
                  <a:lnTo>
                    <a:pt x="953830" y="16606"/>
                  </a:lnTo>
                  <a:lnTo>
                    <a:pt x="963157" y="13158"/>
                  </a:lnTo>
                  <a:lnTo>
                    <a:pt x="972305" y="9776"/>
                  </a:lnTo>
                  <a:lnTo>
                    <a:pt x="981283" y="6457"/>
                  </a:lnTo>
                  <a:lnTo>
                    <a:pt x="990096" y="3199"/>
                  </a:lnTo>
                  <a:lnTo>
                    <a:pt x="998750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1480181" y="1629629"/>
              <a:ext cx="998750" cy="272529"/>
            </a:xfrm>
            <a:custGeom>
              <a:avLst/>
              <a:pathLst>
                <a:path w="998750" h="272529">
                  <a:moveTo>
                    <a:pt x="0" y="272529"/>
                  </a:moveTo>
                  <a:lnTo>
                    <a:pt x="64134" y="255029"/>
                  </a:lnTo>
                  <a:lnTo>
                    <a:pt x="120705" y="239592"/>
                  </a:lnTo>
                  <a:lnTo>
                    <a:pt x="171310" y="225784"/>
                  </a:lnTo>
                  <a:lnTo>
                    <a:pt x="217087" y="213293"/>
                  </a:lnTo>
                  <a:lnTo>
                    <a:pt x="258878" y="201889"/>
                  </a:lnTo>
                  <a:lnTo>
                    <a:pt x="297323" y="191399"/>
                  </a:lnTo>
                  <a:lnTo>
                    <a:pt x="332916" y="181686"/>
                  </a:lnTo>
                  <a:lnTo>
                    <a:pt x="366054" y="172644"/>
                  </a:lnTo>
                  <a:lnTo>
                    <a:pt x="397051" y="164186"/>
                  </a:lnTo>
                  <a:lnTo>
                    <a:pt x="426169" y="156240"/>
                  </a:lnTo>
                  <a:lnTo>
                    <a:pt x="453622" y="148749"/>
                  </a:lnTo>
                  <a:lnTo>
                    <a:pt x="479591" y="141663"/>
                  </a:lnTo>
                  <a:lnTo>
                    <a:pt x="504227" y="134941"/>
                  </a:lnTo>
                  <a:lnTo>
                    <a:pt x="527660" y="128546"/>
                  </a:lnTo>
                  <a:lnTo>
                    <a:pt x="550004" y="122449"/>
                  </a:lnTo>
                  <a:lnTo>
                    <a:pt x="571354" y="116623"/>
                  </a:lnTo>
                  <a:lnTo>
                    <a:pt x="591795" y="111046"/>
                  </a:lnTo>
                  <a:lnTo>
                    <a:pt x="611402" y="105696"/>
                  </a:lnTo>
                  <a:lnTo>
                    <a:pt x="630240" y="100555"/>
                  </a:lnTo>
                  <a:lnTo>
                    <a:pt x="648366" y="95609"/>
                  </a:lnTo>
                  <a:lnTo>
                    <a:pt x="665833" y="90843"/>
                  </a:lnTo>
                  <a:lnTo>
                    <a:pt x="682688" y="86244"/>
                  </a:lnTo>
                  <a:lnTo>
                    <a:pt x="698971" y="81801"/>
                  </a:lnTo>
                  <a:lnTo>
                    <a:pt x="714719" y="77503"/>
                  </a:lnTo>
                  <a:lnTo>
                    <a:pt x="729968" y="73342"/>
                  </a:lnTo>
                  <a:lnTo>
                    <a:pt x="744748" y="69309"/>
                  </a:lnTo>
                  <a:lnTo>
                    <a:pt x="759086" y="65397"/>
                  </a:lnTo>
                  <a:lnTo>
                    <a:pt x="773009" y="61598"/>
                  </a:lnTo>
                  <a:lnTo>
                    <a:pt x="786539" y="57906"/>
                  </a:lnTo>
                  <a:lnTo>
                    <a:pt x="799699" y="54315"/>
                  </a:lnTo>
                  <a:lnTo>
                    <a:pt x="812508" y="50820"/>
                  </a:lnTo>
                  <a:lnTo>
                    <a:pt x="824983" y="47415"/>
                  </a:lnTo>
                  <a:lnTo>
                    <a:pt x="837144" y="44097"/>
                  </a:lnTo>
                  <a:lnTo>
                    <a:pt x="849003" y="40861"/>
                  </a:lnTo>
                  <a:lnTo>
                    <a:pt x="860577" y="37703"/>
                  </a:lnTo>
                  <a:lnTo>
                    <a:pt x="871879" y="34619"/>
                  </a:lnTo>
                  <a:lnTo>
                    <a:pt x="882921" y="31606"/>
                  </a:lnTo>
                  <a:lnTo>
                    <a:pt x="893714" y="28661"/>
                  </a:lnTo>
                  <a:lnTo>
                    <a:pt x="904271" y="25780"/>
                  </a:lnTo>
                  <a:lnTo>
                    <a:pt x="914600" y="22962"/>
                  </a:lnTo>
                  <a:lnTo>
                    <a:pt x="924712" y="20202"/>
                  </a:lnTo>
                  <a:lnTo>
                    <a:pt x="934616" y="17500"/>
                  </a:lnTo>
                  <a:lnTo>
                    <a:pt x="944319" y="14852"/>
                  </a:lnTo>
                  <a:lnTo>
                    <a:pt x="953830" y="12257"/>
                  </a:lnTo>
                  <a:lnTo>
                    <a:pt x="963157" y="9712"/>
                  </a:lnTo>
                  <a:lnTo>
                    <a:pt x="972305" y="7216"/>
                  </a:lnTo>
                  <a:lnTo>
                    <a:pt x="981283" y="4766"/>
                  </a:lnTo>
                  <a:lnTo>
                    <a:pt x="990096" y="2361"/>
                  </a:lnTo>
                  <a:lnTo>
                    <a:pt x="998750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1480181" y="1785023"/>
              <a:ext cx="998750" cy="34718"/>
            </a:xfrm>
            <a:custGeom>
              <a:avLst/>
              <a:pathLst>
                <a:path w="998750" h="34718">
                  <a:moveTo>
                    <a:pt x="0" y="0"/>
                  </a:moveTo>
                  <a:lnTo>
                    <a:pt x="64134" y="2229"/>
                  </a:lnTo>
                  <a:lnTo>
                    <a:pt x="120705" y="4195"/>
                  </a:lnTo>
                  <a:lnTo>
                    <a:pt x="171310" y="5955"/>
                  </a:lnTo>
                  <a:lnTo>
                    <a:pt x="217087" y="7546"/>
                  </a:lnTo>
                  <a:lnTo>
                    <a:pt x="258878" y="8999"/>
                  </a:lnTo>
                  <a:lnTo>
                    <a:pt x="297323" y="10335"/>
                  </a:lnTo>
                  <a:lnTo>
                    <a:pt x="332916" y="11572"/>
                  </a:lnTo>
                  <a:lnTo>
                    <a:pt x="366054" y="12724"/>
                  </a:lnTo>
                  <a:lnTo>
                    <a:pt x="397051" y="13802"/>
                  </a:lnTo>
                  <a:lnTo>
                    <a:pt x="426169" y="14814"/>
                  </a:lnTo>
                  <a:lnTo>
                    <a:pt x="453622" y="15768"/>
                  </a:lnTo>
                  <a:lnTo>
                    <a:pt x="479591" y="16671"/>
                  </a:lnTo>
                  <a:lnTo>
                    <a:pt x="504227" y="17527"/>
                  </a:lnTo>
                  <a:lnTo>
                    <a:pt x="527660" y="18342"/>
                  </a:lnTo>
                  <a:lnTo>
                    <a:pt x="550004" y="19119"/>
                  </a:lnTo>
                  <a:lnTo>
                    <a:pt x="571354" y="19861"/>
                  </a:lnTo>
                  <a:lnTo>
                    <a:pt x="591795" y="20571"/>
                  </a:lnTo>
                  <a:lnTo>
                    <a:pt x="611402" y="21253"/>
                  </a:lnTo>
                  <a:lnTo>
                    <a:pt x="630240" y="21908"/>
                  </a:lnTo>
                  <a:lnTo>
                    <a:pt x="648366" y="22538"/>
                  </a:lnTo>
                  <a:lnTo>
                    <a:pt x="665833" y="23145"/>
                  </a:lnTo>
                  <a:lnTo>
                    <a:pt x="682688" y="23731"/>
                  </a:lnTo>
                  <a:lnTo>
                    <a:pt x="698971" y="24297"/>
                  </a:lnTo>
                  <a:lnTo>
                    <a:pt x="714719" y="24844"/>
                  </a:lnTo>
                  <a:lnTo>
                    <a:pt x="729968" y="25375"/>
                  </a:lnTo>
                  <a:lnTo>
                    <a:pt x="744748" y="25888"/>
                  </a:lnTo>
                  <a:lnTo>
                    <a:pt x="759086" y="26387"/>
                  </a:lnTo>
                  <a:lnTo>
                    <a:pt x="773009" y="26871"/>
                  </a:lnTo>
                  <a:lnTo>
                    <a:pt x="786539" y="27341"/>
                  </a:lnTo>
                  <a:lnTo>
                    <a:pt x="799699" y="27798"/>
                  </a:lnTo>
                  <a:lnTo>
                    <a:pt x="812508" y="28244"/>
                  </a:lnTo>
                  <a:lnTo>
                    <a:pt x="824983" y="28677"/>
                  </a:lnTo>
                  <a:lnTo>
                    <a:pt x="837144" y="29100"/>
                  </a:lnTo>
                  <a:lnTo>
                    <a:pt x="849003" y="29512"/>
                  </a:lnTo>
                  <a:lnTo>
                    <a:pt x="860577" y="29915"/>
                  </a:lnTo>
                  <a:lnTo>
                    <a:pt x="871879" y="30308"/>
                  </a:lnTo>
                  <a:lnTo>
                    <a:pt x="882921" y="30691"/>
                  </a:lnTo>
                  <a:lnTo>
                    <a:pt x="893714" y="31067"/>
                  </a:lnTo>
                  <a:lnTo>
                    <a:pt x="904271" y="31434"/>
                  </a:lnTo>
                  <a:lnTo>
                    <a:pt x="914600" y="31793"/>
                  </a:lnTo>
                  <a:lnTo>
                    <a:pt x="924712" y="32144"/>
                  </a:lnTo>
                  <a:lnTo>
                    <a:pt x="934616" y="32488"/>
                  </a:lnTo>
                  <a:lnTo>
                    <a:pt x="944319" y="32826"/>
                  </a:lnTo>
                  <a:lnTo>
                    <a:pt x="953830" y="33156"/>
                  </a:lnTo>
                  <a:lnTo>
                    <a:pt x="963157" y="33481"/>
                  </a:lnTo>
                  <a:lnTo>
                    <a:pt x="972305" y="33799"/>
                  </a:lnTo>
                  <a:lnTo>
                    <a:pt x="981283" y="34111"/>
                  </a:lnTo>
                  <a:lnTo>
                    <a:pt x="990096" y="34417"/>
                  </a:lnTo>
                  <a:lnTo>
                    <a:pt x="998750" y="34718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0" name="rc99"/>
            <p:cNvSpPr/>
            <p:nvPr/>
          </p:nvSpPr>
          <p:spPr>
            <a:xfrm>
              <a:off x="1404926" y="1287054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404926" y="1287054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tx101"/>
            <p:cNvSpPr/>
            <p:nvPr/>
          </p:nvSpPr>
          <p:spPr>
            <a:xfrm rot="-5400000">
              <a:off x="1235360" y="2089508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103" name="tx102"/>
            <p:cNvSpPr/>
            <p:nvPr/>
          </p:nvSpPr>
          <p:spPr>
            <a:xfrm rot="-5400000">
              <a:off x="1235360" y="1884460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104" name="tx103"/>
            <p:cNvSpPr/>
            <p:nvPr/>
          </p:nvSpPr>
          <p:spPr>
            <a:xfrm rot="-5400000">
              <a:off x="1235360" y="167941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105" name="tx104"/>
            <p:cNvSpPr/>
            <p:nvPr/>
          </p:nvSpPr>
          <p:spPr>
            <a:xfrm rot="-5400000">
              <a:off x="1235360" y="147436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106" name="tx105"/>
            <p:cNvSpPr/>
            <p:nvPr/>
          </p:nvSpPr>
          <p:spPr>
            <a:xfrm rot="-5400000">
              <a:off x="1235360" y="126931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107" name="pl106"/>
            <p:cNvSpPr/>
            <p:nvPr/>
          </p:nvSpPr>
          <p:spPr>
            <a:xfrm>
              <a:off x="1376458" y="212594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1376458" y="192089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1376458" y="171585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1376458" y="151080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1376458" y="130575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1"/>
            <p:cNvSpPr/>
            <p:nvPr/>
          </p:nvSpPr>
          <p:spPr>
            <a:xfrm>
              <a:off x="1404926" y="2157729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2"/>
            <p:cNvSpPr/>
            <p:nvPr/>
          </p:nvSpPr>
          <p:spPr>
            <a:xfrm>
              <a:off x="1480181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3"/>
            <p:cNvSpPr/>
            <p:nvPr/>
          </p:nvSpPr>
          <p:spPr>
            <a:xfrm>
              <a:off x="1813098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4"/>
            <p:cNvSpPr/>
            <p:nvPr/>
          </p:nvSpPr>
          <p:spPr>
            <a:xfrm>
              <a:off x="2146015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2478932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6"/>
            <p:cNvSpPr/>
            <p:nvPr/>
          </p:nvSpPr>
          <p:spPr>
            <a:xfrm rot="-5400000">
              <a:off x="1029178" y="1676809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118" name="tx117"/>
            <p:cNvSpPr/>
            <p:nvPr/>
          </p:nvSpPr>
          <p:spPr>
            <a:xfrm>
              <a:off x="1404926" y="1110514"/>
              <a:ext cx="46570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MLA</a:t>
              </a:r>
            </a:p>
          </p:txBody>
        </p:sp>
        <p:sp>
          <p:nvSpPr>
            <p:cNvPr id="119" name="rc118"/>
            <p:cNvSpPr/>
            <p:nvPr/>
          </p:nvSpPr>
          <p:spPr>
            <a:xfrm>
              <a:off x="2833646" y="1287054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2857718" y="183944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883518" y="183032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2858300" y="175888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890634" y="170771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888213" y="203041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900748" y="207969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2860825" y="176021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901019" y="204324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2898617" y="176047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2900242" y="163997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3204422" y="176881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3196298" y="180079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3226391" y="138502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3197731" y="175378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3197613" y="144795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3200888" y="168834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3222791" y="164442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3210892" y="183377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3231689" y="176945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3203185" y="195405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3235983" y="196504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3216562" y="190999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3207936" y="208626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3189168" y="199284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3222585" y="202645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3234635" y="189817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3193426" y="196959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3214660" y="178426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3541809" y="149063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3564545" y="183753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3565521" y="1632864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3562674" y="182391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3545198" y="169273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3537023" y="182389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3538856" y="144991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3530699" y="168704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3553374" y="174505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3523727" y="192308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3530885" y="175586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3554172" y="136871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3557415" y="164217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3525913" y="182235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3536585" y="182859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3556855" y="191842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3544106" y="206606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3569720" y="197027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3543616" y="194078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3570219" y="167262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3886686" y="163388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3877612" y="156473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3861628" y="173633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3888197" y="179678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3868212" y="209008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3887282" y="180053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3893692" y="209004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3880344" y="1746404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3900628" y="180799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3862942" y="201175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3890792" y="170588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3869425" y="129855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3893685" y="185008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3882665" y="163338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3891211" y="166531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3862824" y="156218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3868360" y="171226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3899393" y="157588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3859450" y="186268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3872750" y="168374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3883402" y="183074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3885837" y="200329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3891741" y="142715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3882440" y="162553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2906218" y="1668024"/>
              <a:ext cx="1004289" cy="122067"/>
            </a:xfrm>
            <a:custGeom>
              <a:avLst/>
              <a:pathLst>
                <a:path w="1004289" h="122067">
                  <a:moveTo>
                    <a:pt x="0" y="122067"/>
                  </a:moveTo>
                  <a:lnTo>
                    <a:pt x="64490" y="114229"/>
                  </a:lnTo>
                  <a:lnTo>
                    <a:pt x="121375" y="107315"/>
                  </a:lnTo>
                  <a:lnTo>
                    <a:pt x="172260" y="101130"/>
                  </a:lnTo>
                  <a:lnTo>
                    <a:pt x="218291" y="95535"/>
                  </a:lnTo>
                  <a:lnTo>
                    <a:pt x="260314" y="90427"/>
                  </a:lnTo>
                  <a:lnTo>
                    <a:pt x="298971" y="85728"/>
                  </a:lnTo>
                  <a:lnTo>
                    <a:pt x="334763" y="81378"/>
                  </a:lnTo>
                  <a:lnTo>
                    <a:pt x="368084" y="77328"/>
                  </a:lnTo>
                  <a:lnTo>
                    <a:pt x="399253" y="73539"/>
                  </a:lnTo>
                  <a:lnTo>
                    <a:pt x="428533" y="69981"/>
                  </a:lnTo>
                  <a:lnTo>
                    <a:pt x="456138" y="66625"/>
                  </a:lnTo>
                  <a:lnTo>
                    <a:pt x="482250" y="63451"/>
                  </a:lnTo>
                  <a:lnTo>
                    <a:pt x="507023" y="60440"/>
                  </a:lnTo>
                  <a:lnTo>
                    <a:pt x="530587" y="57576"/>
                  </a:lnTo>
                  <a:lnTo>
                    <a:pt x="553054" y="54846"/>
                  </a:lnTo>
                  <a:lnTo>
                    <a:pt x="574523" y="52236"/>
                  </a:lnTo>
                  <a:lnTo>
                    <a:pt x="595077" y="49738"/>
                  </a:lnTo>
                  <a:lnTo>
                    <a:pt x="614793" y="47341"/>
                  </a:lnTo>
                  <a:lnTo>
                    <a:pt x="633735" y="45039"/>
                  </a:lnTo>
                  <a:lnTo>
                    <a:pt x="651962" y="42824"/>
                  </a:lnTo>
                  <a:lnTo>
                    <a:pt x="669526" y="40689"/>
                  </a:lnTo>
                  <a:lnTo>
                    <a:pt x="686474" y="38629"/>
                  </a:lnTo>
                  <a:lnTo>
                    <a:pt x="702847" y="36639"/>
                  </a:lnTo>
                  <a:lnTo>
                    <a:pt x="718683" y="34714"/>
                  </a:lnTo>
                  <a:lnTo>
                    <a:pt x="734016" y="32850"/>
                  </a:lnTo>
                  <a:lnTo>
                    <a:pt x="748878" y="31044"/>
                  </a:lnTo>
                  <a:lnTo>
                    <a:pt x="763296" y="29291"/>
                  </a:lnTo>
                  <a:lnTo>
                    <a:pt x="777296" y="27590"/>
                  </a:lnTo>
                  <a:lnTo>
                    <a:pt x="790901" y="25936"/>
                  </a:lnTo>
                  <a:lnTo>
                    <a:pt x="804134" y="24328"/>
                  </a:lnTo>
                  <a:lnTo>
                    <a:pt x="817014" y="22762"/>
                  </a:lnTo>
                  <a:lnTo>
                    <a:pt x="829559" y="21237"/>
                  </a:lnTo>
                  <a:lnTo>
                    <a:pt x="841786" y="19751"/>
                  </a:lnTo>
                  <a:lnTo>
                    <a:pt x="853712" y="18302"/>
                  </a:lnTo>
                  <a:lnTo>
                    <a:pt x="865350" y="16887"/>
                  </a:lnTo>
                  <a:lnTo>
                    <a:pt x="876714" y="15506"/>
                  </a:lnTo>
                  <a:lnTo>
                    <a:pt x="887817" y="14156"/>
                  </a:lnTo>
                  <a:lnTo>
                    <a:pt x="898671" y="12837"/>
                  </a:lnTo>
                  <a:lnTo>
                    <a:pt x="909286" y="11547"/>
                  </a:lnTo>
                  <a:lnTo>
                    <a:pt x="919672" y="10284"/>
                  </a:lnTo>
                  <a:lnTo>
                    <a:pt x="929840" y="9048"/>
                  </a:lnTo>
                  <a:lnTo>
                    <a:pt x="939799" y="7838"/>
                  </a:lnTo>
                  <a:lnTo>
                    <a:pt x="949556" y="6652"/>
                  </a:lnTo>
                  <a:lnTo>
                    <a:pt x="959120" y="5490"/>
                  </a:lnTo>
                  <a:lnTo>
                    <a:pt x="968498" y="4350"/>
                  </a:lnTo>
                  <a:lnTo>
                    <a:pt x="977698" y="3232"/>
                  </a:lnTo>
                  <a:lnTo>
                    <a:pt x="986725" y="2134"/>
                  </a:lnTo>
                  <a:lnTo>
                    <a:pt x="995587" y="1057"/>
                  </a:lnTo>
                  <a:lnTo>
                    <a:pt x="1004289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2906218" y="1476253"/>
              <a:ext cx="1004289" cy="210007"/>
            </a:xfrm>
            <a:custGeom>
              <a:avLst/>
              <a:pathLst>
                <a:path w="1004289" h="210007">
                  <a:moveTo>
                    <a:pt x="0" y="210007"/>
                  </a:moveTo>
                  <a:lnTo>
                    <a:pt x="64490" y="196521"/>
                  </a:lnTo>
                  <a:lnTo>
                    <a:pt x="121375" y="184626"/>
                  </a:lnTo>
                  <a:lnTo>
                    <a:pt x="172260" y="173985"/>
                  </a:lnTo>
                  <a:lnTo>
                    <a:pt x="218291" y="164360"/>
                  </a:lnTo>
                  <a:lnTo>
                    <a:pt x="260314" y="155572"/>
                  </a:lnTo>
                  <a:lnTo>
                    <a:pt x="298971" y="147489"/>
                  </a:lnTo>
                  <a:lnTo>
                    <a:pt x="334763" y="140004"/>
                  </a:lnTo>
                  <a:lnTo>
                    <a:pt x="368084" y="133037"/>
                  </a:lnTo>
                  <a:lnTo>
                    <a:pt x="399253" y="126519"/>
                  </a:lnTo>
                  <a:lnTo>
                    <a:pt x="428533" y="120396"/>
                  </a:lnTo>
                  <a:lnTo>
                    <a:pt x="456138" y="114624"/>
                  </a:lnTo>
                  <a:lnTo>
                    <a:pt x="482250" y="109163"/>
                  </a:lnTo>
                  <a:lnTo>
                    <a:pt x="507023" y="103983"/>
                  </a:lnTo>
                  <a:lnTo>
                    <a:pt x="530587" y="99056"/>
                  </a:lnTo>
                  <a:lnTo>
                    <a:pt x="553054" y="94357"/>
                  </a:lnTo>
                  <a:lnTo>
                    <a:pt x="574523" y="89868"/>
                  </a:lnTo>
                  <a:lnTo>
                    <a:pt x="595077" y="85570"/>
                  </a:lnTo>
                  <a:lnTo>
                    <a:pt x="614793" y="81447"/>
                  </a:lnTo>
                  <a:lnTo>
                    <a:pt x="633735" y="77486"/>
                  </a:lnTo>
                  <a:lnTo>
                    <a:pt x="651962" y="73675"/>
                  </a:lnTo>
                  <a:lnTo>
                    <a:pt x="669526" y="70002"/>
                  </a:lnTo>
                  <a:lnTo>
                    <a:pt x="686474" y="66458"/>
                  </a:lnTo>
                  <a:lnTo>
                    <a:pt x="702847" y="63034"/>
                  </a:lnTo>
                  <a:lnTo>
                    <a:pt x="718683" y="59723"/>
                  </a:lnTo>
                  <a:lnTo>
                    <a:pt x="734016" y="56516"/>
                  </a:lnTo>
                  <a:lnTo>
                    <a:pt x="748878" y="53409"/>
                  </a:lnTo>
                  <a:lnTo>
                    <a:pt x="763296" y="50394"/>
                  </a:lnTo>
                  <a:lnTo>
                    <a:pt x="777296" y="47466"/>
                  </a:lnTo>
                  <a:lnTo>
                    <a:pt x="790901" y="44621"/>
                  </a:lnTo>
                  <a:lnTo>
                    <a:pt x="804134" y="41854"/>
                  </a:lnTo>
                  <a:lnTo>
                    <a:pt x="817014" y="39161"/>
                  </a:lnTo>
                  <a:lnTo>
                    <a:pt x="829559" y="36537"/>
                  </a:lnTo>
                  <a:lnTo>
                    <a:pt x="841786" y="33981"/>
                  </a:lnTo>
                  <a:lnTo>
                    <a:pt x="853712" y="31487"/>
                  </a:lnTo>
                  <a:lnTo>
                    <a:pt x="865350" y="29053"/>
                  </a:lnTo>
                  <a:lnTo>
                    <a:pt x="876714" y="26677"/>
                  </a:lnTo>
                  <a:lnTo>
                    <a:pt x="887817" y="24355"/>
                  </a:lnTo>
                  <a:lnTo>
                    <a:pt x="898671" y="22085"/>
                  </a:lnTo>
                  <a:lnTo>
                    <a:pt x="909286" y="19866"/>
                  </a:lnTo>
                  <a:lnTo>
                    <a:pt x="919672" y="17694"/>
                  </a:lnTo>
                  <a:lnTo>
                    <a:pt x="929840" y="15568"/>
                  </a:lnTo>
                  <a:lnTo>
                    <a:pt x="939799" y="13485"/>
                  </a:lnTo>
                  <a:lnTo>
                    <a:pt x="949556" y="11445"/>
                  </a:lnTo>
                  <a:lnTo>
                    <a:pt x="959120" y="9445"/>
                  </a:lnTo>
                  <a:lnTo>
                    <a:pt x="968498" y="7484"/>
                  </a:lnTo>
                  <a:lnTo>
                    <a:pt x="977698" y="5560"/>
                  </a:lnTo>
                  <a:lnTo>
                    <a:pt x="986725" y="3672"/>
                  </a:lnTo>
                  <a:lnTo>
                    <a:pt x="995587" y="1819"/>
                  </a:lnTo>
                  <a:lnTo>
                    <a:pt x="1004289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2906218" y="1724034"/>
              <a:ext cx="1004289" cy="37704"/>
            </a:xfrm>
            <a:custGeom>
              <a:avLst/>
              <a:pathLst>
                <a:path w="1004289" h="37704">
                  <a:moveTo>
                    <a:pt x="0" y="37704"/>
                  </a:moveTo>
                  <a:lnTo>
                    <a:pt x="64490" y="35283"/>
                  </a:lnTo>
                  <a:lnTo>
                    <a:pt x="121375" y="33148"/>
                  </a:lnTo>
                  <a:lnTo>
                    <a:pt x="172260" y="31237"/>
                  </a:lnTo>
                  <a:lnTo>
                    <a:pt x="218291" y="29509"/>
                  </a:lnTo>
                  <a:lnTo>
                    <a:pt x="260314" y="27931"/>
                  </a:lnTo>
                  <a:lnTo>
                    <a:pt x="298971" y="26480"/>
                  </a:lnTo>
                  <a:lnTo>
                    <a:pt x="334763" y="25136"/>
                  </a:lnTo>
                  <a:lnTo>
                    <a:pt x="368084" y="23885"/>
                  </a:lnTo>
                  <a:lnTo>
                    <a:pt x="399253" y="22715"/>
                  </a:lnTo>
                  <a:lnTo>
                    <a:pt x="428533" y="21616"/>
                  </a:lnTo>
                  <a:lnTo>
                    <a:pt x="456138" y="20579"/>
                  </a:lnTo>
                  <a:lnTo>
                    <a:pt x="482250" y="19599"/>
                  </a:lnTo>
                  <a:lnTo>
                    <a:pt x="507023" y="18669"/>
                  </a:lnTo>
                  <a:lnTo>
                    <a:pt x="530587" y="17784"/>
                  </a:lnTo>
                  <a:lnTo>
                    <a:pt x="553054" y="16941"/>
                  </a:lnTo>
                  <a:lnTo>
                    <a:pt x="574523" y="16135"/>
                  </a:lnTo>
                  <a:lnTo>
                    <a:pt x="595077" y="15363"/>
                  </a:lnTo>
                  <a:lnTo>
                    <a:pt x="614793" y="14623"/>
                  </a:lnTo>
                  <a:lnTo>
                    <a:pt x="633735" y="13912"/>
                  </a:lnTo>
                  <a:lnTo>
                    <a:pt x="651962" y="13227"/>
                  </a:lnTo>
                  <a:lnTo>
                    <a:pt x="669526" y="12568"/>
                  </a:lnTo>
                  <a:lnTo>
                    <a:pt x="686474" y="11932"/>
                  </a:lnTo>
                  <a:lnTo>
                    <a:pt x="702847" y="11317"/>
                  </a:lnTo>
                  <a:lnTo>
                    <a:pt x="718683" y="10722"/>
                  </a:lnTo>
                  <a:lnTo>
                    <a:pt x="734016" y="10147"/>
                  </a:lnTo>
                  <a:lnTo>
                    <a:pt x="748878" y="9589"/>
                  </a:lnTo>
                  <a:lnTo>
                    <a:pt x="763296" y="9047"/>
                  </a:lnTo>
                  <a:lnTo>
                    <a:pt x="777296" y="8522"/>
                  </a:lnTo>
                  <a:lnTo>
                    <a:pt x="790901" y="8011"/>
                  </a:lnTo>
                  <a:lnTo>
                    <a:pt x="804134" y="7514"/>
                  </a:lnTo>
                  <a:lnTo>
                    <a:pt x="817014" y="7031"/>
                  </a:lnTo>
                  <a:lnTo>
                    <a:pt x="829559" y="6560"/>
                  </a:lnTo>
                  <a:lnTo>
                    <a:pt x="841786" y="6101"/>
                  </a:lnTo>
                  <a:lnTo>
                    <a:pt x="853712" y="5653"/>
                  </a:lnTo>
                  <a:lnTo>
                    <a:pt x="865350" y="5216"/>
                  </a:lnTo>
                  <a:lnTo>
                    <a:pt x="876714" y="4789"/>
                  </a:lnTo>
                  <a:lnTo>
                    <a:pt x="887817" y="4372"/>
                  </a:lnTo>
                  <a:lnTo>
                    <a:pt x="898671" y="3965"/>
                  </a:lnTo>
                  <a:lnTo>
                    <a:pt x="909286" y="3566"/>
                  </a:lnTo>
                  <a:lnTo>
                    <a:pt x="919672" y="3176"/>
                  </a:lnTo>
                  <a:lnTo>
                    <a:pt x="929840" y="2795"/>
                  </a:lnTo>
                  <a:lnTo>
                    <a:pt x="939799" y="2421"/>
                  </a:lnTo>
                  <a:lnTo>
                    <a:pt x="949556" y="2054"/>
                  </a:lnTo>
                  <a:lnTo>
                    <a:pt x="959120" y="1695"/>
                  </a:lnTo>
                  <a:lnTo>
                    <a:pt x="968498" y="1343"/>
                  </a:lnTo>
                  <a:lnTo>
                    <a:pt x="977698" y="998"/>
                  </a:lnTo>
                  <a:lnTo>
                    <a:pt x="986725" y="659"/>
                  </a:lnTo>
                  <a:lnTo>
                    <a:pt x="995587" y="326"/>
                  </a:lnTo>
                  <a:lnTo>
                    <a:pt x="1004289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2906218" y="1668055"/>
              <a:ext cx="1004289" cy="319823"/>
            </a:xfrm>
            <a:custGeom>
              <a:avLst/>
              <a:pathLst>
                <a:path w="1004289" h="319823">
                  <a:moveTo>
                    <a:pt x="0" y="319823"/>
                  </a:moveTo>
                  <a:lnTo>
                    <a:pt x="64490" y="299286"/>
                  </a:lnTo>
                  <a:lnTo>
                    <a:pt x="121375" y="281171"/>
                  </a:lnTo>
                  <a:lnTo>
                    <a:pt x="172260" y="264966"/>
                  </a:lnTo>
                  <a:lnTo>
                    <a:pt x="218291" y="250307"/>
                  </a:lnTo>
                  <a:lnTo>
                    <a:pt x="260314" y="236924"/>
                  </a:lnTo>
                  <a:lnTo>
                    <a:pt x="298971" y="224613"/>
                  </a:lnTo>
                  <a:lnTo>
                    <a:pt x="334763" y="213215"/>
                  </a:lnTo>
                  <a:lnTo>
                    <a:pt x="368084" y="202604"/>
                  </a:lnTo>
                  <a:lnTo>
                    <a:pt x="399253" y="192678"/>
                  </a:lnTo>
                  <a:lnTo>
                    <a:pt x="428533" y="183354"/>
                  </a:lnTo>
                  <a:lnTo>
                    <a:pt x="456138" y="174563"/>
                  </a:lnTo>
                  <a:lnTo>
                    <a:pt x="482250" y="166247"/>
                  </a:lnTo>
                  <a:lnTo>
                    <a:pt x="507023" y="158358"/>
                  </a:lnTo>
                  <a:lnTo>
                    <a:pt x="530587" y="150854"/>
                  </a:lnTo>
                  <a:lnTo>
                    <a:pt x="553054" y="143699"/>
                  </a:lnTo>
                  <a:lnTo>
                    <a:pt x="574523" y="136862"/>
                  </a:lnTo>
                  <a:lnTo>
                    <a:pt x="595077" y="130316"/>
                  </a:lnTo>
                  <a:lnTo>
                    <a:pt x="614793" y="124038"/>
                  </a:lnTo>
                  <a:lnTo>
                    <a:pt x="633735" y="118005"/>
                  </a:lnTo>
                  <a:lnTo>
                    <a:pt x="651962" y="112201"/>
                  </a:lnTo>
                  <a:lnTo>
                    <a:pt x="669526" y="106607"/>
                  </a:lnTo>
                  <a:lnTo>
                    <a:pt x="686474" y="101210"/>
                  </a:lnTo>
                  <a:lnTo>
                    <a:pt x="702847" y="95996"/>
                  </a:lnTo>
                  <a:lnTo>
                    <a:pt x="718683" y="90953"/>
                  </a:lnTo>
                  <a:lnTo>
                    <a:pt x="734016" y="86070"/>
                  </a:lnTo>
                  <a:lnTo>
                    <a:pt x="748878" y="81337"/>
                  </a:lnTo>
                  <a:lnTo>
                    <a:pt x="763296" y="76746"/>
                  </a:lnTo>
                  <a:lnTo>
                    <a:pt x="777296" y="72287"/>
                  </a:lnTo>
                  <a:lnTo>
                    <a:pt x="790901" y="67955"/>
                  </a:lnTo>
                  <a:lnTo>
                    <a:pt x="804134" y="63741"/>
                  </a:lnTo>
                  <a:lnTo>
                    <a:pt x="817014" y="59639"/>
                  </a:lnTo>
                  <a:lnTo>
                    <a:pt x="829559" y="55644"/>
                  </a:lnTo>
                  <a:lnTo>
                    <a:pt x="841786" y="51750"/>
                  </a:lnTo>
                  <a:lnTo>
                    <a:pt x="853712" y="47952"/>
                  </a:lnTo>
                  <a:lnTo>
                    <a:pt x="865350" y="44246"/>
                  </a:lnTo>
                  <a:lnTo>
                    <a:pt x="876714" y="40627"/>
                  </a:lnTo>
                  <a:lnTo>
                    <a:pt x="887817" y="37091"/>
                  </a:lnTo>
                  <a:lnTo>
                    <a:pt x="898671" y="33635"/>
                  </a:lnTo>
                  <a:lnTo>
                    <a:pt x="909286" y="30254"/>
                  </a:lnTo>
                  <a:lnTo>
                    <a:pt x="919672" y="26946"/>
                  </a:lnTo>
                  <a:lnTo>
                    <a:pt x="929840" y="23708"/>
                  </a:lnTo>
                  <a:lnTo>
                    <a:pt x="939799" y="20537"/>
                  </a:lnTo>
                  <a:lnTo>
                    <a:pt x="949556" y="17430"/>
                  </a:lnTo>
                  <a:lnTo>
                    <a:pt x="959120" y="14384"/>
                  </a:lnTo>
                  <a:lnTo>
                    <a:pt x="968498" y="11398"/>
                  </a:lnTo>
                  <a:lnTo>
                    <a:pt x="977698" y="8468"/>
                  </a:lnTo>
                  <a:lnTo>
                    <a:pt x="986725" y="5593"/>
                  </a:lnTo>
                  <a:lnTo>
                    <a:pt x="995587" y="2771"/>
                  </a:lnTo>
                  <a:lnTo>
                    <a:pt x="100428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2906218" y="1923359"/>
              <a:ext cx="1004289" cy="161215"/>
            </a:xfrm>
            <a:custGeom>
              <a:avLst/>
              <a:pathLst>
                <a:path w="1004289" h="161215">
                  <a:moveTo>
                    <a:pt x="0" y="161215"/>
                  </a:moveTo>
                  <a:lnTo>
                    <a:pt x="64490" y="150863"/>
                  </a:lnTo>
                  <a:lnTo>
                    <a:pt x="121375" y="141731"/>
                  </a:lnTo>
                  <a:lnTo>
                    <a:pt x="172260" y="133563"/>
                  </a:lnTo>
                  <a:lnTo>
                    <a:pt x="218291" y="126173"/>
                  </a:lnTo>
                  <a:lnTo>
                    <a:pt x="260314" y="119428"/>
                  </a:lnTo>
                  <a:lnTo>
                    <a:pt x="298971" y="113222"/>
                  </a:lnTo>
                  <a:lnTo>
                    <a:pt x="334763" y="107476"/>
                  </a:lnTo>
                  <a:lnTo>
                    <a:pt x="368084" y="102128"/>
                  </a:lnTo>
                  <a:lnTo>
                    <a:pt x="399253" y="97124"/>
                  </a:lnTo>
                  <a:lnTo>
                    <a:pt x="428533" y="92424"/>
                  </a:lnTo>
                  <a:lnTo>
                    <a:pt x="456138" y="87993"/>
                  </a:lnTo>
                  <a:lnTo>
                    <a:pt x="482250" y="83801"/>
                  </a:lnTo>
                  <a:lnTo>
                    <a:pt x="507023" y="79824"/>
                  </a:lnTo>
                  <a:lnTo>
                    <a:pt x="530587" y="76041"/>
                  </a:lnTo>
                  <a:lnTo>
                    <a:pt x="553054" y="72435"/>
                  </a:lnTo>
                  <a:lnTo>
                    <a:pt x="574523" y="68989"/>
                  </a:lnTo>
                  <a:lnTo>
                    <a:pt x="595077" y="65689"/>
                  </a:lnTo>
                  <a:lnTo>
                    <a:pt x="614793" y="62524"/>
                  </a:lnTo>
                  <a:lnTo>
                    <a:pt x="633735" y="59483"/>
                  </a:lnTo>
                  <a:lnTo>
                    <a:pt x="651962" y="56558"/>
                  </a:lnTo>
                  <a:lnTo>
                    <a:pt x="669526" y="53738"/>
                  </a:lnTo>
                  <a:lnTo>
                    <a:pt x="686474" y="51017"/>
                  </a:lnTo>
                  <a:lnTo>
                    <a:pt x="702847" y="48389"/>
                  </a:lnTo>
                  <a:lnTo>
                    <a:pt x="718683" y="45847"/>
                  </a:lnTo>
                  <a:lnTo>
                    <a:pt x="734016" y="43386"/>
                  </a:lnTo>
                  <a:lnTo>
                    <a:pt x="748878" y="41000"/>
                  </a:lnTo>
                  <a:lnTo>
                    <a:pt x="763296" y="38685"/>
                  </a:lnTo>
                  <a:lnTo>
                    <a:pt x="777296" y="36438"/>
                  </a:lnTo>
                  <a:lnTo>
                    <a:pt x="790901" y="34254"/>
                  </a:lnTo>
                  <a:lnTo>
                    <a:pt x="804134" y="32130"/>
                  </a:lnTo>
                  <a:lnTo>
                    <a:pt x="817014" y="30062"/>
                  </a:lnTo>
                  <a:lnTo>
                    <a:pt x="829559" y="28048"/>
                  </a:lnTo>
                  <a:lnTo>
                    <a:pt x="841786" y="26086"/>
                  </a:lnTo>
                  <a:lnTo>
                    <a:pt x="853712" y="24171"/>
                  </a:lnTo>
                  <a:lnTo>
                    <a:pt x="865350" y="22303"/>
                  </a:lnTo>
                  <a:lnTo>
                    <a:pt x="876714" y="20479"/>
                  </a:lnTo>
                  <a:lnTo>
                    <a:pt x="887817" y="18696"/>
                  </a:lnTo>
                  <a:lnTo>
                    <a:pt x="898671" y="16954"/>
                  </a:lnTo>
                  <a:lnTo>
                    <a:pt x="909286" y="15250"/>
                  </a:lnTo>
                  <a:lnTo>
                    <a:pt x="919672" y="13583"/>
                  </a:lnTo>
                  <a:lnTo>
                    <a:pt x="929840" y="11951"/>
                  </a:lnTo>
                  <a:lnTo>
                    <a:pt x="939799" y="10352"/>
                  </a:lnTo>
                  <a:lnTo>
                    <a:pt x="949556" y="8786"/>
                  </a:lnTo>
                  <a:lnTo>
                    <a:pt x="959120" y="7250"/>
                  </a:lnTo>
                  <a:lnTo>
                    <a:pt x="968498" y="5745"/>
                  </a:lnTo>
                  <a:lnTo>
                    <a:pt x="977698" y="4268"/>
                  </a:lnTo>
                  <a:lnTo>
                    <a:pt x="986725" y="2819"/>
                  </a:lnTo>
                  <a:lnTo>
                    <a:pt x="995587" y="1396"/>
                  </a:lnTo>
                  <a:lnTo>
                    <a:pt x="1004289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2906218" y="2032833"/>
              <a:ext cx="1004289" cy="3128"/>
            </a:xfrm>
            <a:custGeom>
              <a:avLst/>
              <a:pathLst>
                <a:path w="1004289" h="3128">
                  <a:moveTo>
                    <a:pt x="0" y="3128"/>
                  </a:moveTo>
                  <a:lnTo>
                    <a:pt x="64490" y="2927"/>
                  </a:lnTo>
                  <a:lnTo>
                    <a:pt x="121375" y="2750"/>
                  </a:lnTo>
                  <a:lnTo>
                    <a:pt x="172260" y="2592"/>
                  </a:lnTo>
                  <a:lnTo>
                    <a:pt x="218291" y="2448"/>
                  </a:lnTo>
                  <a:lnTo>
                    <a:pt x="260314" y="2317"/>
                  </a:lnTo>
                  <a:lnTo>
                    <a:pt x="298971" y="2197"/>
                  </a:lnTo>
                  <a:lnTo>
                    <a:pt x="334763" y="2085"/>
                  </a:lnTo>
                  <a:lnTo>
                    <a:pt x="368084" y="1981"/>
                  </a:lnTo>
                  <a:lnTo>
                    <a:pt x="399253" y="1884"/>
                  </a:lnTo>
                  <a:lnTo>
                    <a:pt x="428533" y="1793"/>
                  </a:lnTo>
                  <a:lnTo>
                    <a:pt x="456138" y="1707"/>
                  </a:lnTo>
                  <a:lnTo>
                    <a:pt x="482250" y="1626"/>
                  </a:lnTo>
                  <a:lnTo>
                    <a:pt x="507023" y="1549"/>
                  </a:lnTo>
                  <a:lnTo>
                    <a:pt x="530587" y="1475"/>
                  </a:lnTo>
                  <a:lnTo>
                    <a:pt x="553054" y="1405"/>
                  </a:lnTo>
                  <a:lnTo>
                    <a:pt x="574523" y="1338"/>
                  </a:lnTo>
                  <a:lnTo>
                    <a:pt x="595077" y="1274"/>
                  </a:lnTo>
                  <a:lnTo>
                    <a:pt x="614793" y="1213"/>
                  </a:lnTo>
                  <a:lnTo>
                    <a:pt x="633735" y="1154"/>
                  </a:lnTo>
                  <a:lnTo>
                    <a:pt x="651962" y="1097"/>
                  </a:lnTo>
                  <a:lnTo>
                    <a:pt x="669526" y="1042"/>
                  </a:lnTo>
                  <a:lnTo>
                    <a:pt x="686474" y="990"/>
                  </a:lnTo>
                  <a:lnTo>
                    <a:pt x="702847" y="939"/>
                  </a:lnTo>
                  <a:lnTo>
                    <a:pt x="718683" y="889"/>
                  </a:lnTo>
                  <a:lnTo>
                    <a:pt x="734016" y="841"/>
                  </a:lnTo>
                  <a:lnTo>
                    <a:pt x="748878" y="795"/>
                  </a:lnTo>
                  <a:lnTo>
                    <a:pt x="763296" y="750"/>
                  </a:lnTo>
                  <a:lnTo>
                    <a:pt x="777296" y="707"/>
                  </a:lnTo>
                  <a:lnTo>
                    <a:pt x="790901" y="664"/>
                  </a:lnTo>
                  <a:lnTo>
                    <a:pt x="804134" y="623"/>
                  </a:lnTo>
                  <a:lnTo>
                    <a:pt x="817014" y="583"/>
                  </a:lnTo>
                  <a:lnTo>
                    <a:pt x="829559" y="544"/>
                  </a:lnTo>
                  <a:lnTo>
                    <a:pt x="841786" y="506"/>
                  </a:lnTo>
                  <a:lnTo>
                    <a:pt x="853712" y="469"/>
                  </a:lnTo>
                  <a:lnTo>
                    <a:pt x="865350" y="432"/>
                  </a:lnTo>
                  <a:lnTo>
                    <a:pt x="876714" y="397"/>
                  </a:lnTo>
                  <a:lnTo>
                    <a:pt x="887817" y="362"/>
                  </a:lnTo>
                  <a:lnTo>
                    <a:pt x="898671" y="329"/>
                  </a:lnTo>
                  <a:lnTo>
                    <a:pt x="909286" y="295"/>
                  </a:lnTo>
                  <a:lnTo>
                    <a:pt x="919672" y="263"/>
                  </a:lnTo>
                  <a:lnTo>
                    <a:pt x="929840" y="231"/>
                  </a:lnTo>
                  <a:lnTo>
                    <a:pt x="939799" y="200"/>
                  </a:lnTo>
                  <a:lnTo>
                    <a:pt x="949556" y="170"/>
                  </a:lnTo>
                  <a:lnTo>
                    <a:pt x="959120" y="140"/>
                  </a:lnTo>
                  <a:lnTo>
                    <a:pt x="968498" y="111"/>
                  </a:lnTo>
                  <a:lnTo>
                    <a:pt x="977698" y="82"/>
                  </a:lnTo>
                  <a:lnTo>
                    <a:pt x="986725" y="54"/>
                  </a:lnTo>
                  <a:lnTo>
                    <a:pt x="995587" y="27"/>
                  </a:lnTo>
                  <a:lnTo>
                    <a:pt x="1004289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2906218" y="1692581"/>
              <a:ext cx="1004289" cy="56838"/>
            </a:xfrm>
            <a:custGeom>
              <a:avLst/>
              <a:pathLst>
                <a:path w="1004289" h="56838">
                  <a:moveTo>
                    <a:pt x="0" y="0"/>
                  </a:moveTo>
                  <a:lnTo>
                    <a:pt x="64490" y="3649"/>
                  </a:lnTo>
                  <a:lnTo>
                    <a:pt x="121375" y="6869"/>
                  </a:lnTo>
                  <a:lnTo>
                    <a:pt x="172260" y="9749"/>
                  </a:lnTo>
                  <a:lnTo>
                    <a:pt x="218291" y="12354"/>
                  </a:lnTo>
                  <a:lnTo>
                    <a:pt x="260314" y="14732"/>
                  </a:lnTo>
                  <a:lnTo>
                    <a:pt x="298971" y="16920"/>
                  </a:lnTo>
                  <a:lnTo>
                    <a:pt x="334763" y="18946"/>
                  </a:lnTo>
                  <a:lnTo>
                    <a:pt x="368084" y="20831"/>
                  </a:lnTo>
                  <a:lnTo>
                    <a:pt x="399253" y="22595"/>
                  </a:lnTo>
                  <a:lnTo>
                    <a:pt x="428533" y="24252"/>
                  </a:lnTo>
                  <a:lnTo>
                    <a:pt x="456138" y="25815"/>
                  </a:lnTo>
                  <a:lnTo>
                    <a:pt x="482250" y="27293"/>
                  </a:lnTo>
                  <a:lnTo>
                    <a:pt x="507023" y="28695"/>
                  </a:lnTo>
                  <a:lnTo>
                    <a:pt x="530587" y="30028"/>
                  </a:lnTo>
                  <a:lnTo>
                    <a:pt x="553054" y="31300"/>
                  </a:lnTo>
                  <a:lnTo>
                    <a:pt x="574523" y="32515"/>
                  </a:lnTo>
                  <a:lnTo>
                    <a:pt x="595077" y="33678"/>
                  </a:lnTo>
                  <a:lnTo>
                    <a:pt x="614793" y="34794"/>
                  </a:lnTo>
                  <a:lnTo>
                    <a:pt x="633735" y="35866"/>
                  </a:lnTo>
                  <a:lnTo>
                    <a:pt x="651962" y="36898"/>
                  </a:lnTo>
                  <a:lnTo>
                    <a:pt x="669526" y="37892"/>
                  </a:lnTo>
                  <a:lnTo>
                    <a:pt x="686474" y="38851"/>
                  </a:lnTo>
                  <a:lnTo>
                    <a:pt x="702847" y="39777"/>
                  </a:lnTo>
                  <a:lnTo>
                    <a:pt x="718683" y="40674"/>
                  </a:lnTo>
                  <a:lnTo>
                    <a:pt x="734016" y="41541"/>
                  </a:lnTo>
                  <a:lnTo>
                    <a:pt x="748878" y="42383"/>
                  </a:lnTo>
                  <a:lnTo>
                    <a:pt x="763296" y="43199"/>
                  </a:lnTo>
                  <a:lnTo>
                    <a:pt x="777296" y="43991"/>
                  </a:lnTo>
                  <a:lnTo>
                    <a:pt x="790901" y="44761"/>
                  </a:lnTo>
                  <a:lnTo>
                    <a:pt x="804134" y="45510"/>
                  </a:lnTo>
                  <a:lnTo>
                    <a:pt x="817014" y="46239"/>
                  </a:lnTo>
                  <a:lnTo>
                    <a:pt x="829559" y="46949"/>
                  </a:lnTo>
                  <a:lnTo>
                    <a:pt x="841786" y="47641"/>
                  </a:lnTo>
                  <a:lnTo>
                    <a:pt x="853712" y="48316"/>
                  </a:lnTo>
                  <a:lnTo>
                    <a:pt x="865350" y="48974"/>
                  </a:lnTo>
                  <a:lnTo>
                    <a:pt x="876714" y="49617"/>
                  </a:lnTo>
                  <a:lnTo>
                    <a:pt x="887817" y="50246"/>
                  </a:lnTo>
                  <a:lnTo>
                    <a:pt x="898671" y="50860"/>
                  </a:lnTo>
                  <a:lnTo>
                    <a:pt x="909286" y="51461"/>
                  </a:lnTo>
                  <a:lnTo>
                    <a:pt x="919672" y="52049"/>
                  </a:lnTo>
                  <a:lnTo>
                    <a:pt x="929840" y="52624"/>
                  </a:lnTo>
                  <a:lnTo>
                    <a:pt x="939799" y="53188"/>
                  </a:lnTo>
                  <a:lnTo>
                    <a:pt x="949556" y="53740"/>
                  </a:lnTo>
                  <a:lnTo>
                    <a:pt x="959120" y="54281"/>
                  </a:lnTo>
                  <a:lnTo>
                    <a:pt x="968498" y="54812"/>
                  </a:lnTo>
                  <a:lnTo>
                    <a:pt x="977698" y="55333"/>
                  </a:lnTo>
                  <a:lnTo>
                    <a:pt x="986725" y="55844"/>
                  </a:lnTo>
                  <a:lnTo>
                    <a:pt x="995587" y="56345"/>
                  </a:lnTo>
                  <a:lnTo>
                    <a:pt x="1004289" y="56838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2906218" y="1756275"/>
              <a:ext cx="1004289" cy="110298"/>
            </a:xfrm>
            <a:custGeom>
              <a:avLst/>
              <a:pathLst>
                <a:path w="1004289" h="110298">
                  <a:moveTo>
                    <a:pt x="0" y="110298"/>
                  </a:moveTo>
                  <a:lnTo>
                    <a:pt x="64490" y="103215"/>
                  </a:lnTo>
                  <a:lnTo>
                    <a:pt x="121375" y="96968"/>
                  </a:lnTo>
                  <a:lnTo>
                    <a:pt x="172260" y="91379"/>
                  </a:lnTo>
                  <a:lnTo>
                    <a:pt x="218291" y="86324"/>
                  </a:lnTo>
                  <a:lnTo>
                    <a:pt x="260314" y="81708"/>
                  </a:lnTo>
                  <a:lnTo>
                    <a:pt x="298971" y="77463"/>
                  </a:lnTo>
                  <a:lnTo>
                    <a:pt x="334763" y="73532"/>
                  </a:lnTo>
                  <a:lnTo>
                    <a:pt x="368084" y="69872"/>
                  </a:lnTo>
                  <a:lnTo>
                    <a:pt x="399253" y="66449"/>
                  </a:lnTo>
                  <a:lnTo>
                    <a:pt x="428533" y="63233"/>
                  </a:lnTo>
                  <a:lnTo>
                    <a:pt x="456138" y="60201"/>
                  </a:lnTo>
                  <a:lnTo>
                    <a:pt x="482250" y="57334"/>
                  </a:lnTo>
                  <a:lnTo>
                    <a:pt x="507023" y="54613"/>
                  </a:lnTo>
                  <a:lnTo>
                    <a:pt x="530587" y="52025"/>
                  </a:lnTo>
                  <a:lnTo>
                    <a:pt x="553054" y="49557"/>
                  </a:lnTo>
                  <a:lnTo>
                    <a:pt x="574523" y="47200"/>
                  </a:lnTo>
                  <a:lnTo>
                    <a:pt x="595077" y="44942"/>
                  </a:lnTo>
                  <a:lnTo>
                    <a:pt x="614793" y="42777"/>
                  </a:lnTo>
                  <a:lnTo>
                    <a:pt x="633735" y="40696"/>
                  </a:lnTo>
                  <a:lnTo>
                    <a:pt x="651962" y="38695"/>
                  </a:lnTo>
                  <a:lnTo>
                    <a:pt x="669526" y="36766"/>
                  </a:lnTo>
                  <a:lnTo>
                    <a:pt x="686474" y="34904"/>
                  </a:lnTo>
                  <a:lnTo>
                    <a:pt x="702847" y="33106"/>
                  </a:lnTo>
                  <a:lnTo>
                    <a:pt x="718683" y="31367"/>
                  </a:lnTo>
                  <a:lnTo>
                    <a:pt x="734016" y="29683"/>
                  </a:lnTo>
                  <a:lnTo>
                    <a:pt x="748878" y="28051"/>
                  </a:lnTo>
                  <a:lnTo>
                    <a:pt x="763296" y="26467"/>
                  </a:lnTo>
                  <a:lnTo>
                    <a:pt x="777296" y="24930"/>
                  </a:lnTo>
                  <a:lnTo>
                    <a:pt x="790901" y="23435"/>
                  </a:lnTo>
                  <a:lnTo>
                    <a:pt x="804134" y="21982"/>
                  </a:lnTo>
                  <a:lnTo>
                    <a:pt x="817014" y="20567"/>
                  </a:lnTo>
                  <a:lnTo>
                    <a:pt x="829559" y="19190"/>
                  </a:lnTo>
                  <a:lnTo>
                    <a:pt x="841786" y="17847"/>
                  </a:lnTo>
                  <a:lnTo>
                    <a:pt x="853712" y="16537"/>
                  </a:lnTo>
                  <a:lnTo>
                    <a:pt x="865350" y="15259"/>
                  </a:lnTo>
                  <a:lnTo>
                    <a:pt x="876714" y="14011"/>
                  </a:lnTo>
                  <a:lnTo>
                    <a:pt x="887817" y="12791"/>
                  </a:lnTo>
                  <a:lnTo>
                    <a:pt x="898671" y="11599"/>
                  </a:lnTo>
                  <a:lnTo>
                    <a:pt x="909286" y="10433"/>
                  </a:lnTo>
                  <a:lnTo>
                    <a:pt x="919672" y="9293"/>
                  </a:lnTo>
                  <a:lnTo>
                    <a:pt x="929840" y="8176"/>
                  </a:lnTo>
                  <a:lnTo>
                    <a:pt x="939799" y="7082"/>
                  </a:lnTo>
                  <a:lnTo>
                    <a:pt x="949556" y="6011"/>
                  </a:lnTo>
                  <a:lnTo>
                    <a:pt x="959120" y="4960"/>
                  </a:lnTo>
                  <a:lnTo>
                    <a:pt x="968498" y="3930"/>
                  </a:lnTo>
                  <a:lnTo>
                    <a:pt x="977698" y="2920"/>
                  </a:lnTo>
                  <a:lnTo>
                    <a:pt x="986725" y="1929"/>
                  </a:lnTo>
                  <a:lnTo>
                    <a:pt x="995587" y="955"/>
                  </a:lnTo>
                  <a:lnTo>
                    <a:pt x="1004289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2906218" y="1565210"/>
              <a:ext cx="1004289" cy="246439"/>
            </a:xfrm>
            <a:custGeom>
              <a:avLst/>
              <a:pathLst>
                <a:path w="1004289" h="246439">
                  <a:moveTo>
                    <a:pt x="0" y="246439"/>
                  </a:moveTo>
                  <a:lnTo>
                    <a:pt x="64490" y="230614"/>
                  </a:lnTo>
                  <a:lnTo>
                    <a:pt x="121375" y="216655"/>
                  </a:lnTo>
                  <a:lnTo>
                    <a:pt x="172260" y="204168"/>
                  </a:lnTo>
                  <a:lnTo>
                    <a:pt x="218291" y="192873"/>
                  </a:lnTo>
                  <a:lnTo>
                    <a:pt x="260314" y="182561"/>
                  </a:lnTo>
                  <a:lnTo>
                    <a:pt x="298971" y="173075"/>
                  </a:lnTo>
                  <a:lnTo>
                    <a:pt x="334763" y="164292"/>
                  </a:lnTo>
                  <a:lnTo>
                    <a:pt x="368084" y="156116"/>
                  </a:lnTo>
                  <a:lnTo>
                    <a:pt x="399253" y="148467"/>
                  </a:lnTo>
                  <a:lnTo>
                    <a:pt x="428533" y="141282"/>
                  </a:lnTo>
                  <a:lnTo>
                    <a:pt x="456138" y="134508"/>
                  </a:lnTo>
                  <a:lnTo>
                    <a:pt x="482250" y="128101"/>
                  </a:lnTo>
                  <a:lnTo>
                    <a:pt x="507023" y="122022"/>
                  </a:lnTo>
                  <a:lnTo>
                    <a:pt x="530587" y="116240"/>
                  </a:lnTo>
                  <a:lnTo>
                    <a:pt x="553054" y="110726"/>
                  </a:lnTo>
                  <a:lnTo>
                    <a:pt x="574523" y="105458"/>
                  </a:lnTo>
                  <a:lnTo>
                    <a:pt x="595077" y="100415"/>
                  </a:lnTo>
                  <a:lnTo>
                    <a:pt x="614793" y="95577"/>
                  </a:lnTo>
                  <a:lnTo>
                    <a:pt x="633735" y="90929"/>
                  </a:lnTo>
                  <a:lnTo>
                    <a:pt x="651962" y="86456"/>
                  </a:lnTo>
                  <a:lnTo>
                    <a:pt x="669526" y="82146"/>
                  </a:lnTo>
                  <a:lnTo>
                    <a:pt x="686474" y="77987"/>
                  </a:lnTo>
                  <a:lnTo>
                    <a:pt x="702847" y="73969"/>
                  </a:lnTo>
                  <a:lnTo>
                    <a:pt x="718683" y="70083"/>
                  </a:lnTo>
                  <a:lnTo>
                    <a:pt x="734016" y="66321"/>
                  </a:lnTo>
                  <a:lnTo>
                    <a:pt x="748878" y="62674"/>
                  </a:lnTo>
                  <a:lnTo>
                    <a:pt x="763296" y="59136"/>
                  </a:lnTo>
                  <a:lnTo>
                    <a:pt x="777296" y="55701"/>
                  </a:lnTo>
                  <a:lnTo>
                    <a:pt x="790901" y="52362"/>
                  </a:lnTo>
                  <a:lnTo>
                    <a:pt x="804134" y="49115"/>
                  </a:lnTo>
                  <a:lnTo>
                    <a:pt x="817014" y="45954"/>
                  </a:lnTo>
                  <a:lnTo>
                    <a:pt x="829559" y="42876"/>
                  </a:lnTo>
                  <a:lnTo>
                    <a:pt x="841786" y="39876"/>
                  </a:lnTo>
                  <a:lnTo>
                    <a:pt x="853712" y="36949"/>
                  </a:lnTo>
                  <a:lnTo>
                    <a:pt x="865350" y="34093"/>
                  </a:lnTo>
                  <a:lnTo>
                    <a:pt x="876714" y="31305"/>
                  </a:lnTo>
                  <a:lnTo>
                    <a:pt x="887817" y="28580"/>
                  </a:lnTo>
                  <a:lnTo>
                    <a:pt x="898671" y="25917"/>
                  </a:lnTo>
                  <a:lnTo>
                    <a:pt x="909286" y="23312"/>
                  </a:lnTo>
                  <a:lnTo>
                    <a:pt x="919672" y="20763"/>
                  </a:lnTo>
                  <a:lnTo>
                    <a:pt x="929840" y="18268"/>
                  </a:lnTo>
                  <a:lnTo>
                    <a:pt x="939799" y="15825"/>
                  </a:lnTo>
                  <a:lnTo>
                    <a:pt x="949556" y="13430"/>
                  </a:lnTo>
                  <a:lnTo>
                    <a:pt x="959120" y="11083"/>
                  </a:lnTo>
                  <a:lnTo>
                    <a:pt x="968498" y="8782"/>
                  </a:lnTo>
                  <a:lnTo>
                    <a:pt x="977698" y="6525"/>
                  </a:lnTo>
                  <a:lnTo>
                    <a:pt x="986725" y="4310"/>
                  </a:lnTo>
                  <a:lnTo>
                    <a:pt x="995587" y="2135"/>
                  </a:lnTo>
                  <a:lnTo>
                    <a:pt x="100428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1" name="pl200"/>
            <p:cNvSpPr/>
            <p:nvPr/>
          </p:nvSpPr>
          <p:spPr>
            <a:xfrm>
              <a:off x="2906218" y="1914235"/>
              <a:ext cx="1004289" cy="13004"/>
            </a:xfrm>
            <a:custGeom>
              <a:avLst/>
              <a:pathLst>
                <a:path w="1004289" h="13004">
                  <a:moveTo>
                    <a:pt x="0" y="13004"/>
                  </a:moveTo>
                  <a:lnTo>
                    <a:pt x="64490" y="12169"/>
                  </a:lnTo>
                  <a:lnTo>
                    <a:pt x="121375" y="11433"/>
                  </a:lnTo>
                  <a:lnTo>
                    <a:pt x="172260" y="10774"/>
                  </a:lnTo>
                  <a:lnTo>
                    <a:pt x="218291" y="10178"/>
                  </a:lnTo>
                  <a:lnTo>
                    <a:pt x="260314" y="9634"/>
                  </a:lnTo>
                  <a:lnTo>
                    <a:pt x="298971" y="9133"/>
                  </a:lnTo>
                  <a:lnTo>
                    <a:pt x="334763" y="8669"/>
                  </a:lnTo>
                  <a:lnTo>
                    <a:pt x="368084" y="8238"/>
                  </a:lnTo>
                  <a:lnTo>
                    <a:pt x="399253" y="7834"/>
                  </a:lnTo>
                  <a:lnTo>
                    <a:pt x="428533" y="7455"/>
                  </a:lnTo>
                  <a:lnTo>
                    <a:pt x="456138" y="7098"/>
                  </a:lnTo>
                  <a:lnTo>
                    <a:pt x="482250" y="6760"/>
                  </a:lnTo>
                  <a:lnTo>
                    <a:pt x="507023" y="6439"/>
                  </a:lnTo>
                  <a:lnTo>
                    <a:pt x="530587" y="6134"/>
                  </a:lnTo>
                  <a:lnTo>
                    <a:pt x="553054" y="5843"/>
                  </a:lnTo>
                  <a:lnTo>
                    <a:pt x="574523" y="5565"/>
                  </a:lnTo>
                  <a:lnTo>
                    <a:pt x="595077" y="5299"/>
                  </a:lnTo>
                  <a:lnTo>
                    <a:pt x="614793" y="5043"/>
                  </a:lnTo>
                  <a:lnTo>
                    <a:pt x="633735" y="4798"/>
                  </a:lnTo>
                  <a:lnTo>
                    <a:pt x="651962" y="4562"/>
                  </a:lnTo>
                  <a:lnTo>
                    <a:pt x="669526" y="4334"/>
                  </a:lnTo>
                  <a:lnTo>
                    <a:pt x="686474" y="4115"/>
                  </a:lnTo>
                  <a:lnTo>
                    <a:pt x="702847" y="3903"/>
                  </a:lnTo>
                  <a:lnTo>
                    <a:pt x="718683" y="3698"/>
                  </a:lnTo>
                  <a:lnTo>
                    <a:pt x="734016" y="3499"/>
                  </a:lnTo>
                  <a:lnTo>
                    <a:pt x="748878" y="3307"/>
                  </a:lnTo>
                  <a:lnTo>
                    <a:pt x="763296" y="3120"/>
                  </a:lnTo>
                  <a:lnTo>
                    <a:pt x="777296" y="2939"/>
                  </a:lnTo>
                  <a:lnTo>
                    <a:pt x="790901" y="2763"/>
                  </a:lnTo>
                  <a:lnTo>
                    <a:pt x="804134" y="2591"/>
                  </a:lnTo>
                  <a:lnTo>
                    <a:pt x="817014" y="2425"/>
                  </a:lnTo>
                  <a:lnTo>
                    <a:pt x="829559" y="2262"/>
                  </a:lnTo>
                  <a:lnTo>
                    <a:pt x="841786" y="2104"/>
                  </a:lnTo>
                  <a:lnTo>
                    <a:pt x="853712" y="1949"/>
                  </a:lnTo>
                  <a:lnTo>
                    <a:pt x="865350" y="1799"/>
                  </a:lnTo>
                  <a:lnTo>
                    <a:pt x="876714" y="1652"/>
                  </a:lnTo>
                  <a:lnTo>
                    <a:pt x="887817" y="1508"/>
                  </a:lnTo>
                  <a:lnTo>
                    <a:pt x="898671" y="1367"/>
                  </a:lnTo>
                  <a:lnTo>
                    <a:pt x="909286" y="1230"/>
                  </a:lnTo>
                  <a:lnTo>
                    <a:pt x="919672" y="1095"/>
                  </a:lnTo>
                  <a:lnTo>
                    <a:pt x="929840" y="964"/>
                  </a:lnTo>
                  <a:lnTo>
                    <a:pt x="939799" y="835"/>
                  </a:lnTo>
                  <a:lnTo>
                    <a:pt x="949556" y="708"/>
                  </a:lnTo>
                  <a:lnTo>
                    <a:pt x="959120" y="584"/>
                  </a:lnTo>
                  <a:lnTo>
                    <a:pt x="968498" y="463"/>
                  </a:lnTo>
                  <a:lnTo>
                    <a:pt x="977698" y="344"/>
                  </a:lnTo>
                  <a:lnTo>
                    <a:pt x="986725" y="227"/>
                  </a:lnTo>
                  <a:lnTo>
                    <a:pt x="995587" y="112"/>
                  </a:lnTo>
                  <a:lnTo>
                    <a:pt x="1004289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2" name="rc201"/>
            <p:cNvSpPr/>
            <p:nvPr/>
          </p:nvSpPr>
          <p:spPr>
            <a:xfrm>
              <a:off x="2833646" y="1287054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03" name="pl202"/>
            <p:cNvSpPr/>
            <p:nvPr/>
          </p:nvSpPr>
          <p:spPr>
            <a:xfrm>
              <a:off x="2833646" y="1287054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3"/>
            <p:cNvSpPr/>
            <p:nvPr/>
          </p:nvSpPr>
          <p:spPr>
            <a:xfrm>
              <a:off x="2805178" y="194967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4"/>
            <p:cNvSpPr/>
            <p:nvPr/>
          </p:nvSpPr>
          <p:spPr>
            <a:xfrm>
              <a:off x="2805178" y="167375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5"/>
            <p:cNvSpPr/>
            <p:nvPr/>
          </p:nvSpPr>
          <p:spPr>
            <a:xfrm>
              <a:off x="2805178" y="139784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6"/>
            <p:cNvSpPr/>
            <p:nvPr/>
          </p:nvSpPr>
          <p:spPr>
            <a:xfrm>
              <a:off x="2833646" y="2157729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7"/>
            <p:cNvSpPr/>
            <p:nvPr/>
          </p:nvSpPr>
          <p:spPr>
            <a:xfrm>
              <a:off x="2906218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8"/>
            <p:cNvSpPr/>
            <p:nvPr/>
          </p:nvSpPr>
          <p:spPr>
            <a:xfrm>
              <a:off x="3240981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09"/>
            <p:cNvSpPr/>
            <p:nvPr/>
          </p:nvSpPr>
          <p:spPr>
            <a:xfrm>
              <a:off x="3575745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0"/>
            <p:cNvSpPr/>
            <p:nvPr/>
          </p:nvSpPr>
          <p:spPr>
            <a:xfrm>
              <a:off x="3910508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tx211"/>
            <p:cNvSpPr/>
            <p:nvPr/>
          </p:nvSpPr>
          <p:spPr>
            <a:xfrm>
              <a:off x="2833646" y="1110514"/>
              <a:ext cx="45143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SLA</a:t>
              </a:r>
            </a:p>
          </p:txBody>
        </p:sp>
        <p:sp>
          <p:nvSpPr>
            <p:cNvPr id="213" name="rc212"/>
            <p:cNvSpPr/>
            <p:nvPr/>
          </p:nvSpPr>
          <p:spPr>
            <a:xfrm>
              <a:off x="4262365" y="1287054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4321900" y="193779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4296432" y="195224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4311097" y="2026503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4304532" y="180586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4305117" y="182916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4309026" y="179328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4322369" y="200581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4299732" y="191770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4286438" y="197262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4286777" y="168093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4655373" y="205455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4640323" y="191545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4615718" y="162962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4647315" y="192253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4613478" y="208514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4652635" y="208191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4655540" y="196159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4648009" y="206162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4652895" y="161926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4637428" y="129855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4636546" y="188791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4644413" y="197456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4639815" y="195642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4647535" y="199394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4657450" y="190467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4657209" y="180816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4651904" y="185932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4658509" y="191957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4985990" y="203960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4964220" y="204914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4976046" y="197298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4960544" y="195239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4947788" y="135000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4952765" y="197147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4982615" y="163233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4947514" y="170181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4982858" y="204828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4977374" y="132059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4976830" y="205019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4974148" y="201604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4969614" y="168428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4974312" y="190771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4978869" y="193908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4948435" y="139766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4980967" y="196453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4984859" y="197702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4952777" y="178692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4970600" y="181379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5317972" y="200166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5283262" y="202163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5287212" y="204668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5300079" y="199992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5306634" y="160990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5294973" y="201383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5319739" y="171687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5287180" y="205125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5294971" y="137727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5287712" y="140736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5308503" y="194056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5298957" y="194426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5307890" y="184244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5297394" y="193856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5293463" y="187586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5304513" y="203360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5285417" y="202315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5309830" y="188172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5288814" y="192039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5326636" y="178471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5328794" y="132233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5328477" y="175749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5329347" y="197667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5306811" y="172761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4328430" y="1929389"/>
              <a:ext cx="1006921" cy="69766"/>
            </a:xfrm>
            <a:custGeom>
              <a:avLst/>
              <a:pathLst>
                <a:path w="1006921" h="69766">
                  <a:moveTo>
                    <a:pt x="0" y="69766"/>
                  </a:moveTo>
                  <a:lnTo>
                    <a:pt x="64659" y="65286"/>
                  </a:lnTo>
                  <a:lnTo>
                    <a:pt x="121693" y="61334"/>
                  </a:lnTo>
                  <a:lnTo>
                    <a:pt x="172711" y="57800"/>
                  </a:lnTo>
                  <a:lnTo>
                    <a:pt x="218863" y="54602"/>
                  </a:lnTo>
                  <a:lnTo>
                    <a:pt x="260996" y="51683"/>
                  </a:lnTo>
                  <a:lnTo>
                    <a:pt x="299755" y="48997"/>
                  </a:lnTo>
                  <a:lnTo>
                    <a:pt x="335640" y="46511"/>
                  </a:lnTo>
                  <a:lnTo>
                    <a:pt x="369048" y="44196"/>
                  </a:lnTo>
                  <a:lnTo>
                    <a:pt x="400299" y="42031"/>
                  </a:lnTo>
                  <a:lnTo>
                    <a:pt x="429655" y="39997"/>
                  </a:lnTo>
                  <a:lnTo>
                    <a:pt x="457333" y="38079"/>
                  </a:lnTo>
                  <a:lnTo>
                    <a:pt x="483514" y="36265"/>
                  </a:lnTo>
                  <a:lnTo>
                    <a:pt x="508351" y="34544"/>
                  </a:lnTo>
                  <a:lnTo>
                    <a:pt x="531977" y="32907"/>
                  </a:lnTo>
                  <a:lnTo>
                    <a:pt x="554503" y="31346"/>
                  </a:lnTo>
                  <a:lnTo>
                    <a:pt x="576028" y="29855"/>
                  </a:lnTo>
                  <a:lnTo>
                    <a:pt x="596636" y="28427"/>
                  </a:lnTo>
                  <a:lnTo>
                    <a:pt x="616403" y="27057"/>
                  </a:lnTo>
                  <a:lnTo>
                    <a:pt x="635395" y="25741"/>
                  </a:lnTo>
                  <a:lnTo>
                    <a:pt x="653670" y="24475"/>
                  </a:lnTo>
                  <a:lnTo>
                    <a:pt x="671280" y="23255"/>
                  </a:lnTo>
                  <a:lnTo>
                    <a:pt x="688272" y="22078"/>
                  </a:lnTo>
                  <a:lnTo>
                    <a:pt x="704688" y="20940"/>
                  </a:lnTo>
                  <a:lnTo>
                    <a:pt x="720566" y="19840"/>
                  </a:lnTo>
                  <a:lnTo>
                    <a:pt x="735940" y="18775"/>
                  </a:lnTo>
                  <a:lnTo>
                    <a:pt x="750840" y="17743"/>
                  </a:lnTo>
                  <a:lnTo>
                    <a:pt x="765296" y="16741"/>
                  </a:lnTo>
                  <a:lnTo>
                    <a:pt x="779332" y="15768"/>
                  </a:lnTo>
                  <a:lnTo>
                    <a:pt x="792973" y="14823"/>
                  </a:lnTo>
                  <a:lnTo>
                    <a:pt x="806241" y="13904"/>
                  </a:lnTo>
                  <a:lnTo>
                    <a:pt x="819154" y="13009"/>
                  </a:lnTo>
                  <a:lnTo>
                    <a:pt x="831732" y="12138"/>
                  </a:lnTo>
                  <a:lnTo>
                    <a:pt x="843992" y="11288"/>
                  </a:lnTo>
                  <a:lnTo>
                    <a:pt x="855949" y="10460"/>
                  </a:lnTo>
                  <a:lnTo>
                    <a:pt x="867617" y="9651"/>
                  </a:lnTo>
                  <a:lnTo>
                    <a:pt x="879011" y="8862"/>
                  </a:lnTo>
                  <a:lnTo>
                    <a:pt x="890144" y="8091"/>
                  </a:lnTo>
                  <a:lnTo>
                    <a:pt x="901025" y="7337"/>
                  </a:lnTo>
                  <a:lnTo>
                    <a:pt x="911668" y="6599"/>
                  </a:lnTo>
                  <a:lnTo>
                    <a:pt x="922082" y="5878"/>
                  </a:lnTo>
                  <a:lnTo>
                    <a:pt x="932277" y="5171"/>
                  </a:lnTo>
                  <a:lnTo>
                    <a:pt x="942261" y="4480"/>
                  </a:lnTo>
                  <a:lnTo>
                    <a:pt x="952044" y="3802"/>
                  </a:lnTo>
                  <a:lnTo>
                    <a:pt x="961633" y="3137"/>
                  </a:lnTo>
                  <a:lnTo>
                    <a:pt x="971036" y="2486"/>
                  </a:lnTo>
                  <a:lnTo>
                    <a:pt x="980259" y="1847"/>
                  </a:lnTo>
                  <a:lnTo>
                    <a:pt x="989310" y="1220"/>
                  </a:lnTo>
                  <a:lnTo>
                    <a:pt x="998196" y="604"/>
                  </a:lnTo>
                  <a:lnTo>
                    <a:pt x="1006921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7" name="pl286"/>
            <p:cNvSpPr/>
            <p:nvPr/>
          </p:nvSpPr>
          <p:spPr>
            <a:xfrm>
              <a:off x="4328430" y="1922239"/>
              <a:ext cx="1006921" cy="67916"/>
            </a:xfrm>
            <a:custGeom>
              <a:avLst/>
              <a:pathLst>
                <a:path w="1006921" h="67916">
                  <a:moveTo>
                    <a:pt x="0" y="0"/>
                  </a:moveTo>
                  <a:lnTo>
                    <a:pt x="64659" y="4361"/>
                  </a:lnTo>
                  <a:lnTo>
                    <a:pt x="121693" y="8208"/>
                  </a:lnTo>
                  <a:lnTo>
                    <a:pt x="172711" y="11649"/>
                  </a:lnTo>
                  <a:lnTo>
                    <a:pt x="218863" y="14762"/>
                  </a:lnTo>
                  <a:lnTo>
                    <a:pt x="260996" y="17604"/>
                  </a:lnTo>
                  <a:lnTo>
                    <a:pt x="299755" y="20218"/>
                  </a:lnTo>
                  <a:lnTo>
                    <a:pt x="335640" y="22638"/>
                  </a:lnTo>
                  <a:lnTo>
                    <a:pt x="369048" y="24892"/>
                  </a:lnTo>
                  <a:lnTo>
                    <a:pt x="400299" y="27000"/>
                  </a:lnTo>
                  <a:lnTo>
                    <a:pt x="429655" y="28980"/>
                  </a:lnTo>
                  <a:lnTo>
                    <a:pt x="457333" y="30847"/>
                  </a:lnTo>
                  <a:lnTo>
                    <a:pt x="483514" y="32612"/>
                  </a:lnTo>
                  <a:lnTo>
                    <a:pt x="508351" y="34288"/>
                  </a:lnTo>
                  <a:lnTo>
                    <a:pt x="531977" y="35881"/>
                  </a:lnTo>
                  <a:lnTo>
                    <a:pt x="554503" y="37401"/>
                  </a:lnTo>
                  <a:lnTo>
                    <a:pt x="576028" y="38853"/>
                  </a:lnTo>
                  <a:lnTo>
                    <a:pt x="596636" y="40243"/>
                  </a:lnTo>
                  <a:lnTo>
                    <a:pt x="616403" y="41576"/>
                  </a:lnTo>
                  <a:lnTo>
                    <a:pt x="635395" y="42857"/>
                  </a:lnTo>
                  <a:lnTo>
                    <a:pt x="653670" y="44089"/>
                  </a:lnTo>
                  <a:lnTo>
                    <a:pt x="671280" y="45277"/>
                  </a:lnTo>
                  <a:lnTo>
                    <a:pt x="688272" y="46423"/>
                  </a:lnTo>
                  <a:lnTo>
                    <a:pt x="704688" y="47531"/>
                  </a:lnTo>
                  <a:lnTo>
                    <a:pt x="720566" y="48602"/>
                  </a:lnTo>
                  <a:lnTo>
                    <a:pt x="735940" y="49639"/>
                  </a:lnTo>
                  <a:lnTo>
                    <a:pt x="750840" y="50644"/>
                  </a:lnTo>
                  <a:lnTo>
                    <a:pt x="765296" y="51619"/>
                  </a:lnTo>
                  <a:lnTo>
                    <a:pt x="779332" y="52565"/>
                  </a:lnTo>
                  <a:lnTo>
                    <a:pt x="792973" y="53485"/>
                  </a:lnTo>
                  <a:lnTo>
                    <a:pt x="806241" y="54380"/>
                  </a:lnTo>
                  <a:lnTo>
                    <a:pt x="819154" y="55251"/>
                  </a:lnTo>
                  <a:lnTo>
                    <a:pt x="831732" y="56100"/>
                  </a:lnTo>
                  <a:lnTo>
                    <a:pt x="843992" y="56927"/>
                  </a:lnTo>
                  <a:lnTo>
                    <a:pt x="855949" y="57733"/>
                  </a:lnTo>
                  <a:lnTo>
                    <a:pt x="867617" y="58520"/>
                  </a:lnTo>
                  <a:lnTo>
                    <a:pt x="879011" y="59289"/>
                  </a:lnTo>
                  <a:lnTo>
                    <a:pt x="890144" y="60040"/>
                  </a:lnTo>
                  <a:lnTo>
                    <a:pt x="901025" y="60774"/>
                  </a:lnTo>
                  <a:lnTo>
                    <a:pt x="911668" y="61491"/>
                  </a:lnTo>
                  <a:lnTo>
                    <a:pt x="922082" y="62194"/>
                  </a:lnTo>
                  <a:lnTo>
                    <a:pt x="932277" y="62881"/>
                  </a:lnTo>
                  <a:lnTo>
                    <a:pt x="942261" y="63555"/>
                  </a:lnTo>
                  <a:lnTo>
                    <a:pt x="952044" y="64215"/>
                  </a:lnTo>
                  <a:lnTo>
                    <a:pt x="961633" y="64862"/>
                  </a:lnTo>
                  <a:lnTo>
                    <a:pt x="971036" y="65496"/>
                  </a:lnTo>
                  <a:lnTo>
                    <a:pt x="980259" y="66118"/>
                  </a:lnTo>
                  <a:lnTo>
                    <a:pt x="989310" y="66728"/>
                  </a:lnTo>
                  <a:lnTo>
                    <a:pt x="998196" y="67328"/>
                  </a:lnTo>
                  <a:lnTo>
                    <a:pt x="1006921" y="67916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8" name="pl287"/>
            <p:cNvSpPr/>
            <p:nvPr/>
          </p:nvSpPr>
          <p:spPr>
            <a:xfrm>
              <a:off x="4328430" y="2039646"/>
              <a:ext cx="1006921" cy="9680"/>
            </a:xfrm>
            <a:custGeom>
              <a:avLst/>
              <a:pathLst>
                <a:path w="1006921" h="9680">
                  <a:moveTo>
                    <a:pt x="0" y="0"/>
                  </a:moveTo>
                  <a:lnTo>
                    <a:pt x="64659" y="621"/>
                  </a:lnTo>
                  <a:lnTo>
                    <a:pt x="121693" y="1169"/>
                  </a:lnTo>
                  <a:lnTo>
                    <a:pt x="172711" y="1660"/>
                  </a:lnTo>
                  <a:lnTo>
                    <a:pt x="218863" y="2104"/>
                  </a:lnTo>
                  <a:lnTo>
                    <a:pt x="260996" y="2509"/>
                  </a:lnTo>
                  <a:lnTo>
                    <a:pt x="299755" y="2881"/>
                  </a:lnTo>
                  <a:lnTo>
                    <a:pt x="335640" y="3226"/>
                  </a:lnTo>
                  <a:lnTo>
                    <a:pt x="369048" y="3548"/>
                  </a:lnTo>
                  <a:lnTo>
                    <a:pt x="400299" y="3848"/>
                  </a:lnTo>
                  <a:lnTo>
                    <a:pt x="429655" y="4130"/>
                  </a:lnTo>
                  <a:lnTo>
                    <a:pt x="457333" y="4396"/>
                  </a:lnTo>
                  <a:lnTo>
                    <a:pt x="483514" y="4648"/>
                  </a:lnTo>
                  <a:lnTo>
                    <a:pt x="508351" y="4887"/>
                  </a:lnTo>
                  <a:lnTo>
                    <a:pt x="531977" y="5114"/>
                  </a:lnTo>
                  <a:lnTo>
                    <a:pt x="554503" y="5330"/>
                  </a:lnTo>
                  <a:lnTo>
                    <a:pt x="576028" y="5537"/>
                  </a:lnTo>
                  <a:lnTo>
                    <a:pt x="596636" y="5736"/>
                  </a:lnTo>
                  <a:lnTo>
                    <a:pt x="616403" y="5926"/>
                  </a:lnTo>
                  <a:lnTo>
                    <a:pt x="635395" y="6108"/>
                  </a:lnTo>
                  <a:lnTo>
                    <a:pt x="653670" y="6284"/>
                  </a:lnTo>
                  <a:lnTo>
                    <a:pt x="671280" y="6453"/>
                  </a:lnTo>
                  <a:lnTo>
                    <a:pt x="688272" y="6617"/>
                  </a:lnTo>
                  <a:lnTo>
                    <a:pt x="704688" y="6774"/>
                  </a:lnTo>
                  <a:lnTo>
                    <a:pt x="720566" y="6927"/>
                  </a:lnTo>
                  <a:lnTo>
                    <a:pt x="735940" y="7075"/>
                  </a:lnTo>
                  <a:lnTo>
                    <a:pt x="750840" y="7218"/>
                  </a:lnTo>
                  <a:lnTo>
                    <a:pt x="765296" y="7357"/>
                  </a:lnTo>
                  <a:lnTo>
                    <a:pt x="779332" y="7492"/>
                  </a:lnTo>
                  <a:lnTo>
                    <a:pt x="792973" y="7623"/>
                  </a:lnTo>
                  <a:lnTo>
                    <a:pt x="806241" y="7751"/>
                  </a:lnTo>
                  <a:lnTo>
                    <a:pt x="819154" y="7875"/>
                  </a:lnTo>
                  <a:lnTo>
                    <a:pt x="831732" y="7996"/>
                  </a:lnTo>
                  <a:lnTo>
                    <a:pt x="843992" y="8114"/>
                  </a:lnTo>
                  <a:lnTo>
                    <a:pt x="855949" y="8229"/>
                  </a:lnTo>
                  <a:lnTo>
                    <a:pt x="867617" y="8341"/>
                  </a:lnTo>
                  <a:lnTo>
                    <a:pt x="879011" y="8450"/>
                  </a:lnTo>
                  <a:lnTo>
                    <a:pt x="890144" y="8557"/>
                  </a:lnTo>
                  <a:lnTo>
                    <a:pt x="901025" y="8662"/>
                  </a:lnTo>
                  <a:lnTo>
                    <a:pt x="911668" y="8764"/>
                  </a:lnTo>
                  <a:lnTo>
                    <a:pt x="922082" y="8864"/>
                  </a:lnTo>
                  <a:lnTo>
                    <a:pt x="932277" y="8962"/>
                  </a:lnTo>
                  <a:lnTo>
                    <a:pt x="942261" y="9058"/>
                  </a:lnTo>
                  <a:lnTo>
                    <a:pt x="952044" y="9152"/>
                  </a:lnTo>
                  <a:lnTo>
                    <a:pt x="961633" y="9245"/>
                  </a:lnTo>
                  <a:lnTo>
                    <a:pt x="971036" y="9335"/>
                  </a:lnTo>
                  <a:lnTo>
                    <a:pt x="980259" y="9424"/>
                  </a:lnTo>
                  <a:lnTo>
                    <a:pt x="989310" y="9511"/>
                  </a:lnTo>
                  <a:lnTo>
                    <a:pt x="998196" y="9596"/>
                  </a:lnTo>
                  <a:lnTo>
                    <a:pt x="1006921" y="968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9" name="pl288"/>
            <p:cNvSpPr/>
            <p:nvPr/>
          </p:nvSpPr>
          <p:spPr>
            <a:xfrm>
              <a:off x="4328430" y="1853053"/>
              <a:ext cx="1006921" cy="142895"/>
            </a:xfrm>
            <a:custGeom>
              <a:avLst/>
              <a:pathLst>
                <a:path w="1006921" h="142895">
                  <a:moveTo>
                    <a:pt x="0" y="0"/>
                  </a:moveTo>
                  <a:lnTo>
                    <a:pt x="64659" y="9176"/>
                  </a:lnTo>
                  <a:lnTo>
                    <a:pt x="121693" y="17269"/>
                  </a:lnTo>
                  <a:lnTo>
                    <a:pt x="172711" y="24509"/>
                  </a:lnTo>
                  <a:lnTo>
                    <a:pt x="218863" y="31059"/>
                  </a:lnTo>
                  <a:lnTo>
                    <a:pt x="260996" y="37038"/>
                  </a:lnTo>
                  <a:lnTo>
                    <a:pt x="299755" y="42539"/>
                  </a:lnTo>
                  <a:lnTo>
                    <a:pt x="335640" y="47631"/>
                  </a:lnTo>
                  <a:lnTo>
                    <a:pt x="369048" y="52372"/>
                  </a:lnTo>
                  <a:lnTo>
                    <a:pt x="400299" y="56807"/>
                  </a:lnTo>
                  <a:lnTo>
                    <a:pt x="429655" y="60973"/>
                  </a:lnTo>
                  <a:lnTo>
                    <a:pt x="457333" y="64901"/>
                  </a:lnTo>
                  <a:lnTo>
                    <a:pt x="483514" y="68616"/>
                  </a:lnTo>
                  <a:lnTo>
                    <a:pt x="508351" y="72141"/>
                  </a:lnTo>
                  <a:lnTo>
                    <a:pt x="531977" y="75494"/>
                  </a:lnTo>
                  <a:lnTo>
                    <a:pt x="554503" y="78691"/>
                  </a:lnTo>
                  <a:lnTo>
                    <a:pt x="576028" y="81745"/>
                  </a:lnTo>
                  <a:lnTo>
                    <a:pt x="596636" y="84670"/>
                  </a:lnTo>
                  <a:lnTo>
                    <a:pt x="616403" y="87475"/>
                  </a:lnTo>
                  <a:lnTo>
                    <a:pt x="635395" y="90170"/>
                  </a:lnTo>
                  <a:lnTo>
                    <a:pt x="653670" y="92764"/>
                  </a:lnTo>
                  <a:lnTo>
                    <a:pt x="671280" y="95263"/>
                  </a:lnTo>
                  <a:lnTo>
                    <a:pt x="688272" y="97674"/>
                  </a:lnTo>
                  <a:lnTo>
                    <a:pt x="704688" y="100004"/>
                  </a:lnTo>
                  <a:lnTo>
                    <a:pt x="720566" y="102257"/>
                  </a:lnTo>
                  <a:lnTo>
                    <a:pt x="735940" y="104439"/>
                  </a:lnTo>
                  <a:lnTo>
                    <a:pt x="750840" y="106553"/>
                  </a:lnTo>
                  <a:lnTo>
                    <a:pt x="765296" y="108605"/>
                  </a:lnTo>
                  <a:lnTo>
                    <a:pt x="779332" y="110597"/>
                  </a:lnTo>
                  <a:lnTo>
                    <a:pt x="792973" y="112533"/>
                  </a:lnTo>
                  <a:lnTo>
                    <a:pt x="806241" y="114416"/>
                  </a:lnTo>
                  <a:lnTo>
                    <a:pt x="819154" y="116248"/>
                  </a:lnTo>
                  <a:lnTo>
                    <a:pt x="831732" y="118033"/>
                  </a:lnTo>
                  <a:lnTo>
                    <a:pt x="843992" y="119773"/>
                  </a:lnTo>
                  <a:lnTo>
                    <a:pt x="855949" y="121470"/>
                  </a:lnTo>
                  <a:lnTo>
                    <a:pt x="867617" y="123126"/>
                  </a:lnTo>
                  <a:lnTo>
                    <a:pt x="879011" y="124743"/>
                  </a:lnTo>
                  <a:lnTo>
                    <a:pt x="890144" y="126322"/>
                  </a:lnTo>
                  <a:lnTo>
                    <a:pt x="901025" y="127867"/>
                  </a:lnTo>
                  <a:lnTo>
                    <a:pt x="911668" y="129377"/>
                  </a:lnTo>
                  <a:lnTo>
                    <a:pt x="922082" y="130855"/>
                  </a:lnTo>
                  <a:lnTo>
                    <a:pt x="932277" y="132302"/>
                  </a:lnTo>
                  <a:lnTo>
                    <a:pt x="942261" y="133719"/>
                  </a:lnTo>
                  <a:lnTo>
                    <a:pt x="952044" y="135107"/>
                  </a:lnTo>
                  <a:lnTo>
                    <a:pt x="961633" y="136468"/>
                  </a:lnTo>
                  <a:lnTo>
                    <a:pt x="971036" y="137802"/>
                  </a:lnTo>
                  <a:lnTo>
                    <a:pt x="980259" y="139111"/>
                  </a:lnTo>
                  <a:lnTo>
                    <a:pt x="989310" y="140395"/>
                  </a:lnTo>
                  <a:lnTo>
                    <a:pt x="998196" y="141656"/>
                  </a:lnTo>
                  <a:lnTo>
                    <a:pt x="1006921" y="142895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0" name="pl289"/>
            <p:cNvSpPr/>
            <p:nvPr/>
          </p:nvSpPr>
          <p:spPr>
            <a:xfrm>
              <a:off x="4328430" y="1570935"/>
              <a:ext cx="1006921" cy="547217"/>
            </a:xfrm>
            <a:custGeom>
              <a:avLst/>
              <a:pathLst>
                <a:path w="1006921" h="547217">
                  <a:moveTo>
                    <a:pt x="0" y="547217"/>
                  </a:moveTo>
                  <a:lnTo>
                    <a:pt x="64659" y="512077"/>
                  </a:lnTo>
                  <a:lnTo>
                    <a:pt x="121693" y="481082"/>
                  </a:lnTo>
                  <a:lnTo>
                    <a:pt x="172711" y="453356"/>
                  </a:lnTo>
                  <a:lnTo>
                    <a:pt x="218863" y="428274"/>
                  </a:lnTo>
                  <a:lnTo>
                    <a:pt x="260996" y="405377"/>
                  </a:lnTo>
                  <a:lnTo>
                    <a:pt x="299755" y="384313"/>
                  </a:lnTo>
                  <a:lnTo>
                    <a:pt x="335640" y="364811"/>
                  </a:lnTo>
                  <a:lnTo>
                    <a:pt x="369048" y="346655"/>
                  </a:lnTo>
                  <a:lnTo>
                    <a:pt x="400299" y="329672"/>
                  </a:lnTo>
                  <a:lnTo>
                    <a:pt x="429655" y="313718"/>
                  </a:lnTo>
                  <a:lnTo>
                    <a:pt x="457333" y="298676"/>
                  </a:lnTo>
                  <a:lnTo>
                    <a:pt x="483514" y="284448"/>
                  </a:lnTo>
                  <a:lnTo>
                    <a:pt x="508351" y="270950"/>
                  </a:lnTo>
                  <a:lnTo>
                    <a:pt x="531977" y="258111"/>
                  </a:lnTo>
                  <a:lnTo>
                    <a:pt x="554503" y="245869"/>
                  </a:lnTo>
                  <a:lnTo>
                    <a:pt x="576028" y="234171"/>
                  </a:lnTo>
                  <a:lnTo>
                    <a:pt x="596636" y="222971"/>
                  </a:lnTo>
                  <a:lnTo>
                    <a:pt x="616403" y="212228"/>
                  </a:lnTo>
                  <a:lnTo>
                    <a:pt x="635395" y="201907"/>
                  </a:lnTo>
                  <a:lnTo>
                    <a:pt x="653670" y="191976"/>
                  </a:lnTo>
                  <a:lnTo>
                    <a:pt x="671280" y="182405"/>
                  </a:lnTo>
                  <a:lnTo>
                    <a:pt x="688272" y="173171"/>
                  </a:lnTo>
                  <a:lnTo>
                    <a:pt x="704688" y="164249"/>
                  </a:lnTo>
                  <a:lnTo>
                    <a:pt x="720566" y="155621"/>
                  </a:lnTo>
                  <a:lnTo>
                    <a:pt x="735940" y="147266"/>
                  </a:lnTo>
                  <a:lnTo>
                    <a:pt x="750840" y="139168"/>
                  </a:lnTo>
                  <a:lnTo>
                    <a:pt x="765296" y="131312"/>
                  </a:lnTo>
                  <a:lnTo>
                    <a:pt x="779332" y="123684"/>
                  </a:lnTo>
                  <a:lnTo>
                    <a:pt x="792973" y="116270"/>
                  </a:lnTo>
                  <a:lnTo>
                    <a:pt x="806241" y="109060"/>
                  </a:lnTo>
                  <a:lnTo>
                    <a:pt x="819154" y="102042"/>
                  </a:lnTo>
                  <a:lnTo>
                    <a:pt x="831732" y="95207"/>
                  </a:lnTo>
                  <a:lnTo>
                    <a:pt x="843992" y="88544"/>
                  </a:lnTo>
                  <a:lnTo>
                    <a:pt x="855949" y="82046"/>
                  </a:lnTo>
                  <a:lnTo>
                    <a:pt x="867617" y="75705"/>
                  </a:lnTo>
                  <a:lnTo>
                    <a:pt x="879011" y="69513"/>
                  </a:lnTo>
                  <a:lnTo>
                    <a:pt x="890144" y="63463"/>
                  </a:lnTo>
                  <a:lnTo>
                    <a:pt x="901025" y="57549"/>
                  </a:lnTo>
                  <a:lnTo>
                    <a:pt x="911668" y="51765"/>
                  </a:lnTo>
                  <a:lnTo>
                    <a:pt x="922082" y="46105"/>
                  </a:lnTo>
                  <a:lnTo>
                    <a:pt x="932277" y="40565"/>
                  </a:lnTo>
                  <a:lnTo>
                    <a:pt x="942261" y="35139"/>
                  </a:lnTo>
                  <a:lnTo>
                    <a:pt x="952044" y="29823"/>
                  </a:lnTo>
                  <a:lnTo>
                    <a:pt x="961633" y="24611"/>
                  </a:lnTo>
                  <a:lnTo>
                    <a:pt x="971036" y="19501"/>
                  </a:lnTo>
                  <a:lnTo>
                    <a:pt x="980259" y="14489"/>
                  </a:lnTo>
                  <a:lnTo>
                    <a:pt x="989310" y="9570"/>
                  </a:lnTo>
                  <a:lnTo>
                    <a:pt x="998196" y="4741"/>
                  </a:lnTo>
                  <a:lnTo>
                    <a:pt x="1006921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0"/>
            <p:cNvSpPr/>
            <p:nvPr/>
          </p:nvSpPr>
          <p:spPr>
            <a:xfrm>
              <a:off x="4328430" y="1609689"/>
              <a:ext cx="1006921" cy="1327"/>
            </a:xfrm>
            <a:custGeom>
              <a:avLst/>
              <a:pathLst>
                <a:path w="1006921" h="1327">
                  <a:moveTo>
                    <a:pt x="0" y="1327"/>
                  </a:moveTo>
                  <a:lnTo>
                    <a:pt x="64659" y="1242"/>
                  </a:lnTo>
                  <a:lnTo>
                    <a:pt x="121693" y="1167"/>
                  </a:lnTo>
                  <a:lnTo>
                    <a:pt x="172711" y="1099"/>
                  </a:lnTo>
                  <a:lnTo>
                    <a:pt x="218863" y="1038"/>
                  </a:lnTo>
                  <a:lnTo>
                    <a:pt x="260996" y="983"/>
                  </a:lnTo>
                  <a:lnTo>
                    <a:pt x="299755" y="932"/>
                  </a:lnTo>
                  <a:lnTo>
                    <a:pt x="335640" y="885"/>
                  </a:lnTo>
                  <a:lnTo>
                    <a:pt x="369048" y="840"/>
                  </a:lnTo>
                  <a:lnTo>
                    <a:pt x="400299" y="799"/>
                  </a:lnTo>
                  <a:lnTo>
                    <a:pt x="429655" y="761"/>
                  </a:lnTo>
                  <a:lnTo>
                    <a:pt x="457333" y="724"/>
                  </a:lnTo>
                  <a:lnTo>
                    <a:pt x="483514" y="690"/>
                  </a:lnTo>
                  <a:lnTo>
                    <a:pt x="508351" y="657"/>
                  </a:lnTo>
                  <a:lnTo>
                    <a:pt x="531977" y="626"/>
                  </a:lnTo>
                  <a:lnTo>
                    <a:pt x="554503" y="596"/>
                  </a:lnTo>
                  <a:lnTo>
                    <a:pt x="576028" y="568"/>
                  </a:lnTo>
                  <a:lnTo>
                    <a:pt x="596636" y="540"/>
                  </a:lnTo>
                  <a:lnTo>
                    <a:pt x="616403" y="514"/>
                  </a:lnTo>
                  <a:lnTo>
                    <a:pt x="635395" y="489"/>
                  </a:lnTo>
                  <a:lnTo>
                    <a:pt x="653670" y="465"/>
                  </a:lnTo>
                  <a:lnTo>
                    <a:pt x="671280" y="442"/>
                  </a:lnTo>
                  <a:lnTo>
                    <a:pt x="688272" y="420"/>
                  </a:lnTo>
                  <a:lnTo>
                    <a:pt x="704688" y="398"/>
                  </a:lnTo>
                  <a:lnTo>
                    <a:pt x="720566" y="377"/>
                  </a:lnTo>
                  <a:lnTo>
                    <a:pt x="735940" y="357"/>
                  </a:lnTo>
                  <a:lnTo>
                    <a:pt x="750840" y="337"/>
                  </a:lnTo>
                  <a:lnTo>
                    <a:pt x="765296" y="318"/>
                  </a:lnTo>
                  <a:lnTo>
                    <a:pt x="779332" y="300"/>
                  </a:lnTo>
                  <a:lnTo>
                    <a:pt x="792973" y="282"/>
                  </a:lnTo>
                  <a:lnTo>
                    <a:pt x="806241" y="264"/>
                  </a:lnTo>
                  <a:lnTo>
                    <a:pt x="819154" y="247"/>
                  </a:lnTo>
                  <a:lnTo>
                    <a:pt x="831732" y="230"/>
                  </a:lnTo>
                  <a:lnTo>
                    <a:pt x="843992" y="214"/>
                  </a:lnTo>
                  <a:lnTo>
                    <a:pt x="855949" y="199"/>
                  </a:lnTo>
                  <a:lnTo>
                    <a:pt x="867617" y="183"/>
                  </a:lnTo>
                  <a:lnTo>
                    <a:pt x="879011" y="168"/>
                  </a:lnTo>
                  <a:lnTo>
                    <a:pt x="890144" y="153"/>
                  </a:lnTo>
                  <a:lnTo>
                    <a:pt x="901025" y="139"/>
                  </a:lnTo>
                  <a:lnTo>
                    <a:pt x="911668" y="125"/>
                  </a:lnTo>
                  <a:lnTo>
                    <a:pt x="922082" y="111"/>
                  </a:lnTo>
                  <a:lnTo>
                    <a:pt x="932277" y="98"/>
                  </a:lnTo>
                  <a:lnTo>
                    <a:pt x="942261" y="85"/>
                  </a:lnTo>
                  <a:lnTo>
                    <a:pt x="952044" y="72"/>
                  </a:lnTo>
                  <a:lnTo>
                    <a:pt x="961633" y="59"/>
                  </a:lnTo>
                  <a:lnTo>
                    <a:pt x="971036" y="47"/>
                  </a:lnTo>
                  <a:lnTo>
                    <a:pt x="980259" y="35"/>
                  </a:lnTo>
                  <a:lnTo>
                    <a:pt x="989310" y="23"/>
                  </a:lnTo>
                  <a:lnTo>
                    <a:pt x="998196" y="11"/>
                  </a:lnTo>
                  <a:lnTo>
                    <a:pt x="1006921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2" name="pl291"/>
            <p:cNvSpPr/>
            <p:nvPr/>
          </p:nvSpPr>
          <p:spPr>
            <a:xfrm>
              <a:off x="4328430" y="1691433"/>
              <a:ext cx="1006921" cy="192869"/>
            </a:xfrm>
            <a:custGeom>
              <a:avLst/>
              <a:pathLst>
                <a:path w="1006921" h="192869">
                  <a:moveTo>
                    <a:pt x="0" y="0"/>
                  </a:moveTo>
                  <a:lnTo>
                    <a:pt x="64659" y="12385"/>
                  </a:lnTo>
                  <a:lnTo>
                    <a:pt x="121693" y="23309"/>
                  </a:lnTo>
                  <a:lnTo>
                    <a:pt x="172711" y="33081"/>
                  </a:lnTo>
                  <a:lnTo>
                    <a:pt x="218863" y="41921"/>
                  </a:lnTo>
                  <a:lnTo>
                    <a:pt x="260996" y="49992"/>
                  </a:lnTo>
                  <a:lnTo>
                    <a:pt x="299755" y="57416"/>
                  </a:lnTo>
                  <a:lnTo>
                    <a:pt x="335640" y="64289"/>
                  </a:lnTo>
                  <a:lnTo>
                    <a:pt x="369048" y="70689"/>
                  </a:lnTo>
                  <a:lnTo>
                    <a:pt x="400299" y="76675"/>
                  </a:lnTo>
                  <a:lnTo>
                    <a:pt x="429655" y="82297"/>
                  </a:lnTo>
                  <a:lnTo>
                    <a:pt x="457333" y="87599"/>
                  </a:lnTo>
                  <a:lnTo>
                    <a:pt x="483514" y="92614"/>
                  </a:lnTo>
                  <a:lnTo>
                    <a:pt x="508351" y="97371"/>
                  </a:lnTo>
                  <a:lnTo>
                    <a:pt x="531977" y="101897"/>
                  </a:lnTo>
                  <a:lnTo>
                    <a:pt x="554503" y="106211"/>
                  </a:lnTo>
                  <a:lnTo>
                    <a:pt x="576028" y="110334"/>
                  </a:lnTo>
                  <a:lnTo>
                    <a:pt x="596636" y="114282"/>
                  </a:lnTo>
                  <a:lnTo>
                    <a:pt x="616403" y="118068"/>
                  </a:lnTo>
                  <a:lnTo>
                    <a:pt x="635395" y="121706"/>
                  </a:lnTo>
                  <a:lnTo>
                    <a:pt x="653670" y="125206"/>
                  </a:lnTo>
                  <a:lnTo>
                    <a:pt x="671280" y="128579"/>
                  </a:lnTo>
                  <a:lnTo>
                    <a:pt x="688272" y="131834"/>
                  </a:lnTo>
                  <a:lnTo>
                    <a:pt x="704688" y="134978"/>
                  </a:lnTo>
                  <a:lnTo>
                    <a:pt x="720566" y="138020"/>
                  </a:lnTo>
                  <a:lnTo>
                    <a:pt x="735940" y="140964"/>
                  </a:lnTo>
                  <a:lnTo>
                    <a:pt x="750840" y="143818"/>
                  </a:lnTo>
                  <a:lnTo>
                    <a:pt x="765296" y="146587"/>
                  </a:lnTo>
                  <a:lnTo>
                    <a:pt x="779332" y="149276"/>
                  </a:lnTo>
                  <a:lnTo>
                    <a:pt x="792973" y="151889"/>
                  </a:lnTo>
                  <a:lnTo>
                    <a:pt x="806241" y="154430"/>
                  </a:lnTo>
                  <a:lnTo>
                    <a:pt x="819154" y="156904"/>
                  </a:lnTo>
                  <a:lnTo>
                    <a:pt x="831732" y="159313"/>
                  </a:lnTo>
                  <a:lnTo>
                    <a:pt x="843992" y="161661"/>
                  </a:lnTo>
                  <a:lnTo>
                    <a:pt x="855949" y="163951"/>
                  </a:lnTo>
                  <a:lnTo>
                    <a:pt x="867617" y="166186"/>
                  </a:lnTo>
                  <a:lnTo>
                    <a:pt x="879011" y="168369"/>
                  </a:lnTo>
                  <a:lnTo>
                    <a:pt x="890144" y="170501"/>
                  </a:lnTo>
                  <a:lnTo>
                    <a:pt x="901025" y="172586"/>
                  </a:lnTo>
                  <a:lnTo>
                    <a:pt x="911668" y="174624"/>
                  </a:lnTo>
                  <a:lnTo>
                    <a:pt x="922082" y="176619"/>
                  </a:lnTo>
                  <a:lnTo>
                    <a:pt x="932277" y="178572"/>
                  </a:lnTo>
                  <a:lnTo>
                    <a:pt x="942261" y="180484"/>
                  </a:lnTo>
                  <a:lnTo>
                    <a:pt x="952044" y="182358"/>
                  </a:lnTo>
                  <a:lnTo>
                    <a:pt x="961633" y="184195"/>
                  </a:lnTo>
                  <a:lnTo>
                    <a:pt x="971036" y="185996"/>
                  </a:lnTo>
                  <a:lnTo>
                    <a:pt x="980259" y="187762"/>
                  </a:lnTo>
                  <a:lnTo>
                    <a:pt x="989310" y="189496"/>
                  </a:lnTo>
                  <a:lnTo>
                    <a:pt x="998196" y="191198"/>
                  </a:lnTo>
                  <a:lnTo>
                    <a:pt x="1006921" y="192869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3" name="pl292"/>
            <p:cNvSpPr/>
            <p:nvPr/>
          </p:nvSpPr>
          <p:spPr>
            <a:xfrm>
              <a:off x="4328430" y="1953030"/>
              <a:ext cx="1006921" cy="39741"/>
            </a:xfrm>
            <a:custGeom>
              <a:avLst/>
              <a:pathLst>
                <a:path w="1006921" h="39741">
                  <a:moveTo>
                    <a:pt x="0" y="39741"/>
                  </a:moveTo>
                  <a:lnTo>
                    <a:pt x="64659" y="37189"/>
                  </a:lnTo>
                  <a:lnTo>
                    <a:pt x="121693" y="34938"/>
                  </a:lnTo>
                  <a:lnTo>
                    <a:pt x="172711" y="32925"/>
                  </a:lnTo>
                  <a:lnTo>
                    <a:pt x="218863" y="31103"/>
                  </a:lnTo>
                  <a:lnTo>
                    <a:pt x="260996" y="29440"/>
                  </a:lnTo>
                  <a:lnTo>
                    <a:pt x="299755" y="27910"/>
                  </a:lnTo>
                  <a:lnTo>
                    <a:pt x="335640" y="26494"/>
                  </a:lnTo>
                  <a:lnTo>
                    <a:pt x="369048" y="25175"/>
                  </a:lnTo>
                  <a:lnTo>
                    <a:pt x="400299" y="23942"/>
                  </a:lnTo>
                  <a:lnTo>
                    <a:pt x="429655" y="22783"/>
                  </a:lnTo>
                  <a:lnTo>
                    <a:pt x="457333" y="21691"/>
                  </a:lnTo>
                  <a:lnTo>
                    <a:pt x="483514" y="20658"/>
                  </a:lnTo>
                  <a:lnTo>
                    <a:pt x="508351" y="19677"/>
                  </a:lnTo>
                  <a:lnTo>
                    <a:pt x="531977" y="18745"/>
                  </a:lnTo>
                  <a:lnTo>
                    <a:pt x="554503" y="17856"/>
                  </a:lnTo>
                  <a:lnTo>
                    <a:pt x="576028" y="17006"/>
                  </a:lnTo>
                  <a:lnTo>
                    <a:pt x="596636" y="16193"/>
                  </a:lnTo>
                  <a:lnTo>
                    <a:pt x="616403" y="15413"/>
                  </a:lnTo>
                  <a:lnTo>
                    <a:pt x="635395" y="14663"/>
                  </a:lnTo>
                  <a:lnTo>
                    <a:pt x="653670" y="13942"/>
                  </a:lnTo>
                  <a:lnTo>
                    <a:pt x="671280" y="13247"/>
                  </a:lnTo>
                  <a:lnTo>
                    <a:pt x="688272" y="12576"/>
                  </a:lnTo>
                  <a:lnTo>
                    <a:pt x="704688" y="11928"/>
                  </a:lnTo>
                  <a:lnTo>
                    <a:pt x="720566" y="11302"/>
                  </a:lnTo>
                  <a:lnTo>
                    <a:pt x="735940" y="10695"/>
                  </a:lnTo>
                  <a:lnTo>
                    <a:pt x="750840" y="10107"/>
                  </a:lnTo>
                  <a:lnTo>
                    <a:pt x="765296" y="9536"/>
                  </a:lnTo>
                  <a:lnTo>
                    <a:pt x="779332" y="8982"/>
                  </a:lnTo>
                  <a:lnTo>
                    <a:pt x="792973" y="8444"/>
                  </a:lnTo>
                  <a:lnTo>
                    <a:pt x="806241" y="7920"/>
                  </a:lnTo>
                  <a:lnTo>
                    <a:pt x="819154" y="7410"/>
                  </a:lnTo>
                  <a:lnTo>
                    <a:pt x="831732" y="6914"/>
                  </a:lnTo>
                  <a:lnTo>
                    <a:pt x="843992" y="6430"/>
                  </a:lnTo>
                  <a:lnTo>
                    <a:pt x="855949" y="5958"/>
                  </a:lnTo>
                  <a:lnTo>
                    <a:pt x="867617" y="5498"/>
                  </a:lnTo>
                  <a:lnTo>
                    <a:pt x="879011" y="5048"/>
                  </a:lnTo>
                  <a:lnTo>
                    <a:pt x="890144" y="4609"/>
                  </a:lnTo>
                  <a:lnTo>
                    <a:pt x="901025" y="4179"/>
                  </a:lnTo>
                  <a:lnTo>
                    <a:pt x="911668" y="3759"/>
                  </a:lnTo>
                  <a:lnTo>
                    <a:pt x="922082" y="3348"/>
                  </a:lnTo>
                  <a:lnTo>
                    <a:pt x="932277" y="2946"/>
                  </a:lnTo>
                  <a:lnTo>
                    <a:pt x="942261" y="2552"/>
                  </a:lnTo>
                  <a:lnTo>
                    <a:pt x="952044" y="2165"/>
                  </a:lnTo>
                  <a:lnTo>
                    <a:pt x="961633" y="1787"/>
                  </a:lnTo>
                  <a:lnTo>
                    <a:pt x="971036" y="1416"/>
                  </a:lnTo>
                  <a:lnTo>
                    <a:pt x="980259" y="1052"/>
                  </a:lnTo>
                  <a:lnTo>
                    <a:pt x="989310" y="695"/>
                  </a:lnTo>
                  <a:lnTo>
                    <a:pt x="998196" y="344"/>
                  </a:lnTo>
                  <a:lnTo>
                    <a:pt x="1006921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4" name="pl293"/>
            <p:cNvSpPr/>
            <p:nvPr/>
          </p:nvSpPr>
          <p:spPr>
            <a:xfrm>
              <a:off x="4328430" y="1996450"/>
              <a:ext cx="1006921" cy="58077"/>
            </a:xfrm>
            <a:custGeom>
              <a:avLst/>
              <a:pathLst>
                <a:path w="1006921" h="58077">
                  <a:moveTo>
                    <a:pt x="0" y="0"/>
                  </a:moveTo>
                  <a:lnTo>
                    <a:pt x="64659" y="3729"/>
                  </a:lnTo>
                  <a:lnTo>
                    <a:pt x="121693" y="7019"/>
                  </a:lnTo>
                  <a:lnTo>
                    <a:pt x="172711" y="9961"/>
                  </a:lnTo>
                  <a:lnTo>
                    <a:pt x="218863" y="12623"/>
                  </a:lnTo>
                  <a:lnTo>
                    <a:pt x="260996" y="15053"/>
                  </a:lnTo>
                  <a:lnTo>
                    <a:pt x="299755" y="17289"/>
                  </a:lnTo>
                  <a:lnTo>
                    <a:pt x="335640" y="19359"/>
                  </a:lnTo>
                  <a:lnTo>
                    <a:pt x="369048" y="21286"/>
                  </a:lnTo>
                  <a:lnTo>
                    <a:pt x="400299" y="23088"/>
                  </a:lnTo>
                  <a:lnTo>
                    <a:pt x="429655" y="24781"/>
                  </a:lnTo>
                  <a:lnTo>
                    <a:pt x="457333" y="26378"/>
                  </a:lnTo>
                  <a:lnTo>
                    <a:pt x="483514" y="27888"/>
                  </a:lnTo>
                  <a:lnTo>
                    <a:pt x="508351" y="29320"/>
                  </a:lnTo>
                  <a:lnTo>
                    <a:pt x="531977" y="30683"/>
                  </a:lnTo>
                  <a:lnTo>
                    <a:pt x="554503" y="31982"/>
                  </a:lnTo>
                  <a:lnTo>
                    <a:pt x="576028" y="33224"/>
                  </a:lnTo>
                  <a:lnTo>
                    <a:pt x="596636" y="34413"/>
                  </a:lnTo>
                  <a:lnTo>
                    <a:pt x="616403" y="35553"/>
                  </a:lnTo>
                  <a:lnTo>
                    <a:pt x="635395" y="36648"/>
                  </a:lnTo>
                  <a:lnTo>
                    <a:pt x="653670" y="37702"/>
                  </a:lnTo>
                  <a:lnTo>
                    <a:pt x="671280" y="38718"/>
                  </a:lnTo>
                  <a:lnTo>
                    <a:pt x="688272" y="39698"/>
                  </a:lnTo>
                  <a:lnTo>
                    <a:pt x="704688" y="40645"/>
                  </a:lnTo>
                  <a:lnTo>
                    <a:pt x="720566" y="41561"/>
                  </a:lnTo>
                  <a:lnTo>
                    <a:pt x="735940" y="42447"/>
                  </a:lnTo>
                  <a:lnTo>
                    <a:pt x="750840" y="43307"/>
                  </a:lnTo>
                  <a:lnTo>
                    <a:pt x="765296" y="44141"/>
                  </a:lnTo>
                  <a:lnTo>
                    <a:pt x="779332" y="44950"/>
                  </a:lnTo>
                  <a:lnTo>
                    <a:pt x="792973" y="45737"/>
                  </a:lnTo>
                  <a:lnTo>
                    <a:pt x="806241" y="46502"/>
                  </a:lnTo>
                  <a:lnTo>
                    <a:pt x="819154" y="47247"/>
                  </a:lnTo>
                  <a:lnTo>
                    <a:pt x="831732" y="47972"/>
                  </a:lnTo>
                  <a:lnTo>
                    <a:pt x="843992" y="48680"/>
                  </a:lnTo>
                  <a:lnTo>
                    <a:pt x="855949" y="49369"/>
                  </a:lnTo>
                  <a:lnTo>
                    <a:pt x="867617" y="50042"/>
                  </a:lnTo>
                  <a:lnTo>
                    <a:pt x="879011" y="50699"/>
                  </a:lnTo>
                  <a:lnTo>
                    <a:pt x="890144" y="51342"/>
                  </a:lnTo>
                  <a:lnTo>
                    <a:pt x="901025" y="51969"/>
                  </a:lnTo>
                  <a:lnTo>
                    <a:pt x="911668" y="52583"/>
                  </a:lnTo>
                  <a:lnTo>
                    <a:pt x="922082" y="53184"/>
                  </a:lnTo>
                  <a:lnTo>
                    <a:pt x="932277" y="53772"/>
                  </a:lnTo>
                  <a:lnTo>
                    <a:pt x="942261" y="54348"/>
                  </a:lnTo>
                  <a:lnTo>
                    <a:pt x="952044" y="54912"/>
                  </a:lnTo>
                  <a:lnTo>
                    <a:pt x="961633" y="55465"/>
                  </a:lnTo>
                  <a:lnTo>
                    <a:pt x="971036" y="56007"/>
                  </a:lnTo>
                  <a:lnTo>
                    <a:pt x="980259" y="56539"/>
                  </a:lnTo>
                  <a:lnTo>
                    <a:pt x="989310" y="57061"/>
                  </a:lnTo>
                  <a:lnTo>
                    <a:pt x="998196" y="57574"/>
                  </a:lnTo>
                  <a:lnTo>
                    <a:pt x="1006921" y="58077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5" name="pl294"/>
            <p:cNvSpPr/>
            <p:nvPr/>
          </p:nvSpPr>
          <p:spPr>
            <a:xfrm>
              <a:off x="4328430" y="1873979"/>
              <a:ext cx="1006921" cy="35199"/>
            </a:xfrm>
            <a:custGeom>
              <a:avLst/>
              <a:pathLst>
                <a:path w="1006921" h="35199">
                  <a:moveTo>
                    <a:pt x="0" y="35199"/>
                  </a:moveTo>
                  <a:lnTo>
                    <a:pt x="64659" y="32939"/>
                  </a:lnTo>
                  <a:lnTo>
                    <a:pt x="121693" y="30945"/>
                  </a:lnTo>
                  <a:lnTo>
                    <a:pt x="172711" y="29162"/>
                  </a:lnTo>
                  <a:lnTo>
                    <a:pt x="218863" y="27548"/>
                  </a:lnTo>
                  <a:lnTo>
                    <a:pt x="260996" y="26076"/>
                  </a:lnTo>
                  <a:lnTo>
                    <a:pt x="299755" y="24721"/>
                  </a:lnTo>
                  <a:lnTo>
                    <a:pt x="335640" y="23466"/>
                  </a:lnTo>
                  <a:lnTo>
                    <a:pt x="369048" y="22298"/>
                  </a:lnTo>
                  <a:lnTo>
                    <a:pt x="400299" y="21206"/>
                  </a:lnTo>
                  <a:lnTo>
                    <a:pt x="429655" y="20180"/>
                  </a:lnTo>
                  <a:lnTo>
                    <a:pt x="457333" y="19212"/>
                  </a:lnTo>
                  <a:lnTo>
                    <a:pt x="483514" y="18297"/>
                  </a:lnTo>
                  <a:lnTo>
                    <a:pt x="508351" y="17428"/>
                  </a:lnTo>
                  <a:lnTo>
                    <a:pt x="531977" y="16603"/>
                  </a:lnTo>
                  <a:lnTo>
                    <a:pt x="554503" y="15815"/>
                  </a:lnTo>
                  <a:lnTo>
                    <a:pt x="576028" y="15063"/>
                  </a:lnTo>
                  <a:lnTo>
                    <a:pt x="596636" y="14342"/>
                  </a:lnTo>
                  <a:lnTo>
                    <a:pt x="616403" y="13651"/>
                  </a:lnTo>
                  <a:lnTo>
                    <a:pt x="635395" y="12987"/>
                  </a:lnTo>
                  <a:lnTo>
                    <a:pt x="653670" y="12348"/>
                  </a:lnTo>
                  <a:lnTo>
                    <a:pt x="671280" y="11733"/>
                  </a:lnTo>
                  <a:lnTo>
                    <a:pt x="688272" y="11139"/>
                  </a:lnTo>
                  <a:lnTo>
                    <a:pt x="704688" y="10565"/>
                  </a:lnTo>
                  <a:lnTo>
                    <a:pt x="720566" y="10010"/>
                  </a:lnTo>
                  <a:lnTo>
                    <a:pt x="735940" y="9472"/>
                  </a:lnTo>
                  <a:lnTo>
                    <a:pt x="750840" y="8952"/>
                  </a:lnTo>
                  <a:lnTo>
                    <a:pt x="765296" y="8446"/>
                  </a:lnTo>
                  <a:lnTo>
                    <a:pt x="779332" y="7956"/>
                  </a:lnTo>
                  <a:lnTo>
                    <a:pt x="792973" y="7479"/>
                  </a:lnTo>
                  <a:lnTo>
                    <a:pt x="806241" y="7015"/>
                  </a:lnTo>
                  <a:lnTo>
                    <a:pt x="819154" y="6563"/>
                  </a:lnTo>
                  <a:lnTo>
                    <a:pt x="831732" y="6124"/>
                  </a:lnTo>
                  <a:lnTo>
                    <a:pt x="843992" y="5695"/>
                  </a:lnTo>
                  <a:lnTo>
                    <a:pt x="855949" y="5277"/>
                  </a:lnTo>
                  <a:lnTo>
                    <a:pt x="867617" y="4869"/>
                  </a:lnTo>
                  <a:lnTo>
                    <a:pt x="879011" y="4471"/>
                  </a:lnTo>
                  <a:lnTo>
                    <a:pt x="890144" y="4082"/>
                  </a:lnTo>
                  <a:lnTo>
                    <a:pt x="901025" y="3701"/>
                  </a:lnTo>
                  <a:lnTo>
                    <a:pt x="911668" y="3329"/>
                  </a:lnTo>
                  <a:lnTo>
                    <a:pt x="922082" y="2965"/>
                  </a:lnTo>
                  <a:lnTo>
                    <a:pt x="932277" y="2609"/>
                  </a:lnTo>
                  <a:lnTo>
                    <a:pt x="942261" y="2260"/>
                  </a:lnTo>
                  <a:lnTo>
                    <a:pt x="952044" y="1918"/>
                  </a:lnTo>
                  <a:lnTo>
                    <a:pt x="961633" y="1583"/>
                  </a:lnTo>
                  <a:lnTo>
                    <a:pt x="971036" y="1254"/>
                  </a:lnTo>
                  <a:lnTo>
                    <a:pt x="980259" y="932"/>
                  </a:lnTo>
                  <a:lnTo>
                    <a:pt x="989310" y="615"/>
                  </a:lnTo>
                  <a:lnTo>
                    <a:pt x="998196" y="305"/>
                  </a:lnTo>
                  <a:lnTo>
                    <a:pt x="1006921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6" name="rc295"/>
            <p:cNvSpPr/>
            <p:nvPr/>
          </p:nvSpPr>
          <p:spPr>
            <a:xfrm>
              <a:off x="4262365" y="1287054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4262365" y="1287054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4233897" y="197290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8"/>
            <p:cNvSpPr/>
            <p:nvPr/>
          </p:nvSpPr>
          <p:spPr>
            <a:xfrm>
              <a:off x="4233897" y="171598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4233897" y="145906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0"/>
            <p:cNvSpPr/>
            <p:nvPr/>
          </p:nvSpPr>
          <p:spPr>
            <a:xfrm>
              <a:off x="4262365" y="2157729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1"/>
            <p:cNvSpPr/>
            <p:nvPr/>
          </p:nvSpPr>
          <p:spPr>
            <a:xfrm>
              <a:off x="4328430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2"/>
            <p:cNvSpPr/>
            <p:nvPr/>
          </p:nvSpPr>
          <p:spPr>
            <a:xfrm>
              <a:off x="4664070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3"/>
            <p:cNvSpPr/>
            <p:nvPr/>
          </p:nvSpPr>
          <p:spPr>
            <a:xfrm>
              <a:off x="4999710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4"/>
            <p:cNvSpPr/>
            <p:nvPr/>
          </p:nvSpPr>
          <p:spPr>
            <a:xfrm>
              <a:off x="5335351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tx305"/>
            <p:cNvSpPr/>
            <p:nvPr/>
          </p:nvSpPr>
          <p:spPr>
            <a:xfrm>
              <a:off x="4262365" y="1110514"/>
              <a:ext cx="557418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LDMC</a:t>
              </a:r>
            </a:p>
          </p:txBody>
        </p:sp>
        <p:sp>
          <p:nvSpPr>
            <p:cNvPr id="307" name="rc306"/>
            <p:cNvSpPr/>
            <p:nvPr/>
          </p:nvSpPr>
          <p:spPr>
            <a:xfrm>
              <a:off x="5691085" y="1287054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5754473" y="191917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5730386" y="184656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5728398" y="1806784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5744716" y="197739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5725497" y="200452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5729416" y="148870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5715157" y="192514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5755401" y="174132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5736384" y="192170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5715652" y="197447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6076979" y="184151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6049802" y="193042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6085554" y="167319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6092387" y="196367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6065321" y="191390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6055530" y="173673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6055576" y="200710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6089620" y="192728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6086375" y="186407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6058069" y="131408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6081880" y="154160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6076687" y="187131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6074573" y="183412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6052393" y="200021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6078034" y="188210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6047949" y="183670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6049609" y="195278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6089773" y="191054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6389017" y="209008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6392903" y="192675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6422470" y="1914314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6411922" y="182651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6425735" y="148145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6388475" y="143784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6383347" y="165737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6388833" y="174418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6427703" y="175587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6423004" y="169350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6390883" y="173484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6411904" y="168656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6387000" y="193459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6400007" y="185528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6406970" y="191036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6423204" y="162244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6409495" y="169137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6405600" y="183932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6424426" y="172744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6421564" y="129855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6749652" y="173833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6722198" y="182317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718696" y="174172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740651" y="173419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757417" y="178476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758067" y="174903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735329" y="166604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751857" y="173784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722765" y="190415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738264" y="154633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717053" y="190619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6736742" y="188882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6746442" y="182351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6726852" y="175654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6738638" y="177035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6740080" y="190695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6729724" y="167777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6754682" y="177597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6728295" y="182659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6728642" y="177633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6756946" y="183100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6735947" y="158792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6735575" y="178993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6723045" y="174973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0" name="pl379"/>
            <p:cNvSpPr/>
            <p:nvPr/>
          </p:nvSpPr>
          <p:spPr>
            <a:xfrm>
              <a:off x="5763255" y="1759477"/>
              <a:ext cx="1003064" cy="104891"/>
            </a:xfrm>
            <a:custGeom>
              <a:avLst/>
              <a:pathLst>
                <a:path w="1003064" h="104891">
                  <a:moveTo>
                    <a:pt x="0" y="104891"/>
                  </a:moveTo>
                  <a:lnTo>
                    <a:pt x="64411" y="98155"/>
                  </a:lnTo>
                  <a:lnTo>
                    <a:pt x="121227" y="92214"/>
                  </a:lnTo>
                  <a:lnTo>
                    <a:pt x="172050" y="86899"/>
                  </a:lnTo>
                  <a:lnTo>
                    <a:pt x="218025" y="82092"/>
                  </a:lnTo>
                  <a:lnTo>
                    <a:pt x="259996" y="77702"/>
                  </a:lnTo>
                  <a:lnTo>
                    <a:pt x="298607" y="73665"/>
                  </a:lnTo>
                  <a:lnTo>
                    <a:pt x="334354" y="69927"/>
                  </a:lnTo>
                  <a:lnTo>
                    <a:pt x="367635" y="66447"/>
                  </a:lnTo>
                  <a:lnTo>
                    <a:pt x="398766" y="63191"/>
                  </a:lnTo>
                  <a:lnTo>
                    <a:pt x="428010" y="60133"/>
                  </a:lnTo>
                  <a:lnTo>
                    <a:pt x="455582" y="57250"/>
                  </a:lnTo>
                  <a:lnTo>
                    <a:pt x="481662" y="54523"/>
                  </a:lnTo>
                  <a:lnTo>
                    <a:pt x="506405" y="51935"/>
                  </a:lnTo>
                  <a:lnTo>
                    <a:pt x="529940" y="49474"/>
                  </a:lnTo>
                  <a:lnTo>
                    <a:pt x="552379" y="47128"/>
                  </a:lnTo>
                  <a:lnTo>
                    <a:pt x="573822" y="44886"/>
                  </a:lnTo>
                  <a:lnTo>
                    <a:pt x="594351" y="42739"/>
                  </a:lnTo>
                  <a:lnTo>
                    <a:pt x="614043" y="40680"/>
                  </a:lnTo>
                  <a:lnTo>
                    <a:pt x="632962" y="38701"/>
                  </a:lnTo>
                  <a:lnTo>
                    <a:pt x="651167" y="36798"/>
                  </a:lnTo>
                  <a:lnTo>
                    <a:pt x="668709" y="34963"/>
                  </a:lnTo>
                  <a:lnTo>
                    <a:pt x="685636" y="33193"/>
                  </a:lnTo>
                  <a:lnTo>
                    <a:pt x="701990" y="31483"/>
                  </a:lnTo>
                  <a:lnTo>
                    <a:pt x="717807" y="29829"/>
                  </a:lnTo>
                  <a:lnTo>
                    <a:pt x="733121" y="28228"/>
                  </a:lnTo>
                  <a:lnTo>
                    <a:pt x="747965" y="26675"/>
                  </a:lnTo>
                  <a:lnTo>
                    <a:pt x="762365" y="25170"/>
                  </a:lnTo>
                  <a:lnTo>
                    <a:pt x="776348" y="23707"/>
                  </a:lnTo>
                  <a:lnTo>
                    <a:pt x="789936" y="22286"/>
                  </a:lnTo>
                  <a:lnTo>
                    <a:pt x="803153" y="20904"/>
                  </a:lnTo>
                  <a:lnTo>
                    <a:pt x="816017" y="19559"/>
                  </a:lnTo>
                  <a:lnTo>
                    <a:pt x="828547" y="18249"/>
                  </a:lnTo>
                  <a:lnTo>
                    <a:pt x="840759" y="16972"/>
                  </a:lnTo>
                  <a:lnTo>
                    <a:pt x="852670" y="15726"/>
                  </a:lnTo>
                  <a:lnTo>
                    <a:pt x="864294" y="14511"/>
                  </a:lnTo>
                  <a:lnTo>
                    <a:pt x="875645" y="13324"/>
                  </a:lnTo>
                  <a:lnTo>
                    <a:pt x="886734" y="12164"/>
                  </a:lnTo>
                  <a:lnTo>
                    <a:pt x="897575" y="11031"/>
                  </a:lnTo>
                  <a:lnTo>
                    <a:pt x="908177" y="9922"/>
                  </a:lnTo>
                  <a:lnTo>
                    <a:pt x="918551" y="8837"/>
                  </a:lnTo>
                  <a:lnTo>
                    <a:pt x="928706" y="7775"/>
                  </a:lnTo>
                  <a:lnTo>
                    <a:pt x="938652" y="6735"/>
                  </a:lnTo>
                  <a:lnTo>
                    <a:pt x="948398" y="5716"/>
                  </a:lnTo>
                  <a:lnTo>
                    <a:pt x="957950" y="4717"/>
                  </a:lnTo>
                  <a:lnTo>
                    <a:pt x="967317" y="3738"/>
                  </a:lnTo>
                  <a:lnTo>
                    <a:pt x="976505" y="2777"/>
                  </a:lnTo>
                  <a:lnTo>
                    <a:pt x="985522" y="1834"/>
                  </a:lnTo>
                  <a:lnTo>
                    <a:pt x="994373" y="908"/>
                  </a:lnTo>
                  <a:lnTo>
                    <a:pt x="1003064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1" name="pl380"/>
            <p:cNvSpPr/>
            <p:nvPr/>
          </p:nvSpPr>
          <p:spPr>
            <a:xfrm>
              <a:off x="5763255" y="1793345"/>
              <a:ext cx="1003064" cy="208027"/>
            </a:xfrm>
            <a:custGeom>
              <a:avLst/>
              <a:pathLst>
                <a:path w="1003064" h="208027">
                  <a:moveTo>
                    <a:pt x="0" y="208027"/>
                  </a:moveTo>
                  <a:lnTo>
                    <a:pt x="64411" y="194669"/>
                  </a:lnTo>
                  <a:lnTo>
                    <a:pt x="121227" y="182886"/>
                  </a:lnTo>
                  <a:lnTo>
                    <a:pt x="172050" y="172345"/>
                  </a:lnTo>
                  <a:lnTo>
                    <a:pt x="218025" y="162811"/>
                  </a:lnTo>
                  <a:lnTo>
                    <a:pt x="259996" y="154106"/>
                  </a:lnTo>
                  <a:lnTo>
                    <a:pt x="298607" y="146098"/>
                  </a:lnTo>
                  <a:lnTo>
                    <a:pt x="334354" y="138685"/>
                  </a:lnTo>
                  <a:lnTo>
                    <a:pt x="367635" y="131783"/>
                  </a:lnTo>
                  <a:lnTo>
                    <a:pt x="398766" y="125326"/>
                  </a:lnTo>
                  <a:lnTo>
                    <a:pt x="428010" y="119261"/>
                  </a:lnTo>
                  <a:lnTo>
                    <a:pt x="455582" y="113543"/>
                  </a:lnTo>
                  <a:lnTo>
                    <a:pt x="481662" y="108134"/>
                  </a:lnTo>
                  <a:lnTo>
                    <a:pt x="506405" y="103003"/>
                  </a:lnTo>
                  <a:lnTo>
                    <a:pt x="529940" y="98122"/>
                  </a:lnTo>
                  <a:lnTo>
                    <a:pt x="552379" y="93468"/>
                  </a:lnTo>
                  <a:lnTo>
                    <a:pt x="573822" y="89021"/>
                  </a:lnTo>
                  <a:lnTo>
                    <a:pt x="594351" y="84763"/>
                  </a:lnTo>
                  <a:lnTo>
                    <a:pt x="614043" y="80680"/>
                  </a:lnTo>
                  <a:lnTo>
                    <a:pt x="632962" y="76756"/>
                  </a:lnTo>
                  <a:lnTo>
                    <a:pt x="651167" y="72980"/>
                  </a:lnTo>
                  <a:lnTo>
                    <a:pt x="668709" y="69342"/>
                  </a:lnTo>
                  <a:lnTo>
                    <a:pt x="685636" y="65832"/>
                  </a:lnTo>
                  <a:lnTo>
                    <a:pt x="701990" y="62440"/>
                  </a:lnTo>
                  <a:lnTo>
                    <a:pt x="717807" y="59160"/>
                  </a:lnTo>
                  <a:lnTo>
                    <a:pt x="733121" y="55984"/>
                  </a:lnTo>
                  <a:lnTo>
                    <a:pt x="747965" y="52905"/>
                  </a:lnTo>
                  <a:lnTo>
                    <a:pt x="762365" y="49919"/>
                  </a:lnTo>
                  <a:lnTo>
                    <a:pt x="776348" y="47019"/>
                  </a:lnTo>
                  <a:lnTo>
                    <a:pt x="789936" y="44201"/>
                  </a:lnTo>
                  <a:lnTo>
                    <a:pt x="803153" y="41460"/>
                  </a:lnTo>
                  <a:lnTo>
                    <a:pt x="816017" y="38792"/>
                  </a:lnTo>
                  <a:lnTo>
                    <a:pt x="828547" y="36193"/>
                  </a:lnTo>
                  <a:lnTo>
                    <a:pt x="840759" y="33660"/>
                  </a:lnTo>
                  <a:lnTo>
                    <a:pt x="852670" y="31190"/>
                  </a:lnTo>
                  <a:lnTo>
                    <a:pt x="864294" y="28779"/>
                  </a:lnTo>
                  <a:lnTo>
                    <a:pt x="875645" y="26425"/>
                  </a:lnTo>
                  <a:lnTo>
                    <a:pt x="886734" y="24125"/>
                  </a:lnTo>
                  <a:lnTo>
                    <a:pt x="897575" y="21877"/>
                  </a:lnTo>
                  <a:lnTo>
                    <a:pt x="908177" y="19678"/>
                  </a:lnTo>
                  <a:lnTo>
                    <a:pt x="918551" y="17527"/>
                  </a:lnTo>
                  <a:lnTo>
                    <a:pt x="928706" y="15421"/>
                  </a:lnTo>
                  <a:lnTo>
                    <a:pt x="938652" y="13358"/>
                  </a:lnTo>
                  <a:lnTo>
                    <a:pt x="948398" y="11337"/>
                  </a:lnTo>
                  <a:lnTo>
                    <a:pt x="957950" y="9356"/>
                  </a:lnTo>
                  <a:lnTo>
                    <a:pt x="967317" y="7413"/>
                  </a:lnTo>
                  <a:lnTo>
                    <a:pt x="976505" y="5508"/>
                  </a:lnTo>
                  <a:lnTo>
                    <a:pt x="985522" y="3638"/>
                  </a:lnTo>
                  <a:lnTo>
                    <a:pt x="994373" y="1802"/>
                  </a:lnTo>
                  <a:lnTo>
                    <a:pt x="1003064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l381"/>
            <p:cNvSpPr/>
            <p:nvPr/>
          </p:nvSpPr>
          <p:spPr>
            <a:xfrm>
              <a:off x="5763255" y="1831708"/>
              <a:ext cx="1003064" cy="36030"/>
            </a:xfrm>
            <a:custGeom>
              <a:avLst/>
              <a:pathLst>
                <a:path w="1003064" h="36030">
                  <a:moveTo>
                    <a:pt x="0" y="36030"/>
                  </a:moveTo>
                  <a:lnTo>
                    <a:pt x="64411" y="33717"/>
                  </a:lnTo>
                  <a:lnTo>
                    <a:pt x="121227" y="31676"/>
                  </a:lnTo>
                  <a:lnTo>
                    <a:pt x="172050" y="29850"/>
                  </a:lnTo>
                  <a:lnTo>
                    <a:pt x="218025" y="28199"/>
                  </a:lnTo>
                  <a:lnTo>
                    <a:pt x="259996" y="26691"/>
                  </a:lnTo>
                  <a:lnTo>
                    <a:pt x="298607" y="25304"/>
                  </a:lnTo>
                  <a:lnTo>
                    <a:pt x="334354" y="24020"/>
                  </a:lnTo>
                  <a:lnTo>
                    <a:pt x="367635" y="22825"/>
                  </a:lnTo>
                  <a:lnTo>
                    <a:pt x="398766" y="21706"/>
                  </a:lnTo>
                  <a:lnTo>
                    <a:pt x="428010" y="20656"/>
                  </a:lnTo>
                  <a:lnTo>
                    <a:pt x="455582" y="19666"/>
                  </a:lnTo>
                  <a:lnTo>
                    <a:pt x="481662" y="18729"/>
                  </a:lnTo>
                  <a:lnTo>
                    <a:pt x="506405" y="17840"/>
                  </a:lnTo>
                  <a:lnTo>
                    <a:pt x="529940" y="16995"/>
                  </a:lnTo>
                  <a:lnTo>
                    <a:pt x="552379" y="16188"/>
                  </a:lnTo>
                  <a:lnTo>
                    <a:pt x="573822" y="15418"/>
                  </a:lnTo>
                  <a:lnTo>
                    <a:pt x="594351" y="14681"/>
                  </a:lnTo>
                  <a:lnTo>
                    <a:pt x="614043" y="13973"/>
                  </a:lnTo>
                  <a:lnTo>
                    <a:pt x="632962" y="13294"/>
                  </a:lnTo>
                  <a:lnTo>
                    <a:pt x="651167" y="12640"/>
                  </a:lnTo>
                  <a:lnTo>
                    <a:pt x="668709" y="12010"/>
                  </a:lnTo>
                  <a:lnTo>
                    <a:pt x="685636" y="11402"/>
                  </a:lnTo>
                  <a:lnTo>
                    <a:pt x="701990" y="10814"/>
                  </a:lnTo>
                  <a:lnTo>
                    <a:pt x="717807" y="10246"/>
                  </a:lnTo>
                  <a:lnTo>
                    <a:pt x="733121" y="9696"/>
                  </a:lnTo>
                  <a:lnTo>
                    <a:pt x="747965" y="9163"/>
                  </a:lnTo>
                  <a:lnTo>
                    <a:pt x="762365" y="8646"/>
                  </a:lnTo>
                  <a:lnTo>
                    <a:pt x="776348" y="8143"/>
                  </a:lnTo>
                  <a:lnTo>
                    <a:pt x="789936" y="7655"/>
                  </a:lnTo>
                  <a:lnTo>
                    <a:pt x="803153" y="7180"/>
                  </a:lnTo>
                  <a:lnTo>
                    <a:pt x="816017" y="6718"/>
                  </a:lnTo>
                  <a:lnTo>
                    <a:pt x="828547" y="6268"/>
                  </a:lnTo>
                  <a:lnTo>
                    <a:pt x="840759" y="5830"/>
                  </a:lnTo>
                  <a:lnTo>
                    <a:pt x="852670" y="5402"/>
                  </a:lnTo>
                  <a:lnTo>
                    <a:pt x="864294" y="4984"/>
                  </a:lnTo>
                  <a:lnTo>
                    <a:pt x="875645" y="4577"/>
                  </a:lnTo>
                  <a:lnTo>
                    <a:pt x="886734" y="4178"/>
                  </a:lnTo>
                  <a:lnTo>
                    <a:pt x="897575" y="3789"/>
                  </a:lnTo>
                  <a:lnTo>
                    <a:pt x="908177" y="3408"/>
                  </a:lnTo>
                  <a:lnTo>
                    <a:pt x="918551" y="3035"/>
                  </a:lnTo>
                  <a:lnTo>
                    <a:pt x="928706" y="2670"/>
                  </a:lnTo>
                  <a:lnTo>
                    <a:pt x="938652" y="2313"/>
                  </a:lnTo>
                  <a:lnTo>
                    <a:pt x="948398" y="1963"/>
                  </a:lnTo>
                  <a:lnTo>
                    <a:pt x="957950" y="1620"/>
                  </a:lnTo>
                  <a:lnTo>
                    <a:pt x="967317" y="1284"/>
                  </a:lnTo>
                  <a:lnTo>
                    <a:pt x="976505" y="954"/>
                  </a:lnTo>
                  <a:lnTo>
                    <a:pt x="985522" y="630"/>
                  </a:lnTo>
                  <a:lnTo>
                    <a:pt x="994373" y="312"/>
                  </a:lnTo>
                  <a:lnTo>
                    <a:pt x="1003064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5763255" y="1512075"/>
              <a:ext cx="1003064" cy="477690"/>
            </a:xfrm>
            <a:custGeom>
              <a:avLst/>
              <a:pathLst>
                <a:path w="1003064" h="477690">
                  <a:moveTo>
                    <a:pt x="0" y="477690"/>
                  </a:moveTo>
                  <a:lnTo>
                    <a:pt x="64411" y="447015"/>
                  </a:lnTo>
                  <a:lnTo>
                    <a:pt x="121227" y="419958"/>
                  </a:lnTo>
                  <a:lnTo>
                    <a:pt x="172050" y="395755"/>
                  </a:lnTo>
                  <a:lnTo>
                    <a:pt x="218025" y="373860"/>
                  </a:lnTo>
                  <a:lnTo>
                    <a:pt x="259996" y="353872"/>
                  </a:lnTo>
                  <a:lnTo>
                    <a:pt x="298607" y="335484"/>
                  </a:lnTo>
                  <a:lnTo>
                    <a:pt x="334354" y="318460"/>
                  </a:lnTo>
                  <a:lnTo>
                    <a:pt x="367635" y="302611"/>
                  </a:lnTo>
                  <a:lnTo>
                    <a:pt x="398766" y="287785"/>
                  </a:lnTo>
                  <a:lnTo>
                    <a:pt x="428010" y="273858"/>
                  </a:lnTo>
                  <a:lnTo>
                    <a:pt x="455582" y="260728"/>
                  </a:lnTo>
                  <a:lnTo>
                    <a:pt x="481662" y="248308"/>
                  </a:lnTo>
                  <a:lnTo>
                    <a:pt x="506405" y="236524"/>
                  </a:lnTo>
                  <a:lnTo>
                    <a:pt x="529940" y="225316"/>
                  </a:lnTo>
                  <a:lnTo>
                    <a:pt x="552379" y="214630"/>
                  </a:lnTo>
                  <a:lnTo>
                    <a:pt x="573822" y="204418"/>
                  </a:lnTo>
                  <a:lnTo>
                    <a:pt x="594351" y="194641"/>
                  </a:lnTo>
                  <a:lnTo>
                    <a:pt x="614043" y="185264"/>
                  </a:lnTo>
                  <a:lnTo>
                    <a:pt x="632962" y="176254"/>
                  </a:lnTo>
                  <a:lnTo>
                    <a:pt x="651167" y="167584"/>
                  </a:lnTo>
                  <a:lnTo>
                    <a:pt x="668709" y="159230"/>
                  </a:lnTo>
                  <a:lnTo>
                    <a:pt x="685636" y="151169"/>
                  </a:lnTo>
                  <a:lnTo>
                    <a:pt x="701990" y="143381"/>
                  </a:lnTo>
                  <a:lnTo>
                    <a:pt x="717807" y="135848"/>
                  </a:lnTo>
                  <a:lnTo>
                    <a:pt x="733121" y="128555"/>
                  </a:lnTo>
                  <a:lnTo>
                    <a:pt x="747965" y="121486"/>
                  </a:lnTo>
                  <a:lnTo>
                    <a:pt x="762365" y="114628"/>
                  </a:lnTo>
                  <a:lnTo>
                    <a:pt x="776348" y="107969"/>
                  </a:lnTo>
                  <a:lnTo>
                    <a:pt x="789936" y="101498"/>
                  </a:lnTo>
                  <a:lnTo>
                    <a:pt x="803153" y="95204"/>
                  </a:lnTo>
                  <a:lnTo>
                    <a:pt x="816017" y="89077"/>
                  </a:lnTo>
                  <a:lnTo>
                    <a:pt x="828547" y="83110"/>
                  </a:lnTo>
                  <a:lnTo>
                    <a:pt x="840759" y="77294"/>
                  </a:lnTo>
                  <a:lnTo>
                    <a:pt x="852670" y="71622"/>
                  </a:lnTo>
                  <a:lnTo>
                    <a:pt x="864294" y="66086"/>
                  </a:lnTo>
                  <a:lnTo>
                    <a:pt x="875645" y="60681"/>
                  </a:lnTo>
                  <a:lnTo>
                    <a:pt x="886734" y="55399"/>
                  </a:lnTo>
                  <a:lnTo>
                    <a:pt x="897575" y="50237"/>
                  </a:lnTo>
                  <a:lnTo>
                    <a:pt x="908177" y="45188"/>
                  </a:lnTo>
                  <a:lnTo>
                    <a:pt x="918551" y="40248"/>
                  </a:lnTo>
                  <a:lnTo>
                    <a:pt x="928706" y="35411"/>
                  </a:lnTo>
                  <a:lnTo>
                    <a:pt x="938652" y="30674"/>
                  </a:lnTo>
                  <a:lnTo>
                    <a:pt x="948398" y="26033"/>
                  </a:lnTo>
                  <a:lnTo>
                    <a:pt x="957950" y="21484"/>
                  </a:lnTo>
                  <a:lnTo>
                    <a:pt x="967317" y="17024"/>
                  </a:lnTo>
                  <a:lnTo>
                    <a:pt x="976505" y="12648"/>
                  </a:lnTo>
                  <a:lnTo>
                    <a:pt x="985522" y="8354"/>
                  </a:lnTo>
                  <a:lnTo>
                    <a:pt x="994373" y="4139"/>
                  </a:lnTo>
                  <a:lnTo>
                    <a:pt x="1003064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4" name="pl383"/>
            <p:cNvSpPr/>
            <p:nvPr/>
          </p:nvSpPr>
          <p:spPr>
            <a:xfrm>
              <a:off x="5763255" y="1762263"/>
              <a:ext cx="1003064" cy="123958"/>
            </a:xfrm>
            <a:custGeom>
              <a:avLst/>
              <a:pathLst>
                <a:path w="1003064" h="123958">
                  <a:moveTo>
                    <a:pt x="0" y="0"/>
                  </a:moveTo>
                  <a:lnTo>
                    <a:pt x="64411" y="7959"/>
                  </a:lnTo>
                  <a:lnTo>
                    <a:pt x="121227" y="14981"/>
                  </a:lnTo>
                  <a:lnTo>
                    <a:pt x="172050" y="21261"/>
                  </a:lnTo>
                  <a:lnTo>
                    <a:pt x="218025" y="26943"/>
                  </a:lnTo>
                  <a:lnTo>
                    <a:pt x="259996" y="32130"/>
                  </a:lnTo>
                  <a:lnTo>
                    <a:pt x="298607" y="36901"/>
                  </a:lnTo>
                  <a:lnTo>
                    <a:pt x="334354" y="41319"/>
                  </a:lnTo>
                  <a:lnTo>
                    <a:pt x="367635" y="45432"/>
                  </a:lnTo>
                  <a:lnTo>
                    <a:pt x="398766" y="49279"/>
                  </a:lnTo>
                  <a:lnTo>
                    <a:pt x="428010" y="52893"/>
                  </a:lnTo>
                  <a:lnTo>
                    <a:pt x="455582" y="56300"/>
                  </a:lnTo>
                  <a:lnTo>
                    <a:pt x="481662" y="59523"/>
                  </a:lnTo>
                  <a:lnTo>
                    <a:pt x="506405" y="62581"/>
                  </a:lnTo>
                  <a:lnTo>
                    <a:pt x="529940" y="65489"/>
                  </a:lnTo>
                  <a:lnTo>
                    <a:pt x="552379" y="68262"/>
                  </a:lnTo>
                  <a:lnTo>
                    <a:pt x="573822" y="70912"/>
                  </a:lnTo>
                  <a:lnTo>
                    <a:pt x="594351" y="73449"/>
                  </a:lnTo>
                  <a:lnTo>
                    <a:pt x="614043" y="75883"/>
                  </a:lnTo>
                  <a:lnTo>
                    <a:pt x="632962" y="78221"/>
                  </a:lnTo>
                  <a:lnTo>
                    <a:pt x="651167" y="80471"/>
                  </a:lnTo>
                  <a:lnTo>
                    <a:pt x="668709" y="82638"/>
                  </a:lnTo>
                  <a:lnTo>
                    <a:pt x="685636" y="84730"/>
                  </a:lnTo>
                  <a:lnTo>
                    <a:pt x="701990" y="86751"/>
                  </a:lnTo>
                  <a:lnTo>
                    <a:pt x="717807" y="88706"/>
                  </a:lnTo>
                  <a:lnTo>
                    <a:pt x="733121" y="90598"/>
                  </a:lnTo>
                  <a:lnTo>
                    <a:pt x="747965" y="92433"/>
                  </a:lnTo>
                  <a:lnTo>
                    <a:pt x="762365" y="94212"/>
                  </a:lnTo>
                  <a:lnTo>
                    <a:pt x="776348" y="95940"/>
                  </a:lnTo>
                  <a:lnTo>
                    <a:pt x="789936" y="97620"/>
                  </a:lnTo>
                  <a:lnTo>
                    <a:pt x="803153" y="99253"/>
                  </a:lnTo>
                  <a:lnTo>
                    <a:pt x="816017" y="100843"/>
                  </a:lnTo>
                  <a:lnTo>
                    <a:pt x="828547" y="102391"/>
                  </a:lnTo>
                  <a:lnTo>
                    <a:pt x="840759" y="103900"/>
                  </a:lnTo>
                  <a:lnTo>
                    <a:pt x="852670" y="105372"/>
                  </a:lnTo>
                  <a:lnTo>
                    <a:pt x="864294" y="106809"/>
                  </a:lnTo>
                  <a:lnTo>
                    <a:pt x="875645" y="108212"/>
                  </a:lnTo>
                  <a:lnTo>
                    <a:pt x="886734" y="109582"/>
                  </a:lnTo>
                  <a:lnTo>
                    <a:pt x="897575" y="110922"/>
                  </a:lnTo>
                  <a:lnTo>
                    <a:pt x="908177" y="112232"/>
                  </a:lnTo>
                  <a:lnTo>
                    <a:pt x="918551" y="113514"/>
                  </a:lnTo>
                  <a:lnTo>
                    <a:pt x="928706" y="114769"/>
                  </a:lnTo>
                  <a:lnTo>
                    <a:pt x="938652" y="115998"/>
                  </a:lnTo>
                  <a:lnTo>
                    <a:pt x="948398" y="117202"/>
                  </a:lnTo>
                  <a:lnTo>
                    <a:pt x="957950" y="118383"/>
                  </a:lnTo>
                  <a:lnTo>
                    <a:pt x="967317" y="119540"/>
                  </a:lnTo>
                  <a:lnTo>
                    <a:pt x="976505" y="120676"/>
                  </a:lnTo>
                  <a:lnTo>
                    <a:pt x="985522" y="121790"/>
                  </a:lnTo>
                  <a:lnTo>
                    <a:pt x="994373" y="122884"/>
                  </a:lnTo>
                  <a:lnTo>
                    <a:pt x="1003064" y="123958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5" name="pl384"/>
            <p:cNvSpPr/>
            <p:nvPr/>
          </p:nvSpPr>
          <p:spPr>
            <a:xfrm>
              <a:off x="5763255" y="1477185"/>
              <a:ext cx="1003064" cy="190799"/>
            </a:xfrm>
            <a:custGeom>
              <a:avLst/>
              <a:pathLst>
                <a:path w="1003064" h="190799">
                  <a:moveTo>
                    <a:pt x="0" y="0"/>
                  </a:moveTo>
                  <a:lnTo>
                    <a:pt x="64411" y="12252"/>
                  </a:lnTo>
                  <a:lnTo>
                    <a:pt x="121227" y="23059"/>
                  </a:lnTo>
                  <a:lnTo>
                    <a:pt x="172050" y="32726"/>
                  </a:lnTo>
                  <a:lnTo>
                    <a:pt x="218025" y="41471"/>
                  </a:lnTo>
                  <a:lnTo>
                    <a:pt x="259996" y="49455"/>
                  </a:lnTo>
                  <a:lnTo>
                    <a:pt x="298607" y="56800"/>
                  </a:lnTo>
                  <a:lnTo>
                    <a:pt x="334354" y="63599"/>
                  </a:lnTo>
                  <a:lnTo>
                    <a:pt x="367635" y="69930"/>
                  </a:lnTo>
                  <a:lnTo>
                    <a:pt x="398766" y="75852"/>
                  </a:lnTo>
                  <a:lnTo>
                    <a:pt x="428010" y="81414"/>
                  </a:lnTo>
                  <a:lnTo>
                    <a:pt x="455582" y="86659"/>
                  </a:lnTo>
                  <a:lnTo>
                    <a:pt x="481662" y="91620"/>
                  </a:lnTo>
                  <a:lnTo>
                    <a:pt x="506405" y="96326"/>
                  </a:lnTo>
                  <a:lnTo>
                    <a:pt x="529940" y="100803"/>
                  </a:lnTo>
                  <a:lnTo>
                    <a:pt x="552379" y="105071"/>
                  </a:lnTo>
                  <a:lnTo>
                    <a:pt x="573822" y="109150"/>
                  </a:lnTo>
                  <a:lnTo>
                    <a:pt x="594351" y="113055"/>
                  </a:lnTo>
                  <a:lnTo>
                    <a:pt x="614043" y="116801"/>
                  </a:lnTo>
                  <a:lnTo>
                    <a:pt x="632962" y="120399"/>
                  </a:lnTo>
                  <a:lnTo>
                    <a:pt x="651167" y="123862"/>
                  </a:lnTo>
                  <a:lnTo>
                    <a:pt x="668709" y="127199"/>
                  </a:lnTo>
                  <a:lnTo>
                    <a:pt x="685636" y="130419"/>
                  </a:lnTo>
                  <a:lnTo>
                    <a:pt x="701990" y="133530"/>
                  </a:lnTo>
                  <a:lnTo>
                    <a:pt x="717807" y="136538"/>
                  </a:lnTo>
                  <a:lnTo>
                    <a:pt x="733121" y="139451"/>
                  </a:lnTo>
                  <a:lnTo>
                    <a:pt x="747965" y="142275"/>
                  </a:lnTo>
                  <a:lnTo>
                    <a:pt x="762365" y="145014"/>
                  </a:lnTo>
                  <a:lnTo>
                    <a:pt x="776348" y="147674"/>
                  </a:lnTo>
                  <a:lnTo>
                    <a:pt x="789936" y="150259"/>
                  </a:lnTo>
                  <a:lnTo>
                    <a:pt x="803153" y="152773"/>
                  </a:lnTo>
                  <a:lnTo>
                    <a:pt x="816017" y="155220"/>
                  </a:lnTo>
                  <a:lnTo>
                    <a:pt x="828547" y="157603"/>
                  </a:lnTo>
                  <a:lnTo>
                    <a:pt x="840759" y="159926"/>
                  </a:lnTo>
                  <a:lnTo>
                    <a:pt x="852670" y="162192"/>
                  </a:lnTo>
                  <a:lnTo>
                    <a:pt x="864294" y="164403"/>
                  </a:lnTo>
                  <a:lnTo>
                    <a:pt x="875645" y="166562"/>
                  </a:lnTo>
                  <a:lnTo>
                    <a:pt x="886734" y="168671"/>
                  </a:lnTo>
                  <a:lnTo>
                    <a:pt x="897575" y="170733"/>
                  </a:lnTo>
                  <a:lnTo>
                    <a:pt x="908177" y="172750"/>
                  </a:lnTo>
                  <a:lnTo>
                    <a:pt x="918551" y="174723"/>
                  </a:lnTo>
                  <a:lnTo>
                    <a:pt x="928706" y="176655"/>
                  </a:lnTo>
                  <a:lnTo>
                    <a:pt x="938652" y="178547"/>
                  </a:lnTo>
                  <a:lnTo>
                    <a:pt x="948398" y="180401"/>
                  </a:lnTo>
                  <a:lnTo>
                    <a:pt x="957950" y="182218"/>
                  </a:lnTo>
                  <a:lnTo>
                    <a:pt x="967317" y="183999"/>
                  </a:lnTo>
                  <a:lnTo>
                    <a:pt x="976505" y="185747"/>
                  </a:lnTo>
                  <a:lnTo>
                    <a:pt x="985522" y="187462"/>
                  </a:lnTo>
                  <a:lnTo>
                    <a:pt x="994373" y="189146"/>
                  </a:lnTo>
                  <a:lnTo>
                    <a:pt x="1003064" y="190799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6" name="pl385"/>
            <p:cNvSpPr/>
            <p:nvPr/>
          </p:nvSpPr>
          <p:spPr>
            <a:xfrm>
              <a:off x="5763255" y="1792641"/>
              <a:ext cx="1003064" cy="130081"/>
            </a:xfrm>
            <a:custGeom>
              <a:avLst/>
              <a:pathLst>
                <a:path w="1003064" h="130081">
                  <a:moveTo>
                    <a:pt x="0" y="130081"/>
                  </a:moveTo>
                  <a:lnTo>
                    <a:pt x="64411" y="121728"/>
                  </a:lnTo>
                  <a:lnTo>
                    <a:pt x="121227" y="114360"/>
                  </a:lnTo>
                  <a:lnTo>
                    <a:pt x="172050" y="107769"/>
                  </a:lnTo>
                  <a:lnTo>
                    <a:pt x="218025" y="101807"/>
                  </a:lnTo>
                  <a:lnTo>
                    <a:pt x="259996" y="96364"/>
                  </a:lnTo>
                  <a:lnTo>
                    <a:pt x="298607" y="91357"/>
                  </a:lnTo>
                  <a:lnTo>
                    <a:pt x="334354" y="86721"/>
                  </a:lnTo>
                  <a:lnTo>
                    <a:pt x="367635" y="82405"/>
                  </a:lnTo>
                  <a:lnTo>
                    <a:pt x="398766" y="78368"/>
                  </a:lnTo>
                  <a:lnTo>
                    <a:pt x="428010" y="74575"/>
                  </a:lnTo>
                  <a:lnTo>
                    <a:pt x="455582" y="70999"/>
                  </a:lnTo>
                  <a:lnTo>
                    <a:pt x="481662" y="67617"/>
                  </a:lnTo>
                  <a:lnTo>
                    <a:pt x="506405" y="64409"/>
                  </a:lnTo>
                  <a:lnTo>
                    <a:pt x="529940" y="61356"/>
                  </a:lnTo>
                  <a:lnTo>
                    <a:pt x="552379" y="58446"/>
                  </a:lnTo>
                  <a:lnTo>
                    <a:pt x="573822" y="55666"/>
                  </a:lnTo>
                  <a:lnTo>
                    <a:pt x="594351" y="53003"/>
                  </a:lnTo>
                  <a:lnTo>
                    <a:pt x="614043" y="50450"/>
                  </a:lnTo>
                  <a:lnTo>
                    <a:pt x="632962" y="47996"/>
                  </a:lnTo>
                  <a:lnTo>
                    <a:pt x="651167" y="45635"/>
                  </a:lnTo>
                  <a:lnTo>
                    <a:pt x="668709" y="43360"/>
                  </a:lnTo>
                  <a:lnTo>
                    <a:pt x="685636" y="41165"/>
                  </a:lnTo>
                  <a:lnTo>
                    <a:pt x="701990" y="39044"/>
                  </a:lnTo>
                  <a:lnTo>
                    <a:pt x="717807" y="36993"/>
                  </a:lnTo>
                  <a:lnTo>
                    <a:pt x="733121" y="35007"/>
                  </a:lnTo>
                  <a:lnTo>
                    <a:pt x="747965" y="33082"/>
                  </a:lnTo>
                  <a:lnTo>
                    <a:pt x="762365" y="31214"/>
                  </a:lnTo>
                  <a:lnTo>
                    <a:pt x="776348" y="29401"/>
                  </a:lnTo>
                  <a:lnTo>
                    <a:pt x="789936" y="27639"/>
                  </a:lnTo>
                  <a:lnTo>
                    <a:pt x="803153" y="25925"/>
                  </a:lnTo>
                  <a:lnTo>
                    <a:pt x="816017" y="24257"/>
                  </a:lnTo>
                  <a:lnTo>
                    <a:pt x="828547" y="22632"/>
                  </a:lnTo>
                  <a:lnTo>
                    <a:pt x="840759" y="21048"/>
                  </a:lnTo>
                  <a:lnTo>
                    <a:pt x="852670" y="19503"/>
                  </a:lnTo>
                  <a:lnTo>
                    <a:pt x="864294" y="17996"/>
                  </a:lnTo>
                  <a:lnTo>
                    <a:pt x="875645" y="16524"/>
                  </a:lnTo>
                  <a:lnTo>
                    <a:pt x="886734" y="15086"/>
                  </a:lnTo>
                  <a:lnTo>
                    <a:pt x="897575" y="13680"/>
                  </a:lnTo>
                  <a:lnTo>
                    <a:pt x="908177" y="12305"/>
                  </a:lnTo>
                  <a:lnTo>
                    <a:pt x="918551" y="10960"/>
                  </a:lnTo>
                  <a:lnTo>
                    <a:pt x="928706" y="9643"/>
                  </a:lnTo>
                  <a:lnTo>
                    <a:pt x="938652" y="8353"/>
                  </a:lnTo>
                  <a:lnTo>
                    <a:pt x="948398" y="7089"/>
                  </a:lnTo>
                  <a:lnTo>
                    <a:pt x="957950" y="5850"/>
                  </a:lnTo>
                  <a:lnTo>
                    <a:pt x="967317" y="4635"/>
                  </a:lnTo>
                  <a:lnTo>
                    <a:pt x="976505" y="3444"/>
                  </a:lnTo>
                  <a:lnTo>
                    <a:pt x="985522" y="2275"/>
                  </a:lnTo>
                  <a:lnTo>
                    <a:pt x="994373" y="1127"/>
                  </a:lnTo>
                  <a:lnTo>
                    <a:pt x="1003064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7" name="pl386"/>
            <p:cNvSpPr/>
            <p:nvPr/>
          </p:nvSpPr>
          <p:spPr>
            <a:xfrm>
              <a:off x="5763255" y="1743452"/>
              <a:ext cx="1003064" cy="226745"/>
            </a:xfrm>
            <a:custGeom>
              <a:avLst/>
              <a:pathLst>
                <a:path w="1003064" h="226745">
                  <a:moveTo>
                    <a:pt x="0" y="226745"/>
                  </a:moveTo>
                  <a:lnTo>
                    <a:pt x="64411" y="212185"/>
                  </a:lnTo>
                  <a:lnTo>
                    <a:pt x="121227" y="199341"/>
                  </a:lnTo>
                  <a:lnTo>
                    <a:pt x="172050" y="187853"/>
                  </a:lnTo>
                  <a:lnTo>
                    <a:pt x="218025" y="177460"/>
                  </a:lnTo>
                  <a:lnTo>
                    <a:pt x="259996" y="167972"/>
                  </a:lnTo>
                  <a:lnTo>
                    <a:pt x="298607" y="159244"/>
                  </a:lnTo>
                  <a:lnTo>
                    <a:pt x="334354" y="151163"/>
                  </a:lnTo>
                  <a:lnTo>
                    <a:pt x="367635" y="143640"/>
                  </a:lnTo>
                  <a:lnTo>
                    <a:pt x="398766" y="136603"/>
                  </a:lnTo>
                  <a:lnTo>
                    <a:pt x="428010" y="129992"/>
                  </a:lnTo>
                  <a:lnTo>
                    <a:pt x="455582" y="123760"/>
                  </a:lnTo>
                  <a:lnTo>
                    <a:pt x="481662" y="117864"/>
                  </a:lnTo>
                  <a:lnTo>
                    <a:pt x="506405" y="112271"/>
                  </a:lnTo>
                  <a:lnTo>
                    <a:pt x="529940" y="106951"/>
                  </a:lnTo>
                  <a:lnTo>
                    <a:pt x="552379" y="101878"/>
                  </a:lnTo>
                  <a:lnTo>
                    <a:pt x="573822" y="97031"/>
                  </a:lnTo>
                  <a:lnTo>
                    <a:pt x="594351" y="92390"/>
                  </a:lnTo>
                  <a:lnTo>
                    <a:pt x="614043" y="87939"/>
                  </a:lnTo>
                  <a:lnTo>
                    <a:pt x="632962" y="83662"/>
                  </a:lnTo>
                  <a:lnTo>
                    <a:pt x="651167" y="79547"/>
                  </a:lnTo>
                  <a:lnTo>
                    <a:pt x="668709" y="75581"/>
                  </a:lnTo>
                  <a:lnTo>
                    <a:pt x="685636" y="71755"/>
                  </a:lnTo>
                  <a:lnTo>
                    <a:pt x="701990" y="68058"/>
                  </a:lnTo>
                  <a:lnTo>
                    <a:pt x="717807" y="64483"/>
                  </a:lnTo>
                  <a:lnTo>
                    <a:pt x="733121" y="61021"/>
                  </a:lnTo>
                  <a:lnTo>
                    <a:pt x="747965" y="57666"/>
                  </a:lnTo>
                  <a:lnTo>
                    <a:pt x="762365" y="54410"/>
                  </a:lnTo>
                  <a:lnTo>
                    <a:pt x="776348" y="51249"/>
                  </a:lnTo>
                  <a:lnTo>
                    <a:pt x="789936" y="48178"/>
                  </a:lnTo>
                  <a:lnTo>
                    <a:pt x="803153" y="45190"/>
                  </a:lnTo>
                  <a:lnTo>
                    <a:pt x="816017" y="42282"/>
                  </a:lnTo>
                  <a:lnTo>
                    <a:pt x="828547" y="39450"/>
                  </a:lnTo>
                  <a:lnTo>
                    <a:pt x="840759" y="36689"/>
                  </a:lnTo>
                  <a:lnTo>
                    <a:pt x="852670" y="33996"/>
                  </a:lnTo>
                  <a:lnTo>
                    <a:pt x="864294" y="31369"/>
                  </a:lnTo>
                  <a:lnTo>
                    <a:pt x="875645" y="28803"/>
                  </a:lnTo>
                  <a:lnTo>
                    <a:pt x="886734" y="26296"/>
                  </a:lnTo>
                  <a:lnTo>
                    <a:pt x="897575" y="23846"/>
                  </a:lnTo>
                  <a:lnTo>
                    <a:pt x="908177" y="21449"/>
                  </a:lnTo>
                  <a:lnTo>
                    <a:pt x="918551" y="19104"/>
                  </a:lnTo>
                  <a:lnTo>
                    <a:pt x="928706" y="16808"/>
                  </a:lnTo>
                  <a:lnTo>
                    <a:pt x="938652" y="14560"/>
                  </a:lnTo>
                  <a:lnTo>
                    <a:pt x="948398" y="12357"/>
                  </a:lnTo>
                  <a:lnTo>
                    <a:pt x="957950" y="10198"/>
                  </a:lnTo>
                  <a:lnTo>
                    <a:pt x="967317" y="8080"/>
                  </a:lnTo>
                  <a:lnTo>
                    <a:pt x="976505" y="6003"/>
                  </a:lnTo>
                  <a:lnTo>
                    <a:pt x="985522" y="3965"/>
                  </a:lnTo>
                  <a:lnTo>
                    <a:pt x="994373" y="1964"/>
                  </a:lnTo>
                  <a:lnTo>
                    <a:pt x="1003064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7"/>
            <p:cNvSpPr/>
            <p:nvPr/>
          </p:nvSpPr>
          <p:spPr>
            <a:xfrm>
              <a:off x="5763255" y="1942874"/>
              <a:ext cx="1003064" cy="50898"/>
            </a:xfrm>
            <a:custGeom>
              <a:avLst/>
              <a:pathLst>
                <a:path w="1003064" h="50898">
                  <a:moveTo>
                    <a:pt x="0" y="50898"/>
                  </a:moveTo>
                  <a:lnTo>
                    <a:pt x="64411" y="47630"/>
                  </a:lnTo>
                  <a:lnTo>
                    <a:pt x="121227" y="44747"/>
                  </a:lnTo>
                  <a:lnTo>
                    <a:pt x="172050" y="42168"/>
                  </a:lnTo>
                  <a:lnTo>
                    <a:pt x="218025" y="39835"/>
                  </a:lnTo>
                  <a:lnTo>
                    <a:pt x="259996" y="37705"/>
                  </a:lnTo>
                  <a:lnTo>
                    <a:pt x="298607" y="35746"/>
                  </a:lnTo>
                  <a:lnTo>
                    <a:pt x="334354" y="33932"/>
                  </a:lnTo>
                  <a:lnTo>
                    <a:pt x="367635" y="32243"/>
                  </a:lnTo>
                  <a:lnTo>
                    <a:pt x="398766" y="30664"/>
                  </a:lnTo>
                  <a:lnTo>
                    <a:pt x="428010" y="29180"/>
                  </a:lnTo>
                  <a:lnTo>
                    <a:pt x="455582" y="27781"/>
                  </a:lnTo>
                  <a:lnTo>
                    <a:pt x="481662" y="26457"/>
                  </a:lnTo>
                  <a:lnTo>
                    <a:pt x="506405" y="25202"/>
                  </a:lnTo>
                  <a:lnTo>
                    <a:pt x="529940" y="24007"/>
                  </a:lnTo>
                  <a:lnTo>
                    <a:pt x="552379" y="22869"/>
                  </a:lnTo>
                  <a:lnTo>
                    <a:pt x="573822" y="21781"/>
                  </a:lnTo>
                  <a:lnTo>
                    <a:pt x="594351" y="20739"/>
                  </a:lnTo>
                  <a:lnTo>
                    <a:pt x="614043" y="19740"/>
                  </a:lnTo>
                  <a:lnTo>
                    <a:pt x="632962" y="18780"/>
                  </a:lnTo>
                  <a:lnTo>
                    <a:pt x="651167" y="17856"/>
                  </a:lnTo>
                  <a:lnTo>
                    <a:pt x="668709" y="16966"/>
                  </a:lnTo>
                  <a:lnTo>
                    <a:pt x="685636" y="16107"/>
                  </a:lnTo>
                  <a:lnTo>
                    <a:pt x="701990" y="15277"/>
                  </a:lnTo>
                  <a:lnTo>
                    <a:pt x="717807" y="14474"/>
                  </a:lnTo>
                  <a:lnTo>
                    <a:pt x="733121" y="13697"/>
                  </a:lnTo>
                  <a:lnTo>
                    <a:pt x="747965" y="12944"/>
                  </a:lnTo>
                  <a:lnTo>
                    <a:pt x="762365" y="12213"/>
                  </a:lnTo>
                  <a:lnTo>
                    <a:pt x="776348" y="11504"/>
                  </a:lnTo>
                  <a:lnTo>
                    <a:pt x="789936" y="10814"/>
                  </a:lnTo>
                  <a:lnTo>
                    <a:pt x="803153" y="10144"/>
                  </a:lnTo>
                  <a:lnTo>
                    <a:pt x="816017" y="9491"/>
                  </a:lnTo>
                  <a:lnTo>
                    <a:pt x="828547" y="8855"/>
                  </a:lnTo>
                  <a:lnTo>
                    <a:pt x="840759" y="8235"/>
                  </a:lnTo>
                  <a:lnTo>
                    <a:pt x="852670" y="7631"/>
                  </a:lnTo>
                  <a:lnTo>
                    <a:pt x="864294" y="7041"/>
                  </a:lnTo>
                  <a:lnTo>
                    <a:pt x="875645" y="6465"/>
                  </a:lnTo>
                  <a:lnTo>
                    <a:pt x="886734" y="5902"/>
                  </a:lnTo>
                  <a:lnTo>
                    <a:pt x="897575" y="5352"/>
                  </a:lnTo>
                  <a:lnTo>
                    <a:pt x="908177" y="4814"/>
                  </a:lnTo>
                  <a:lnTo>
                    <a:pt x="918551" y="4288"/>
                  </a:lnTo>
                  <a:lnTo>
                    <a:pt x="928706" y="3773"/>
                  </a:lnTo>
                  <a:lnTo>
                    <a:pt x="938652" y="3268"/>
                  </a:lnTo>
                  <a:lnTo>
                    <a:pt x="948398" y="2773"/>
                  </a:lnTo>
                  <a:lnTo>
                    <a:pt x="957950" y="2289"/>
                  </a:lnTo>
                  <a:lnTo>
                    <a:pt x="967317" y="1813"/>
                  </a:lnTo>
                  <a:lnTo>
                    <a:pt x="976505" y="1347"/>
                  </a:lnTo>
                  <a:lnTo>
                    <a:pt x="985522" y="890"/>
                  </a:lnTo>
                  <a:lnTo>
                    <a:pt x="994373" y="441"/>
                  </a:lnTo>
                  <a:lnTo>
                    <a:pt x="1003064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9" name="pl388"/>
            <p:cNvSpPr/>
            <p:nvPr/>
          </p:nvSpPr>
          <p:spPr>
            <a:xfrm>
              <a:off x="5763255" y="1834328"/>
              <a:ext cx="1003064" cy="65995"/>
            </a:xfrm>
            <a:custGeom>
              <a:avLst/>
              <a:pathLst>
                <a:path w="1003064" h="65995">
                  <a:moveTo>
                    <a:pt x="0" y="65995"/>
                  </a:moveTo>
                  <a:lnTo>
                    <a:pt x="64411" y="61757"/>
                  </a:lnTo>
                  <a:lnTo>
                    <a:pt x="121227" y="58019"/>
                  </a:lnTo>
                  <a:lnTo>
                    <a:pt x="172050" y="54675"/>
                  </a:lnTo>
                  <a:lnTo>
                    <a:pt x="218025" y="51650"/>
                  </a:lnTo>
                  <a:lnTo>
                    <a:pt x="259996" y="48888"/>
                  </a:lnTo>
                  <a:lnTo>
                    <a:pt x="298607" y="46348"/>
                  </a:lnTo>
                  <a:lnTo>
                    <a:pt x="334354" y="43996"/>
                  </a:lnTo>
                  <a:lnTo>
                    <a:pt x="367635" y="41807"/>
                  </a:lnTo>
                  <a:lnTo>
                    <a:pt x="398766" y="39758"/>
                  </a:lnTo>
                  <a:lnTo>
                    <a:pt x="428010" y="37834"/>
                  </a:lnTo>
                  <a:lnTo>
                    <a:pt x="455582" y="36020"/>
                  </a:lnTo>
                  <a:lnTo>
                    <a:pt x="481662" y="34304"/>
                  </a:lnTo>
                  <a:lnTo>
                    <a:pt x="506405" y="32676"/>
                  </a:lnTo>
                  <a:lnTo>
                    <a:pt x="529940" y="31128"/>
                  </a:lnTo>
                  <a:lnTo>
                    <a:pt x="552379" y="29652"/>
                  </a:lnTo>
                  <a:lnTo>
                    <a:pt x="573822" y="28241"/>
                  </a:lnTo>
                  <a:lnTo>
                    <a:pt x="594351" y="26890"/>
                  </a:lnTo>
                  <a:lnTo>
                    <a:pt x="614043" y="25595"/>
                  </a:lnTo>
                  <a:lnTo>
                    <a:pt x="632962" y="24350"/>
                  </a:lnTo>
                  <a:lnTo>
                    <a:pt x="651167" y="23152"/>
                  </a:lnTo>
                  <a:lnTo>
                    <a:pt x="668709" y="21998"/>
                  </a:lnTo>
                  <a:lnTo>
                    <a:pt x="685636" y="20884"/>
                  </a:lnTo>
                  <a:lnTo>
                    <a:pt x="701990" y="19808"/>
                  </a:lnTo>
                  <a:lnTo>
                    <a:pt x="717807" y="18768"/>
                  </a:lnTo>
                  <a:lnTo>
                    <a:pt x="733121" y="17760"/>
                  </a:lnTo>
                  <a:lnTo>
                    <a:pt x="747965" y="16783"/>
                  </a:lnTo>
                  <a:lnTo>
                    <a:pt x="762365" y="15836"/>
                  </a:lnTo>
                  <a:lnTo>
                    <a:pt x="776348" y="14916"/>
                  </a:lnTo>
                  <a:lnTo>
                    <a:pt x="789936" y="14022"/>
                  </a:lnTo>
                  <a:lnTo>
                    <a:pt x="803153" y="13152"/>
                  </a:lnTo>
                  <a:lnTo>
                    <a:pt x="816017" y="12306"/>
                  </a:lnTo>
                  <a:lnTo>
                    <a:pt x="828547" y="11482"/>
                  </a:lnTo>
                  <a:lnTo>
                    <a:pt x="840759" y="10678"/>
                  </a:lnTo>
                  <a:lnTo>
                    <a:pt x="852670" y="9894"/>
                  </a:lnTo>
                  <a:lnTo>
                    <a:pt x="864294" y="9130"/>
                  </a:lnTo>
                  <a:lnTo>
                    <a:pt x="875645" y="8383"/>
                  </a:lnTo>
                  <a:lnTo>
                    <a:pt x="886734" y="7653"/>
                  </a:lnTo>
                  <a:lnTo>
                    <a:pt x="897575" y="6940"/>
                  </a:lnTo>
                  <a:lnTo>
                    <a:pt x="908177" y="6242"/>
                  </a:lnTo>
                  <a:lnTo>
                    <a:pt x="918551" y="5560"/>
                  </a:lnTo>
                  <a:lnTo>
                    <a:pt x="928706" y="4892"/>
                  </a:lnTo>
                  <a:lnTo>
                    <a:pt x="938652" y="4237"/>
                  </a:lnTo>
                  <a:lnTo>
                    <a:pt x="948398" y="3596"/>
                  </a:lnTo>
                  <a:lnTo>
                    <a:pt x="957950" y="2968"/>
                  </a:lnTo>
                  <a:lnTo>
                    <a:pt x="967317" y="2351"/>
                  </a:lnTo>
                  <a:lnTo>
                    <a:pt x="976505" y="1747"/>
                  </a:lnTo>
                  <a:lnTo>
                    <a:pt x="985522" y="1154"/>
                  </a:lnTo>
                  <a:lnTo>
                    <a:pt x="994373" y="571"/>
                  </a:lnTo>
                  <a:lnTo>
                    <a:pt x="1003064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0" name="rc389"/>
            <p:cNvSpPr/>
            <p:nvPr/>
          </p:nvSpPr>
          <p:spPr>
            <a:xfrm>
              <a:off x="5691085" y="1287054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91" name="pl390"/>
            <p:cNvSpPr/>
            <p:nvPr/>
          </p:nvSpPr>
          <p:spPr>
            <a:xfrm>
              <a:off x="5691085" y="1287054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1"/>
            <p:cNvSpPr/>
            <p:nvPr/>
          </p:nvSpPr>
          <p:spPr>
            <a:xfrm>
              <a:off x="5662616" y="211762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2"/>
            <p:cNvSpPr/>
            <p:nvPr/>
          </p:nvSpPr>
          <p:spPr>
            <a:xfrm>
              <a:off x="5662616" y="190496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3"/>
            <p:cNvSpPr/>
            <p:nvPr/>
          </p:nvSpPr>
          <p:spPr>
            <a:xfrm>
              <a:off x="5662616" y="169230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4"/>
            <p:cNvSpPr/>
            <p:nvPr/>
          </p:nvSpPr>
          <p:spPr>
            <a:xfrm>
              <a:off x="5662616" y="147964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5691085" y="2157729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6"/>
            <p:cNvSpPr/>
            <p:nvPr/>
          </p:nvSpPr>
          <p:spPr>
            <a:xfrm>
              <a:off x="5763255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7"/>
            <p:cNvSpPr/>
            <p:nvPr/>
          </p:nvSpPr>
          <p:spPr>
            <a:xfrm>
              <a:off x="6097610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8"/>
            <p:cNvSpPr/>
            <p:nvPr/>
          </p:nvSpPr>
          <p:spPr>
            <a:xfrm>
              <a:off x="6431965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399"/>
            <p:cNvSpPr/>
            <p:nvPr/>
          </p:nvSpPr>
          <p:spPr>
            <a:xfrm>
              <a:off x="6766320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tx400"/>
            <p:cNvSpPr/>
            <p:nvPr/>
          </p:nvSpPr>
          <p:spPr>
            <a:xfrm>
              <a:off x="5691085" y="1110514"/>
              <a:ext cx="451347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LTO</a:t>
              </a:r>
            </a:p>
          </p:txBody>
        </p:sp>
        <p:sp>
          <p:nvSpPr>
            <p:cNvPr id="402" name="rc401"/>
            <p:cNvSpPr/>
            <p:nvPr/>
          </p:nvSpPr>
          <p:spPr>
            <a:xfrm>
              <a:off x="1404926" y="2615788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1428999" y="323357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1473963" y="331553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1445925" y="309363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1444466" y="310546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429213" y="341582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447294" y="310954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433228" y="340352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431800" y="341881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449682" y="332788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467049" y="315550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788889" y="318193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1795907" y="262729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1775648" y="306223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1776189" y="326164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1794624" y="334555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1766661" y="326938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1784732" y="299497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1784939" y="310597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1803768" y="323271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1801485" y="274999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1780359" y="300017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1773335" y="318146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1782224" y="292004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1794813" y="292052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1789820" y="335352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1772840" y="276211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1763826" y="304126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1762076" y="310775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127937" y="314235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112436" y="309398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111874" y="3165064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097191" y="317228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100390" y="296477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135494" y="321988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134609" y="311118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126736" y="327469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129784" y="326959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2107424" y="293681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093265" y="302637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105086" y="293661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094668" y="290102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2110476" y="335558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2108474" y="320699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140307" y="296300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2134552" y="281278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2101751" y="327851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2126613" y="297890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123249" y="309369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469289" y="317344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462610" y="324014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428536" y="320245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432402" y="341411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2442848" y="325946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2445921" y="331216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2433773" y="268136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2433173" y="3323518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2458974" y="319330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2449322" y="311566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2461808" y="326418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2439863" y="312499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2455217" y="328070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2450440" y="328972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2438294" y="329498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2467560" y="335729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2465999" y="306235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2471908" y="331201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2464577" y="323531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2457844" y="316705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2448123" y="322827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2455926" y="272827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2438559" y="321934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2446343" y="325930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5" name="pl474"/>
            <p:cNvSpPr/>
            <p:nvPr/>
          </p:nvSpPr>
          <p:spPr>
            <a:xfrm>
              <a:off x="1479347" y="3239966"/>
              <a:ext cx="997755" cy="68503"/>
            </a:xfrm>
            <a:custGeom>
              <a:avLst/>
              <a:pathLst>
                <a:path w="997755" h="68503">
                  <a:moveTo>
                    <a:pt x="0" y="0"/>
                  </a:moveTo>
                  <a:lnTo>
                    <a:pt x="64070" y="4398"/>
                  </a:lnTo>
                  <a:lnTo>
                    <a:pt x="120585" y="8279"/>
                  </a:lnTo>
                  <a:lnTo>
                    <a:pt x="171139" y="11750"/>
                  </a:lnTo>
                  <a:lnTo>
                    <a:pt x="216870" y="14889"/>
                  </a:lnTo>
                  <a:lnTo>
                    <a:pt x="258620" y="17756"/>
                  </a:lnTo>
                  <a:lnTo>
                    <a:pt x="297026" y="20393"/>
                  </a:lnTo>
                  <a:lnTo>
                    <a:pt x="332585" y="22834"/>
                  </a:lnTo>
                  <a:lnTo>
                    <a:pt x="365689" y="25107"/>
                  </a:lnTo>
                  <a:lnTo>
                    <a:pt x="396655" y="27233"/>
                  </a:lnTo>
                  <a:lnTo>
                    <a:pt x="425744" y="29230"/>
                  </a:lnTo>
                  <a:lnTo>
                    <a:pt x="453170" y="31113"/>
                  </a:lnTo>
                  <a:lnTo>
                    <a:pt x="479112" y="32894"/>
                  </a:lnTo>
                  <a:lnTo>
                    <a:pt x="503724" y="34584"/>
                  </a:lnTo>
                  <a:lnTo>
                    <a:pt x="527134" y="36192"/>
                  </a:lnTo>
                  <a:lnTo>
                    <a:pt x="549456" y="37724"/>
                  </a:lnTo>
                  <a:lnTo>
                    <a:pt x="570784" y="39188"/>
                  </a:lnTo>
                  <a:lnTo>
                    <a:pt x="591205" y="40591"/>
                  </a:lnTo>
                  <a:lnTo>
                    <a:pt x="610792" y="41935"/>
                  </a:lnTo>
                  <a:lnTo>
                    <a:pt x="629611" y="43227"/>
                  </a:lnTo>
                  <a:lnTo>
                    <a:pt x="647720" y="44471"/>
                  </a:lnTo>
                  <a:lnTo>
                    <a:pt x="665170" y="45669"/>
                  </a:lnTo>
                  <a:lnTo>
                    <a:pt x="682007" y="46825"/>
                  </a:lnTo>
                  <a:lnTo>
                    <a:pt x="698274" y="47942"/>
                  </a:lnTo>
                  <a:lnTo>
                    <a:pt x="714007" y="49022"/>
                  </a:lnTo>
                  <a:lnTo>
                    <a:pt x="729240" y="50068"/>
                  </a:lnTo>
                  <a:lnTo>
                    <a:pt x="744005" y="51081"/>
                  </a:lnTo>
                  <a:lnTo>
                    <a:pt x="758329" y="52065"/>
                  </a:lnTo>
                  <a:lnTo>
                    <a:pt x="772238" y="53020"/>
                  </a:lnTo>
                  <a:lnTo>
                    <a:pt x="785755" y="53948"/>
                  </a:lnTo>
                  <a:lnTo>
                    <a:pt x="798902" y="54851"/>
                  </a:lnTo>
                  <a:lnTo>
                    <a:pt x="811697" y="55729"/>
                  </a:lnTo>
                  <a:lnTo>
                    <a:pt x="824161" y="56585"/>
                  </a:lnTo>
                  <a:lnTo>
                    <a:pt x="836309" y="57419"/>
                  </a:lnTo>
                  <a:lnTo>
                    <a:pt x="848157" y="58232"/>
                  </a:lnTo>
                  <a:lnTo>
                    <a:pt x="859719" y="59026"/>
                  </a:lnTo>
                  <a:lnTo>
                    <a:pt x="871010" y="59801"/>
                  </a:lnTo>
                  <a:lnTo>
                    <a:pt x="882041" y="60559"/>
                  </a:lnTo>
                  <a:lnTo>
                    <a:pt x="892823" y="61299"/>
                  </a:lnTo>
                  <a:lnTo>
                    <a:pt x="903369" y="62023"/>
                  </a:lnTo>
                  <a:lnTo>
                    <a:pt x="913688" y="62732"/>
                  </a:lnTo>
                  <a:lnTo>
                    <a:pt x="923790" y="63425"/>
                  </a:lnTo>
                  <a:lnTo>
                    <a:pt x="933684" y="64104"/>
                  </a:lnTo>
                  <a:lnTo>
                    <a:pt x="943377" y="64770"/>
                  </a:lnTo>
                  <a:lnTo>
                    <a:pt x="952879" y="65422"/>
                  </a:lnTo>
                  <a:lnTo>
                    <a:pt x="962196" y="66062"/>
                  </a:lnTo>
                  <a:lnTo>
                    <a:pt x="971336" y="66690"/>
                  </a:lnTo>
                  <a:lnTo>
                    <a:pt x="980305" y="67305"/>
                  </a:lnTo>
                  <a:lnTo>
                    <a:pt x="989109" y="67910"/>
                  </a:lnTo>
                  <a:lnTo>
                    <a:pt x="997755" y="68503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6" name="pl475"/>
            <p:cNvSpPr/>
            <p:nvPr/>
          </p:nvSpPr>
          <p:spPr>
            <a:xfrm>
              <a:off x="1479347" y="3151045"/>
              <a:ext cx="997755" cy="38274"/>
            </a:xfrm>
            <a:custGeom>
              <a:avLst/>
              <a:pathLst>
                <a:path w="997755" h="38274">
                  <a:moveTo>
                    <a:pt x="0" y="0"/>
                  </a:moveTo>
                  <a:lnTo>
                    <a:pt x="64070" y="2457"/>
                  </a:lnTo>
                  <a:lnTo>
                    <a:pt x="120585" y="4625"/>
                  </a:lnTo>
                  <a:lnTo>
                    <a:pt x="171139" y="6564"/>
                  </a:lnTo>
                  <a:lnTo>
                    <a:pt x="216870" y="8319"/>
                  </a:lnTo>
                  <a:lnTo>
                    <a:pt x="258620" y="9920"/>
                  </a:lnTo>
                  <a:lnTo>
                    <a:pt x="297026" y="11394"/>
                  </a:lnTo>
                  <a:lnTo>
                    <a:pt x="332585" y="12758"/>
                  </a:lnTo>
                  <a:lnTo>
                    <a:pt x="365689" y="14027"/>
                  </a:lnTo>
                  <a:lnTo>
                    <a:pt x="396655" y="15215"/>
                  </a:lnTo>
                  <a:lnTo>
                    <a:pt x="425744" y="16331"/>
                  </a:lnTo>
                  <a:lnTo>
                    <a:pt x="453170" y="17383"/>
                  </a:lnTo>
                  <a:lnTo>
                    <a:pt x="479112" y="18378"/>
                  </a:lnTo>
                  <a:lnTo>
                    <a:pt x="503724" y="19322"/>
                  </a:lnTo>
                  <a:lnTo>
                    <a:pt x="527134" y="20221"/>
                  </a:lnTo>
                  <a:lnTo>
                    <a:pt x="549456" y="21077"/>
                  </a:lnTo>
                  <a:lnTo>
                    <a:pt x="570784" y="21895"/>
                  </a:lnTo>
                  <a:lnTo>
                    <a:pt x="591205" y="22678"/>
                  </a:lnTo>
                  <a:lnTo>
                    <a:pt x="610792" y="23430"/>
                  </a:lnTo>
                  <a:lnTo>
                    <a:pt x="629611" y="24152"/>
                  </a:lnTo>
                  <a:lnTo>
                    <a:pt x="647720" y="24846"/>
                  </a:lnTo>
                  <a:lnTo>
                    <a:pt x="665170" y="25516"/>
                  </a:lnTo>
                  <a:lnTo>
                    <a:pt x="682007" y="26161"/>
                  </a:lnTo>
                  <a:lnTo>
                    <a:pt x="698274" y="26785"/>
                  </a:lnTo>
                  <a:lnTo>
                    <a:pt x="714007" y="27389"/>
                  </a:lnTo>
                  <a:lnTo>
                    <a:pt x="729240" y="27973"/>
                  </a:lnTo>
                  <a:lnTo>
                    <a:pt x="744005" y="28540"/>
                  </a:lnTo>
                  <a:lnTo>
                    <a:pt x="758329" y="29089"/>
                  </a:lnTo>
                  <a:lnTo>
                    <a:pt x="772238" y="29623"/>
                  </a:lnTo>
                  <a:lnTo>
                    <a:pt x="785755" y="30141"/>
                  </a:lnTo>
                  <a:lnTo>
                    <a:pt x="798902" y="30646"/>
                  </a:lnTo>
                  <a:lnTo>
                    <a:pt x="811697" y="31136"/>
                  </a:lnTo>
                  <a:lnTo>
                    <a:pt x="824161" y="31615"/>
                  </a:lnTo>
                  <a:lnTo>
                    <a:pt x="836309" y="32081"/>
                  </a:lnTo>
                  <a:lnTo>
                    <a:pt x="848157" y="32535"/>
                  </a:lnTo>
                  <a:lnTo>
                    <a:pt x="859719" y="32979"/>
                  </a:lnTo>
                  <a:lnTo>
                    <a:pt x="871010" y="33412"/>
                  </a:lnTo>
                  <a:lnTo>
                    <a:pt x="882041" y="33835"/>
                  </a:lnTo>
                  <a:lnTo>
                    <a:pt x="892823" y="34248"/>
                  </a:lnTo>
                  <a:lnTo>
                    <a:pt x="903369" y="34653"/>
                  </a:lnTo>
                  <a:lnTo>
                    <a:pt x="913688" y="35049"/>
                  </a:lnTo>
                  <a:lnTo>
                    <a:pt x="923790" y="35436"/>
                  </a:lnTo>
                  <a:lnTo>
                    <a:pt x="933684" y="35816"/>
                  </a:lnTo>
                  <a:lnTo>
                    <a:pt x="943377" y="36188"/>
                  </a:lnTo>
                  <a:lnTo>
                    <a:pt x="952879" y="36552"/>
                  </a:lnTo>
                  <a:lnTo>
                    <a:pt x="962196" y="36910"/>
                  </a:lnTo>
                  <a:lnTo>
                    <a:pt x="971336" y="37260"/>
                  </a:lnTo>
                  <a:lnTo>
                    <a:pt x="980305" y="37604"/>
                  </a:lnTo>
                  <a:lnTo>
                    <a:pt x="989109" y="37942"/>
                  </a:lnTo>
                  <a:lnTo>
                    <a:pt x="997755" y="38274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7" name="pl476"/>
            <p:cNvSpPr/>
            <p:nvPr/>
          </p:nvSpPr>
          <p:spPr>
            <a:xfrm>
              <a:off x="1479347" y="3104195"/>
              <a:ext cx="997755" cy="212308"/>
            </a:xfrm>
            <a:custGeom>
              <a:avLst/>
              <a:pathLst>
                <a:path w="997755" h="212308">
                  <a:moveTo>
                    <a:pt x="0" y="0"/>
                  </a:moveTo>
                  <a:lnTo>
                    <a:pt x="64070" y="13633"/>
                  </a:lnTo>
                  <a:lnTo>
                    <a:pt x="120585" y="25658"/>
                  </a:lnTo>
                  <a:lnTo>
                    <a:pt x="171139" y="36416"/>
                  </a:lnTo>
                  <a:lnTo>
                    <a:pt x="216870" y="46147"/>
                  </a:lnTo>
                  <a:lnTo>
                    <a:pt x="258620" y="55030"/>
                  </a:lnTo>
                  <a:lnTo>
                    <a:pt x="297026" y="63203"/>
                  </a:lnTo>
                  <a:lnTo>
                    <a:pt x="332585" y="70769"/>
                  </a:lnTo>
                  <a:lnTo>
                    <a:pt x="365689" y="77813"/>
                  </a:lnTo>
                  <a:lnTo>
                    <a:pt x="396655" y="84402"/>
                  </a:lnTo>
                  <a:lnTo>
                    <a:pt x="425744" y="90592"/>
                  </a:lnTo>
                  <a:lnTo>
                    <a:pt x="453170" y="96428"/>
                  </a:lnTo>
                  <a:lnTo>
                    <a:pt x="479112" y="101948"/>
                  </a:lnTo>
                  <a:lnTo>
                    <a:pt x="503724" y="107185"/>
                  </a:lnTo>
                  <a:lnTo>
                    <a:pt x="527134" y="112166"/>
                  </a:lnTo>
                  <a:lnTo>
                    <a:pt x="549456" y="116916"/>
                  </a:lnTo>
                  <a:lnTo>
                    <a:pt x="570784" y="121454"/>
                  </a:lnTo>
                  <a:lnTo>
                    <a:pt x="591205" y="125800"/>
                  </a:lnTo>
                  <a:lnTo>
                    <a:pt x="610792" y="129968"/>
                  </a:lnTo>
                  <a:lnTo>
                    <a:pt x="629611" y="133972"/>
                  </a:lnTo>
                  <a:lnTo>
                    <a:pt x="647720" y="137825"/>
                  </a:lnTo>
                  <a:lnTo>
                    <a:pt x="665170" y="141538"/>
                  </a:lnTo>
                  <a:lnTo>
                    <a:pt x="682007" y="145121"/>
                  </a:lnTo>
                  <a:lnTo>
                    <a:pt x="698274" y="148582"/>
                  </a:lnTo>
                  <a:lnTo>
                    <a:pt x="714007" y="151930"/>
                  </a:lnTo>
                  <a:lnTo>
                    <a:pt x="729240" y="155172"/>
                  </a:lnTo>
                  <a:lnTo>
                    <a:pt x="744005" y="158313"/>
                  </a:lnTo>
                  <a:lnTo>
                    <a:pt x="758329" y="161361"/>
                  </a:lnTo>
                  <a:lnTo>
                    <a:pt x="772238" y="164321"/>
                  </a:lnTo>
                  <a:lnTo>
                    <a:pt x="785755" y="167197"/>
                  </a:lnTo>
                  <a:lnTo>
                    <a:pt x="798902" y="169994"/>
                  </a:lnTo>
                  <a:lnTo>
                    <a:pt x="811697" y="172717"/>
                  </a:lnTo>
                  <a:lnTo>
                    <a:pt x="824161" y="175369"/>
                  </a:lnTo>
                  <a:lnTo>
                    <a:pt x="836309" y="177954"/>
                  </a:lnTo>
                  <a:lnTo>
                    <a:pt x="848157" y="180475"/>
                  </a:lnTo>
                  <a:lnTo>
                    <a:pt x="859719" y="182936"/>
                  </a:lnTo>
                  <a:lnTo>
                    <a:pt x="871010" y="185338"/>
                  </a:lnTo>
                  <a:lnTo>
                    <a:pt x="882041" y="187685"/>
                  </a:lnTo>
                  <a:lnTo>
                    <a:pt x="892823" y="189980"/>
                  </a:lnTo>
                  <a:lnTo>
                    <a:pt x="903369" y="192224"/>
                  </a:lnTo>
                  <a:lnTo>
                    <a:pt x="913688" y="194419"/>
                  </a:lnTo>
                  <a:lnTo>
                    <a:pt x="923790" y="196569"/>
                  </a:lnTo>
                  <a:lnTo>
                    <a:pt x="933684" y="198674"/>
                  </a:lnTo>
                  <a:lnTo>
                    <a:pt x="943377" y="200737"/>
                  </a:lnTo>
                  <a:lnTo>
                    <a:pt x="952879" y="202759"/>
                  </a:lnTo>
                  <a:lnTo>
                    <a:pt x="962196" y="204741"/>
                  </a:lnTo>
                  <a:lnTo>
                    <a:pt x="971336" y="206686"/>
                  </a:lnTo>
                  <a:lnTo>
                    <a:pt x="980305" y="208595"/>
                  </a:lnTo>
                  <a:lnTo>
                    <a:pt x="989109" y="210468"/>
                  </a:lnTo>
                  <a:lnTo>
                    <a:pt x="997755" y="212308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8" name="pl477"/>
            <p:cNvSpPr/>
            <p:nvPr/>
          </p:nvSpPr>
          <p:spPr>
            <a:xfrm>
              <a:off x="1479347" y="3036810"/>
              <a:ext cx="997755" cy="322355"/>
            </a:xfrm>
            <a:custGeom>
              <a:avLst/>
              <a:pathLst>
                <a:path w="997755" h="322355">
                  <a:moveTo>
                    <a:pt x="0" y="322355"/>
                  </a:moveTo>
                  <a:lnTo>
                    <a:pt x="64070" y="301655"/>
                  </a:lnTo>
                  <a:lnTo>
                    <a:pt x="120585" y="283396"/>
                  </a:lnTo>
                  <a:lnTo>
                    <a:pt x="171139" y="267063"/>
                  </a:lnTo>
                  <a:lnTo>
                    <a:pt x="216870" y="252288"/>
                  </a:lnTo>
                  <a:lnTo>
                    <a:pt x="258620" y="238799"/>
                  </a:lnTo>
                  <a:lnTo>
                    <a:pt x="297026" y="226391"/>
                  </a:lnTo>
                  <a:lnTo>
                    <a:pt x="332585" y="214903"/>
                  </a:lnTo>
                  <a:lnTo>
                    <a:pt x="365689" y="204208"/>
                  </a:lnTo>
                  <a:lnTo>
                    <a:pt x="396655" y="194203"/>
                  </a:lnTo>
                  <a:lnTo>
                    <a:pt x="425744" y="184805"/>
                  </a:lnTo>
                  <a:lnTo>
                    <a:pt x="453170" y="175944"/>
                  </a:lnTo>
                  <a:lnTo>
                    <a:pt x="479112" y="167563"/>
                  </a:lnTo>
                  <a:lnTo>
                    <a:pt x="503724" y="159611"/>
                  </a:lnTo>
                  <a:lnTo>
                    <a:pt x="527134" y="152048"/>
                  </a:lnTo>
                  <a:lnTo>
                    <a:pt x="549456" y="144836"/>
                  </a:lnTo>
                  <a:lnTo>
                    <a:pt x="570784" y="137945"/>
                  </a:lnTo>
                  <a:lnTo>
                    <a:pt x="591205" y="131348"/>
                  </a:lnTo>
                  <a:lnTo>
                    <a:pt x="610792" y="125019"/>
                  </a:lnTo>
                  <a:lnTo>
                    <a:pt x="629611" y="118939"/>
                  </a:lnTo>
                  <a:lnTo>
                    <a:pt x="647720" y="113089"/>
                  </a:lnTo>
                  <a:lnTo>
                    <a:pt x="665170" y="107451"/>
                  </a:lnTo>
                  <a:lnTo>
                    <a:pt x="682007" y="102011"/>
                  </a:lnTo>
                  <a:lnTo>
                    <a:pt x="698274" y="96756"/>
                  </a:lnTo>
                  <a:lnTo>
                    <a:pt x="714007" y="91673"/>
                  </a:lnTo>
                  <a:lnTo>
                    <a:pt x="729240" y="86751"/>
                  </a:lnTo>
                  <a:lnTo>
                    <a:pt x="744005" y="81981"/>
                  </a:lnTo>
                  <a:lnTo>
                    <a:pt x="758329" y="77353"/>
                  </a:lnTo>
                  <a:lnTo>
                    <a:pt x="772238" y="72860"/>
                  </a:lnTo>
                  <a:lnTo>
                    <a:pt x="785755" y="68492"/>
                  </a:lnTo>
                  <a:lnTo>
                    <a:pt x="798902" y="64245"/>
                  </a:lnTo>
                  <a:lnTo>
                    <a:pt x="811697" y="60111"/>
                  </a:lnTo>
                  <a:lnTo>
                    <a:pt x="824161" y="56084"/>
                  </a:lnTo>
                  <a:lnTo>
                    <a:pt x="836309" y="52159"/>
                  </a:lnTo>
                  <a:lnTo>
                    <a:pt x="848157" y="48332"/>
                  </a:lnTo>
                  <a:lnTo>
                    <a:pt x="859719" y="44596"/>
                  </a:lnTo>
                  <a:lnTo>
                    <a:pt x="871010" y="40948"/>
                  </a:lnTo>
                  <a:lnTo>
                    <a:pt x="882041" y="37384"/>
                  </a:lnTo>
                  <a:lnTo>
                    <a:pt x="892823" y="33901"/>
                  </a:lnTo>
                  <a:lnTo>
                    <a:pt x="903369" y="30494"/>
                  </a:lnTo>
                  <a:lnTo>
                    <a:pt x="913688" y="27160"/>
                  </a:lnTo>
                  <a:lnTo>
                    <a:pt x="923790" y="23896"/>
                  </a:lnTo>
                  <a:lnTo>
                    <a:pt x="933684" y="20700"/>
                  </a:lnTo>
                  <a:lnTo>
                    <a:pt x="943377" y="17568"/>
                  </a:lnTo>
                  <a:lnTo>
                    <a:pt x="952879" y="14498"/>
                  </a:lnTo>
                  <a:lnTo>
                    <a:pt x="962196" y="11488"/>
                  </a:lnTo>
                  <a:lnTo>
                    <a:pt x="971336" y="8535"/>
                  </a:lnTo>
                  <a:lnTo>
                    <a:pt x="980305" y="5637"/>
                  </a:lnTo>
                  <a:lnTo>
                    <a:pt x="989109" y="2793"/>
                  </a:lnTo>
                  <a:lnTo>
                    <a:pt x="997755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9" name="pl478"/>
            <p:cNvSpPr/>
            <p:nvPr/>
          </p:nvSpPr>
          <p:spPr>
            <a:xfrm>
              <a:off x="1479347" y="3232448"/>
              <a:ext cx="997755" cy="5381"/>
            </a:xfrm>
            <a:custGeom>
              <a:avLst/>
              <a:pathLst>
                <a:path w="997755" h="5381">
                  <a:moveTo>
                    <a:pt x="0" y="5381"/>
                  </a:moveTo>
                  <a:lnTo>
                    <a:pt x="64070" y="5036"/>
                  </a:lnTo>
                  <a:lnTo>
                    <a:pt x="120585" y="4731"/>
                  </a:lnTo>
                  <a:lnTo>
                    <a:pt x="171139" y="4458"/>
                  </a:lnTo>
                  <a:lnTo>
                    <a:pt x="216870" y="4212"/>
                  </a:lnTo>
                  <a:lnTo>
                    <a:pt x="258620" y="3986"/>
                  </a:lnTo>
                  <a:lnTo>
                    <a:pt x="297026" y="3779"/>
                  </a:lnTo>
                  <a:lnTo>
                    <a:pt x="332585" y="3587"/>
                  </a:lnTo>
                  <a:lnTo>
                    <a:pt x="365689" y="3409"/>
                  </a:lnTo>
                  <a:lnTo>
                    <a:pt x="396655" y="3242"/>
                  </a:lnTo>
                  <a:lnTo>
                    <a:pt x="425744" y="3085"/>
                  </a:lnTo>
                  <a:lnTo>
                    <a:pt x="453170" y="2937"/>
                  </a:lnTo>
                  <a:lnTo>
                    <a:pt x="479112" y="2797"/>
                  </a:lnTo>
                  <a:lnTo>
                    <a:pt x="503724" y="2664"/>
                  </a:lnTo>
                  <a:lnTo>
                    <a:pt x="527134" y="2538"/>
                  </a:lnTo>
                  <a:lnTo>
                    <a:pt x="549456" y="2418"/>
                  </a:lnTo>
                  <a:lnTo>
                    <a:pt x="570784" y="2303"/>
                  </a:lnTo>
                  <a:lnTo>
                    <a:pt x="591205" y="2192"/>
                  </a:lnTo>
                  <a:lnTo>
                    <a:pt x="610792" y="2087"/>
                  </a:lnTo>
                  <a:lnTo>
                    <a:pt x="629611" y="1985"/>
                  </a:lnTo>
                  <a:lnTo>
                    <a:pt x="647720" y="1888"/>
                  </a:lnTo>
                  <a:lnTo>
                    <a:pt x="665170" y="1793"/>
                  </a:lnTo>
                  <a:lnTo>
                    <a:pt x="682007" y="1703"/>
                  </a:lnTo>
                  <a:lnTo>
                    <a:pt x="698274" y="1615"/>
                  </a:lnTo>
                  <a:lnTo>
                    <a:pt x="714007" y="1530"/>
                  </a:lnTo>
                  <a:lnTo>
                    <a:pt x="729240" y="1448"/>
                  </a:lnTo>
                  <a:lnTo>
                    <a:pt x="744005" y="1368"/>
                  </a:lnTo>
                  <a:lnTo>
                    <a:pt x="758329" y="1291"/>
                  </a:lnTo>
                  <a:lnTo>
                    <a:pt x="772238" y="1216"/>
                  </a:lnTo>
                  <a:lnTo>
                    <a:pt x="785755" y="1143"/>
                  </a:lnTo>
                  <a:lnTo>
                    <a:pt x="798902" y="1072"/>
                  </a:lnTo>
                  <a:lnTo>
                    <a:pt x="811697" y="1003"/>
                  </a:lnTo>
                  <a:lnTo>
                    <a:pt x="824161" y="936"/>
                  </a:lnTo>
                  <a:lnTo>
                    <a:pt x="836309" y="870"/>
                  </a:lnTo>
                  <a:lnTo>
                    <a:pt x="848157" y="806"/>
                  </a:lnTo>
                  <a:lnTo>
                    <a:pt x="859719" y="744"/>
                  </a:lnTo>
                  <a:lnTo>
                    <a:pt x="871010" y="683"/>
                  </a:lnTo>
                  <a:lnTo>
                    <a:pt x="882041" y="624"/>
                  </a:lnTo>
                  <a:lnTo>
                    <a:pt x="892823" y="565"/>
                  </a:lnTo>
                  <a:lnTo>
                    <a:pt x="903369" y="509"/>
                  </a:lnTo>
                  <a:lnTo>
                    <a:pt x="913688" y="453"/>
                  </a:lnTo>
                  <a:lnTo>
                    <a:pt x="923790" y="398"/>
                  </a:lnTo>
                  <a:lnTo>
                    <a:pt x="933684" y="345"/>
                  </a:lnTo>
                  <a:lnTo>
                    <a:pt x="943377" y="293"/>
                  </a:lnTo>
                  <a:lnTo>
                    <a:pt x="952879" y="242"/>
                  </a:lnTo>
                  <a:lnTo>
                    <a:pt x="962196" y="191"/>
                  </a:lnTo>
                  <a:lnTo>
                    <a:pt x="971336" y="142"/>
                  </a:lnTo>
                  <a:lnTo>
                    <a:pt x="980305" y="94"/>
                  </a:lnTo>
                  <a:lnTo>
                    <a:pt x="989109" y="46"/>
                  </a:lnTo>
                  <a:lnTo>
                    <a:pt x="997755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0" name="pl479"/>
            <p:cNvSpPr/>
            <p:nvPr/>
          </p:nvSpPr>
          <p:spPr>
            <a:xfrm>
              <a:off x="1479347" y="2859769"/>
              <a:ext cx="997755" cy="166436"/>
            </a:xfrm>
            <a:custGeom>
              <a:avLst/>
              <a:pathLst>
                <a:path w="997755" h="166436">
                  <a:moveTo>
                    <a:pt x="0" y="166436"/>
                  </a:moveTo>
                  <a:lnTo>
                    <a:pt x="64070" y="155748"/>
                  </a:lnTo>
                  <a:lnTo>
                    <a:pt x="120585" y="146321"/>
                  </a:lnTo>
                  <a:lnTo>
                    <a:pt x="171139" y="137888"/>
                  </a:lnTo>
                  <a:lnTo>
                    <a:pt x="216870" y="130259"/>
                  </a:lnTo>
                  <a:lnTo>
                    <a:pt x="258620" y="123295"/>
                  </a:lnTo>
                  <a:lnTo>
                    <a:pt x="297026" y="116888"/>
                  </a:lnTo>
                  <a:lnTo>
                    <a:pt x="332585" y="110957"/>
                  </a:lnTo>
                  <a:lnTo>
                    <a:pt x="365689" y="105435"/>
                  </a:lnTo>
                  <a:lnTo>
                    <a:pt x="396655" y="100269"/>
                  </a:lnTo>
                  <a:lnTo>
                    <a:pt x="425744" y="95417"/>
                  </a:lnTo>
                  <a:lnTo>
                    <a:pt x="453170" y="90842"/>
                  </a:lnTo>
                  <a:lnTo>
                    <a:pt x="479112" y="86514"/>
                  </a:lnTo>
                  <a:lnTo>
                    <a:pt x="503724" y="82409"/>
                  </a:lnTo>
                  <a:lnTo>
                    <a:pt x="527134" y="78504"/>
                  </a:lnTo>
                  <a:lnTo>
                    <a:pt x="549456" y="74780"/>
                  </a:lnTo>
                  <a:lnTo>
                    <a:pt x="570784" y="71223"/>
                  </a:lnTo>
                  <a:lnTo>
                    <a:pt x="591205" y="67816"/>
                  </a:lnTo>
                  <a:lnTo>
                    <a:pt x="610792" y="64549"/>
                  </a:lnTo>
                  <a:lnTo>
                    <a:pt x="629611" y="61410"/>
                  </a:lnTo>
                  <a:lnTo>
                    <a:pt x="647720" y="58389"/>
                  </a:lnTo>
                  <a:lnTo>
                    <a:pt x="665170" y="55478"/>
                  </a:lnTo>
                  <a:lnTo>
                    <a:pt x="682007" y="52670"/>
                  </a:lnTo>
                  <a:lnTo>
                    <a:pt x="698274" y="49956"/>
                  </a:lnTo>
                  <a:lnTo>
                    <a:pt x="714007" y="47332"/>
                  </a:lnTo>
                  <a:lnTo>
                    <a:pt x="729240" y="44790"/>
                  </a:lnTo>
                  <a:lnTo>
                    <a:pt x="744005" y="42328"/>
                  </a:lnTo>
                  <a:lnTo>
                    <a:pt x="758329" y="39938"/>
                  </a:lnTo>
                  <a:lnTo>
                    <a:pt x="772238" y="37618"/>
                  </a:lnTo>
                  <a:lnTo>
                    <a:pt x="785755" y="35363"/>
                  </a:lnTo>
                  <a:lnTo>
                    <a:pt x="798902" y="33170"/>
                  </a:lnTo>
                  <a:lnTo>
                    <a:pt x="811697" y="31036"/>
                  </a:lnTo>
                  <a:lnTo>
                    <a:pt x="824161" y="28957"/>
                  </a:lnTo>
                  <a:lnTo>
                    <a:pt x="836309" y="26930"/>
                  </a:lnTo>
                  <a:lnTo>
                    <a:pt x="848157" y="24954"/>
                  </a:lnTo>
                  <a:lnTo>
                    <a:pt x="859719" y="23025"/>
                  </a:lnTo>
                  <a:lnTo>
                    <a:pt x="871010" y="21142"/>
                  </a:lnTo>
                  <a:lnTo>
                    <a:pt x="882041" y="19302"/>
                  </a:lnTo>
                  <a:lnTo>
                    <a:pt x="892823" y="17503"/>
                  </a:lnTo>
                  <a:lnTo>
                    <a:pt x="903369" y="15744"/>
                  </a:lnTo>
                  <a:lnTo>
                    <a:pt x="913688" y="14023"/>
                  </a:lnTo>
                  <a:lnTo>
                    <a:pt x="923790" y="12338"/>
                  </a:lnTo>
                  <a:lnTo>
                    <a:pt x="933684" y="10687"/>
                  </a:lnTo>
                  <a:lnTo>
                    <a:pt x="943377" y="9070"/>
                  </a:lnTo>
                  <a:lnTo>
                    <a:pt x="952879" y="7485"/>
                  </a:lnTo>
                  <a:lnTo>
                    <a:pt x="962196" y="5931"/>
                  </a:lnTo>
                  <a:lnTo>
                    <a:pt x="971336" y="4406"/>
                  </a:lnTo>
                  <a:lnTo>
                    <a:pt x="980305" y="2910"/>
                  </a:lnTo>
                  <a:lnTo>
                    <a:pt x="989109" y="1442"/>
                  </a:lnTo>
                  <a:lnTo>
                    <a:pt x="997755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1" name="pl480"/>
            <p:cNvSpPr/>
            <p:nvPr/>
          </p:nvSpPr>
          <p:spPr>
            <a:xfrm>
              <a:off x="1479347" y="3026730"/>
              <a:ext cx="997755" cy="145081"/>
            </a:xfrm>
            <a:custGeom>
              <a:avLst/>
              <a:pathLst>
                <a:path w="997755" h="145081">
                  <a:moveTo>
                    <a:pt x="0" y="0"/>
                  </a:moveTo>
                  <a:lnTo>
                    <a:pt x="64070" y="9316"/>
                  </a:lnTo>
                  <a:lnTo>
                    <a:pt x="120585" y="17534"/>
                  </a:lnTo>
                  <a:lnTo>
                    <a:pt x="171139" y="24884"/>
                  </a:lnTo>
                  <a:lnTo>
                    <a:pt x="216870" y="31534"/>
                  </a:lnTo>
                  <a:lnTo>
                    <a:pt x="258620" y="37605"/>
                  </a:lnTo>
                  <a:lnTo>
                    <a:pt x="297026" y="43189"/>
                  </a:lnTo>
                  <a:lnTo>
                    <a:pt x="332585" y="48360"/>
                  </a:lnTo>
                  <a:lnTo>
                    <a:pt x="365689" y="53174"/>
                  </a:lnTo>
                  <a:lnTo>
                    <a:pt x="396655" y="57676"/>
                  </a:lnTo>
                  <a:lnTo>
                    <a:pt x="425744" y="61906"/>
                  </a:lnTo>
                  <a:lnTo>
                    <a:pt x="453170" y="65894"/>
                  </a:lnTo>
                  <a:lnTo>
                    <a:pt x="479112" y="69666"/>
                  </a:lnTo>
                  <a:lnTo>
                    <a:pt x="503724" y="73245"/>
                  </a:lnTo>
                  <a:lnTo>
                    <a:pt x="527134" y="76649"/>
                  </a:lnTo>
                  <a:lnTo>
                    <a:pt x="549456" y="79895"/>
                  </a:lnTo>
                  <a:lnTo>
                    <a:pt x="570784" y="82996"/>
                  </a:lnTo>
                  <a:lnTo>
                    <a:pt x="591205" y="85965"/>
                  </a:lnTo>
                  <a:lnTo>
                    <a:pt x="610792" y="88814"/>
                  </a:lnTo>
                  <a:lnTo>
                    <a:pt x="629611" y="91550"/>
                  </a:lnTo>
                  <a:lnTo>
                    <a:pt x="647720" y="94183"/>
                  </a:lnTo>
                  <a:lnTo>
                    <a:pt x="665170" y="96720"/>
                  </a:lnTo>
                  <a:lnTo>
                    <a:pt x="682007" y="99169"/>
                  </a:lnTo>
                  <a:lnTo>
                    <a:pt x="698274" y="101534"/>
                  </a:lnTo>
                  <a:lnTo>
                    <a:pt x="714007" y="103822"/>
                  </a:lnTo>
                  <a:lnTo>
                    <a:pt x="729240" y="106037"/>
                  </a:lnTo>
                  <a:lnTo>
                    <a:pt x="744005" y="108184"/>
                  </a:lnTo>
                  <a:lnTo>
                    <a:pt x="758329" y="110267"/>
                  </a:lnTo>
                  <a:lnTo>
                    <a:pt x="772238" y="112289"/>
                  </a:lnTo>
                  <a:lnTo>
                    <a:pt x="785755" y="114254"/>
                  </a:lnTo>
                  <a:lnTo>
                    <a:pt x="798902" y="116166"/>
                  </a:lnTo>
                  <a:lnTo>
                    <a:pt x="811697" y="118027"/>
                  </a:lnTo>
                  <a:lnTo>
                    <a:pt x="824161" y="119839"/>
                  </a:lnTo>
                  <a:lnTo>
                    <a:pt x="836309" y="121605"/>
                  </a:lnTo>
                  <a:lnTo>
                    <a:pt x="848157" y="123328"/>
                  </a:lnTo>
                  <a:lnTo>
                    <a:pt x="859719" y="125009"/>
                  </a:lnTo>
                  <a:lnTo>
                    <a:pt x="871010" y="126651"/>
                  </a:lnTo>
                  <a:lnTo>
                    <a:pt x="882041" y="128255"/>
                  </a:lnTo>
                  <a:lnTo>
                    <a:pt x="892823" y="129823"/>
                  </a:lnTo>
                  <a:lnTo>
                    <a:pt x="903369" y="131356"/>
                  </a:lnTo>
                  <a:lnTo>
                    <a:pt x="913688" y="132857"/>
                  </a:lnTo>
                  <a:lnTo>
                    <a:pt x="923790" y="134326"/>
                  </a:lnTo>
                  <a:lnTo>
                    <a:pt x="933684" y="135764"/>
                  </a:lnTo>
                  <a:lnTo>
                    <a:pt x="943377" y="137174"/>
                  </a:lnTo>
                  <a:lnTo>
                    <a:pt x="952879" y="138556"/>
                  </a:lnTo>
                  <a:lnTo>
                    <a:pt x="962196" y="139910"/>
                  </a:lnTo>
                  <a:lnTo>
                    <a:pt x="971336" y="141239"/>
                  </a:lnTo>
                  <a:lnTo>
                    <a:pt x="980305" y="142543"/>
                  </a:lnTo>
                  <a:lnTo>
                    <a:pt x="989109" y="143824"/>
                  </a:lnTo>
                  <a:lnTo>
                    <a:pt x="997755" y="145081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2" name="pl481"/>
            <p:cNvSpPr/>
            <p:nvPr/>
          </p:nvSpPr>
          <p:spPr>
            <a:xfrm>
              <a:off x="1479347" y="3215510"/>
              <a:ext cx="997755" cy="70074"/>
            </a:xfrm>
            <a:custGeom>
              <a:avLst/>
              <a:pathLst>
                <a:path w="997755" h="70074">
                  <a:moveTo>
                    <a:pt x="0" y="0"/>
                  </a:moveTo>
                  <a:lnTo>
                    <a:pt x="64070" y="4499"/>
                  </a:lnTo>
                  <a:lnTo>
                    <a:pt x="120585" y="8468"/>
                  </a:lnTo>
                  <a:lnTo>
                    <a:pt x="171139" y="12019"/>
                  </a:lnTo>
                  <a:lnTo>
                    <a:pt x="216870" y="15231"/>
                  </a:lnTo>
                  <a:lnTo>
                    <a:pt x="258620" y="18163"/>
                  </a:lnTo>
                  <a:lnTo>
                    <a:pt x="297026" y="20860"/>
                  </a:lnTo>
                  <a:lnTo>
                    <a:pt x="332585" y="23358"/>
                  </a:lnTo>
                  <a:lnTo>
                    <a:pt x="365689" y="25682"/>
                  </a:lnTo>
                  <a:lnTo>
                    <a:pt x="396655" y="27857"/>
                  </a:lnTo>
                  <a:lnTo>
                    <a:pt x="425744" y="29900"/>
                  </a:lnTo>
                  <a:lnTo>
                    <a:pt x="453170" y="31826"/>
                  </a:lnTo>
                  <a:lnTo>
                    <a:pt x="479112" y="33648"/>
                  </a:lnTo>
                  <a:lnTo>
                    <a:pt x="503724" y="35377"/>
                  </a:lnTo>
                  <a:lnTo>
                    <a:pt x="527134" y="37021"/>
                  </a:lnTo>
                  <a:lnTo>
                    <a:pt x="549456" y="38589"/>
                  </a:lnTo>
                  <a:lnTo>
                    <a:pt x="570784" y="40087"/>
                  </a:lnTo>
                  <a:lnTo>
                    <a:pt x="591205" y="41521"/>
                  </a:lnTo>
                  <a:lnTo>
                    <a:pt x="610792" y="42897"/>
                  </a:lnTo>
                  <a:lnTo>
                    <a:pt x="629611" y="44218"/>
                  </a:lnTo>
                  <a:lnTo>
                    <a:pt x="647720" y="45490"/>
                  </a:lnTo>
                  <a:lnTo>
                    <a:pt x="665170" y="46716"/>
                  </a:lnTo>
                  <a:lnTo>
                    <a:pt x="682007" y="47898"/>
                  </a:lnTo>
                  <a:lnTo>
                    <a:pt x="698274" y="49041"/>
                  </a:lnTo>
                  <a:lnTo>
                    <a:pt x="714007" y="50145"/>
                  </a:lnTo>
                  <a:lnTo>
                    <a:pt x="729240" y="51215"/>
                  </a:lnTo>
                  <a:lnTo>
                    <a:pt x="744005" y="52252"/>
                  </a:lnTo>
                  <a:lnTo>
                    <a:pt x="758329" y="53258"/>
                  </a:lnTo>
                  <a:lnTo>
                    <a:pt x="772238" y="54235"/>
                  </a:lnTo>
                  <a:lnTo>
                    <a:pt x="785755" y="55184"/>
                  </a:lnTo>
                  <a:lnTo>
                    <a:pt x="798902" y="56108"/>
                  </a:lnTo>
                  <a:lnTo>
                    <a:pt x="811697" y="57006"/>
                  </a:lnTo>
                  <a:lnTo>
                    <a:pt x="824161" y="57882"/>
                  </a:lnTo>
                  <a:lnTo>
                    <a:pt x="836309" y="58735"/>
                  </a:lnTo>
                  <a:lnTo>
                    <a:pt x="848157" y="59567"/>
                  </a:lnTo>
                  <a:lnTo>
                    <a:pt x="859719" y="60379"/>
                  </a:lnTo>
                  <a:lnTo>
                    <a:pt x="871010" y="61172"/>
                  </a:lnTo>
                  <a:lnTo>
                    <a:pt x="882041" y="61947"/>
                  </a:lnTo>
                  <a:lnTo>
                    <a:pt x="892823" y="62704"/>
                  </a:lnTo>
                  <a:lnTo>
                    <a:pt x="903369" y="63445"/>
                  </a:lnTo>
                  <a:lnTo>
                    <a:pt x="913688" y="64169"/>
                  </a:lnTo>
                  <a:lnTo>
                    <a:pt x="923790" y="64879"/>
                  </a:lnTo>
                  <a:lnTo>
                    <a:pt x="933684" y="65574"/>
                  </a:lnTo>
                  <a:lnTo>
                    <a:pt x="943377" y="66255"/>
                  </a:lnTo>
                  <a:lnTo>
                    <a:pt x="952879" y="66922"/>
                  </a:lnTo>
                  <a:lnTo>
                    <a:pt x="962196" y="67576"/>
                  </a:lnTo>
                  <a:lnTo>
                    <a:pt x="971336" y="68218"/>
                  </a:lnTo>
                  <a:lnTo>
                    <a:pt x="980305" y="68848"/>
                  </a:lnTo>
                  <a:lnTo>
                    <a:pt x="989109" y="69466"/>
                  </a:lnTo>
                  <a:lnTo>
                    <a:pt x="997755" y="70074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3" name="pl482"/>
            <p:cNvSpPr/>
            <p:nvPr/>
          </p:nvSpPr>
          <p:spPr>
            <a:xfrm>
              <a:off x="1479347" y="3098238"/>
              <a:ext cx="997755" cy="139936"/>
            </a:xfrm>
            <a:custGeom>
              <a:avLst/>
              <a:pathLst>
                <a:path w="997755" h="139936">
                  <a:moveTo>
                    <a:pt x="0" y="0"/>
                  </a:moveTo>
                  <a:lnTo>
                    <a:pt x="64070" y="8986"/>
                  </a:lnTo>
                  <a:lnTo>
                    <a:pt x="120585" y="16912"/>
                  </a:lnTo>
                  <a:lnTo>
                    <a:pt x="171139" y="24002"/>
                  </a:lnTo>
                  <a:lnTo>
                    <a:pt x="216870" y="30416"/>
                  </a:lnTo>
                  <a:lnTo>
                    <a:pt x="258620" y="36271"/>
                  </a:lnTo>
                  <a:lnTo>
                    <a:pt x="297026" y="41658"/>
                  </a:lnTo>
                  <a:lnTo>
                    <a:pt x="332585" y="46645"/>
                  </a:lnTo>
                  <a:lnTo>
                    <a:pt x="365689" y="51288"/>
                  </a:lnTo>
                  <a:lnTo>
                    <a:pt x="396655" y="55631"/>
                  </a:lnTo>
                  <a:lnTo>
                    <a:pt x="425744" y="59711"/>
                  </a:lnTo>
                  <a:lnTo>
                    <a:pt x="453170" y="63557"/>
                  </a:lnTo>
                  <a:lnTo>
                    <a:pt x="479112" y="67196"/>
                  </a:lnTo>
                  <a:lnTo>
                    <a:pt x="503724" y="70648"/>
                  </a:lnTo>
                  <a:lnTo>
                    <a:pt x="527134" y="73931"/>
                  </a:lnTo>
                  <a:lnTo>
                    <a:pt x="549456" y="77062"/>
                  </a:lnTo>
                  <a:lnTo>
                    <a:pt x="570784" y="80053"/>
                  </a:lnTo>
                  <a:lnTo>
                    <a:pt x="591205" y="82917"/>
                  </a:lnTo>
                  <a:lnTo>
                    <a:pt x="610792" y="85664"/>
                  </a:lnTo>
                  <a:lnTo>
                    <a:pt x="629611" y="88304"/>
                  </a:lnTo>
                  <a:lnTo>
                    <a:pt x="647720" y="90843"/>
                  </a:lnTo>
                  <a:lnTo>
                    <a:pt x="665170" y="93291"/>
                  </a:lnTo>
                  <a:lnTo>
                    <a:pt x="682007" y="95652"/>
                  </a:lnTo>
                  <a:lnTo>
                    <a:pt x="698274" y="97934"/>
                  </a:lnTo>
                  <a:lnTo>
                    <a:pt x="714007" y="100140"/>
                  </a:lnTo>
                  <a:lnTo>
                    <a:pt x="729240" y="102277"/>
                  </a:lnTo>
                  <a:lnTo>
                    <a:pt x="744005" y="104348"/>
                  </a:lnTo>
                  <a:lnTo>
                    <a:pt x="758329" y="106357"/>
                  </a:lnTo>
                  <a:lnTo>
                    <a:pt x="772238" y="108307"/>
                  </a:lnTo>
                  <a:lnTo>
                    <a:pt x="785755" y="110203"/>
                  </a:lnTo>
                  <a:lnTo>
                    <a:pt x="798902" y="112047"/>
                  </a:lnTo>
                  <a:lnTo>
                    <a:pt x="811697" y="113842"/>
                  </a:lnTo>
                  <a:lnTo>
                    <a:pt x="824161" y="115590"/>
                  </a:lnTo>
                  <a:lnTo>
                    <a:pt x="836309" y="117293"/>
                  </a:lnTo>
                  <a:lnTo>
                    <a:pt x="848157" y="118955"/>
                  </a:lnTo>
                  <a:lnTo>
                    <a:pt x="859719" y="120577"/>
                  </a:lnTo>
                  <a:lnTo>
                    <a:pt x="871010" y="122160"/>
                  </a:lnTo>
                  <a:lnTo>
                    <a:pt x="882041" y="123707"/>
                  </a:lnTo>
                  <a:lnTo>
                    <a:pt x="892823" y="125220"/>
                  </a:lnTo>
                  <a:lnTo>
                    <a:pt x="903369" y="126699"/>
                  </a:lnTo>
                  <a:lnTo>
                    <a:pt x="913688" y="128146"/>
                  </a:lnTo>
                  <a:lnTo>
                    <a:pt x="923790" y="129563"/>
                  </a:lnTo>
                  <a:lnTo>
                    <a:pt x="933684" y="130950"/>
                  </a:lnTo>
                  <a:lnTo>
                    <a:pt x="943377" y="132310"/>
                  </a:lnTo>
                  <a:lnTo>
                    <a:pt x="952879" y="133642"/>
                  </a:lnTo>
                  <a:lnTo>
                    <a:pt x="962196" y="134949"/>
                  </a:lnTo>
                  <a:lnTo>
                    <a:pt x="971336" y="136231"/>
                  </a:lnTo>
                  <a:lnTo>
                    <a:pt x="980305" y="137489"/>
                  </a:lnTo>
                  <a:lnTo>
                    <a:pt x="989109" y="138724"/>
                  </a:lnTo>
                  <a:lnTo>
                    <a:pt x="997755" y="139936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4" name="pl483"/>
            <p:cNvSpPr/>
            <p:nvPr/>
          </p:nvSpPr>
          <p:spPr>
            <a:xfrm>
              <a:off x="1479347" y="3065341"/>
              <a:ext cx="997755" cy="117061"/>
            </a:xfrm>
            <a:custGeom>
              <a:avLst/>
              <a:pathLst>
                <a:path w="997755" h="117061">
                  <a:moveTo>
                    <a:pt x="0" y="0"/>
                  </a:moveTo>
                  <a:lnTo>
                    <a:pt x="64070" y="7517"/>
                  </a:lnTo>
                  <a:lnTo>
                    <a:pt x="120585" y="14147"/>
                  </a:lnTo>
                  <a:lnTo>
                    <a:pt x="171139" y="20078"/>
                  </a:lnTo>
                  <a:lnTo>
                    <a:pt x="216870" y="25444"/>
                  </a:lnTo>
                  <a:lnTo>
                    <a:pt x="258620" y="30342"/>
                  </a:lnTo>
                  <a:lnTo>
                    <a:pt x="297026" y="34848"/>
                  </a:lnTo>
                  <a:lnTo>
                    <a:pt x="332585" y="39020"/>
                  </a:lnTo>
                  <a:lnTo>
                    <a:pt x="365689" y="42904"/>
                  </a:lnTo>
                  <a:lnTo>
                    <a:pt x="396655" y="46537"/>
                  </a:lnTo>
                  <a:lnTo>
                    <a:pt x="425744" y="49950"/>
                  </a:lnTo>
                  <a:lnTo>
                    <a:pt x="453170" y="53168"/>
                  </a:lnTo>
                  <a:lnTo>
                    <a:pt x="479112" y="56211"/>
                  </a:lnTo>
                  <a:lnTo>
                    <a:pt x="503724" y="59099"/>
                  </a:lnTo>
                  <a:lnTo>
                    <a:pt x="527134" y="61846"/>
                  </a:lnTo>
                  <a:lnTo>
                    <a:pt x="549456" y="64464"/>
                  </a:lnTo>
                  <a:lnTo>
                    <a:pt x="570784" y="66967"/>
                  </a:lnTo>
                  <a:lnTo>
                    <a:pt x="591205" y="69363"/>
                  </a:lnTo>
                  <a:lnTo>
                    <a:pt x="610792" y="71661"/>
                  </a:lnTo>
                  <a:lnTo>
                    <a:pt x="629611" y="73869"/>
                  </a:lnTo>
                  <a:lnTo>
                    <a:pt x="647720" y="75993"/>
                  </a:lnTo>
                  <a:lnTo>
                    <a:pt x="665170" y="78041"/>
                  </a:lnTo>
                  <a:lnTo>
                    <a:pt x="682007" y="80016"/>
                  </a:lnTo>
                  <a:lnTo>
                    <a:pt x="698274" y="81924"/>
                  </a:lnTo>
                  <a:lnTo>
                    <a:pt x="714007" y="83770"/>
                  </a:lnTo>
                  <a:lnTo>
                    <a:pt x="729240" y="85558"/>
                  </a:lnTo>
                  <a:lnTo>
                    <a:pt x="744005" y="87290"/>
                  </a:lnTo>
                  <a:lnTo>
                    <a:pt x="758329" y="88971"/>
                  </a:lnTo>
                  <a:lnTo>
                    <a:pt x="772238" y="90602"/>
                  </a:lnTo>
                  <a:lnTo>
                    <a:pt x="785755" y="92188"/>
                  </a:lnTo>
                  <a:lnTo>
                    <a:pt x="798902" y="93731"/>
                  </a:lnTo>
                  <a:lnTo>
                    <a:pt x="811697" y="95232"/>
                  </a:lnTo>
                  <a:lnTo>
                    <a:pt x="824161" y="96694"/>
                  </a:lnTo>
                  <a:lnTo>
                    <a:pt x="836309" y="98119"/>
                  </a:lnTo>
                  <a:lnTo>
                    <a:pt x="848157" y="99510"/>
                  </a:lnTo>
                  <a:lnTo>
                    <a:pt x="859719" y="100866"/>
                  </a:lnTo>
                  <a:lnTo>
                    <a:pt x="871010" y="102191"/>
                  </a:lnTo>
                  <a:lnTo>
                    <a:pt x="882041" y="103485"/>
                  </a:lnTo>
                  <a:lnTo>
                    <a:pt x="892823" y="104750"/>
                  </a:lnTo>
                  <a:lnTo>
                    <a:pt x="903369" y="105987"/>
                  </a:lnTo>
                  <a:lnTo>
                    <a:pt x="913688" y="107198"/>
                  </a:lnTo>
                  <a:lnTo>
                    <a:pt x="923790" y="108383"/>
                  </a:lnTo>
                  <a:lnTo>
                    <a:pt x="933684" y="109544"/>
                  </a:lnTo>
                  <a:lnTo>
                    <a:pt x="943377" y="110681"/>
                  </a:lnTo>
                  <a:lnTo>
                    <a:pt x="952879" y="111796"/>
                  </a:lnTo>
                  <a:lnTo>
                    <a:pt x="962196" y="112889"/>
                  </a:lnTo>
                  <a:lnTo>
                    <a:pt x="971336" y="113962"/>
                  </a:lnTo>
                  <a:lnTo>
                    <a:pt x="980305" y="115014"/>
                  </a:lnTo>
                  <a:lnTo>
                    <a:pt x="989109" y="116047"/>
                  </a:lnTo>
                  <a:lnTo>
                    <a:pt x="997755" y="117061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5" name="rc484"/>
            <p:cNvSpPr/>
            <p:nvPr/>
          </p:nvSpPr>
          <p:spPr>
            <a:xfrm>
              <a:off x="1404926" y="2615788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86" name="pl485"/>
            <p:cNvSpPr/>
            <p:nvPr/>
          </p:nvSpPr>
          <p:spPr>
            <a:xfrm>
              <a:off x="1404926" y="2615788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tx486"/>
            <p:cNvSpPr/>
            <p:nvPr/>
          </p:nvSpPr>
          <p:spPr>
            <a:xfrm rot="-5400000">
              <a:off x="1235360" y="337355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488" name="tx487"/>
            <p:cNvSpPr/>
            <p:nvPr/>
          </p:nvSpPr>
          <p:spPr>
            <a:xfrm rot="-5400000">
              <a:off x="1235360" y="3169710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489" name="tx488"/>
            <p:cNvSpPr/>
            <p:nvPr/>
          </p:nvSpPr>
          <p:spPr>
            <a:xfrm rot="-5400000">
              <a:off x="1235360" y="2965860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90" name="tx489"/>
            <p:cNvSpPr/>
            <p:nvPr/>
          </p:nvSpPr>
          <p:spPr>
            <a:xfrm rot="-5400000">
              <a:off x="1235360" y="276201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491" name="pl490"/>
            <p:cNvSpPr/>
            <p:nvPr/>
          </p:nvSpPr>
          <p:spPr>
            <a:xfrm>
              <a:off x="1376458" y="340999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1"/>
            <p:cNvSpPr/>
            <p:nvPr/>
          </p:nvSpPr>
          <p:spPr>
            <a:xfrm>
              <a:off x="1376458" y="320614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2"/>
            <p:cNvSpPr/>
            <p:nvPr/>
          </p:nvSpPr>
          <p:spPr>
            <a:xfrm>
              <a:off x="1376458" y="300229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3"/>
            <p:cNvSpPr/>
            <p:nvPr/>
          </p:nvSpPr>
          <p:spPr>
            <a:xfrm>
              <a:off x="1376458" y="279844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4"/>
            <p:cNvSpPr/>
            <p:nvPr/>
          </p:nvSpPr>
          <p:spPr>
            <a:xfrm>
              <a:off x="1404926" y="3486463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5"/>
            <p:cNvSpPr/>
            <p:nvPr/>
          </p:nvSpPr>
          <p:spPr>
            <a:xfrm>
              <a:off x="1479347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6"/>
            <p:cNvSpPr/>
            <p:nvPr/>
          </p:nvSpPr>
          <p:spPr>
            <a:xfrm>
              <a:off x="1811932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7"/>
            <p:cNvSpPr/>
            <p:nvPr/>
          </p:nvSpPr>
          <p:spPr>
            <a:xfrm>
              <a:off x="2144517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8"/>
            <p:cNvSpPr/>
            <p:nvPr/>
          </p:nvSpPr>
          <p:spPr>
            <a:xfrm>
              <a:off x="2477102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tx499"/>
            <p:cNvSpPr/>
            <p:nvPr/>
          </p:nvSpPr>
          <p:spPr>
            <a:xfrm rot="-5400000">
              <a:off x="1029178" y="3005543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501" name="tx500"/>
            <p:cNvSpPr/>
            <p:nvPr/>
          </p:nvSpPr>
          <p:spPr>
            <a:xfrm>
              <a:off x="1404926" y="2439248"/>
              <a:ext cx="39520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Chl</a:t>
              </a:r>
            </a:p>
          </p:txBody>
        </p:sp>
        <p:sp>
          <p:nvSpPr>
            <p:cNvPr id="502" name="rc501"/>
            <p:cNvSpPr/>
            <p:nvPr/>
          </p:nvSpPr>
          <p:spPr>
            <a:xfrm>
              <a:off x="2833646" y="2615788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2888733" y="317303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2896777" y="302084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2892695" y="3138684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2857718" y="314102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2882088" y="326286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2858779" y="312370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2888727" y="321463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2867849" y="317346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2901059" y="328651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2860496" y="330356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3207193" y="335813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3222167" y="333563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3199272" y="322792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3210836" y="332254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3228667" y="323620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3233480" y="308635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3222151" y="333967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3195291" y="333166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3222926" y="322508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3198647" y="311233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3230320" y="317973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3202027" y="333328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3199260" y="305613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3198546" y="324136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3191771" y="314599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3224571" y="313699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3205940" y="297626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3189862" y="307187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3565059" y="308929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3533153" y="339430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3527644" y="312310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3561143" y="328877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3540356" y="331215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3528769" y="341881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3549306" y="293558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3557155" y="307775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3557247" y="321463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3553792" y="315624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3539153" y="337371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3563762" y="328325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3543297" y="327646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3523624" y="329384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3556654" y="317136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3527280" y="332434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3543473" y="326231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3530541" y="304697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3543206" y="321931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3535919" y="262729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3898346" y="320457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3864491" y="324280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3854668" y="294634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3876415" y="333020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3897708" y="302638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3894181" y="327412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3881691" y="325193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3900193" y="308890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3895429" y="298078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3855455" y="329400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3862924" y="315016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3882110" y="322699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3859704" y="310389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3856197" y="331790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3886541" y="305401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3875290" y="303844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3884192" y="323151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3869100" y="307739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3875070" y="303674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3887249" y="321554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3900628" y="304052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3855311" y="334246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3898275" y="327819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3884347" y="338895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5" name="pl574"/>
            <p:cNvSpPr/>
            <p:nvPr/>
          </p:nvSpPr>
          <p:spPr>
            <a:xfrm>
              <a:off x="2908933" y="3141157"/>
              <a:ext cx="996680" cy="10088"/>
            </a:xfrm>
            <a:custGeom>
              <a:avLst/>
              <a:pathLst>
                <a:path w="996680" h="10088">
                  <a:moveTo>
                    <a:pt x="0" y="10088"/>
                  </a:moveTo>
                  <a:lnTo>
                    <a:pt x="64001" y="9440"/>
                  </a:lnTo>
                  <a:lnTo>
                    <a:pt x="120455" y="8869"/>
                  </a:lnTo>
                  <a:lnTo>
                    <a:pt x="170954" y="8357"/>
                  </a:lnTo>
                  <a:lnTo>
                    <a:pt x="216637" y="7895"/>
                  </a:lnTo>
                  <a:lnTo>
                    <a:pt x="258341" y="7473"/>
                  </a:lnTo>
                  <a:lnTo>
                    <a:pt x="296706" y="7085"/>
                  </a:lnTo>
                  <a:lnTo>
                    <a:pt x="332226" y="6725"/>
                  </a:lnTo>
                  <a:lnTo>
                    <a:pt x="365295" y="6390"/>
                  </a:lnTo>
                  <a:lnTo>
                    <a:pt x="396228" y="6077"/>
                  </a:lnTo>
                  <a:lnTo>
                    <a:pt x="425286" y="5783"/>
                  </a:lnTo>
                  <a:lnTo>
                    <a:pt x="452682" y="5506"/>
                  </a:lnTo>
                  <a:lnTo>
                    <a:pt x="478596" y="5244"/>
                  </a:lnTo>
                  <a:lnTo>
                    <a:pt x="503181" y="4995"/>
                  </a:lnTo>
                  <a:lnTo>
                    <a:pt x="526566" y="4758"/>
                  </a:lnTo>
                  <a:lnTo>
                    <a:pt x="548863" y="4532"/>
                  </a:lnTo>
                  <a:lnTo>
                    <a:pt x="570169" y="4317"/>
                  </a:lnTo>
                  <a:lnTo>
                    <a:pt x="590568" y="4110"/>
                  </a:lnTo>
                  <a:lnTo>
                    <a:pt x="610134" y="3912"/>
                  </a:lnTo>
                  <a:lnTo>
                    <a:pt x="628933" y="3722"/>
                  </a:lnTo>
                  <a:lnTo>
                    <a:pt x="647022" y="3539"/>
                  </a:lnTo>
                  <a:lnTo>
                    <a:pt x="664453" y="3362"/>
                  </a:lnTo>
                  <a:lnTo>
                    <a:pt x="681272" y="3192"/>
                  </a:lnTo>
                  <a:lnTo>
                    <a:pt x="697521" y="3028"/>
                  </a:lnTo>
                  <a:lnTo>
                    <a:pt x="713237" y="2868"/>
                  </a:lnTo>
                  <a:lnTo>
                    <a:pt x="728455" y="2714"/>
                  </a:lnTo>
                  <a:lnTo>
                    <a:pt x="743204" y="2565"/>
                  </a:lnTo>
                  <a:lnTo>
                    <a:pt x="757512" y="2420"/>
                  </a:lnTo>
                  <a:lnTo>
                    <a:pt x="771406" y="2280"/>
                  </a:lnTo>
                  <a:lnTo>
                    <a:pt x="784908" y="2143"/>
                  </a:lnTo>
                  <a:lnTo>
                    <a:pt x="798041" y="2010"/>
                  </a:lnTo>
                  <a:lnTo>
                    <a:pt x="810823" y="1881"/>
                  </a:lnTo>
                  <a:lnTo>
                    <a:pt x="823273" y="1755"/>
                  </a:lnTo>
                  <a:lnTo>
                    <a:pt x="835408" y="1632"/>
                  </a:lnTo>
                  <a:lnTo>
                    <a:pt x="847243" y="1512"/>
                  </a:lnTo>
                  <a:lnTo>
                    <a:pt x="858793" y="1395"/>
                  </a:lnTo>
                  <a:lnTo>
                    <a:pt x="870071" y="1281"/>
                  </a:lnTo>
                  <a:lnTo>
                    <a:pt x="881090" y="1169"/>
                  </a:lnTo>
                  <a:lnTo>
                    <a:pt x="891861" y="1060"/>
                  </a:lnTo>
                  <a:lnTo>
                    <a:pt x="902396" y="954"/>
                  </a:lnTo>
                  <a:lnTo>
                    <a:pt x="912704" y="849"/>
                  </a:lnTo>
                  <a:lnTo>
                    <a:pt x="922795" y="747"/>
                  </a:lnTo>
                  <a:lnTo>
                    <a:pt x="932678" y="647"/>
                  </a:lnTo>
                  <a:lnTo>
                    <a:pt x="942361" y="549"/>
                  </a:lnTo>
                  <a:lnTo>
                    <a:pt x="951852" y="453"/>
                  </a:lnTo>
                  <a:lnTo>
                    <a:pt x="961159" y="359"/>
                  </a:lnTo>
                  <a:lnTo>
                    <a:pt x="970289" y="267"/>
                  </a:lnTo>
                  <a:lnTo>
                    <a:pt x="979248" y="176"/>
                  </a:lnTo>
                  <a:lnTo>
                    <a:pt x="988043" y="87"/>
                  </a:lnTo>
                  <a:lnTo>
                    <a:pt x="996680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6" name="pl575"/>
            <p:cNvSpPr/>
            <p:nvPr/>
          </p:nvSpPr>
          <p:spPr>
            <a:xfrm>
              <a:off x="2908933" y="3235626"/>
              <a:ext cx="996680" cy="25450"/>
            </a:xfrm>
            <a:custGeom>
              <a:avLst/>
              <a:pathLst>
                <a:path w="996680" h="25450">
                  <a:moveTo>
                    <a:pt x="0" y="0"/>
                  </a:moveTo>
                  <a:lnTo>
                    <a:pt x="64001" y="1634"/>
                  </a:lnTo>
                  <a:lnTo>
                    <a:pt x="120455" y="3075"/>
                  </a:lnTo>
                  <a:lnTo>
                    <a:pt x="170954" y="4365"/>
                  </a:lnTo>
                  <a:lnTo>
                    <a:pt x="216637" y="5531"/>
                  </a:lnTo>
                  <a:lnTo>
                    <a:pt x="258341" y="6596"/>
                  </a:lnTo>
                  <a:lnTo>
                    <a:pt x="296706" y="7576"/>
                  </a:lnTo>
                  <a:lnTo>
                    <a:pt x="332226" y="8483"/>
                  </a:lnTo>
                  <a:lnTo>
                    <a:pt x="365295" y="9327"/>
                  </a:lnTo>
                  <a:lnTo>
                    <a:pt x="396228" y="10117"/>
                  </a:lnTo>
                  <a:lnTo>
                    <a:pt x="425286" y="10859"/>
                  </a:lnTo>
                  <a:lnTo>
                    <a:pt x="452682" y="11559"/>
                  </a:lnTo>
                  <a:lnTo>
                    <a:pt x="478596" y="12221"/>
                  </a:lnTo>
                  <a:lnTo>
                    <a:pt x="503181" y="12848"/>
                  </a:lnTo>
                  <a:lnTo>
                    <a:pt x="526566" y="13446"/>
                  </a:lnTo>
                  <a:lnTo>
                    <a:pt x="548863" y="14015"/>
                  </a:lnTo>
                  <a:lnTo>
                    <a:pt x="570169" y="14559"/>
                  </a:lnTo>
                  <a:lnTo>
                    <a:pt x="590568" y="15080"/>
                  </a:lnTo>
                  <a:lnTo>
                    <a:pt x="610134" y="15580"/>
                  </a:lnTo>
                  <a:lnTo>
                    <a:pt x="628933" y="16060"/>
                  </a:lnTo>
                  <a:lnTo>
                    <a:pt x="647022" y="16521"/>
                  </a:lnTo>
                  <a:lnTo>
                    <a:pt x="664453" y="16967"/>
                  </a:lnTo>
                  <a:lnTo>
                    <a:pt x="681272" y="17396"/>
                  </a:lnTo>
                  <a:lnTo>
                    <a:pt x="697521" y="17811"/>
                  </a:lnTo>
                  <a:lnTo>
                    <a:pt x="713237" y="18212"/>
                  </a:lnTo>
                  <a:lnTo>
                    <a:pt x="728455" y="18601"/>
                  </a:lnTo>
                  <a:lnTo>
                    <a:pt x="743204" y="18978"/>
                  </a:lnTo>
                  <a:lnTo>
                    <a:pt x="757512" y="19343"/>
                  </a:lnTo>
                  <a:lnTo>
                    <a:pt x="771406" y="19698"/>
                  </a:lnTo>
                  <a:lnTo>
                    <a:pt x="784908" y="20042"/>
                  </a:lnTo>
                  <a:lnTo>
                    <a:pt x="798041" y="20378"/>
                  </a:lnTo>
                  <a:lnTo>
                    <a:pt x="810823" y="20704"/>
                  </a:lnTo>
                  <a:lnTo>
                    <a:pt x="823273" y="21022"/>
                  </a:lnTo>
                  <a:lnTo>
                    <a:pt x="835408" y="21332"/>
                  </a:lnTo>
                  <a:lnTo>
                    <a:pt x="847243" y="21634"/>
                  </a:lnTo>
                  <a:lnTo>
                    <a:pt x="858793" y="21929"/>
                  </a:lnTo>
                  <a:lnTo>
                    <a:pt x="870071" y="22217"/>
                  </a:lnTo>
                  <a:lnTo>
                    <a:pt x="881090" y="22499"/>
                  </a:lnTo>
                  <a:lnTo>
                    <a:pt x="891861" y="22774"/>
                  </a:lnTo>
                  <a:lnTo>
                    <a:pt x="902396" y="23043"/>
                  </a:lnTo>
                  <a:lnTo>
                    <a:pt x="912704" y="23306"/>
                  </a:lnTo>
                  <a:lnTo>
                    <a:pt x="922795" y="23563"/>
                  </a:lnTo>
                  <a:lnTo>
                    <a:pt x="932678" y="23816"/>
                  </a:lnTo>
                  <a:lnTo>
                    <a:pt x="942361" y="24063"/>
                  </a:lnTo>
                  <a:lnTo>
                    <a:pt x="951852" y="24305"/>
                  </a:lnTo>
                  <a:lnTo>
                    <a:pt x="961159" y="24543"/>
                  </a:lnTo>
                  <a:lnTo>
                    <a:pt x="970289" y="24776"/>
                  </a:lnTo>
                  <a:lnTo>
                    <a:pt x="979248" y="25005"/>
                  </a:lnTo>
                  <a:lnTo>
                    <a:pt x="988043" y="25230"/>
                  </a:lnTo>
                  <a:lnTo>
                    <a:pt x="996680" y="2545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7" name="pl576"/>
            <p:cNvSpPr/>
            <p:nvPr/>
          </p:nvSpPr>
          <p:spPr>
            <a:xfrm>
              <a:off x="2908933" y="3124527"/>
              <a:ext cx="996680" cy="46003"/>
            </a:xfrm>
            <a:custGeom>
              <a:avLst/>
              <a:pathLst>
                <a:path w="996680" h="46003">
                  <a:moveTo>
                    <a:pt x="0" y="46003"/>
                  </a:moveTo>
                  <a:lnTo>
                    <a:pt x="64001" y="43049"/>
                  </a:lnTo>
                  <a:lnTo>
                    <a:pt x="120455" y="40443"/>
                  </a:lnTo>
                  <a:lnTo>
                    <a:pt x="170954" y="38112"/>
                  </a:lnTo>
                  <a:lnTo>
                    <a:pt x="216637" y="36004"/>
                  </a:lnTo>
                  <a:lnTo>
                    <a:pt x="258341" y="34079"/>
                  </a:lnTo>
                  <a:lnTo>
                    <a:pt x="296706" y="32308"/>
                  </a:lnTo>
                  <a:lnTo>
                    <a:pt x="332226" y="30668"/>
                  </a:lnTo>
                  <a:lnTo>
                    <a:pt x="365295" y="29142"/>
                  </a:lnTo>
                  <a:lnTo>
                    <a:pt x="396228" y="27714"/>
                  </a:lnTo>
                  <a:lnTo>
                    <a:pt x="425286" y="26373"/>
                  </a:lnTo>
                  <a:lnTo>
                    <a:pt x="452682" y="25109"/>
                  </a:lnTo>
                  <a:lnTo>
                    <a:pt x="478596" y="23913"/>
                  </a:lnTo>
                  <a:lnTo>
                    <a:pt x="503181" y="22778"/>
                  </a:lnTo>
                  <a:lnTo>
                    <a:pt x="526566" y="21698"/>
                  </a:lnTo>
                  <a:lnTo>
                    <a:pt x="548863" y="20669"/>
                  </a:lnTo>
                  <a:lnTo>
                    <a:pt x="570169" y="19686"/>
                  </a:lnTo>
                  <a:lnTo>
                    <a:pt x="590568" y="18744"/>
                  </a:lnTo>
                  <a:lnTo>
                    <a:pt x="610134" y="17841"/>
                  </a:lnTo>
                  <a:lnTo>
                    <a:pt x="628933" y="16973"/>
                  </a:lnTo>
                  <a:lnTo>
                    <a:pt x="647022" y="16139"/>
                  </a:lnTo>
                  <a:lnTo>
                    <a:pt x="664453" y="15334"/>
                  </a:lnTo>
                  <a:lnTo>
                    <a:pt x="681272" y="14558"/>
                  </a:lnTo>
                  <a:lnTo>
                    <a:pt x="697521" y="13808"/>
                  </a:lnTo>
                  <a:lnTo>
                    <a:pt x="713237" y="13082"/>
                  </a:lnTo>
                  <a:lnTo>
                    <a:pt x="728455" y="12380"/>
                  </a:lnTo>
                  <a:lnTo>
                    <a:pt x="743204" y="11699"/>
                  </a:lnTo>
                  <a:lnTo>
                    <a:pt x="757512" y="11039"/>
                  </a:lnTo>
                  <a:lnTo>
                    <a:pt x="771406" y="10397"/>
                  </a:lnTo>
                  <a:lnTo>
                    <a:pt x="784908" y="9774"/>
                  </a:lnTo>
                  <a:lnTo>
                    <a:pt x="798041" y="9168"/>
                  </a:lnTo>
                  <a:lnTo>
                    <a:pt x="810823" y="8578"/>
                  </a:lnTo>
                  <a:lnTo>
                    <a:pt x="823273" y="8003"/>
                  </a:lnTo>
                  <a:lnTo>
                    <a:pt x="835408" y="7443"/>
                  </a:lnTo>
                  <a:lnTo>
                    <a:pt x="847243" y="6897"/>
                  </a:lnTo>
                  <a:lnTo>
                    <a:pt x="858793" y="6364"/>
                  </a:lnTo>
                  <a:lnTo>
                    <a:pt x="870071" y="5843"/>
                  </a:lnTo>
                  <a:lnTo>
                    <a:pt x="881090" y="5335"/>
                  </a:lnTo>
                  <a:lnTo>
                    <a:pt x="891861" y="4838"/>
                  </a:lnTo>
                  <a:lnTo>
                    <a:pt x="902396" y="4351"/>
                  </a:lnTo>
                  <a:lnTo>
                    <a:pt x="912704" y="3876"/>
                  </a:lnTo>
                  <a:lnTo>
                    <a:pt x="922795" y="3410"/>
                  </a:lnTo>
                  <a:lnTo>
                    <a:pt x="932678" y="2954"/>
                  </a:lnTo>
                  <a:lnTo>
                    <a:pt x="942361" y="2507"/>
                  </a:lnTo>
                  <a:lnTo>
                    <a:pt x="951852" y="2069"/>
                  </a:lnTo>
                  <a:lnTo>
                    <a:pt x="961159" y="1639"/>
                  </a:lnTo>
                  <a:lnTo>
                    <a:pt x="970289" y="1218"/>
                  </a:lnTo>
                  <a:lnTo>
                    <a:pt x="979248" y="804"/>
                  </a:lnTo>
                  <a:lnTo>
                    <a:pt x="988043" y="398"/>
                  </a:lnTo>
                  <a:lnTo>
                    <a:pt x="996680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8" name="pl577"/>
            <p:cNvSpPr/>
            <p:nvPr/>
          </p:nvSpPr>
          <p:spPr>
            <a:xfrm>
              <a:off x="2908933" y="2995661"/>
              <a:ext cx="996680" cy="161590"/>
            </a:xfrm>
            <a:custGeom>
              <a:avLst/>
              <a:pathLst>
                <a:path w="996680" h="161590">
                  <a:moveTo>
                    <a:pt x="0" y="161590"/>
                  </a:moveTo>
                  <a:lnTo>
                    <a:pt x="64001" y="151214"/>
                  </a:lnTo>
                  <a:lnTo>
                    <a:pt x="120455" y="142061"/>
                  </a:lnTo>
                  <a:lnTo>
                    <a:pt x="170954" y="133873"/>
                  </a:lnTo>
                  <a:lnTo>
                    <a:pt x="216637" y="126467"/>
                  </a:lnTo>
                  <a:lnTo>
                    <a:pt x="258341" y="119705"/>
                  </a:lnTo>
                  <a:lnTo>
                    <a:pt x="296706" y="113485"/>
                  </a:lnTo>
                  <a:lnTo>
                    <a:pt x="332226" y="107727"/>
                  </a:lnTo>
                  <a:lnTo>
                    <a:pt x="365295" y="102365"/>
                  </a:lnTo>
                  <a:lnTo>
                    <a:pt x="396228" y="97350"/>
                  </a:lnTo>
                  <a:lnTo>
                    <a:pt x="425286" y="92639"/>
                  </a:lnTo>
                  <a:lnTo>
                    <a:pt x="452682" y="88197"/>
                  </a:lnTo>
                  <a:lnTo>
                    <a:pt x="478596" y="83996"/>
                  </a:lnTo>
                  <a:lnTo>
                    <a:pt x="503181" y="80010"/>
                  </a:lnTo>
                  <a:lnTo>
                    <a:pt x="526566" y="76218"/>
                  </a:lnTo>
                  <a:lnTo>
                    <a:pt x="548863" y="72603"/>
                  </a:lnTo>
                  <a:lnTo>
                    <a:pt x="570169" y="69149"/>
                  </a:lnTo>
                  <a:lnTo>
                    <a:pt x="590568" y="65842"/>
                  </a:lnTo>
                  <a:lnTo>
                    <a:pt x="610134" y="62670"/>
                  </a:lnTo>
                  <a:lnTo>
                    <a:pt x="628933" y="59622"/>
                  </a:lnTo>
                  <a:lnTo>
                    <a:pt x="647022" y="56689"/>
                  </a:lnTo>
                  <a:lnTo>
                    <a:pt x="664453" y="53863"/>
                  </a:lnTo>
                  <a:lnTo>
                    <a:pt x="681272" y="51136"/>
                  </a:lnTo>
                  <a:lnTo>
                    <a:pt x="697521" y="48502"/>
                  </a:lnTo>
                  <a:lnTo>
                    <a:pt x="713237" y="45954"/>
                  </a:lnTo>
                  <a:lnTo>
                    <a:pt x="728455" y="43486"/>
                  </a:lnTo>
                  <a:lnTo>
                    <a:pt x="743204" y="41095"/>
                  </a:lnTo>
                  <a:lnTo>
                    <a:pt x="757512" y="38775"/>
                  </a:lnTo>
                  <a:lnTo>
                    <a:pt x="771406" y="36523"/>
                  </a:lnTo>
                  <a:lnTo>
                    <a:pt x="784908" y="34334"/>
                  </a:lnTo>
                  <a:lnTo>
                    <a:pt x="798041" y="32205"/>
                  </a:lnTo>
                  <a:lnTo>
                    <a:pt x="810823" y="30132"/>
                  </a:lnTo>
                  <a:lnTo>
                    <a:pt x="823273" y="28114"/>
                  </a:lnTo>
                  <a:lnTo>
                    <a:pt x="835408" y="26146"/>
                  </a:lnTo>
                  <a:lnTo>
                    <a:pt x="847243" y="24227"/>
                  </a:lnTo>
                  <a:lnTo>
                    <a:pt x="858793" y="22355"/>
                  </a:lnTo>
                  <a:lnTo>
                    <a:pt x="870071" y="20526"/>
                  </a:lnTo>
                  <a:lnTo>
                    <a:pt x="881090" y="18740"/>
                  </a:lnTo>
                  <a:lnTo>
                    <a:pt x="891861" y="16994"/>
                  </a:lnTo>
                  <a:lnTo>
                    <a:pt x="902396" y="15286"/>
                  </a:lnTo>
                  <a:lnTo>
                    <a:pt x="912704" y="13614"/>
                  </a:lnTo>
                  <a:lnTo>
                    <a:pt x="922795" y="11978"/>
                  </a:lnTo>
                  <a:lnTo>
                    <a:pt x="932678" y="10376"/>
                  </a:lnTo>
                  <a:lnTo>
                    <a:pt x="942361" y="8806"/>
                  </a:lnTo>
                  <a:lnTo>
                    <a:pt x="951852" y="7267"/>
                  </a:lnTo>
                  <a:lnTo>
                    <a:pt x="961159" y="5758"/>
                  </a:lnTo>
                  <a:lnTo>
                    <a:pt x="970289" y="4278"/>
                  </a:lnTo>
                  <a:lnTo>
                    <a:pt x="979248" y="2826"/>
                  </a:lnTo>
                  <a:lnTo>
                    <a:pt x="988043" y="1400"/>
                  </a:lnTo>
                  <a:lnTo>
                    <a:pt x="996680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9" name="pl578"/>
            <p:cNvSpPr/>
            <p:nvPr/>
          </p:nvSpPr>
          <p:spPr>
            <a:xfrm>
              <a:off x="2908933" y="3055564"/>
              <a:ext cx="996680" cy="156531"/>
            </a:xfrm>
            <a:custGeom>
              <a:avLst/>
              <a:pathLst>
                <a:path w="996680" h="156531">
                  <a:moveTo>
                    <a:pt x="0" y="156531"/>
                  </a:moveTo>
                  <a:lnTo>
                    <a:pt x="64001" y="146480"/>
                  </a:lnTo>
                  <a:lnTo>
                    <a:pt x="120455" y="137613"/>
                  </a:lnTo>
                  <a:lnTo>
                    <a:pt x="170954" y="129682"/>
                  </a:lnTo>
                  <a:lnTo>
                    <a:pt x="216637" y="122508"/>
                  </a:lnTo>
                  <a:lnTo>
                    <a:pt x="258341" y="115958"/>
                  </a:lnTo>
                  <a:lnTo>
                    <a:pt x="296706" y="109933"/>
                  </a:lnTo>
                  <a:lnTo>
                    <a:pt x="332226" y="104354"/>
                  </a:lnTo>
                  <a:lnTo>
                    <a:pt x="365295" y="99161"/>
                  </a:lnTo>
                  <a:lnTo>
                    <a:pt x="396228" y="94302"/>
                  </a:lnTo>
                  <a:lnTo>
                    <a:pt x="425286" y="89739"/>
                  </a:lnTo>
                  <a:lnTo>
                    <a:pt x="452682" y="85436"/>
                  </a:lnTo>
                  <a:lnTo>
                    <a:pt x="478596" y="81366"/>
                  </a:lnTo>
                  <a:lnTo>
                    <a:pt x="503181" y="77505"/>
                  </a:lnTo>
                  <a:lnTo>
                    <a:pt x="526566" y="73832"/>
                  </a:lnTo>
                  <a:lnTo>
                    <a:pt x="548863" y="70330"/>
                  </a:lnTo>
                  <a:lnTo>
                    <a:pt x="570169" y="66984"/>
                  </a:lnTo>
                  <a:lnTo>
                    <a:pt x="590568" y="63781"/>
                  </a:lnTo>
                  <a:lnTo>
                    <a:pt x="610134" y="60708"/>
                  </a:lnTo>
                  <a:lnTo>
                    <a:pt x="628933" y="57755"/>
                  </a:lnTo>
                  <a:lnTo>
                    <a:pt x="647022" y="54914"/>
                  </a:lnTo>
                  <a:lnTo>
                    <a:pt x="664453" y="52177"/>
                  </a:lnTo>
                  <a:lnTo>
                    <a:pt x="681272" y="49535"/>
                  </a:lnTo>
                  <a:lnTo>
                    <a:pt x="697521" y="46983"/>
                  </a:lnTo>
                  <a:lnTo>
                    <a:pt x="713237" y="44515"/>
                  </a:lnTo>
                  <a:lnTo>
                    <a:pt x="728455" y="42125"/>
                  </a:lnTo>
                  <a:lnTo>
                    <a:pt x="743204" y="39809"/>
                  </a:lnTo>
                  <a:lnTo>
                    <a:pt x="757512" y="37561"/>
                  </a:lnTo>
                  <a:lnTo>
                    <a:pt x="771406" y="35379"/>
                  </a:lnTo>
                  <a:lnTo>
                    <a:pt x="784908" y="33259"/>
                  </a:lnTo>
                  <a:lnTo>
                    <a:pt x="798041" y="31196"/>
                  </a:lnTo>
                  <a:lnTo>
                    <a:pt x="810823" y="29189"/>
                  </a:lnTo>
                  <a:lnTo>
                    <a:pt x="823273" y="27234"/>
                  </a:lnTo>
                  <a:lnTo>
                    <a:pt x="835408" y="25328"/>
                  </a:lnTo>
                  <a:lnTo>
                    <a:pt x="847243" y="23469"/>
                  </a:lnTo>
                  <a:lnTo>
                    <a:pt x="858793" y="21655"/>
                  </a:lnTo>
                  <a:lnTo>
                    <a:pt x="870071" y="19884"/>
                  </a:lnTo>
                  <a:lnTo>
                    <a:pt x="881090" y="18153"/>
                  </a:lnTo>
                  <a:lnTo>
                    <a:pt x="891861" y="16462"/>
                  </a:lnTo>
                  <a:lnTo>
                    <a:pt x="902396" y="14807"/>
                  </a:lnTo>
                  <a:lnTo>
                    <a:pt x="912704" y="13188"/>
                  </a:lnTo>
                  <a:lnTo>
                    <a:pt x="922795" y="11603"/>
                  </a:lnTo>
                  <a:lnTo>
                    <a:pt x="932678" y="10051"/>
                  </a:lnTo>
                  <a:lnTo>
                    <a:pt x="942361" y="8530"/>
                  </a:lnTo>
                  <a:lnTo>
                    <a:pt x="951852" y="7040"/>
                  </a:lnTo>
                  <a:lnTo>
                    <a:pt x="961159" y="5578"/>
                  </a:lnTo>
                  <a:lnTo>
                    <a:pt x="970289" y="4144"/>
                  </a:lnTo>
                  <a:lnTo>
                    <a:pt x="979248" y="2737"/>
                  </a:lnTo>
                  <a:lnTo>
                    <a:pt x="988043" y="1356"/>
                  </a:lnTo>
                  <a:lnTo>
                    <a:pt x="99668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l579"/>
            <p:cNvSpPr/>
            <p:nvPr/>
          </p:nvSpPr>
          <p:spPr>
            <a:xfrm>
              <a:off x="2908933" y="3129324"/>
              <a:ext cx="996680" cy="198249"/>
            </a:xfrm>
            <a:custGeom>
              <a:avLst/>
              <a:pathLst>
                <a:path w="996680" h="198249">
                  <a:moveTo>
                    <a:pt x="0" y="0"/>
                  </a:moveTo>
                  <a:lnTo>
                    <a:pt x="64001" y="12730"/>
                  </a:lnTo>
                  <a:lnTo>
                    <a:pt x="120455" y="23959"/>
                  </a:lnTo>
                  <a:lnTo>
                    <a:pt x="170954" y="34004"/>
                  </a:lnTo>
                  <a:lnTo>
                    <a:pt x="216637" y="43091"/>
                  </a:lnTo>
                  <a:lnTo>
                    <a:pt x="258341" y="51386"/>
                  </a:lnTo>
                  <a:lnTo>
                    <a:pt x="296706" y="59017"/>
                  </a:lnTo>
                  <a:lnTo>
                    <a:pt x="332226" y="66083"/>
                  </a:lnTo>
                  <a:lnTo>
                    <a:pt x="365295" y="72660"/>
                  </a:lnTo>
                  <a:lnTo>
                    <a:pt x="396228" y="78813"/>
                  </a:lnTo>
                  <a:lnTo>
                    <a:pt x="425286" y="84593"/>
                  </a:lnTo>
                  <a:lnTo>
                    <a:pt x="452682" y="90043"/>
                  </a:lnTo>
                  <a:lnTo>
                    <a:pt x="478596" y="95197"/>
                  </a:lnTo>
                  <a:lnTo>
                    <a:pt x="503181" y="100087"/>
                  </a:lnTo>
                  <a:lnTo>
                    <a:pt x="526566" y="104739"/>
                  </a:lnTo>
                  <a:lnTo>
                    <a:pt x="548863" y="109174"/>
                  </a:lnTo>
                  <a:lnTo>
                    <a:pt x="570169" y="113412"/>
                  </a:lnTo>
                  <a:lnTo>
                    <a:pt x="590568" y="117470"/>
                  </a:lnTo>
                  <a:lnTo>
                    <a:pt x="610134" y="121361"/>
                  </a:lnTo>
                  <a:lnTo>
                    <a:pt x="628933" y="125101"/>
                  </a:lnTo>
                  <a:lnTo>
                    <a:pt x="647022" y="128699"/>
                  </a:lnTo>
                  <a:lnTo>
                    <a:pt x="664453" y="132166"/>
                  </a:lnTo>
                  <a:lnTo>
                    <a:pt x="681272" y="135512"/>
                  </a:lnTo>
                  <a:lnTo>
                    <a:pt x="697521" y="138744"/>
                  </a:lnTo>
                  <a:lnTo>
                    <a:pt x="713237" y="141870"/>
                  </a:lnTo>
                  <a:lnTo>
                    <a:pt x="728455" y="144897"/>
                  </a:lnTo>
                  <a:lnTo>
                    <a:pt x="743204" y="147830"/>
                  </a:lnTo>
                  <a:lnTo>
                    <a:pt x="757512" y="150676"/>
                  </a:lnTo>
                  <a:lnTo>
                    <a:pt x="771406" y="153440"/>
                  </a:lnTo>
                  <a:lnTo>
                    <a:pt x="784908" y="156126"/>
                  </a:lnTo>
                  <a:lnTo>
                    <a:pt x="798041" y="158738"/>
                  </a:lnTo>
                  <a:lnTo>
                    <a:pt x="810823" y="161280"/>
                  </a:lnTo>
                  <a:lnTo>
                    <a:pt x="823273" y="163757"/>
                  </a:lnTo>
                  <a:lnTo>
                    <a:pt x="835408" y="166171"/>
                  </a:lnTo>
                  <a:lnTo>
                    <a:pt x="847243" y="168525"/>
                  </a:lnTo>
                  <a:lnTo>
                    <a:pt x="858793" y="170822"/>
                  </a:lnTo>
                  <a:lnTo>
                    <a:pt x="870071" y="173066"/>
                  </a:lnTo>
                  <a:lnTo>
                    <a:pt x="881090" y="175257"/>
                  </a:lnTo>
                  <a:lnTo>
                    <a:pt x="891861" y="177400"/>
                  </a:lnTo>
                  <a:lnTo>
                    <a:pt x="902396" y="179495"/>
                  </a:lnTo>
                  <a:lnTo>
                    <a:pt x="912704" y="181546"/>
                  </a:lnTo>
                  <a:lnTo>
                    <a:pt x="922795" y="183553"/>
                  </a:lnTo>
                  <a:lnTo>
                    <a:pt x="932678" y="185519"/>
                  </a:lnTo>
                  <a:lnTo>
                    <a:pt x="942361" y="187445"/>
                  </a:lnTo>
                  <a:lnTo>
                    <a:pt x="951852" y="189333"/>
                  </a:lnTo>
                  <a:lnTo>
                    <a:pt x="961159" y="191184"/>
                  </a:lnTo>
                  <a:lnTo>
                    <a:pt x="970289" y="193000"/>
                  </a:lnTo>
                  <a:lnTo>
                    <a:pt x="979248" y="194782"/>
                  </a:lnTo>
                  <a:lnTo>
                    <a:pt x="988043" y="196531"/>
                  </a:lnTo>
                  <a:lnTo>
                    <a:pt x="996680" y="198249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l580"/>
            <p:cNvSpPr/>
            <p:nvPr/>
          </p:nvSpPr>
          <p:spPr>
            <a:xfrm>
              <a:off x="2908933" y="3177813"/>
              <a:ext cx="996680" cy="184387"/>
            </a:xfrm>
            <a:custGeom>
              <a:avLst/>
              <a:pathLst>
                <a:path w="996680" h="184387">
                  <a:moveTo>
                    <a:pt x="0" y="184387"/>
                  </a:moveTo>
                  <a:lnTo>
                    <a:pt x="64001" y="172547"/>
                  </a:lnTo>
                  <a:lnTo>
                    <a:pt x="120455" y="162103"/>
                  </a:lnTo>
                  <a:lnTo>
                    <a:pt x="170954" y="152760"/>
                  </a:lnTo>
                  <a:lnTo>
                    <a:pt x="216637" y="144309"/>
                  </a:lnTo>
                  <a:lnTo>
                    <a:pt x="258341" y="136593"/>
                  </a:lnTo>
                  <a:lnTo>
                    <a:pt x="296706" y="129496"/>
                  </a:lnTo>
                  <a:lnTo>
                    <a:pt x="332226" y="122925"/>
                  </a:lnTo>
                  <a:lnTo>
                    <a:pt x="365295" y="116807"/>
                  </a:lnTo>
                  <a:lnTo>
                    <a:pt x="396228" y="111084"/>
                  </a:lnTo>
                  <a:lnTo>
                    <a:pt x="425286" y="105708"/>
                  </a:lnTo>
                  <a:lnTo>
                    <a:pt x="452682" y="100640"/>
                  </a:lnTo>
                  <a:lnTo>
                    <a:pt x="478596" y="95846"/>
                  </a:lnTo>
                  <a:lnTo>
                    <a:pt x="503181" y="91298"/>
                  </a:lnTo>
                  <a:lnTo>
                    <a:pt x="526566" y="86971"/>
                  </a:lnTo>
                  <a:lnTo>
                    <a:pt x="548863" y="82846"/>
                  </a:lnTo>
                  <a:lnTo>
                    <a:pt x="570169" y="78905"/>
                  </a:lnTo>
                  <a:lnTo>
                    <a:pt x="590568" y="75131"/>
                  </a:lnTo>
                  <a:lnTo>
                    <a:pt x="610134" y="71511"/>
                  </a:lnTo>
                  <a:lnTo>
                    <a:pt x="628933" y="68033"/>
                  </a:lnTo>
                  <a:lnTo>
                    <a:pt x="647022" y="64687"/>
                  </a:lnTo>
                  <a:lnTo>
                    <a:pt x="664453" y="61462"/>
                  </a:lnTo>
                  <a:lnTo>
                    <a:pt x="681272" y="58350"/>
                  </a:lnTo>
                  <a:lnTo>
                    <a:pt x="697521" y="55344"/>
                  </a:lnTo>
                  <a:lnTo>
                    <a:pt x="713237" y="52437"/>
                  </a:lnTo>
                  <a:lnTo>
                    <a:pt x="728455" y="49622"/>
                  </a:lnTo>
                  <a:lnTo>
                    <a:pt x="743204" y="46893"/>
                  </a:lnTo>
                  <a:lnTo>
                    <a:pt x="757512" y="44246"/>
                  </a:lnTo>
                  <a:lnTo>
                    <a:pt x="771406" y="41676"/>
                  </a:lnTo>
                  <a:lnTo>
                    <a:pt x="784908" y="39178"/>
                  </a:lnTo>
                  <a:lnTo>
                    <a:pt x="798041" y="36748"/>
                  </a:lnTo>
                  <a:lnTo>
                    <a:pt x="810823" y="34383"/>
                  </a:lnTo>
                  <a:lnTo>
                    <a:pt x="823273" y="32080"/>
                  </a:lnTo>
                  <a:lnTo>
                    <a:pt x="835408" y="29835"/>
                  </a:lnTo>
                  <a:lnTo>
                    <a:pt x="847243" y="27646"/>
                  </a:lnTo>
                  <a:lnTo>
                    <a:pt x="858793" y="25509"/>
                  </a:lnTo>
                  <a:lnTo>
                    <a:pt x="870071" y="23422"/>
                  </a:lnTo>
                  <a:lnTo>
                    <a:pt x="881090" y="21384"/>
                  </a:lnTo>
                  <a:lnTo>
                    <a:pt x="891861" y="19391"/>
                  </a:lnTo>
                  <a:lnTo>
                    <a:pt x="902396" y="17442"/>
                  </a:lnTo>
                  <a:lnTo>
                    <a:pt x="912704" y="15535"/>
                  </a:lnTo>
                  <a:lnTo>
                    <a:pt x="922795" y="13668"/>
                  </a:lnTo>
                  <a:lnTo>
                    <a:pt x="932678" y="11840"/>
                  </a:lnTo>
                  <a:lnTo>
                    <a:pt x="942361" y="10049"/>
                  </a:lnTo>
                  <a:lnTo>
                    <a:pt x="951852" y="8293"/>
                  </a:lnTo>
                  <a:lnTo>
                    <a:pt x="961159" y="6571"/>
                  </a:lnTo>
                  <a:lnTo>
                    <a:pt x="970289" y="4882"/>
                  </a:lnTo>
                  <a:lnTo>
                    <a:pt x="979248" y="3224"/>
                  </a:lnTo>
                  <a:lnTo>
                    <a:pt x="988043" y="1597"/>
                  </a:lnTo>
                  <a:lnTo>
                    <a:pt x="996680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2" name="pl581"/>
            <p:cNvSpPr/>
            <p:nvPr/>
          </p:nvSpPr>
          <p:spPr>
            <a:xfrm>
              <a:off x="2908933" y="3326981"/>
              <a:ext cx="996680" cy="66705"/>
            </a:xfrm>
            <a:custGeom>
              <a:avLst/>
              <a:pathLst>
                <a:path w="996680" h="66705">
                  <a:moveTo>
                    <a:pt x="0" y="0"/>
                  </a:moveTo>
                  <a:lnTo>
                    <a:pt x="64001" y="4283"/>
                  </a:lnTo>
                  <a:lnTo>
                    <a:pt x="120455" y="8061"/>
                  </a:lnTo>
                  <a:lnTo>
                    <a:pt x="170954" y="11441"/>
                  </a:lnTo>
                  <a:lnTo>
                    <a:pt x="216637" y="14498"/>
                  </a:lnTo>
                  <a:lnTo>
                    <a:pt x="258341" y="17290"/>
                  </a:lnTo>
                  <a:lnTo>
                    <a:pt x="296706" y="19857"/>
                  </a:lnTo>
                  <a:lnTo>
                    <a:pt x="332226" y="22235"/>
                  </a:lnTo>
                  <a:lnTo>
                    <a:pt x="365295" y="24448"/>
                  </a:lnTo>
                  <a:lnTo>
                    <a:pt x="396228" y="26518"/>
                  </a:lnTo>
                  <a:lnTo>
                    <a:pt x="425286" y="28463"/>
                  </a:lnTo>
                  <a:lnTo>
                    <a:pt x="452682" y="30296"/>
                  </a:lnTo>
                  <a:lnTo>
                    <a:pt x="478596" y="32031"/>
                  </a:lnTo>
                  <a:lnTo>
                    <a:pt x="503181" y="33676"/>
                  </a:lnTo>
                  <a:lnTo>
                    <a:pt x="526566" y="35241"/>
                  </a:lnTo>
                  <a:lnTo>
                    <a:pt x="548863" y="36734"/>
                  </a:lnTo>
                  <a:lnTo>
                    <a:pt x="570169" y="38159"/>
                  </a:lnTo>
                  <a:lnTo>
                    <a:pt x="590568" y="39525"/>
                  </a:lnTo>
                  <a:lnTo>
                    <a:pt x="610134" y="40834"/>
                  </a:lnTo>
                  <a:lnTo>
                    <a:pt x="628933" y="42092"/>
                  </a:lnTo>
                  <a:lnTo>
                    <a:pt x="647022" y="43303"/>
                  </a:lnTo>
                  <a:lnTo>
                    <a:pt x="664453" y="44470"/>
                  </a:lnTo>
                  <a:lnTo>
                    <a:pt x="681272" y="45595"/>
                  </a:lnTo>
                  <a:lnTo>
                    <a:pt x="697521" y="46683"/>
                  </a:lnTo>
                  <a:lnTo>
                    <a:pt x="713237" y="47735"/>
                  </a:lnTo>
                  <a:lnTo>
                    <a:pt x="728455" y="48753"/>
                  </a:lnTo>
                  <a:lnTo>
                    <a:pt x="743204" y="49740"/>
                  </a:lnTo>
                  <a:lnTo>
                    <a:pt x="757512" y="50698"/>
                  </a:lnTo>
                  <a:lnTo>
                    <a:pt x="771406" y="51628"/>
                  </a:lnTo>
                  <a:lnTo>
                    <a:pt x="784908" y="52531"/>
                  </a:lnTo>
                  <a:lnTo>
                    <a:pt x="798041" y="53410"/>
                  </a:lnTo>
                  <a:lnTo>
                    <a:pt x="810823" y="54266"/>
                  </a:lnTo>
                  <a:lnTo>
                    <a:pt x="823273" y="55099"/>
                  </a:lnTo>
                  <a:lnTo>
                    <a:pt x="835408" y="55911"/>
                  </a:lnTo>
                  <a:lnTo>
                    <a:pt x="847243" y="56703"/>
                  </a:lnTo>
                  <a:lnTo>
                    <a:pt x="858793" y="57476"/>
                  </a:lnTo>
                  <a:lnTo>
                    <a:pt x="870071" y="58231"/>
                  </a:lnTo>
                  <a:lnTo>
                    <a:pt x="881090" y="58969"/>
                  </a:lnTo>
                  <a:lnTo>
                    <a:pt x="891861" y="59689"/>
                  </a:lnTo>
                  <a:lnTo>
                    <a:pt x="902396" y="60394"/>
                  </a:lnTo>
                  <a:lnTo>
                    <a:pt x="912704" y="61084"/>
                  </a:lnTo>
                  <a:lnTo>
                    <a:pt x="922795" y="61760"/>
                  </a:lnTo>
                  <a:lnTo>
                    <a:pt x="932678" y="62421"/>
                  </a:lnTo>
                  <a:lnTo>
                    <a:pt x="942361" y="63069"/>
                  </a:lnTo>
                  <a:lnTo>
                    <a:pt x="951852" y="63704"/>
                  </a:lnTo>
                  <a:lnTo>
                    <a:pt x="961159" y="64327"/>
                  </a:lnTo>
                  <a:lnTo>
                    <a:pt x="970289" y="64938"/>
                  </a:lnTo>
                  <a:lnTo>
                    <a:pt x="979248" y="65538"/>
                  </a:lnTo>
                  <a:lnTo>
                    <a:pt x="988043" y="66127"/>
                  </a:lnTo>
                  <a:lnTo>
                    <a:pt x="996680" y="66705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3" name="pl582"/>
            <p:cNvSpPr/>
            <p:nvPr/>
          </p:nvSpPr>
          <p:spPr>
            <a:xfrm>
              <a:off x="2908933" y="3159383"/>
              <a:ext cx="996680" cy="132125"/>
            </a:xfrm>
            <a:custGeom>
              <a:avLst/>
              <a:pathLst>
                <a:path w="996680" h="132125">
                  <a:moveTo>
                    <a:pt x="0" y="132125"/>
                  </a:moveTo>
                  <a:lnTo>
                    <a:pt x="64001" y="123641"/>
                  </a:lnTo>
                  <a:lnTo>
                    <a:pt x="120455" y="116157"/>
                  </a:lnTo>
                  <a:lnTo>
                    <a:pt x="170954" y="109462"/>
                  </a:lnTo>
                  <a:lnTo>
                    <a:pt x="216637" y="103406"/>
                  </a:lnTo>
                  <a:lnTo>
                    <a:pt x="258341" y="97878"/>
                  </a:lnTo>
                  <a:lnTo>
                    <a:pt x="296706" y="92792"/>
                  </a:lnTo>
                  <a:lnTo>
                    <a:pt x="332226" y="88083"/>
                  </a:lnTo>
                  <a:lnTo>
                    <a:pt x="365295" y="83699"/>
                  </a:lnTo>
                  <a:lnTo>
                    <a:pt x="396228" y="79599"/>
                  </a:lnTo>
                  <a:lnTo>
                    <a:pt x="425286" y="75747"/>
                  </a:lnTo>
                  <a:lnTo>
                    <a:pt x="452682" y="72115"/>
                  </a:lnTo>
                  <a:lnTo>
                    <a:pt x="478596" y="68680"/>
                  </a:lnTo>
                  <a:lnTo>
                    <a:pt x="503181" y="65420"/>
                  </a:lnTo>
                  <a:lnTo>
                    <a:pt x="526566" y="62320"/>
                  </a:lnTo>
                  <a:lnTo>
                    <a:pt x="548863" y="59365"/>
                  </a:lnTo>
                  <a:lnTo>
                    <a:pt x="570169" y="56540"/>
                  </a:lnTo>
                  <a:lnTo>
                    <a:pt x="590568" y="53836"/>
                  </a:lnTo>
                  <a:lnTo>
                    <a:pt x="610134" y="51242"/>
                  </a:lnTo>
                  <a:lnTo>
                    <a:pt x="628933" y="48750"/>
                  </a:lnTo>
                  <a:lnTo>
                    <a:pt x="647022" y="46352"/>
                  </a:lnTo>
                  <a:lnTo>
                    <a:pt x="664453" y="44041"/>
                  </a:lnTo>
                  <a:lnTo>
                    <a:pt x="681272" y="41812"/>
                  </a:lnTo>
                  <a:lnTo>
                    <a:pt x="697521" y="39658"/>
                  </a:lnTo>
                  <a:lnTo>
                    <a:pt x="713237" y="37574"/>
                  </a:lnTo>
                  <a:lnTo>
                    <a:pt x="728455" y="35557"/>
                  </a:lnTo>
                  <a:lnTo>
                    <a:pt x="743204" y="33602"/>
                  </a:lnTo>
                  <a:lnTo>
                    <a:pt x="757512" y="31705"/>
                  </a:lnTo>
                  <a:lnTo>
                    <a:pt x="771406" y="29863"/>
                  </a:lnTo>
                  <a:lnTo>
                    <a:pt x="784908" y="28073"/>
                  </a:lnTo>
                  <a:lnTo>
                    <a:pt x="798041" y="26332"/>
                  </a:lnTo>
                  <a:lnTo>
                    <a:pt x="810823" y="24638"/>
                  </a:lnTo>
                  <a:lnTo>
                    <a:pt x="823273" y="22987"/>
                  </a:lnTo>
                  <a:lnTo>
                    <a:pt x="835408" y="21379"/>
                  </a:lnTo>
                  <a:lnTo>
                    <a:pt x="847243" y="19810"/>
                  </a:lnTo>
                  <a:lnTo>
                    <a:pt x="858793" y="18279"/>
                  </a:lnTo>
                  <a:lnTo>
                    <a:pt x="870071" y="16783"/>
                  </a:lnTo>
                  <a:lnTo>
                    <a:pt x="881090" y="15323"/>
                  </a:lnTo>
                  <a:lnTo>
                    <a:pt x="891861" y="13895"/>
                  </a:lnTo>
                  <a:lnTo>
                    <a:pt x="902396" y="12498"/>
                  </a:lnTo>
                  <a:lnTo>
                    <a:pt x="912704" y="11132"/>
                  </a:lnTo>
                  <a:lnTo>
                    <a:pt x="922795" y="9794"/>
                  </a:lnTo>
                  <a:lnTo>
                    <a:pt x="932678" y="8484"/>
                  </a:lnTo>
                  <a:lnTo>
                    <a:pt x="942361" y="7200"/>
                  </a:lnTo>
                  <a:lnTo>
                    <a:pt x="951852" y="5942"/>
                  </a:lnTo>
                  <a:lnTo>
                    <a:pt x="961159" y="4708"/>
                  </a:lnTo>
                  <a:lnTo>
                    <a:pt x="970289" y="3498"/>
                  </a:lnTo>
                  <a:lnTo>
                    <a:pt x="979248" y="2310"/>
                  </a:lnTo>
                  <a:lnTo>
                    <a:pt x="988043" y="1144"/>
                  </a:lnTo>
                  <a:lnTo>
                    <a:pt x="996680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4" name="pl583"/>
            <p:cNvSpPr/>
            <p:nvPr/>
          </p:nvSpPr>
          <p:spPr>
            <a:xfrm>
              <a:off x="2908933" y="3076238"/>
              <a:ext cx="996680" cy="61521"/>
            </a:xfrm>
            <a:custGeom>
              <a:avLst/>
              <a:pathLst>
                <a:path w="996680" h="61521">
                  <a:moveTo>
                    <a:pt x="0" y="0"/>
                  </a:moveTo>
                  <a:lnTo>
                    <a:pt x="64001" y="3950"/>
                  </a:lnTo>
                  <a:lnTo>
                    <a:pt x="120455" y="7435"/>
                  </a:lnTo>
                  <a:lnTo>
                    <a:pt x="170954" y="10552"/>
                  </a:lnTo>
                  <a:lnTo>
                    <a:pt x="216637" y="13372"/>
                  </a:lnTo>
                  <a:lnTo>
                    <a:pt x="258341" y="15946"/>
                  </a:lnTo>
                  <a:lnTo>
                    <a:pt x="296706" y="18314"/>
                  </a:lnTo>
                  <a:lnTo>
                    <a:pt x="332226" y="20507"/>
                  </a:lnTo>
                  <a:lnTo>
                    <a:pt x="365295" y="22548"/>
                  </a:lnTo>
                  <a:lnTo>
                    <a:pt x="396228" y="24457"/>
                  </a:lnTo>
                  <a:lnTo>
                    <a:pt x="425286" y="26251"/>
                  </a:lnTo>
                  <a:lnTo>
                    <a:pt x="452682" y="27942"/>
                  </a:lnTo>
                  <a:lnTo>
                    <a:pt x="478596" y="29541"/>
                  </a:lnTo>
                  <a:lnTo>
                    <a:pt x="503181" y="31059"/>
                  </a:lnTo>
                  <a:lnTo>
                    <a:pt x="526566" y="32503"/>
                  </a:lnTo>
                  <a:lnTo>
                    <a:pt x="548863" y="33879"/>
                  </a:lnTo>
                  <a:lnTo>
                    <a:pt x="570169" y="35194"/>
                  </a:lnTo>
                  <a:lnTo>
                    <a:pt x="590568" y="36453"/>
                  </a:lnTo>
                  <a:lnTo>
                    <a:pt x="610134" y="37661"/>
                  </a:lnTo>
                  <a:lnTo>
                    <a:pt x="628933" y="38821"/>
                  </a:lnTo>
                  <a:lnTo>
                    <a:pt x="647022" y="39938"/>
                  </a:lnTo>
                  <a:lnTo>
                    <a:pt x="664453" y="41014"/>
                  </a:lnTo>
                  <a:lnTo>
                    <a:pt x="681272" y="42052"/>
                  </a:lnTo>
                  <a:lnTo>
                    <a:pt x="697521" y="43055"/>
                  </a:lnTo>
                  <a:lnTo>
                    <a:pt x="713237" y="44025"/>
                  </a:lnTo>
                  <a:lnTo>
                    <a:pt x="728455" y="44964"/>
                  </a:lnTo>
                  <a:lnTo>
                    <a:pt x="743204" y="45875"/>
                  </a:lnTo>
                  <a:lnTo>
                    <a:pt x="757512" y="46758"/>
                  </a:lnTo>
                  <a:lnTo>
                    <a:pt x="771406" y="47616"/>
                  </a:lnTo>
                  <a:lnTo>
                    <a:pt x="784908" y="48449"/>
                  </a:lnTo>
                  <a:lnTo>
                    <a:pt x="798041" y="49260"/>
                  </a:lnTo>
                  <a:lnTo>
                    <a:pt x="810823" y="50049"/>
                  </a:lnTo>
                  <a:lnTo>
                    <a:pt x="823273" y="50817"/>
                  </a:lnTo>
                  <a:lnTo>
                    <a:pt x="835408" y="51566"/>
                  </a:lnTo>
                  <a:lnTo>
                    <a:pt x="847243" y="52297"/>
                  </a:lnTo>
                  <a:lnTo>
                    <a:pt x="858793" y="53010"/>
                  </a:lnTo>
                  <a:lnTo>
                    <a:pt x="870071" y="53706"/>
                  </a:lnTo>
                  <a:lnTo>
                    <a:pt x="881090" y="54386"/>
                  </a:lnTo>
                  <a:lnTo>
                    <a:pt x="891861" y="55051"/>
                  </a:lnTo>
                  <a:lnTo>
                    <a:pt x="902396" y="55701"/>
                  </a:lnTo>
                  <a:lnTo>
                    <a:pt x="912704" y="56337"/>
                  </a:lnTo>
                  <a:lnTo>
                    <a:pt x="922795" y="56960"/>
                  </a:lnTo>
                  <a:lnTo>
                    <a:pt x="932678" y="57570"/>
                  </a:lnTo>
                  <a:lnTo>
                    <a:pt x="942361" y="58168"/>
                  </a:lnTo>
                  <a:lnTo>
                    <a:pt x="951852" y="58754"/>
                  </a:lnTo>
                  <a:lnTo>
                    <a:pt x="961159" y="59328"/>
                  </a:lnTo>
                  <a:lnTo>
                    <a:pt x="970289" y="59892"/>
                  </a:lnTo>
                  <a:lnTo>
                    <a:pt x="979248" y="60445"/>
                  </a:lnTo>
                  <a:lnTo>
                    <a:pt x="988043" y="60988"/>
                  </a:lnTo>
                  <a:lnTo>
                    <a:pt x="996680" y="61521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5" name="rc584"/>
            <p:cNvSpPr/>
            <p:nvPr/>
          </p:nvSpPr>
          <p:spPr>
            <a:xfrm>
              <a:off x="2833646" y="2615788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86" name="pl585"/>
            <p:cNvSpPr/>
            <p:nvPr/>
          </p:nvSpPr>
          <p:spPr>
            <a:xfrm>
              <a:off x="2833646" y="2615788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6"/>
            <p:cNvSpPr/>
            <p:nvPr/>
          </p:nvSpPr>
          <p:spPr>
            <a:xfrm>
              <a:off x="2805178" y="345538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7"/>
            <p:cNvSpPr/>
            <p:nvPr/>
          </p:nvSpPr>
          <p:spPr>
            <a:xfrm>
              <a:off x="2805178" y="320927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8"/>
            <p:cNvSpPr/>
            <p:nvPr/>
          </p:nvSpPr>
          <p:spPr>
            <a:xfrm>
              <a:off x="2805178" y="296316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89"/>
            <p:cNvSpPr/>
            <p:nvPr/>
          </p:nvSpPr>
          <p:spPr>
            <a:xfrm>
              <a:off x="2805178" y="271705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0"/>
            <p:cNvSpPr/>
            <p:nvPr/>
          </p:nvSpPr>
          <p:spPr>
            <a:xfrm>
              <a:off x="2833646" y="3486463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1"/>
            <p:cNvSpPr/>
            <p:nvPr/>
          </p:nvSpPr>
          <p:spPr>
            <a:xfrm>
              <a:off x="2908933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2"/>
            <p:cNvSpPr/>
            <p:nvPr/>
          </p:nvSpPr>
          <p:spPr>
            <a:xfrm>
              <a:off x="3241160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3"/>
            <p:cNvSpPr/>
            <p:nvPr/>
          </p:nvSpPr>
          <p:spPr>
            <a:xfrm>
              <a:off x="3573387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4"/>
            <p:cNvSpPr/>
            <p:nvPr/>
          </p:nvSpPr>
          <p:spPr>
            <a:xfrm>
              <a:off x="3905613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tx595"/>
            <p:cNvSpPr/>
            <p:nvPr/>
          </p:nvSpPr>
          <p:spPr>
            <a:xfrm>
              <a:off x="2833646" y="2439248"/>
              <a:ext cx="557418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Height</a:t>
              </a:r>
            </a:p>
          </p:txBody>
        </p:sp>
        <p:sp>
          <p:nvSpPr>
            <p:cNvPr id="597" name="rc596"/>
            <p:cNvSpPr/>
            <p:nvPr/>
          </p:nvSpPr>
          <p:spPr>
            <a:xfrm>
              <a:off x="4262365" y="2615788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4325214" y="324178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4310014" y="282674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4286438" y="3064467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4303585" y="326090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4304273" y="315574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4327855" y="315724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4325960" y="291824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4314058" y="324509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4331246" y="341881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4320825" y="323972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4655829" y="334828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4660381" y="262729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4663431" y="312832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4656255" y="330229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4654465" y="324493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4641648" y="319908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4616524" y="326304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4620130" y="337482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4638785" y="307419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4624214" y="316960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4622317" y="296380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4626128" y="323141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4653888" y="300623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4657149" y="313356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4620515" y="326320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4635273" y="306651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4660001" y="291637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4630851" y="271992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4987345" y="328859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4960179" y="322159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4970994" y="304767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4979150" y="319675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4979523" y="314183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4958973" y="334950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4959293" y="331074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4978578" y="315883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4979772" y="313874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4978934" y="290077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4992813" y="322641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4994787" y="290433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4952888" y="326303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4996261" y="336546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4965268" y="310622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4955341" y="301939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4983111" y="330504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4995151" y="310848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4985383" y="288716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4956295" y="309577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5303456" y="306103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5289522" y="311593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5323681" y="321421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5300793" y="325980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5290265" y="324969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5323726" y="323011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5329347" y="301572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5317940" y="3086223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5297219" y="302588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5306517" y="283718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5326987" y="326168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5285142" y="292741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5309882" y="277046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5326739" y="333295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5307349" y="304974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5296412" y="326970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5293162" y="271436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5319944" y="306869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5290717" y="298266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5287897" y="315186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5287929" y="307222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5316045" y="324053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5329258" y="301627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5299699" y="326675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0" name="pl669"/>
            <p:cNvSpPr/>
            <p:nvPr/>
          </p:nvSpPr>
          <p:spPr>
            <a:xfrm>
              <a:off x="4335580" y="3163296"/>
              <a:ext cx="998870" cy="125292"/>
            </a:xfrm>
            <a:custGeom>
              <a:avLst/>
              <a:pathLst>
                <a:path w="998870" h="125292">
                  <a:moveTo>
                    <a:pt x="0" y="125292"/>
                  </a:moveTo>
                  <a:lnTo>
                    <a:pt x="64142" y="117246"/>
                  </a:lnTo>
                  <a:lnTo>
                    <a:pt x="120720" y="110149"/>
                  </a:lnTo>
                  <a:lnTo>
                    <a:pt x="171330" y="103801"/>
                  </a:lnTo>
                  <a:lnTo>
                    <a:pt x="217113" y="98058"/>
                  </a:lnTo>
                  <a:lnTo>
                    <a:pt x="258909" y="92816"/>
                  </a:lnTo>
                  <a:lnTo>
                    <a:pt x="297358" y="87993"/>
                  </a:lnTo>
                  <a:lnTo>
                    <a:pt x="332956" y="83528"/>
                  </a:lnTo>
                  <a:lnTo>
                    <a:pt x="366098" y="79371"/>
                  </a:lnTo>
                  <a:lnTo>
                    <a:pt x="397099" y="75482"/>
                  </a:lnTo>
                  <a:lnTo>
                    <a:pt x="426220" y="71829"/>
                  </a:lnTo>
                  <a:lnTo>
                    <a:pt x="453677" y="68385"/>
                  </a:lnTo>
                  <a:lnTo>
                    <a:pt x="479648" y="65128"/>
                  </a:lnTo>
                  <a:lnTo>
                    <a:pt x="504287" y="62037"/>
                  </a:lnTo>
                  <a:lnTo>
                    <a:pt x="527724" y="59097"/>
                  </a:lnTo>
                  <a:lnTo>
                    <a:pt x="550070" y="56294"/>
                  </a:lnTo>
                  <a:lnTo>
                    <a:pt x="571423" y="53616"/>
                  </a:lnTo>
                  <a:lnTo>
                    <a:pt x="591866" y="51052"/>
                  </a:lnTo>
                  <a:lnTo>
                    <a:pt x="611475" y="48592"/>
                  </a:lnTo>
                  <a:lnTo>
                    <a:pt x="630315" y="46229"/>
                  </a:lnTo>
                  <a:lnTo>
                    <a:pt x="648444" y="43955"/>
                  </a:lnTo>
                  <a:lnTo>
                    <a:pt x="665913" y="41764"/>
                  </a:lnTo>
                  <a:lnTo>
                    <a:pt x="682770" y="39649"/>
                  </a:lnTo>
                  <a:lnTo>
                    <a:pt x="699055" y="37607"/>
                  </a:lnTo>
                  <a:lnTo>
                    <a:pt x="714805" y="35631"/>
                  </a:lnTo>
                  <a:lnTo>
                    <a:pt x="730056" y="33718"/>
                  </a:lnTo>
                  <a:lnTo>
                    <a:pt x="744837" y="31864"/>
                  </a:lnTo>
                  <a:lnTo>
                    <a:pt x="759177" y="30065"/>
                  </a:lnTo>
                  <a:lnTo>
                    <a:pt x="773102" y="28319"/>
                  </a:lnTo>
                  <a:lnTo>
                    <a:pt x="786634" y="26621"/>
                  </a:lnTo>
                  <a:lnTo>
                    <a:pt x="799795" y="24970"/>
                  </a:lnTo>
                  <a:lnTo>
                    <a:pt x="812605" y="23363"/>
                  </a:lnTo>
                  <a:lnTo>
                    <a:pt x="825083" y="21798"/>
                  </a:lnTo>
                  <a:lnTo>
                    <a:pt x="837244" y="20273"/>
                  </a:lnTo>
                  <a:lnTo>
                    <a:pt x="849105" y="18785"/>
                  </a:lnTo>
                  <a:lnTo>
                    <a:pt x="860681" y="17333"/>
                  </a:lnTo>
                  <a:lnTo>
                    <a:pt x="871984" y="15915"/>
                  </a:lnTo>
                  <a:lnTo>
                    <a:pt x="883027" y="14530"/>
                  </a:lnTo>
                  <a:lnTo>
                    <a:pt x="893822" y="13176"/>
                  </a:lnTo>
                  <a:lnTo>
                    <a:pt x="904380" y="11852"/>
                  </a:lnTo>
                  <a:lnTo>
                    <a:pt x="914710" y="10556"/>
                  </a:lnTo>
                  <a:lnTo>
                    <a:pt x="924823" y="9288"/>
                  </a:lnTo>
                  <a:lnTo>
                    <a:pt x="934728" y="8045"/>
                  </a:lnTo>
                  <a:lnTo>
                    <a:pt x="944432" y="6828"/>
                  </a:lnTo>
                  <a:lnTo>
                    <a:pt x="953945" y="5635"/>
                  </a:lnTo>
                  <a:lnTo>
                    <a:pt x="963272" y="4465"/>
                  </a:lnTo>
                  <a:lnTo>
                    <a:pt x="972422" y="3317"/>
                  </a:lnTo>
                  <a:lnTo>
                    <a:pt x="981401" y="2191"/>
                  </a:lnTo>
                  <a:lnTo>
                    <a:pt x="990215" y="1085"/>
                  </a:lnTo>
                  <a:lnTo>
                    <a:pt x="998870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1" name="pl670"/>
            <p:cNvSpPr/>
            <p:nvPr/>
          </p:nvSpPr>
          <p:spPr>
            <a:xfrm>
              <a:off x="4335580" y="3015991"/>
              <a:ext cx="998870" cy="311142"/>
            </a:xfrm>
            <a:custGeom>
              <a:avLst/>
              <a:pathLst>
                <a:path w="998870" h="311142">
                  <a:moveTo>
                    <a:pt x="0" y="311142"/>
                  </a:moveTo>
                  <a:lnTo>
                    <a:pt x="64142" y="291162"/>
                  </a:lnTo>
                  <a:lnTo>
                    <a:pt x="120720" y="273538"/>
                  </a:lnTo>
                  <a:lnTo>
                    <a:pt x="171330" y="257773"/>
                  </a:lnTo>
                  <a:lnTo>
                    <a:pt x="217113" y="243512"/>
                  </a:lnTo>
                  <a:lnTo>
                    <a:pt x="258909" y="230493"/>
                  </a:lnTo>
                  <a:lnTo>
                    <a:pt x="297358" y="218516"/>
                  </a:lnTo>
                  <a:lnTo>
                    <a:pt x="332956" y="207428"/>
                  </a:lnTo>
                  <a:lnTo>
                    <a:pt x="366098" y="197105"/>
                  </a:lnTo>
                  <a:lnTo>
                    <a:pt x="397099" y="187448"/>
                  </a:lnTo>
                  <a:lnTo>
                    <a:pt x="426220" y="178377"/>
                  </a:lnTo>
                  <a:lnTo>
                    <a:pt x="453677" y="169824"/>
                  </a:lnTo>
                  <a:lnTo>
                    <a:pt x="479648" y="161734"/>
                  </a:lnTo>
                  <a:lnTo>
                    <a:pt x="504287" y="154059"/>
                  </a:lnTo>
                  <a:lnTo>
                    <a:pt x="527724" y="146759"/>
                  </a:lnTo>
                  <a:lnTo>
                    <a:pt x="550070" y="139798"/>
                  </a:lnTo>
                  <a:lnTo>
                    <a:pt x="571423" y="133147"/>
                  </a:lnTo>
                  <a:lnTo>
                    <a:pt x="591866" y="126779"/>
                  </a:lnTo>
                  <a:lnTo>
                    <a:pt x="611475" y="120671"/>
                  </a:lnTo>
                  <a:lnTo>
                    <a:pt x="630315" y="114802"/>
                  </a:lnTo>
                  <a:lnTo>
                    <a:pt x="648444" y="109155"/>
                  </a:lnTo>
                  <a:lnTo>
                    <a:pt x="665913" y="103714"/>
                  </a:lnTo>
                  <a:lnTo>
                    <a:pt x="682770" y="98463"/>
                  </a:lnTo>
                  <a:lnTo>
                    <a:pt x="699055" y="93390"/>
                  </a:lnTo>
                  <a:lnTo>
                    <a:pt x="714805" y="88484"/>
                  </a:lnTo>
                  <a:lnTo>
                    <a:pt x="730056" y="83734"/>
                  </a:lnTo>
                  <a:lnTo>
                    <a:pt x="744837" y="79129"/>
                  </a:lnTo>
                  <a:lnTo>
                    <a:pt x="759177" y="74662"/>
                  </a:lnTo>
                  <a:lnTo>
                    <a:pt x="773102" y="70325"/>
                  </a:lnTo>
                  <a:lnTo>
                    <a:pt x="786634" y="66110"/>
                  </a:lnTo>
                  <a:lnTo>
                    <a:pt x="799795" y="62010"/>
                  </a:lnTo>
                  <a:lnTo>
                    <a:pt x="812605" y="58020"/>
                  </a:lnTo>
                  <a:lnTo>
                    <a:pt x="825083" y="54133"/>
                  </a:lnTo>
                  <a:lnTo>
                    <a:pt x="837244" y="50345"/>
                  </a:lnTo>
                  <a:lnTo>
                    <a:pt x="849105" y="46650"/>
                  </a:lnTo>
                  <a:lnTo>
                    <a:pt x="860681" y="43045"/>
                  </a:lnTo>
                  <a:lnTo>
                    <a:pt x="871984" y="39524"/>
                  </a:lnTo>
                  <a:lnTo>
                    <a:pt x="883027" y="36084"/>
                  </a:lnTo>
                  <a:lnTo>
                    <a:pt x="893822" y="32722"/>
                  </a:lnTo>
                  <a:lnTo>
                    <a:pt x="904380" y="29433"/>
                  </a:lnTo>
                  <a:lnTo>
                    <a:pt x="914710" y="26215"/>
                  </a:lnTo>
                  <a:lnTo>
                    <a:pt x="924823" y="23065"/>
                  </a:lnTo>
                  <a:lnTo>
                    <a:pt x="934728" y="19980"/>
                  </a:lnTo>
                  <a:lnTo>
                    <a:pt x="944432" y="16957"/>
                  </a:lnTo>
                  <a:lnTo>
                    <a:pt x="953945" y="13994"/>
                  </a:lnTo>
                  <a:lnTo>
                    <a:pt x="963272" y="11088"/>
                  </a:lnTo>
                  <a:lnTo>
                    <a:pt x="972422" y="8238"/>
                  </a:lnTo>
                  <a:lnTo>
                    <a:pt x="981401" y="5441"/>
                  </a:lnTo>
                  <a:lnTo>
                    <a:pt x="990215" y="2696"/>
                  </a:lnTo>
                  <a:lnTo>
                    <a:pt x="998870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l671"/>
            <p:cNvSpPr/>
            <p:nvPr/>
          </p:nvSpPr>
          <p:spPr>
            <a:xfrm>
              <a:off x="4335580" y="3085834"/>
              <a:ext cx="998870" cy="15047"/>
            </a:xfrm>
            <a:custGeom>
              <a:avLst/>
              <a:pathLst>
                <a:path w="998870" h="15047">
                  <a:moveTo>
                    <a:pt x="0" y="0"/>
                  </a:moveTo>
                  <a:lnTo>
                    <a:pt x="64142" y="966"/>
                  </a:lnTo>
                  <a:lnTo>
                    <a:pt x="120720" y="1818"/>
                  </a:lnTo>
                  <a:lnTo>
                    <a:pt x="171330" y="2581"/>
                  </a:lnTo>
                  <a:lnTo>
                    <a:pt x="217113" y="3270"/>
                  </a:lnTo>
                  <a:lnTo>
                    <a:pt x="258909" y="3900"/>
                  </a:lnTo>
                  <a:lnTo>
                    <a:pt x="297358" y="4479"/>
                  </a:lnTo>
                  <a:lnTo>
                    <a:pt x="332956" y="5015"/>
                  </a:lnTo>
                  <a:lnTo>
                    <a:pt x="366098" y="5515"/>
                  </a:lnTo>
                  <a:lnTo>
                    <a:pt x="397099" y="5982"/>
                  </a:lnTo>
                  <a:lnTo>
                    <a:pt x="426220" y="6420"/>
                  </a:lnTo>
                  <a:lnTo>
                    <a:pt x="453677" y="6834"/>
                  </a:lnTo>
                  <a:lnTo>
                    <a:pt x="479648" y="7225"/>
                  </a:lnTo>
                  <a:lnTo>
                    <a:pt x="504287" y="7596"/>
                  </a:lnTo>
                  <a:lnTo>
                    <a:pt x="527724" y="7949"/>
                  </a:lnTo>
                  <a:lnTo>
                    <a:pt x="550070" y="8286"/>
                  </a:lnTo>
                  <a:lnTo>
                    <a:pt x="571423" y="8608"/>
                  </a:lnTo>
                  <a:lnTo>
                    <a:pt x="591866" y="8916"/>
                  </a:lnTo>
                  <a:lnTo>
                    <a:pt x="611475" y="9211"/>
                  </a:lnTo>
                  <a:lnTo>
                    <a:pt x="630315" y="9495"/>
                  </a:lnTo>
                  <a:lnTo>
                    <a:pt x="648444" y="9768"/>
                  </a:lnTo>
                  <a:lnTo>
                    <a:pt x="665913" y="10031"/>
                  </a:lnTo>
                  <a:lnTo>
                    <a:pt x="682770" y="10285"/>
                  </a:lnTo>
                  <a:lnTo>
                    <a:pt x="699055" y="10531"/>
                  </a:lnTo>
                  <a:lnTo>
                    <a:pt x="714805" y="10768"/>
                  </a:lnTo>
                  <a:lnTo>
                    <a:pt x="730056" y="10998"/>
                  </a:lnTo>
                  <a:lnTo>
                    <a:pt x="744837" y="11220"/>
                  </a:lnTo>
                  <a:lnTo>
                    <a:pt x="759177" y="11436"/>
                  </a:lnTo>
                  <a:lnTo>
                    <a:pt x="773102" y="11646"/>
                  </a:lnTo>
                  <a:lnTo>
                    <a:pt x="786634" y="11850"/>
                  </a:lnTo>
                  <a:lnTo>
                    <a:pt x="799795" y="12048"/>
                  </a:lnTo>
                  <a:lnTo>
                    <a:pt x="812605" y="12241"/>
                  </a:lnTo>
                  <a:lnTo>
                    <a:pt x="825083" y="12429"/>
                  </a:lnTo>
                  <a:lnTo>
                    <a:pt x="837244" y="12612"/>
                  </a:lnTo>
                  <a:lnTo>
                    <a:pt x="849105" y="12791"/>
                  </a:lnTo>
                  <a:lnTo>
                    <a:pt x="860681" y="12965"/>
                  </a:lnTo>
                  <a:lnTo>
                    <a:pt x="871984" y="13136"/>
                  </a:lnTo>
                  <a:lnTo>
                    <a:pt x="883027" y="13302"/>
                  </a:lnTo>
                  <a:lnTo>
                    <a:pt x="893822" y="13465"/>
                  </a:lnTo>
                  <a:lnTo>
                    <a:pt x="904380" y="13624"/>
                  </a:lnTo>
                  <a:lnTo>
                    <a:pt x="914710" y="13779"/>
                  </a:lnTo>
                  <a:lnTo>
                    <a:pt x="924823" y="13932"/>
                  </a:lnTo>
                  <a:lnTo>
                    <a:pt x="934728" y="14081"/>
                  </a:lnTo>
                  <a:lnTo>
                    <a:pt x="944432" y="14227"/>
                  </a:lnTo>
                  <a:lnTo>
                    <a:pt x="953945" y="14370"/>
                  </a:lnTo>
                  <a:lnTo>
                    <a:pt x="963272" y="14511"/>
                  </a:lnTo>
                  <a:lnTo>
                    <a:pt x="972422" y="14649"/>
                  </a:lnTo>
                  <a:lnTo>
                    <a:pt x="981401" y="14784"/>
                  </a:lnTo>
                  <a:lnTo>
                    <a:pt x="990215" y="14917"/>
                  </a:lnTo>
                  <a:lnTo>
                    <a:pt x="998870" y="15047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3" name="pl672"/>
            <p:cNvSpPr/>
            <p:nvPr/>
          </p:nvSpPr>
          <p:spPr>
            <a:xfrm>
              <a:off x="4335580" y="2807284"/>
              <a:ext cx="998870" cy="284484"/>
            </a:xfrm>
            <a:custGeom>
              <a:avLst/>
              <a:pathLst>
                <a:path w="998870" h="284484">
                  <a:moveTo>
                    <a:pt x="0" y="284484"/>
                  </a:moveTo>
                  <a:lnTo>
                    <a:pt x="64142" y="266216"/>
                  </a:lnTo>
                  <a:lnTo>
                    <a:pt x="120720" y="250102"/>
                  </a:lnTo>
                  <a:lnTo>
                    <a:pt x="171330" y="235688"/>
                  </a:lnTo>
                  <a:lnTo>
                    <a:pt x="217113" y="222649"/>
                  </a:lnTo>
                  <a:lnTo>
                    <a:pt x="258909" y="210745"/>
                  </a:lnTo>
                  <a:lnTo>
                    <a:pt x="297358" y="199795"/>
                  </a:lnTo>
                  <a:lnTo>
                    <a:pt x="332956" y="189656"/>
                  </a:lnTo>
                  <a:lnTo>
                    <a:pt x="366098" y="180217"/>
                  </a:lnTo>
                  <a:lnTo>
                    <a:pt x="397099" y="171388"/>
                  </a:lnTo>
                  <a:lnTo>
                    <a:pt x="426220" y="163094"/>
                  </a:lnTo>
                  <a:lnTo>
                    <a:pt x="453677" y="155274"/>
                  </a:lnTo>
                  <a:lnTo>
                    <a:pt x="479648" y="147877"/>
                  </a:lnTo>
                  <a:lnTo>
                    <a:pt x="504287" y="140860"/>
                  </a:lnTo>
                  <a:lnTo>
                    <a:pt x="527724" y="134185"/>
                  </a:lnTo>
                  <a:lnTo>
                    <a:pt x="550070" y="127821"/>
                  </a:lnTo>
                  <a:lnTo>
                    <a:pt x="571423" y="121739"/>
                  </a:lnTo>
                  <a:lnTo>
                    <a:pt x="591866" y="115917"/>
                  </a:lnTo>
                  <a:lnTo>
                    <a:pt x="611475" y="110332"/>
                  </a:lnTo>
                  <a:lnTo>
                    <a:pt x="630315" y="104966"/>
                  </a:lnTo>
                  <a:lnTo>
                    <a:pt x="648444" y="99803"/>
                  </a:lnTo>
                  <a:lnTo>
                    <a:pt x="665913" y="94828"/>
                  </a:lnTo>
                  <a:lnTo>
                    <a:pt x="682770" y="90027"/>
                  </a:lnTo>
                  <a:lnTo>
                    <a:pt x="699055" y="85389"/>
                  </a:lnTo>
                  <a:lnTo>
                    <a:pt x="714805" y="80903"/>
                  </a:lnTo>
                  <a:lnTo>
                    <a:pt x="730056" y="76560"/>
                  </a:lnTo>
                  <a:lnTo>
                    <a:pt x="744837" y="72350"/>
                  </a:lnTo>
                  <a:lnTo>
                    <a:pt x="759177" y="68266"/>
                  </a:lnTo>
                  <a:lnTo>
                    <a:pt x="773102" y="64300"/>
                  </a:lnTo>
                  <a:lnTo>
                    <a:pt x="786634" y="60446"/>
                  </a:lnTo>
                  <a:lnTo>
                    <a:pt x="799795" y="56697"/>
                  </a:lnTo>
                  <a:lnTo>
                    <a:pt x="812605" y="53049"/>
                  </a:lnTo>
                  <a:lnTo>
                    <a:pt x="825083" y="49495"/>
                  </a:lnTo>
                  <a:lnTo>
                    <a:pt x="837244" y="46032"/>
                  </a:lnTo>
                  <a:lnTo>
                    <a:pt x="849105" y="42654"/>
                  </a:lnTo>
                  <a:lnTo>
                    <a:pt x="860681" y="39357"/>
                  </a:lnTo>
                  <a:lnTo>
                    <a:pt x="871984" y="36138"/>
                  </a:lnTo>
                  <a:lnTo>
                    <a:pt x="883027" y="32992"/>
                  </a:lnTo>
                  <a:lnTo>
                    <a:pt x="893822" y="29918"/>
                  </a:lnTo>
                  <a:lnTo>
                    <a:pt x="904380" y="26911"/>
                  </a:lnTo>
                  <a:lnTo>
                    <a:pt x="914710" y="23969"/>
                  </a:lnTo>
                  <a:lnTo>
                    <a:pt x="924823" y="21089"/>
                  </a:lnTo>
                  <a:lnTo>
                    <a:pt x="934728" y="18268"/>
                  </a:lnTo>
                  <a:lnTo>
                    <a:pt x="944432" y="15504"/>
                  </a:lnTo>
                  <a:lnTo>
                    <a:pt x="953945" y="12795"/>
                  </a:lnTo>
                  <a:lnTo>
                    <a:pt x="963272" y="10138"/>
                  </a:lnTo>
                  <a:lnTo>
                    <a:pt x="972422" y="7532"/>
                  </a:lnTo>
                  <a:lnTo>
                    <a:pt x="981401" y="4975"/>
                  </a:lnTo>
                  <a:lnTo>
                    <a:pt x="990215" y="2465"/>
                  </a:lnTo>
                  <a:lnTo>
                    <a:pt x="998870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4" name="pl673"/>
            <p:cNvSpPr/>
            <p:nvPr/>
          </p:nvSpPr>
          <p:spPr>
            <a:xfrm>
              <a:off x="4335580" y="3125263"/>
              <a:ext cx="998870" cy="45309"/>
            </a:xfrm>
            <a:custGeom>
              <a:avLst/>
              <a:pathLst>
                <a:path w="998870" h="45309">
                  <a:moveTo>
                    <a:pt x="0" y="45309"/>
                  </a:moveTo>
                  <a:lnTo>
                    <a:pt x="64142" y="42399"/>
                  </a:lnTo>
                  <a:lnTo>
                    <a:pt x="120720" y="39833"/>
                  </a:lnTo>
                  <a:lnTo>
                    <a:pt x="171330" y="37537"/>
                  </a:lnTo>
                  <a:lnTo>
                    <a:pt x="217113" y="35460"/>
                  </a:lnTo>
                  <a:lnTo>
                    <a:pt x="258909" y="33564"/>
                  </a:lnTo>
                  <a:lnTo>
                    <a:pt x="297358" y="31820"/>
                  </a:lnTo>
                  <a:lnTo>
                    <a:pt x="332956" y="30206"/>
                  </a:lnTo>
                  <a:lnTo>
                    <a:pt x="366098" y="28702"/>
                  </a:lnTo>
                  <a:lnTo>
                    <a:pt x="397099" y="27296"/>
                  </a:lnTo>
                  <a:lnTo>
                    <a:pt x="426220" y="25975"/>
                  </a:lnTo>
                  <a:lnTo>
                    <a:pt x="453677" y="24730"/>
                  </a:lnTo>
                  <a:lnTo>
                    <a:pt x="479648" y="23552"/>
                  </a:lnTo>
                  <a:lnTo>
                    <a:pt x="504287" y="22434"/>
                  </a:lnTo>
                  <a:lnTo>
                    <a:pt x="527724" y="21371"/>
                  </a:lnTo>
                  <a:lnTo>
                    <a:pt x="550070" y="20357"/>
                  </a:lnTo>
                  <a:lnTo>
                    <a:pt x="571423" y="19389"/>
                  </a:lnTo>
                  <a:lnTo>
                    <a:pt x="591866" y="18461"/>
                  </a:lnTo>
                  <a:lnTo>
                    <a:pt x="611475" y="17572"/>
                  </a:lnTo>
                  <a:lnTo>
                    <a:pt x="630315" y="16717"/>
                  </a:lnTo>
                  <a:lnTo>
                    <a:pt x="648444" y="15895"/>
                  </a:lnTo>
                  <a:lnTo>
                    <a:pt x="665913" y="15103"/>
                  </a:lnTo>
                  <a:lnTo>
                    <a:pt x="682770" y="14338"/>
                  </a:lnTo>
                  <a:lnTo>
                    <a:pt x="699055" y="13599"/>
                  </a:lnTo>
                  <a:lnTo>
                    <a:pt x="714805" y="12885"/>
                  </a:lnTo>
                  <a:lnTo>
                    <a:pt x="730056" y="12193"/>
                  </a:lnTo>
                  <a:lnTo>
                    <a:pt x="744837" y="11523"/>
                  </a:lnTo>
                  <a:lnTo>
                    <a:pt x="759177" y="10872"/>
                  </a:lnTo>
                  <a:lnTo>
                    <a:pt x="773102" y="10240"/>
                  </a:lnTo>
                  <a:lnTo>
                    <a:pt x="786634" y="9627"/>
                  </a:lnTo>
                  <a:lnTo>
                    <a:pt x="799795" y="9030"/>
                  </a:lnTo>
                  <a:lnTo>
                    <a:pt x="812605" y="8449"/>
                  </a:lnTo>
                  <a:lnTo>
                    <a:pt x="825083" y="7883"/>
                  </a:lnTo>
                  <a:lnTo>
                    <a:pt x="837244" y="7331"/>
                  </a:lnTo>
                  <a:lnTo>
                    <a:pt x="849105" y="6793"/>
                  </a:lnTo>
                  <a:lnTo>
                    <a:pt x="860681" y="6268"/>
                  </a:lnTo>
                  <a:lnTo>
                    <a:pt x="871984" y="5755"/>
                  </a:lnTo>
                  <a:lnTo>
                    <a:pt x="883027" y="5254"/>
                  </a:lnTo>
                  <a:lnTo>
                    <a:pt x="893822" y="4765"/>
                  </a:lnTo>
                  <a:lnTo>
                    <a:pt x="904380" y="4286"/>
                  </a:lnTo>
                  <a:lnTo>
                    <a:pt x="914710" y="3817"/>
                  </a:lnTo>
                  <a:lnTo>
                    <a:pt x="924823" y="3358"/>
                  </a:lnTo>
                  <a:lnTo>
                    <a:pt x="934728" y="2909"/>
                  </a:lnTo>
                  <a:lnTo>
                    <a:pt x="944432" y="2469"/>
                  </a:lnTo>
                  <a:lnTo>
                    <a:pt x="953945" y="2037"/>
                  </a:lnTo>
                  <a:lnTo>
                    <a:pt x="963272" y="1614"/>
                  </a:lnTo>
                  <a:lnTo>
                    <a:pt x="972422" y="1199"/>
                  </a:lnTo>
                  <a:lnTo>
                    <a:pt x="981401" y="792"/>
                  </a:lnTo>
                  <a:lnTo>
                    <a:pt x="990215" y="392"/>
                  </a:lnTo>
                  <a:lnTo>
                    <a:pt x="99887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5" name="pl674"/>
            <p:cNvSpPr/>
            <p:nvPr/>
          </p:nvSpPr>
          <p:spPr>
            <a:xfrm>
              <a:off x="4335580" y="3059929"/>
              <a:ext cx="998870" cy="146497"/>
            </a:xfrm>
            <a:custGeom>
              <a:avLst/>
              <a:pathLst>
                <a:path w="998870" h="146497">
                  <a:moveTo>
                    <a:pt x="0" y="146497"/>
                  </a:moveTo>
                  <a:lnTo>
                    <a:pt x="64142" y="137089"/>
                  </a:lnTo>
                  <a:lnTo>
                    <a:pt x="120720" y="128792"/>
                  </a:lnTo>
                  <a:lnTo>
                    <a:pt x="171330" y="121369"/>
                  </a:lnTo>
                  <a:lnTo>
                    <a:pt x="217113" y="114654"/>
                  </a:lnTo>
                  <a:lnTo>
                    <a:pt x="258909" y="108524"/>
                  </a:lnTo>
                  <a:lnTo>
                    <a:pt x="297358" y="102885"/>
                  </a:lnTo>
                  <a:lnTo>
                    <a:pt x="332956" y="97664"/>
                  </a:lnTo>
                  <a:lnTo>
                    <a:pt x="366098" y="92804"/>
                  </a:lnTo>
                  <a:lnTo>
                    <a:pt x="397099" y="88257"/>
                  </a:lnTo>
                  <a:lnTo>
                    <a:pt x="426220" y="83986"/>
                  </a:lnTo>
                  <a:lnTo>
                    <a:pt x="453677" y="79959"/>
                  </a:lnTo>
                  <a:lnTo>
                    <a:pt x="479648" y="76150"/>
                  </a:lnTo>
                  <a:lnTo>
                    <a:pt x="504287" y="72537"/>
                  </a:lnTo>
                  <a:lnTo>
                    <a:pt x="527724" y="69099"/>
                  </a:lnTo>
                  <a:lnTo>
                    <a:pt x="550070" y="65822"/>
                  </a:lnTo>
                  <a:lnTo>
                    <a:pt x="571423" y="62690"/>
                  </a:lnTo>
                  <a:lnTo>
                    <a:pt x="591866" y="59692"/>
                  </a:lnTo>
                  <a:lnTo>
                    <a:pt x="611475" y="56816"/>
                  </a:lnTo>
                  <a:lnTo>
                    <a:pt x="630315" y="54053"/>
                  </a:lnTo>
                  <a:lnTo>
                    <a:pt x="648444" y="51394"/>
                  </a:lnTo>
                  <a:lnTo>
                    <a:pt x="665913" y="48832"/>
                  </a:lnTo>
                  <a:lnTo>
                    <a:pt x="682770" y="46360"/>
                  </a:lnTo>
                  <a:lnTo>
                    <a:pt x="699055" y="43971"/>
                  </a:lnTo>
                  <a:lnTo>
                    <a:pt x="714805" y="41661"/>
                  </a:lnTo>
                  <a:lnTo>
                    <a:pt x="730056" y="39425"/>
                  </a:lnTo>
                  <a:lnTo>
                    <a:pt x="744837" y="37257"/>
                  </a:lnTo>
                  <a:lnTo>
                    <a:pt x="759177" y="35154"/>
                  </a:lnTo>
                  <a:lnTo>
                    <a:pt x="773102" y="33111"/>
                  </a:lnTo>
                  <a:lnTo>
                    <a:pt x="786634" y="31127"/>
                  </a:lnTo>
                  <a:lnTo>
                    <a:pt x="799795" y="29196"/>
                  </a:lnTo>
                  <a:lnTo>
                    <a:pt x="812605" y="27318"/>
                  </a:lnTo>
                  <a:lnTo>
                    <a:pt x="825083" y="25488"/>
                  </a:lnTo>
                  <a:lnTo>
                    <a:pt x="837244" y="23704"/>
                  </a:lnTo>
                  <a:lnTo>
                    <a:pt x="849105" y="21964"/>
                  </a:lnTo>
                  <a:lnTo>
                    <a:pt x="860681" y="20267"/>
                  </a:lnTo>
                  <a:lnTo>
                    <a:pt x="871984" y="18609"/>
                  </a:lnTo>
                  <a:lnTo>
                    <a:pt x="883027" y="16989"/>
                  </a:lnTo>
                  <a:lnTo>
                    <a:pt x="893822" y="15406"/>
                  </a:lnTo>
                  <a:lnTo>
                    <a:pt x="904380" y="13858"/>
                  </a:lnTo>
                  <a:lnTo>
                    <a:pt x="914710" y="12343"/>
                  </a:lnTo>
                  <a:lnTo>
                    <a:pt x="924823" y="10859"/>
                  </a:lnTo>
                  <a:lnTo>
                    <a:pt x="934728" y="9407"/>
                  </a:lnTo>
                  <a:lnTo>
                    <a:pt x="944432" y="7984"/>
                  </a:lnTo>
                  <a:lnTo>
                    <a:pt x="953945" y="6588"/>
                  </a:lnTo>
                  <a:lnTo>
                    <a:pt x="963272" y="5220"/>
                  </a:lnTo>
                  <a:lnTo>
                    <a:pt x="972422" y="3878"/>
                  </a:lnTo>
                  <a:lnTo>
                    <a:pt x="981401" y="2562"/>
                  </a:lnTo>
                  <a:lnTo>
                    <a:pt x="990215" y="1269"/>
                  </a:lnTo>
                  <a:lnTo>
                    <a:pt x="998870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6" name="pl675"/>
            <p:cNvSpPr/>
            <p:nvPr/>
          </p:nvSpPr>
          <p:spPr>
            <a:xfrm>
              <a:off x="4335580" y="3203669"/>
              <a:ext cx="998870" cy="26583"/>
            </a:xfrm>
            <a:custGeom>
              <a:avLst/>
              <a:pathLst>
                <a:path w="998870" h="26583">
                  <a:moveTo>
                    <a:pt x="0" y="0"/>
                  </a:moveTo>
                  <a:lnTo>
                    <a:pt x="64142" y="1707"/>
                  </a:lnTo>
                  <a:lnTo>
                    <a:pt x="120720" y="3212"/>
                  </a:lnTo>
                  <a:lnTo>
                    <a:pt x="171330" y="4559"/>
                  </a:lnTo>
                  <a:lnTo>
                    <a:pt x="217113" y="5778"/>
                  </a:lnTo>
                  <a:lnTo>
                    <a:pt x="258909" y="6890"/>
                  </a:lnTo>
                  <a:lnTo>
                    <a:pt x="297358" y="7913"/>
                  </a:lnTo>
                  <a:lnTo>
                    <a:pt x="332956" y="8861"/>
                  </a:lnTo>
                  <a:lnTo>
                    <a:pt x="366098" y="9743"/>
                  </a:lnTo>
                  <a:lnTo>
                    <a:pt x="397099" y="10568"/>
                  </a:lnTo>
                  <a:lnTo>
                    <a:pt x="426220" y="11343"/>
                  </a:lnTo>
                  <a:lnTo>
                    <a:pt x="453677" y="12074"/>
                  </a:lnTo>
                  <a:lnTo>
                    <a:pt x="479648" y="12765"/>
                  </a:lnTo>
                  <a:lnTo>
                    <a:pt x="504287" y="13421"/>
                  </a:lnTo>
                  <a:lnTo>
                    <a:pt x="527724" y="14044"/>
                  </a:lnTo>
                  <a:lnTo>
                    <a:pt x="550070" y="14639"/>
                  </a:lnTo>
                  <a:lnTo>
                    <a:pt x="571423" y="15207"/>
                  </a:lnTo>
                  <a:lnTo>
                    <a:pt x="591866" y="15751"/>
                  </a:lnTo>
                  <a:lnTo>
                    <a:pt x="611475" y="16273"/>
                  </a:lnTo>
                  <a:lnTo>
                    <a:pt x="630315" y="16775"/>
                  </a:lnTo>
                  <a:lnTo>
                    <a:pt x="648444" y="17257"/>
                  </a:lnTo>
                  <a:lnTo>
                    <a:pt x="665913" y="17722"/>
                  </a:lnTo>
                  <a:lnTo>
                    <a:pt x="682770" y="18171"/>
                  </a:lnTo>
                  <a:lnTo>
                    <a:pt x="699055" y="18604"/>
                  </a:lnTo>
                  <a:lnTo>
                    <a:pt x="714805" y="19023"/>
                  </a:lnTo>
                  <a:lnTo>
                    <a:pt x="730056" y="19429"/>
                  </a:lnTo>
                  <a:lnTo>
                    <a:pt x="744837" y="19823"/>
                  </a:lnTo>
                  <a:lnTo>
                    <a:pt x="759177" y="20204"/>
                  </a:lnTo>
                  <a:lnTo>
                    <a:pt x="773102" y="20575"/>
                  </a:lnTo>
                  <a:lnTo>
                    <a:pt x="786634" y="20935"/>
                  </a:lnTo>
                  <a:lnTo>
                    <a:pt x="799795" y="21285"/>
                  </a:lnTo>
                  <a:lnTo>
                    <a:pt x="812605" y="21626"/>
                  </a:lnTo>
                  <a:lnTo>
                    <a:pt x="825083" y="21958"/>
                  </a:lnTo>
                  <a:lnTo>
                    <a:pt x="837244" y="22282"/>
                  </a:lnTo>
                  <a:lnTo>
                    <a:pt x="849105" y="22598"/>
                  </a:lnTo>
                  <a:lnTo>
                    <a:pt x="860681" y="22906"/>
                  </a:lnTo>
                  <a:lnTo>
                    <a:pt x="871984" y="23206"/>
                  </a:lnTo>
                  <a:lnTo>
                    <a:pt x="883027" y="23500"/>
                  </a:lnTo>
                  <a:lnTo>
                    <a:pt x="893822" y="23788"/>
                  </a:lnTo>
                  <a:lnTo>
                    <a:pt x="904380" y="24069"/>
                  </a:lnTo>
                  <a:lnTo>
                    <a:pt x="914710" y="24344"/>
                  </a:lnTo>
                  <a:lnTo>
                    <a:pt x="924823" y="24613"/>
                  </a:lnTo>
                  <a:lnTo>
                    <a:pt x="934728" y="24876"/>
                  </a:lnTo>
                  <a:lnTo>
                    <a:pt x="944432" y="25135"/>
                  </a:lnTo>
                  <a:lnTo>
                    <a:pt x="953945" y="25388"/>
                  </a:lnTo>
                  <a:lnTo>
                    <a:pt x="963272" y="25636"/>
                  </a:lnTo>
                  <a:lnTo>
                    <a:pt x="972422" y="25880"/>
                  </a:lnTo>
                  <a:lnTo>
                    <a:pt x="981401" y="26118"/>
                  </a:lnTo>
                  <a:lnTo>
                    <a:pt x="990215" y="26353"/>
                  </a:lnTo>
                  <a:lnTo>
                    <a:pt x="998870" y="26583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7" name="pl676"/>
            <p:cNvSpPr/>
            <p:nvPr/>
          </p:nvSpPr>
          <p:spPr>
            <a:xfrm>
              <a:off x="4335580" y="3300231"/>
              <a:ext cx="998870" cy="41341"/>
            </a:xfrm>
            <a:custGeom>
              <a:avLst/>
              <a:pathLst>
                <a:path w="998870" h="41341">
                  <a:moveTo>
                    <a:pt x="0" y="41341"/>
                  </a:moveTo>
                  <a:lnTo>
                    <a:pt x="64142" y="38686"/>
                  </a:lnTo>
                  <a:lnTo>
                    <a:pt x="120720" y="36345"/>
                  </a:lnTo>
                  <a:lnTo>
                    <a:pt x="171330" y="34250"/>
                  </a:lnTo>
                  <a:lnTo>
                    <a:pt x="217113" y="32355"/>
                  </a:lnTo>
                  <a:lnTo>
                    <a:pt x="258909" y="30625"/>
                  </a:lnTo>
                  <a:lnTo>
                    <a:pt x="297358" y="29034"/>
                  </a:lnTo>
                  <a:lnTo>
                    <a:pt x="332956" y="27560"/>
                  </a:lnTo>
                  <a:lnTo>
                    <a:pt x="366098" y="26189"/>
                  </a:lnTo>
                  <a:lnTo>
                    <a:pt x="397099" y="24906"/>
                  </a:lnTo>
                  <a:lnTo>
                    <a:pt x="426220" y="23700"/>
                  </a:lnTo>
                  <a:lnTo>
                    <a:pt x="453677" y="22564"/>
                  </a:lnTo>
                  <a:lnTo>
                    <a:pt x="479648" y="21489"/>
                  </a:lnTo>
                  <a:lnTo>
                    <a:pt x="504287" y="20469"/>
                  </a:lnTo>
                  <a:lnTo>
                    <a:pt x="527724" y="19499"/>
                  </a:lnTo>
                  <a:lnTo>
                    <a:pt x="550070" y="18575"/>
                  </a:lnTo>
                  <a:lnTo>
                    <a:pt x="571423" y="17691"/>
                  </a:lnTo>
                  <a:lnTo>
                    <a:pt x="591866" y="16845"/>
                  </a:lnTo>
                  <a:lnTo>
                    <a:pt x="611475" y="16033"/>
                  </a:lnTo>
                  <a:lnTo>
                    <a:pt x="630315" y="15253"/>
                  </a:lnTo>
                  <a:lnTo>
                    <a:pt x="648444" y="14503"/>
                  </a:lnTo>
                  <a:lnTo>
                    <a:pt x="665913" y="13780"/>
                  </a:lnTo>
                  <a:lnTo>
                    <a:pt x="682770" y="13082"/>
                  </a:lnTo>
                  <a:lnTo>
                    <a:pt x="699055" y="12408"/>
                  </a:lnTo>
                  <a:lnTo>
                    <a:pt x="714805" y="11756"/>
                  </a:lnTo>
                  <a:lnTo>
                    <a:pt x="730056" y="11125"/>
                  </a:lnTo>
                  <a:lnTo>
                    <a:pt x="744837" y="10513"/>
                  </a:lnTo>
                  <a:lnTo>
                    <a:pt x="759177" y="9920"/>
                  </a:lnTo>
                  <a:lnTo>
                    <a:pt x="773102" y="9344"/>
                  </a:lnTo>
                  <a:lnTo>
                    <a:pt x="786634" y="8784"/>
                  </a:lnTo>
                  <a:lnTo>
                    <a:pt x="799795" y="8239"/>
                  </a:lnTo>
                  <a:lnTo>
                    <a:pt x="812605" y="7709"/>
                  </a:lnTo>
                  <a:lnTo>
                    <a:pt x="825083" y="7192"/>
                  </a:lnTo>
                  <a:lnTo>
                    <a:pt x="837244" y="6689"/>
                  </a:lnTo>
                  <a:lnTo>
                    <a:pt x="849105" y="6198"/>
                  </a:lnTo>
                  <a:lnTo>
                    <a:pt x="860681" y="5719"/>
                  </a:lnTo>
                  <a:lnTo>
                    <a:pt x="871984" y="5251"/>
                  </a:lnTo>
                  <a:lnTo>
                    <a:pt x="883027" y="4794"/>
                  </a:lnTo>
                  <a:lnTo>
                    <a:pt x="893822" y="4347"/>
                  </a:lnTo>
                  <a:lnTo>
                    <a:pt x="904380" y="3910"/>
                  </a:lnTo>
                  <a:lnTo>
                    <a:pt x="914710" y="3483"/>
                  </a:lnTo>
                  <a:lnTo>
                    <a:pt x="924823" y="3064"/>
                  </a:lnTo>
                  <a:lnTo>
                    <a:pt x="934728" y="2654"/>
                  </a:lnTo>
                  <a:lnTo>
                    <a:pt x="944432" y="2253"/>
                  </a:lnTo>
                  <a:lnTo>
                    <a:pt x="953945" y="1859"/>
                  </a:lnTo>
                  <a:lnTo>
                    <a:pt x="963272" y="1473"/>
                  </a:lnTo>
                  <a:lnTo>
                    <a:pt x="972422" y="1094"/>
                  </a:lnTo>
                  <a:lnTo>
                    <a:pt x="981401" y="723"/>
                  </a:lnTo>
                  <a:lnTo>
                    <a:pt x="990215" y="358"/>
                  </a:lnTo>
                  <a:lnTo>
                    <a:pt x="998870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8" name="pl677"/>
            <p:cNvSpPr/>
            <p:nvPr/>
          </p:nvSpPr>
          <p:spPr>
            <a:xfrm>
              <a:off x="4335580" y="2816370"/>
              <a:ext cx="998870" cy="426092"/>
            </a:xfrm>
            <a:custGeom>
              <a:avLst/>
              <a:pathLst>
                <a:path w="998870" h="426092">
                  <a:moveTo>
                    <a:pt x="0" y="0"/>
                  </a:moveTo>
                  <a:lnTo>
                    <a:pt x="64142" y="27361"/>
                  </a:lnTo>
                  <a:lnTo>
                    <a:pt x="120720" y="51496"/>
                  </a:lnTo>
                  <a:lnTo>
                    <a:pt x="171330" y="73085"/>
                  </a:lnTo>
                  <a:lnTo>
                    <a:pt x="217113" y="92615"/>
                  </a:lnTo>
                  <a:lnTo>
                    <a:pt x="258909" y="110444"/>
                  </a:lnTo>
                  <a:lnTo>
                    <a:pt x="297358" y="126845"/>
                  </a:lnTo>
                  <a:lnTo>
                    <a:pt x="332956" y="142030"/>
                  </a:lnTo>
                  <a:lnTo>
                    <a:pt x="366098" y="156168"/>
                  </a:lnTo>
                  <a:lnTo>
                    <a:pt x="397099" y="169392"/>
                  </a:lnTo>
                  <a:lnTo>
                    <a:pt x="426220" y="181814"/>
                  </a:lnTo>
                  <a:lnTo>
                    <a:pt x="453677" y="193527"/>
                  </a:lnTo>
                  <a:lnTo>
                    <a:pt x="479648" y="204605"/>
                  </a:lnTo>
                  <a:lnTo>
                    <a:pt x="504287" y="215116"/>
                  </a:lnTo>
                  <a:lnTo>
                    <a:pt x="527724" y="225113"/>
                  </a:lnTo>
                  <a:lnTo>
                    <a:pt x="550070" y="234646"/>
                  </a:lnTo>
                  <a:lnTo>
                    <a:pt x="571423" y="243754"/>
                  </a:lnTo>
                  <a:lnTo>
                    <a:pt x="591866" y="252475"/>
                  </a:lnTo>
                  <a:lnTo>
                    <a:pt x="611475" y="260839"/>
                  </a:lnTo>
                  <a:lnTo>
                    <a:pt x="630315" y="268876"/>
                  </a:lnTo>
                  <a:lnTo>
                    <a:pt x="648444" y="276609"/>
                  </a:lnTo>
                  <a:lnTo>
                    <a:pt x="665913" y="284061"/>
                  </a:lnTo>
                  <a:lnTo>
                    <a:pt x="682770" y="291252"/>
                  </a:lnTo>
                  <a:lnTo>
                    <a:pt x="699055" y="298199"/>
                  </a:lnTo>
                  <a:lnTo>
                    <a:pt x="714805" y="304917"/>
                  </a:lnTo>
                  <a:lnTo>
                    <a:pt x="730056" y="311423"/>
                  </a:lnTo>
                  <a:lnTo>
                    <a:pt x="744837" y="317728"/>
                  </a:lnTo>
                  <a:lnTo>
                    <a:pt x="759177" y="323845"/>
                  </a:lnTo>
                  <a:lnTo>
                    <a:pt x="773102" y="329785"/>
                  </a:lnTo>
                  <a:lnTo>
                    <a:pt x="786634" y="335558"/>
                  </a:lnTo>
                  <a:lnTo>
                    <a:pt x="799795" y="341172"/>
                  </a:lnTo>
                  <a:lnTo>
                    <a:pt x="812605" y="346636"/>
                  </a:lnTo>
                  <a:lnTo>
                    <a:pt x="825083" y="351959"/>
                  </a:lnTo>
                  <a:lnTo>
                    <a:pt x="837244" y="357147"/>
                  </a:lnTo>
                  <a:lnTo>
                    <a:pt x="849105" y="362206"/>
                  </a:lnTo>
                  <a:lnTo>
                    <a:pt x="860681" y="367144"/>
                  </a:lnTo>
                  <a:lnTo>
                    <a:pt x="871984" y="371966"/>
                  </a:lnTo>
                  <a:lnTo>
                    <a:pt x="883027" y="376676"/>
                  </a:lnTo>
                  <a:lnTo>
                    <a:pt x="893822" y="381281"/>
                  </a:lnTo>
                  <a:lnTo>
                    <a:pt x="904380" y="385785"/>
                  </a:lnTo>
                  <a:lnTo>
                    <a:pt x="914710" y="390192"/>
                  </a:lnTo>
                  <a:lnTo>
                    <a:pt x="924823" y="394506"/>
                  </a:lnTo>
                  <a:lnTo>
                    <a:pt x="934728" y="398731"/>
                  </a:lnTo>
                  <a:lnTo>
                    <a:pt x="944432" y="402870"/>
                  </a:lnTo>
                  <a:lnTo>
                    <a:pt x="953945" y="406928"/>
                  </a:lnTo>
                  <a:lnTo>
                    <a:pt x="963272" y="410907"/>
                  </a:lnTo>
                  <a:lnTo>
                    <a:pt x="972422" y="414810"/>
                  </a:lnTo>
                  <a:lnTo>
                    <a:pt x="981401" y="418640"/>
                  </a:lnTo>
                  <a:lnTo>
                    <a:pt x="990215" y="422400"/>
                  </a:lnTo>
                  <a:lnTo>
                    <a:pt x="998870" y="426092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9" name="pl678"/>
            <p:cNvSpPr/>
            <p:nvPr/>
          </p:nvSpPr>
          <p:spPr>
            <a:xfrm>
              <a:off x="4335580" y="2924284"/>
              <a:ext cx="998870" cy="27244"/>
            </a:xfrm>
            <a:custGeom>
              <a:avLst/>
              <a:pathLst>
                <a:path w="998870" h="27244">
                  <a:moveTo>
                    <a:pt x="0" y="27244"/>
                  </a:moveTo>
                  <a:lnTo>
                    <a:pt x="64142" y="25494"/>
                  </a:lnTo>
                  <a:lnTo>
                    <a:pt x="120720" y="23951"/>
                  </a:lnTo>
                  <a:lnTo>
                    <a:pt x="171330" y="22571"/>
                  </a:lnTo>
                  <a:lnTo>
                    <a:pt x="217113" y="21322"/>
                  </a:lnTo>
                  <a:lnTo>
                    <a:pt x="258909" y="20182"/>
                  </a:lnTo>
                  <a:lnTo>
                    <a:pt x="297358" y="19133"/>
                  </a:lnTo>
                  <a:lnTo>
                    <a:pt x="332956" y="18162"/>
                  </a:lnTo>
                  <a:lnTo>
                    <a:pt x="366098" y="17258"/>
                  </a:lnTo>
                  <a:lnTo>
                    <a:pt x="397099" y="16413"/>
                  </a:lnTo>
                  <a:lnTo>
                    <a:pt x="426220" y="15619"/>
                  </a:lnTo>
                  <a:lnTo>
                    <a:pt x="453677" y="14870"/>
                  </a:lnTo>
                  <a:lnTo>
                    <a:pt x="479648" y="14161"/>
                  </a:lnTo>
                  <a:lnTo>
                    <a:pt x="504287" y="13489"/>
                  </a:lnTo>
                  <a:lnTo>
                    <a:pt x="527724" y="12850"/>
                  </a:lnTo>
                  <a:lnTo>
                    <a:pt x="550070" y="12241"/>
                  </a:lnTo>
                  <a:lnTo>
                    <a:pt x="571423" y="11658"/>
                  </a:lnTo>
                  <a:lnTo>
                    <a:pt x="591866" y="11101"/>
                  </a:lnTo>
                  <a:lnTo>
                    <a:pt x="611475" y="10566"/>
                  </a:lnTo>
                  <a:lnTo>
                    <a:pt x="630315" y="10052"/>
                  </a:lnTo>
                  <a:lnTo>
                    <a:pt x="648444" y="9557"/>
                  </a:lnTo>
                  <a:lnTo>
                    <a:pt x="665913" y="9081"/>
                  </a:lnTo>
                  <a:lnTo>
                    <a:pt x="682770" y="8621"/>
                  </a:lnTo>
                  <a:lnTo>
                    <a:pt x="699055" y="8177"/>
                  </a:lnTo>
                  <a:lnTo>
                    <a:pt x="714805" y="7747"/>
                  </a:lnTo>
                  <a:lnTo>
                    <a:pt x="730056" y="7331"/>
                  </a:lnTo>
                  <a:lnTo>
                    <a:pt x="744837" y="6928"/>
                  </a:lnTo>
                  <a:lnTo>
                    <a:pt x="759177" y="6537"/>
                  </a:lnTo>
                  <a:lnTo>
                    <a:pt x="773102" y="6157"/>
                  </a:lnTo>
                  <a:lnTo>
                    <a:pt x="786634" y="5788"/>
                  </a:lnTo>
                  <a:lnTo>
                    <a:pt x="799795" y="5429"/>
                  </a:lnTo>
                  <a:lnTo>
                    <a:pt x="812605" y="5080"/>
                  </a:lnTo>
                  <a:lnTo>
                    <a:pt x="825083" y="4740"/>
                  </a:lnTo>
                  <a:lnTo>
                    <a:pt x="837244" y="4408"/>
                  </a:lnTo>
                  <a:lnTo>
                    <a:pt x="849105" y="4084"/>
                  </a:lnTo>
                  <a:lnTo>
                    <a:pt x="860681" y="3769"/>
                  </a:lnTo>
                  <a:lnTo>
                    <a:pt x="871984" y="3460"/>
                  </a:lnTo>
                  <a:lnTo>
                    <a:pt x="883027" y="3159"/>
                  </a:lnTo>
                  <a:lnTo>
                    <a:pt x="893822" y="2865"/>
                  </a:lnTo>
                  <a:lnTo>
                    <a:pt x="904380" y="2577"/>
                  </a:lnTo>
                  <a:lnTo>
                    <a:pt x="914710" y="2295"/>
                  </a:lnTo>
                  <a:lnTo>
                    <a:pt x="924823" y="2019"/>
                  </a:lnTo>
                  <a:lnTo>
                    <a:pt x="934728" y="1749"/>
                  </a:lnTo>
                  <a:lnTo>
                    <a:pt x="944432" y="1484"/>
                  </a:lnTo>
                  <a:lnTo>
                    <a:pt x="953945" y="1225"/>
                  </a:lnTo>
                  <a:lnTo>
                    <a:pt x="963272" y="970"/>
                  </a:lnTo>
                  <a:lnTo>
                    <a:pt x="972422" y="721"/>
                  </a:lnTo>
                  <a:lnTo>
                    <a:pt x="981401" y="476"/>
                  </a:lnTo>
                  <a:lnTo>
                    <a:pt x="990215" y="236"/>
                  </a:lnTo>
                  <a:lnTo>
                    <a:pt x="998870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80" name="rc679"/>
            <p:cNvSpPr/>
            <p:nvPr/>
          </p:nvSpPr>
          <p:spPr>
            <a:xfrm>
              <a:off x="4262365" y="2615788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81" name="pl680"/>
            <p:cNvSpPr/>
            <p:nvPr/>
          </p:nvSpPr>
          <p:spPr>
            <a:xfrm>
              <a:off x="4262365" y="2615788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l681"/>
            <p:cNvSpPr/>
            <p:nvPr/>
          </p:nvSpPr>
          <p:spPr>
            <a:xfrm>
              <a:off x="4233897" y="327413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l682"/>
            <p:cNvSpPr/>
            <p:nvPr/>
          </p:nvSpPr>
          <p:spPr>
            <a:xfrm>
              <a:off x="4233897" y="302814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l683"/>
            <p:cNvSpPr/>
            <p:nvPr/>
          </p:nvSpPr>
          <p:spPr>
            <a:xfrm>
              <a:off x="4233897" y="278216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l684"/>
            <p:cNvSpPr/>
            <p:nvPr/>
          </p:nvSpPr>
          <p:spPr>
            <a:xfrm>
              <a:off x="4262365" y="3486463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l685"/>
            <p:cNvSpPr/>
            <p:nvPr/>
          </p:nvSpPr>
          <p:spPr>
            <a:xfrm>
              <a:off x="4335580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l686"/>
            <p:cNvSpPr/>
            <p:nvPr/>
          </p:nvSpPr>
          <p:spPr>
            <a:xfrm>
              <a:off x="4668537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l687"/>
            <p:cNvSpPr/>
            <p:nvPr/>
          </p:nvSpPr>
          <p:spPr>
            <a:xfrm>
              <a:off x="5001494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l688"/>
            <p:cNvSpPr/>
            <p:nvPr/>
          </p:nvSpPr>
          <p:spPr>
            <a:xfrm>
              <a:off x="5334451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tx689"/>
            <p:cNvSpPr/>
            <p:nvPr/>
          </p:nvSpPr>
          <p:spPr>
            <a:xfrm>
              <a:off x="4262365" y="2439248"/>
              <a:ext cx="458571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(g) SSD</a:t>
              </a:r>
            </a:p>
          </p:txBody>
        </p:sp>
        <p:sp>
          <p:nvSpPr>
            <p:cNvPr id="691" name="rc690"/>
            <p:cNvSpPr/>
            <p:nvPr/>
          </p:nvSpPr>
          <p:spPr>
            <a:xfrm>
              <a:off x="1404926" y="3944522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1467130" y="441110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1445681" y="455307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1459373" y="4542484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1437499" y="422780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1463954" y="458983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1428999" y="449592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1471085" y="467105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1472331" y="463641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1461621" y="435685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1441267" y="446611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1761470" y="456683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1763766" y="437679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1802766" y="442642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1798296" y="471623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1797611" y="395602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1769000" y="408391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1778624" y="456960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1760269" y="472141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1791915" y="468546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1781589" y="456444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1772542" y="452666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1793025" y="464976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1783163" y="460922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1778195" y="457297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1769055" y="466078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1776210" y="450351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1800542" y="463901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1778069" y="454268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2097454" y="441732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2107051" y="474754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2108554" y="452097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2114131" y="463815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2120816" y="430845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2135238" y="453964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2136391" y="437452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2096099" y="459687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2132716" y="448026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2134577" y="456244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2095656" y="461509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2121362" y="417438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2126915" y="456133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2104337" y="465692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2108384" y="423045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2118184" y="433071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2101645" y="449839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2131788" y="469231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2106351" y="455720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2115489" y="447333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2444532" y="453179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2440995" y="452738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2453923" y="454660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2448539" y="461581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2454936" y="451026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2470896" y="448169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2466260" y="445635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2456895" y="452495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2454311" y="461953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2444092" y="439437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2434867" y="463055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2432435" y="454209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2457437" y="458847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2442961" y="470566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2460239" y="461265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2441676" y="465186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2471908" y="460129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2459924" y="449615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2468810" y="462801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2437131" y="445760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2454988" y="457003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2458070" y="447468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2452092" y="453870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2428532" y="465720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4" name="pl763"/>
            <p:cNvSpPr/>
            <p:nvPr/>
          </p:nvSpPr>
          <p:spPr>
            <a:xfrm>
              <a:off x="1477421" y="4276943"/>
              <a:ext cx="1002464" cy="256733"/>
            </a:xfrm>
            <a:custGeom>
              <a:avLst/>
              <a:pathLst>
                <a:path w="1002464" h="256733">
                  <a:moveTo>
                    <a:pt x="0" y="0"/>
                  </a:moveTo>
                  <a:lnTo>
                    <a:pt x="64373" y="16486"/>
                  </a:lnTo>
                  <a:lnTo>
                    <a:pt x="121154" y="31027"/>
                  </a:lnTo>
                  <a:lnTo>
                    <a:pt x="171947" y="44036"/>
                  </a:lnTo>
                  <a:lnTo>
                    <a:pt x="217894" y="55803"/>
                  </a:lnTo>
                  <a:lnTo>
                    <a:pt x="259841" y="66546"/>
                  </a:lnTo>
                  <a:lnTo>
                    <a:pt x="298428" y="76428"/>
                  </a:lnTo>
                  <a:lnTo>
                    <a:pt x="334154" y="85577"/>
                  </a:lnTo>
                  <a:lnTo>
                    <a:pt x="367415" y="94095"/>
                  </a:lnTo>
                  <a:lnTo>
                    <a:pt x="398528" y="102064"/>
                  </a:lnTo>
                  <a:lnTo>
                    <a:pt x="427754" y="109548"/>
                  </a:lnTo>
                  <a:lnTo>
                    <a:pt x="455309" y="116605"/>
                  </a:lnTo>
                  <a:lnTo>
                    <a:pt x="481374" y="123281"/>
                  </a:lnTo>
                  <a:lnTo>
                    <a:pt x="506101" y="129613"/>
                  </a:lnTo>
                  <a:lnTo>
                    <a:pt x="529622" y="135637"/>
                  </a:lnTo>
                  <a:lnTo>
                    <a:pt x="552049" y="141381"/>
                  </a:lnTo>
                  <a:lnTo>
                    <a:pt x="573478" y="146869"/>
                  </a:lnTo>
                  <a:lnTo>
                    <a:pt x="593996" y="152123"/>
                  </a:lnTo>
                  <a:lnTo>
                    <a:pt x="613675" y="157163"/>
                  </a:lnTo>
                  <a:lnTo>
                    <a:pt x="632583" y="162006"/>
                  </a:lnTo>
                  <a:lnTo>
                    <a:pt x="650777" y="166665"/>
                  </a:lnTo>
                  <a:lnTo>
                    <a:pt x="668309" y="171155"/>
                  </a:lnTo>
                  <a:lnTo>
                    <a:pt x="685226" y="175488"/>
                  </a:lnTo>
                  <a:lnTo>
                    <a:pt x="701569" y="179673"/>
                  </a:lnTo>
                  <a:lnTo>
                    <a:pt x="717377" y="183722"/>
                  </a:lnTo>
                  <a:lnTo>
                    <a:pt x="732682" y="187641"/>
                  </a:lnTo>
                  <a:lnTo>
                    <a:pt x="747517" y="191441"/>
                  </a:lnTo>
                  <a:lnTo>
                    <a:pt x="761908" y="195126"/>
                  </a:lnTo>
                  <a:lnTo>
                    <a:pt x="775883" y="198705"/>
                  </a:lnTo>
                  <a:lnTo>
                    <a:pt x="789464" y="202183"/>
                  </a:lnTo>
                  <a:lnTo>
                    <a:pt x="802672" y="205566"/>
                  </a:lnTo>
                  <a:lnTo>
                    <a:pt x="815529" y="208859"/>
                  </a:lnTo>
                  <a:lnTo>
                    <a:pt x="828051" y="212066"/>
                  </a:lnTo>
                  <a:lnTo>
                    <a:pt x="840256" y="215191"/>
                  </a:lnTo>
                  <a:lnTo>
                    <a:pt x="852160" y="218240"/>
                  </a:lnTo>
                  <a:lnTo>
                    <a:pt x="863777" y="221215"/>
                  </a:lnTo>
                  <a:lnTo>
                    <a:pt x="875121" y="224120"/>
                  </a:lnTo>
                  <a:lnTo>
                    <a:pt x="886204" y="226959"/>
                  </a:lnTo>
                  <a:lnTo>
                    <a:pt x="897037" y="229733"/>
                  </a:lnTo>
                  <a:lnTo>
                    <a:pt x="907633" y="232447"/>
                  </a:lnTo>
                  <a:lnTo>
                    <a:pt x="918001" y="235102"/>
                  </a:lnTo>
                  <a:lnTo>
                    <a:pt x="928150" y="237701"/>
                  </a:lnTo>
                  <a:lnTo>
                    <a:pt x="938091" y="240247"/>
                  </a:lnTo>
                  <a:lnTo>
                    <a:pt x="947830" y="242741"/>
                  </a:lnTo>
                  <a:lnTo>
                    <a:pt x="957377" y="245186"/>
                  </a:lnTo>
                  <a:lnTo>
                    <a:pt x="966738" y="247584"/>
                  </a:lnTo>
                  <a:lnTo>
                    <a:pt x="975920" y="249935"/>
                  </a:lnTo>
                  <a:lnTo>
                    <a:pt x="984932" y="252243"/>
                  </a:lnTo>
                  <a:lnTo>
                    <a:pt x="993777" y="254509"/>
                  </a:lnTo>
                  <a:lnTo>
                    <a:pt x="1002464" y="256733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5" name="pl764"/>
            <p:cNvSpPr/>
            <p:nvPr/>
          </p:nvSpPr>
          <p:spPr>
            <a:xfrm>
              <a:off x="1477421" y="4204038"/>
              <a:ext cx="1002464" cy="345944"/>
            </a:xfrm>
            <a:custGeom>
              <a:avLst/>
              <a:pathLst>
                <a:path w="1002464" h="345944">
                  <a:moveTo>
                    <a:pt x="0" y="0"/>
                  </a:moveTo>
                  <a:lnTo>
                    <a:pt x="64373" y="22214"/>
                  </a:lnTo>
                  <a:lnTo>
                    <a:pt x="121154" y="41809"/>
                  </a:lnTo>
                  <a:lnTo>
                    <a:pt x="171947" y="59337"/>
                  </a:lnTo>
                  <a:lnTo>
                    <a:pt x="217894" y="75194"/>
                  </a:lnTo>
                  <a:lnTo>
                    <a:pt x="259841" y="89669"/>
                  </a:lnTo>
                  <a:lnTo>
                    <a:pt x="298428" y="102985"/>
                  </a:lnTo>
                  <a:lnTo>
                    <a:pt x="334154" y="115314"/>
                  </a:lnTo>
                  <a:lnTo>
                    <a:pt x="367415" y="126792"/>
                  </a:lnTo>
                  <a:lnTo>
                    <a:pt x="398528" y="137529"/>
                  </a:lnTo>
                  <a:lnTo>
                    <a:pt x="427754" y="147615"/>
                  </a:lnTo>
                  <a:lnTo>
                    <a:pt x="455309" y="157124"/>
                  </a:lnTo>
                  <a:lnTo>
                    <a:pt x="481374" y="166119"/>
                  </a:lnTo>
                  <a:lnTo>
                    <a:pt x="506101" y="174652"/>
                  </a:lnTo>
                  <a:lnTo>
                    <a:pt x="529622" y="182769"/>
                  </a:lnTo>
                  <a:lnTo>
                    <a:pt x="552049" y="190508"/>
                  </a:lnTo>
                  <a:lnTo>
                    <a:pt x="573478" y="197904"/>
                  </a:lnTo>
                  <a:lnTo>
                    <a:pt x="593996" y="204984"/>
                  </a:lnTo>
                  <a:lnTo>
                    <a:pt x="613675" y="211775"/>
                  </a:lnTo>
                  <a:lnTo>
                    <a:pt x="632583" y="218300"/>
                  </a:lnTo>
                  <a:lnTo>
                    <a:pt x="650777" y="224579"/>
                  </a:lnTo>
                  <a:lnTo>
                    <a:pt x="668309" y="230629"/>
                  </a:lnTo>
                  <a:lnTo>
                    <a:pt x="685226" y="236467"/>
                  </a:lnTo>
                  <a:lnTo>
                    <a:pt x="701569" y="242107"/>
                  </a:lnTo>
                  <a:lnTo>
                    <a:pt x="717377" y="247562"/>
                  </a:lnTo>
                  <a:lnTo>
                    <a:pt x="732682" y="252844"/>
                  </a:lnTo>
                  <a:lnTo>
                    <a:pt x="747517" y="257963"/>
                  </a:lnTo>
                  <a:lnTo>
                    <a:pt x="761908" y="262930"/>
                  </a:lnTo>
                  <a:lnTo>
                    <a:pt x="775883" y="267752"/>
                  </a:lnTo>
                  <a:lnTo>
                    <a:pt x="789464" y="272439"/>
                  </a:lnTo>
                  <a:lnTo>
                    <a:pt x="802672" y="276997"/>
                  </a:lnTo>
                  <a:lnTo>
                    <a:pt x="815529" y="281434"/>
                  </a:lnTo>
                  <a:lnTo>
                    <a:pt x="828051" y="285755"/>
                  </a:lnTo>
                  <a:lnTo>
                    <a:pt x="840256" y="289967"/>
                  </a:lnTo>
                  <a:lnTo>
                    <a:pt x="852160" y="294075"/>
                  </a:lnTo>
                  <a:lnTo>
                    <a:pt x="863777" y="298084"/>
                  </a:lnTo>
                  <a:lnTo>
                    <a:pt x="875121" y="301999"/>
                  </a:lnTo>
                  <a:lnTo>
                    <a:pt x="886204" y="305823"/>
                  </a:lnTo>
                  <a:lnTo>
                    <a:pt x="897037" y="309562"/>
                  </a:lnTo>
                  <a:lnTo>
                    <a:pt x="907633" y="313219"/>
                  </a:lnTo>
                  <a:lnTo>
                    <a:pt x="918001" y="316796"/>
                  </a:lnTo>
                  <a:lnTo>
                    <a:pt x="928150" y="320299"/>
                  </a:lnTo>
                  <a:lnTo>
                    <a:pt x="938091" y="323729"/>
                  </a:lnTo>
                  <a:lnTo>
                    <a:pt x="947830" y="327090"/>
                  </a:lnTo>
                  <a:lnTo>
                    <a:pt x="957377" y="330385"/>
                  </a:lnTo>
                  <a:lnTo>
                    <a:pt x="966738" y="333615"/>
                  </a:lnTo>
                  <a:lnTo>
                    <a:pt x="975920" y="336784"/>
                  </a:lnTo>
                  <a:lnTo>
                    <a:pt x="984932" y="339894"/>
                  </a:lnTo>
                  <a:lnTo>
                    <a:pt x="993777" y="342946"/>
                  </a:lnTo>
                  <a:lnTo>
                    <a:pt x="1002464" y="345944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6" name="pl765"/>
            <p:cNvSpPr/>
            <p:nvPr/>
          </p:nvSpPr>
          <p:spPr>
            <a:xfrm>
              <a:off x="1477421" y="4548749"/>
              <a:ext cx="1002464" cy="19728"/>
            </a:xfrm>
            <a:custGeom>
              <a:avLst/>
              <a:pathLst>
                <a:path w="1002464" h="19728">
                  <a:moveTo>
                    <a:pt x="0" y="19728"/>
                  </a:moveTo>
                  <a:lnTo>
                    <a:pt x="64373" y="18461"/>
                  </a:lnTo>
                  <a:lnTo>
                    <a:pt x="121154" y="17343"/>
                  </a:lnTo>
                  <a:lnTo>
                    <a:pt x="171947" y="16344"/>
                  </a:lnTo>
                  <a:lnTo>
                    <a:pt x="217894" y="15440"/>
                  </a:lnTo>
                  <a:lnTo>
                    <a:pt x="259841" y="14614"/>
                  </a:lnTo>
                  <a:lnTo>
                    <a:pt x="298428" y="13855"/>
                  </a:lnTo>
                  <a:lnTo>
                    <a:pt x="334154" y="13152"/>
                  </a:lnTo>
                  <a:lnTo>
                    <a:pt x="367415" y="12497"/>
                  </a:lnTo>
                  <a:lnTo>
                    <a:pt x="398528" y="11885"/>
                  </a:lnTo>
                  <a:lnTo>
                    <a:pt x="427754" y="11310"/>
                  </a:lnTo>
                  <a:lnTo>
                    <a:pt x="455309" y="10767"/>
                  </a:lnTo>
                  <a:lnTo>
                    <a:pt x="481374" y="10254"/>
                  </a:lnTo>
                  <a:lnTo>
                    <a:pt x="506101" y="9768"/>
                  </a:lnTo>
                  <a:lnTo>
                    <a:pt x="529622" y="9305"/>
                  </a:lnTo>
                  <a:lnTo>
                    <a:pt x="552049" y="8864"/>
                  </a:lnTo>
                  <a:lnTo>
                    <a:pt x="573478" y="8442"/>
                  </a:lnTo>
                  <a:lnTo>
                    <a:pt x="593996" y="8038"/>
                  </a:lnTo>
                  <a:lnTo>
                    <a:pt x="613675" y="7651"/>
                  </a:lnTo>
                  <a:lnTo>
                    <a:pt x="632583" y="7279"/>
                  </a:lnTo>
                  <a:lnTo>
                    <a:pt x="650777" y="6921"/>
                  </a:lnTo>
                  <a:lnTo>
                    <a:pt x="668309" y="6576"/>
                  </a:lnTo>
                  <a:lnTo>
                    <a:pt x="685226" y="6243"/>
                  </a:lnTo>
                  <a:lnTo>
                    <a:pt x="701569" y="5921"/>
                  </a:lnTo>
                  <a:lnTo>
                    <a:pt x="717377" y="5610"/>
                  </a:lnTo>
                  <a:lnTo>
                    <a:pt x="732682" y="5309"/>
                  </a:lnTo>
                  <a:lnTo>
                    <a:pt x="747517" y="5017"/>
                  </a:lnTo>
                  <a:lnTo>
                    <a:pt x="761908" y="4734"/>
                  </a:lnTo>
                  <a:lnTo>
                    <a:pt x="775883" y="4459"/>
                  </a:lnTo>
                  <a:lnTo>
                    <a:pt x="789464" y="4191"/>
                  </a:lnTo>
                  <a:lnTo>
                    <a:pt x="802672" y="3931"/>
                  </a:lnTo>
                  <a:lnTo>
                    <a:pt x="815529" y="3678"/>
                  </a:lnTo>
                  <a:lnTo>
                    <a:pt x="828051" y="3432"/>
                  </a:lnTo>
                  <a:lnTo>
                    <a:pt x="840256" y="3192"/>
                  </a:lnTo>
                  <a:lnTo>
                    <a:pt x="852160" y="2957"/>
                  </a:lnTo>
                  <a:lnTo>
                    <a:pt x="863777" y="2729"/>
                  </a:lnTo>
                  <a:lnTo>
                    <a:pt x="875121" y="2506"/>
                  </a:lnTo>
                  <a:lnTo>
                    <a:pt x="886204" y="2287"/>
                  </a:lnTo>
                  <a:lnTo>
                    <a:pt x="897037" y="2074"/>
                  </a:lnTo>
                  <a:lnTo>
                    <a:pt x="907633" y="1866"/>
                  </a:lnTo>
                  <a:lnTo>
                    <a:pt x="918001" y="1662"/>
                  </a:lnTo>
                  <a:lnTo>
                    <a:pt x="928150" y="1462"/>
                  </a:lnTo>
                  <a:lnTo>
                    <a:pt x="938091" y="1266"/>
                  </a:lnTo>
                  <a:lnTo>
                    <a:pt x="947830" y="1075"/>
                  </a:lnTo>
                  <a:lnTo>
                    <a:pt x="957377" y="887"/>
                  </a:lnTo>
                  <a:lnTo>
                    <a:pt x="966738" y="703"/>
                  </a:lnTo>
                  <a:lnTo>
                    <a:pt x="975920" y="522"/>
                  </a:lnTo>
                  <a:lnTo>
                    <a:pt x="984932" y="345"/>
                  </a:lnTo>
                  <a:lnTo>
                    <a:pt x="993777" y="170"/>
                  </a:lnTo>
                  <a:lnTo>
                    <a:pt x="1002464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7" name="pl766"/>
            <p:cNvSpPr/>
            <p:nvPr/>
          </p:nvSpPr>
          <p:spPr>
            <a:xfrm>
              <a:off x="1477421" y="4574570"/>
              <a:ext cx="1002464" cy="10588"/>
            </a:xfrm>
            <a:custGeom>
              <a:avLst/>
              <a:pathLst>
                <a:path w="1002464" h="10588">
                  <a:moveTo>
                    <a:pt x="0" y="10588"/>
                  </a:moveTo>
                  <a:lnTo>
                    <a:pt x="64373" y="9908"/>
                  </a:lnTo>
                  <a:lnTo>
                    <a:pt x="121154" y="9309"/>
                  </a:lnTo>
                  <a:lnTo>
                    <a:pt x="171947" y="8772"/>
                  </a:lnTo>
                  <a:lnTo>
                    <a:pt x="217894" y="8287"/>
                  </a:lnTo>
                  <a:lnTo>
                    <a:pt x="259841" y="7844"/>
                  </a:lnTo>
                  <a:lnTo>
                    <a:pt x="298428" y="7436"/>
                  </a:lnTo>
                  <a:lnTo>
                    <a:pt x="334154" y="7059"/>
                  </a:lnTo>
                  <a:lnTo>
                    <a:pt x="367415" y="6707"/>
                  </a:lnTo>
                  <a:lnTo>
                    <a:pt x="398528" y="6379"/>
                  </a:lnTo>
                  <a:lnTo>
                    <a:pt x="427754" y="6070"/>
                  </a:lnTo>
                  <a:lnTo>
                    <a:pt x="455309" y="5779"/>
                  </a:lnTo>
                  <a:lnTo>
                    <a:pt x="481374" y="5504"/>
                  </a:lnTo>
                  <a:lnTo>
                    <a:pt x="506101" y="5242"/>
                  </a:lnTo>
                  <a:lnTo>
                    <a:pt x="529622" y="4994"/>
                  </a:lnTo>
                  <a:lnTo>
                    <a:pt x="552049" y="4757"/>
                  </a:lnTo>
                  <a:lnTo>
                    <a:pt x="573478" y="4531"/>
                  </a:lnTo>
                  <a:lnTo>
                    <a:pt x="593996" y="4314"/>
                  </a:lnTo>
                  <a:lnTo>
                    <a:pt x="613675" y="4106"/>
                  </a:lnTo>
                  <a:lnTo>
                    <a:pt x="632583" y="3906"/>
                  </a:lnTo>
                  <a:lnTo>
                    <a:pt x="650777" y="3714"/>
                  </a:lnTo>
                  <a:lnTo>
                    <a:pt x="668309" y="3529"/>
                  </a:lnTo>
                  <a:lnTo>
                    <a:pt x="685226" y="3350"/>
                  </a:lnTo>
                  <a:lnTo>
                    <a:pt x="701569" y="3178"/>
                  </a:lnTo>
                  <a:lnTo>
                    <a:pt x="717377" y="3011"/>
                  </a:lnTo>
                  <a:lnTo>
                    <a:pt x="732682" y="2849"/>
                  </a:lnTo>
                  <a:lnTo>
                    <a:pt x="747517" y="2692"/>
                  </a:lnTo>
                  <a:lnTo>
                    <a:pt x="761908" y="2540"/>
                  </a:lnTo>
                  <a:lnTo>
                    <a:pt x="775883" y="2393"/>
                  </a:lnTo>
                  <a:lnTo>
                    <a:pt x="789464" y="2249"/>
                  </a:lnTo>
                  <a:lnTo>
                    <a:pt x="802672" y="2110"/>
                  </a:lnTo>
                  <a:lnTo>
                    <a:pt x="815529" y="1974"/>
                  </a:lnTo>
                  <a:lnTo>
                    <a:pt x="828051" y="1842"/>
                  </a:lnTo>
                  <a:lnTo>
                    <a:pt x="840256" y="1713"/>
                  </a:lnTo>
                  <a:lnTo>
                    <a:pt x="852160" y="1587"/>
                  </a:lnTo>
                  <a:lnTo>
                    <a:pt x="863777" y="1464"/>
                  </a:lnTo>
                  <a:lnTo>
                    <a:pt x="875121" y="1345"/>
                  </a:lnTo>
                  <a:lnTo>
                    <a:pt x="886204" y="1228"/>
                  </a:lnTo>
                  <a:lnTo>
                    <a:pt x="897037" y="1113"/>
                  </a:lnTo>
                  <a:lnTo>
                    <a:pt x="907633" y="1001"/>
                  </a:lnTo>
                  <a:lnTo>
                    <a:pt x="918001" y="892"/>
                  </a:lnTo>
                  <a:lnTo>
                    <a:pt x="928150" y="784"/>
                  </a:lnTo>
                  <a:lnTo>
                    <a:pt x="938091" y="679"/>
                  </a:lnTo>
                  <a:lnTo>
                    <a:pt x="947830" y="577"/>
                  </a:lnTo>
                  <a:lnTo>
                    <a:pt x="957377" y="476"/>
                  </a:lnTo>
                  <a:lnTo>
                    <a:pt x="966738" y="377"/>
                  </a:lnTo>
                  <a:lnTo>
                    <a:pt x="975920" y="280"/>
                  </a:lnTo>
                  <a:lnTo>
                    <a:pt x="984932" y="185"/>
                  </a:lnTo>
                  <a:lnTo>
                    <a:pt x="993777" y="91"/>
                  </a:lnTo>
                  <a:lnTo>
                    <a:pt x="1002464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8" name="pl767"/>
            <p:cNvSpPr/>
            <p:nvPr/>
          </p:nvSpPr>
          <p:spPr>
            <a:xfrm>
              <a:off x="1477421" y="4558354"/>
              <a:ext cx="1002464" cy="77220"/>
            </a:xfrm>
            <a:custGeom>
              <a:avLst/>
              <a:pathLst>
                <a:path w="1002464" h="77220">
                  <a:moveTo>
                    <a:pt x="0" y="77220"/>
                  </a:moveTo>
                  <a:lnTo>
                    <a:pt x="64373" y="72262"/>
                  </a:lnTo>
                  <a:lnTo>
                    <a:pt x="121154" y="67888"/>
                  </a:lnTo>
                  <a:lnTo>
                    <a:pt x="171947" y="63975"/>
                  </a:lnTo>
                  <a:lnTo>
                    <a:pt x="217894" y="60436"/>
                  </a:lnTo>
                  <a:lnTo>
                    <a:pt x="259841" y="57205"/>
                  </a:lnTo>
                  <a:lnTo>
                    <a:pt x="298428" y="54232"/>
                  </a:lnTo>
                  <a:lnTo>
                    <a:pt x="334154" y="51480"/>
                  </a:lnTo>
                  <a:lnTo>
                    <a:pt x="367415" y="48918"/>
                  </a:lnTo>
                  <a:lnTo>
                    <a:pt x="398528" y="46521"/>
                  </a:lnTo>
                  <a:lnTo>
                    <a:pt x="427754" y="44270"/>
                  </a:lnTo>
                  <a:lnTo>
                    <a:pt x="455309" y="42147"/>
                  </a:lnTo>
                  <a:lnTo>
                    <a:pt x="481374" y="40140"/>
                  </a:lnTo>
                  <a:lnTo>
                    <a:pt x="506101" y="38235"/>
                  </a:lnTo>
                  <a:lnTo>
                    <a:pt x="529622" y="36423"/>
                  </a:lnTo>
                  <a:lnTo>
                    <a:pt x="552049" y="34695"/>
                  </a:lnTo>
                  <a:lnTo>
                    <a:pt x="573478" y="33045"/>
                  </a:lnTo>
                  <a:lnTo>
                    <a:pt x="593996" y="31464"/>
                  </a:lnTo>
                  <a:lnTo>
                    <a:pt x="613675" y="29948"/>
                  </a:lnTo>
                  <a:lnTo>
                    <a:pt x="632583" y="28492"/>
                  </a:lnTo>
                  <a:lnTo>
                    <a:pt x="650777" y="27090"/>
                  </a:lnTo>
                  <a:lnTo>
                    <a:pt x="668309" y="25740"/>
                  </a:lnTo>
                  <a:lnTo>
                    <a:pt x="685226" y="24437"/>
                  </a:lnTo>
                  <a:lnTo>
                    <a:pt x="701569" y="23178"/>
                  </a:lnTo>
                  <a:lnTo>
                    <a:pt x="717377" y="21960"/>
                  </a:lnTo>
                  <a:lnTo>
                    <a:pt x="732682" y="20781"/>
                  </a:lnTo>
                  <a:lnTo>
                    <a:pt x="747517" y="19638"/>
                  </a:lnTo>
                  <a:lnTo>
                    <a:pt x="761908" y="18530"/>
                  </a:lnTo>
                  <a:lnTo>
                    <a:pt x="775883" y="17453"/>
                  </a:lnTo>
                  <a:lnTo>
                    <a:pt x="789464" y="16407"/>
                  </a:lnTo>
                  <a:lnTo>
                    <a:pt x="802672" y="15390"/>
                  </a:lnTo>
                  <a:lnTo>
                    <a:pt x="815529" y="14399"/>
                  </a:lnTo>
                  <a:lnTo>
                    <a:pt x="828051" y="13435"/>
                  </a:lnTo>
                  <a:lnTo>
                    <a:pt x="840256" y="12495"/>
                  </a:lnTo>
                  <a:lnTo>
                    <a:pt x="852160" y="11578"/>
                  </a:lnTo>
                  <a:lnTo>
                    <a:pt x="863777" y="10683"/>
                  </a:lnTo>
                  <a:lnTo>
                    <a:pt x="875121" y="9809"/>
                  </a:lnTo>
                  <a:lnTo>
                    <a:pt x="886204" y="8955"/>
                  </a:lnTo>
                  <a:lnTo>
                    <a:pt x="897037" y="8121"/>
                  </a:lnTo>
                  <a:lnTo>
                    <a:pt x="907633" y="7304"/>
                  </a:lnTo>
                  <a:lnTo>
                    <a:pt x="918001" y="6506"/>
                  </a:lnTo>
                  <a:lnTo>
                    <a:pt x="928150" y="5724"/>
                  </a:lnTo>
                  <a:lnTo>
                    <a:pt x="938091" y="4958"/>
                  </a:lnTo>
                  <a:lnTo>
                    <a:pt x="947830" y="4208"/>
                  </a:lnTo>
                  <a:lnTo>
                    <a:pt x="957377" y="3473"/>
                  </a:lnTo>
                  <a:lnTo>
                    <a:pt x="966738" y="2752"/>
                  </a:lnTo>
                  <a:lnTo>
                    <a:pt x="975920" y="2044"/>
                  </a:lnTo>
                  <a:lnTo>
                    <a:pt x="984932" y="1350"/>
                  </a:lnTo>
                  <a:lnTo>
                    <a:pt x="993777" y="669"/>
                  </a:lnTo>
                  <a:lnTo>
                    <a:pt x="1002464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9" name="pl768"/>
            <p:cNvSpPr/>
            <p:nvPr/>
          </p:nvSpPr>
          <p:spPr>
            <a:xfrm>
              <a:off x="1477421" y="4471355"/>
              <a:ext cx="1002464" cy="86602"/>
            </a:xfrm>
            <a:custGeom>
              <a:avLst/>
              <a:pathLst>
                <a:path w="1002464" h="86602">
                  <a:moveTo>
                    <a:pt x="0" y="86602"/>
                  </a:moveTo>
                  <a:lnTo>
                    <a:pt x="64373" y="81041"/>
                  </a:lnTo>
                  <a:lnTo>
                    <a:pt x="121154" y="76136"/>
                  </a:lnTo>
                  <a:lnTo>
                    <a:pt x="171947" y="71748"/>
                  </a:lnTo>
                  <a:lnTo>
                    <a:pt x="217894" y="67778"/>
                  </a:lnTo>
                  <a:lnTo>
                    <a:pt x="259841" y="64154"/>
                  </a:lnTo>
                  <a:lnTo>
                    <a:pt x="298428" y="60821"/>
                  </a:lnTo>
                  <a:lnTo>
                    <a:pt x="334154" y="57735"/>
                  </a:lnTo>
                  <a:lnTo>
                    <a:pt x="367415" y="54861"/>
                  </a:lnTo>
                  <a:lnTo>
                    <a:pt x="398528" y="52173"/>
                  </a:lnTo>
                  <a:lnTo>
                    <a:pt x="427754" y="49649"/>
                  </a:lnTo>
                  <a:lnTo>
                    <a:pt x="455309" y="47268"/>
                  </a:lnTo>
                  <a:lnTo>
                    <a:pt x="481374" y="45016"/>
                  </a:lnTo>
                  <a:lnTo>
                    <a:pt x="506101" y="42880"/>
                  </a:lnTo>
                  <a:lnTo>
                    <a:pt x="529622" y="40848"/>
                  </a:lnTo>
                  <a:lnTo>
                    <a:pt x="552049" y="38911"/>
                  </a:lnTo>
                  <a:lnTo>
                    <a:pt x="573478" y="37059"/>
                  </a:lnTo>
                  <a:lnTo>
                    <a:pt x="593996" y="35287"/>
                  </a:lnTo>
                  <a:lnTo>
                    <a:pt x="613675" y="33587"/>
                  </a:lnTo>
                  <a:lnTo>
                    <a:pt x="632583" y="31953"/>
                  </a:lnTo>
                  <a:lnTo>
                    <a:pt x="650777" y="30382"/>
                  </a:lnTo>
                  <a:lnTo>
                    <a:pt x="668309" y="28867"/>
                  </a:lnTo>
                  <a:lnTo>
                    <a:pt x="685226" y="27406"/>
                  </a:lnTo>
                  <a:lnTo>
                    <a:pt x="701569" y="25994"/>
                  </a:lnTo>
                  <a:lnTo>
                    <a:pt x="717377" y="24628"/>
                  </a:lnTo>
                  <a:lnTo>
                    <a:pt x="732682" y="23306"/>
                  </a:lnTo>
                  <a:lnTo>
                    <a:pt x="747517" y="22024"/>
                  </a:lnTo>
                  <a:lnTo>
                    <a:pt x="761908" y="20781"/>
                  </a:lnTo>
                  <a:lnTo>
                    <a:pt x="775883" y="19574"/>
                  </a:lnTo>
                  <a:lnTo>
                    <a:pt x="789464" y="18401"/>
                  </a:lnTo>
                  <a:lnTo>
                    <a:pt x="802672" y="17259"/>
                  </a:lnTo>
                  <a:lnTo>
                    <a:pt x="815529" y="16149"/>
                  </a:lnTo>
                  <a:lnTo>
                    <a:pt x="828051" y="15067"/>
                  </a:lnTo>
                  <a:lnTo>
                    <a:pt x="840256" y="14013"/>
                  </a:lnTo>
                  <a:lnTo>
                    <a:pt x="852160" y="12984"/>
                  </a:lnTo>
                  <a:lnTo>
                    <a:pt x="863777" y="11981"/>
                  </a:lnTo>
                  <a:lnTo>
                    <a:pt x="875121" y="11001"/>
                  </a:lnTo>
                  <a:lnTo>
                    <a:pt x="886204" y="10043"/>
                  </a:lnTo>
                  <a:lnTo>
                    <a:pt x="897037" y="9107"/>
                  </a:lnTo>
                  <a:lnTo>
                    <a:pt x="907633" y="8192"/>
                  </a:lnTo>
                  <a:lnTo>
                    <a:pt x="918001" y="7296"/>
                  </a:lnTo>
                  <a:lnTo>
                    <a:pt x="928150" y="6419"/>
                  </a:lnTo>
                  <a:lnTo>
                    <a:pt x="938091" y="5561"/>
                  </a:lnTo>
                  <a:lnTo>
                    <a:pt x="947830" y="4719"/>
                  </a:lnTo>
                  <a:lnTo>
                    <a:pt x="957377" y="3895"/>
                  </a:lnTo>
                  <a:lnTo>
                    <a:pt x="966738" y="3086"/>
                  </a:lnTo>
                  <a:lnTo>
                    <a:pt x="975920" y="2293"/>
                  </a:lnTo>
                  <a:lnTo>
                    <a:pt x="984932" y="1514"/>
                  </a:lnTo>
                  <a:lnTo>
                    <a:pt x="993777" y="750"/>
                  </a:lnTo>
                  <a:lnTo>
                    <a:pt x="1002464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0" name="pl769"/>
            <p:cNvSpPr/>
            <p:nvPr/>
          </p:nvSpPr>
          <p:spPr>
            <a:xfrm>
              <a:off x="1477421" y="4494329"/>
              <a:ext cx="1002464" cy="72691"/>
            </a:xfrm>
            <a:custGeom>
              <a:avLst/>
              <a:pathLst>
                <a:path w="1002464" h="72691">
                  <a:moveTo>
                    <a:pt x="0" y="0"/>
                  </a:moveTo>
                  <a:lnTo>
                    <a:pt x="64373" y="4667"/>
                  </a:lnTo>
                  <a:lnTo>
                    <a:pt x="121154" y="8785"/>
                  </a:lnTo>
                  <a:lnTo>
                    <a:pt x="171947" y="12468"/>
                  </a:lnTo>
                  <a:lnTo>
                    <a:pt x="217894" y="15800"/>
                  </a:lnTo>
                  <a:lnTo>
                    <a:pt x="259841" y="18841"/>
                  </a:lnTo>
                  <a:lnTo>
                    <a:pt x="298428" y="21639"/>
                  </a:lnTo>
                  <a:lnTo>
                    <a:pt x="334154" y="24230"/>
                  </a:lnTo>
                  <a:lnTo>
                    <a:pt x="367415" y="26642"/>
                  </a:lnTo>
                  <a:lnTo>
                    <a:pt x="398528" y="28898"/>
                  </a:lnTo>
                  <a:lnTo>
                    <a:pt x="427754" y="31017"/>
                  </a:lnTo>
                  <a:lnTo>
                    <a:pt x="455309" y="33015"/>
                  </a:lnTo>
                  <a:lnTo>
                    <a:pt x="481374" y="34905"/>
                  </a:lnTo>
                  <a:lnTo>
                    <a:pt x="506101" y="36698"/>
                  </a:lnTo>
                  <a:lnTo>
                    <a:pt x="529622" y="38404"/>
                  </a:lnTo>
                  <a:lnTo>
                    <a:pt x="552049" y="40030"/>
                  </a:lnTo>
                  <a:lnTo>
                    <a:pt x="573478" y="41584"/>
                  </a:lnTo>
                  <a:lnTo>
                    <a:pt x="593996" y="43072"/>
                  </a:lnTo>
                  <a:lnTo>
                    <a:pt x="613675" y="44499"/>
                  </a:lnTo>
                  <a:lnTo>
                    <a:pt x="632583" y="45870"/>
                  </a:lnTo>
                  <a:lnTo>
                    <a:pt x="650777" y="47189"/>
                  </a:lnTo>
                  <a:lnTo>
                    <a:pt x="668309" y="48460"/>
                  </a:lnTo>
                  <a:lnTo>
                    <a:pt x="685226" y="49687"/>
                  </a:lnTo>
                  <a:lnTo>
                    <a:pt x="701569" y="50872"/>
                  </a:lnTo>
                  <a:lnTo>
                    <a:pt x="717377" y="52018"/>
                  </a:lnTo>
                  <a:lnTo>
                    <a:pt x="732682" y="53128"/>
                  </a:lnTo>
                  <a:lnTo>
                    <a:pt x="747517" y="54204"/>
                  </a:lnTo>
                  <a:lnTo>
                    <a:pt x="761908" y="55247"/>
                  </a:lnTo>
                  <a:lnTo>
                    <a:pt x="775883" y="56261"/>
                  </a:lnTo>
                  <a:lnTo>
                    <a:pt x="789464" y="57246"/>
                  </a:lnTo>
                  <a:lnTo>
                    <a:pt x="802672" y="58203"/>
                  </a:lnTo>
                  <a:lnTo>
                    <a:pt x="815529" y="59136"/>
                  </a:lnTo>
                  <a:lnTo>
                    <a:pt x="828051" y="60044"/>
                  </a:lnTo>
                  <a:lnTo>
                    <a:pt x="840256" y="60929"/>
                  </a:lnTo>
                  <a:lnTo>
                    <a:pt x="852160" y="61792"/>
                  </a:lnTo>
                  <a:lnTo>
                    <a:pt x="863777" y="62634"/>
                  </a:lnTo>
                  <a:lnTo>
                    <a:pt x="875121" y="63457"/>
                  </a:lnTo>
                  <a:lnTo>
                    <a:pt x="886204" y="64260"/>
                  </a:lnTo>
                  <a:lnTo>
                    <a:pt x="897037" y="65046"/>
                  </a:lnTo>
                  <a:lnTo>
                    <a:pt x="907633" y="65814"/>
                  </a:lnTo>
                  <a:lnTo>
                    <a:pt x="918001" y="66566"/>
                  </a:lnTo>
                  <a:lnTo>
                    <a:pt x="928150" y="67302"/>
                  </a:lnTo>
                  <a:lnTo>
                    <a:pt x="938091" y="68023"/>
                  </a:lnTo>
                  <a:lnTo>
                    <a:pt x="947830" y="68729"/>
                  </a:lnTo>
                  <a:lnTo>
                    <a:pt x="957377" y="69421"/>
                  </a:lnTo>
                  <a:lnTo>
                    <a:pt x="966738" y="70100"/>
                  </a:lnTo>
                  <a:lnTo>
                    <a:pt x="975920" y="70766"/>
                  </a:lnTo>
                  <a:lnTo>
                    <a:pt x="984932" y="71419"/>
                  </a:lnTo>
                  <a:lnTo>
                    <a:pt x="993777" y="72061"/>
                  </a:lnTo>
                  <a:lnTo>
                    <a:pt x="1002464" y="72691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1" name="pl770"/>
            <p:cNvSpPr/>
            <p:nvPr/>
          </p:nvSpPr>
          <p:spPr>
            <a:xfrm>
              <a:off x="1477421" y="4589392"/>
              <a:ext cx="1002464" cy="127834"/>
            </a:xfrm>
            <a:custGeom>
              <a:avLst/>
              <a:pathLst>
                <a:path w="1002464" h="127834">
                  <a:moveTo>
                    <a:pt x="0" y="0"/>
                  </a:moveTo>
                  <a:lnTo>
                    <a:pt x="64373" y="8208"/>
                  </a:lnTo>
                  <a:lnTo>
                    <a:pt x="121154" y="15449"/>
                  </a:lnTo>
                  <a:lnTo>
                    <a:pt x="171947" y="21926"/>
                  </a:lnTo>
                  <a:lnTo>
                    <a:pt x="217894" y="27785"/>
                  </a:lnTo>
                  <a:lnTo>
                    <a:pt x="259841" y="33135"/>
                  </a:lnTo>
                  <a:lnTo>
                    <a:pt x="298428" y="38055"/>
                  </a:lnTo>
                  <a:lnTo>
                    <a:pt x="334154" y="42611"/>
                  </a:lnTo>
                  <a:lnTo>
                    <a:pt x="367415" y="46852"/>
                  </a:lnTo>
                  <a:lnTo>
                    <a:pt x="398528" y="50820"/>
                  </a:lnTo>
                  <a:lnTo>
                    <a:pt x="427754" y="54547"/>
                  </a:lnTo>
                  <a:lnTo>
                    <a:pt x="455309" y="58061"/>
                  </a:lnTo>
                  <a:lnTo>
                    <a:pt x="481374" y="61384"/>
                  </a:lnTo>
                  <a:lnTo>
                    <a:pt x="506101" y="64538"/>
                  </a:lnTo>
                  <a:lnTo>
                    <a:pt x="529622" y="67537"/>
                  </a:lnTo>
                  <a:lnTo>
                    <a:pt x="552049" y="70397"/>
                  </a:lnTo>
                  <a:lnTo>
                    <a:pt x="573478" y="73130"/>
                  </a:lnTo>
                  <a:lnTo>
                    <a:pt x="593996" y="75746"/>
                  </a:lnTo>
                  <a:lnTo>
                    <a:pt x="613675" y="78256"/>
                  </a:lnTo>
                  <a:lnTo>
                    <a:pt x="632583" y="80667"/>
                  </a:lnTo>
                  <a:lnTo>
                    <a:pt x="650777" y="82987"/>
                  </a:lnTo>
                  <a:lnTo>
                    <a:pt x="668309" y="85222"/>
                  </a:lnTo>
                  <a:lnTo>
                    <a:pt x="685226" y="87380"/>
                  </a:lnTo>
                  <a:lnTo>
                    <a:pt x="701569" y="89464"/>
                  </a:lnTo>
                  <a:lnTo>
                    <a:pt x="717377" y="91480"/>
                  </a:lnTo>
                  <a:lnTo>
                    <a:pt x="732682" y="93431"/>
                  </a:lnTo>
                  <a:lnTo>
                    <a:pt x="747517" y="95323"/>
                  </a:lnTo>
                  <a:lnTo>
                    <a:pt x="761908" y="97158"/>
                  </a:lnTo>
                  <a:lnTo>
                    <a:pt x="775883" y="98940"/>
                  </a:lnTo>
                  <a:lnTo>
                    <a:pt x="789464" y="100672"/>
                  </a:lnTo>
                  <a:lnTo>
                    <a:pt x="802672" y="102356"/>
                  </a:lnTo>
                  <a:lnTo>
                    <a:pt x="815529" y="103996"/>
                  </a:lnTo>
                  <a:lnTo>
                    <a:pt x="828051" y="105593"/>
                  </a:lnTo>
                  <a:lnTo>
                    <a:pt x="840256" y="107149"/>
                  </a:lnTo>
                  <a:lnTo>
                    <a:pt x="852160" y="108667"/>
                  </a:lnTo>
                  <a:lnTo>
                    <a:pt x="863777" y="110149"/>
                  </a:lnTo>
                  <a:lnTo>
                    <a:pt x="875121" y="111595"/>
                  </a:lnTo>
                  <a:lnTo>
                    <a:pt x="886204" y="113008"/>
                  </a:lnTo>
                  <a:lnTo>
                    <a:pt x="897037" y="114390"/>
                  </a:lnTo>
                  <a:lnTo>
                    <a:pt x="907633" y="115741"/>
                  </a:lnTo>
                  <a:lnTo>
                    <a:pt x="918001" y="117063"/>
                  </a:lnTo>
                  <a:lnTo>
                    <a:pt x="928150" y="118357"/>
                  </a:lnTo>
                  <a:lnTo>
                    <a:pt x="938091" y="119625"/>
                  </a:lnTo>
                  <a:lnTo>
                    <a:pt x="947830" y="120867"/>
                  </a:lnTo>
                  <a:lnTo>
                    <a:pt x="957377" y="122084"/>
                  </a:lnTo>
                  <a:lnTo>
                    <a:pt x="966738" y="123278"/>
                  </a:lnTo>
                  <a:lnTo>
                    <a:pt x="975920" y="124449"/>
                  </a:lnTo>
                  <a:lnTo>
                    <a:pt x="984932" y="125598"/>
                  </a:lnTo>
                  <a:lnTo>
                    <a:pt x="993777" y="126726"/>
                  </a:lnTo>
                  <a:lnTo>
                    <a:pt x="1002464" y="127834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2" name="pl771"/>
            <p:cNvSpPr/>
            <p:nvPr/>
          </p:nvSpPr>
          <p:spPr>
            <a:xfrm>
              <a:off x="1477421" y="4555035"/>
              <a:ext cx="1002464" cy="4744"/>
            </a:xfrm>
            <a:custGeom>
              <a:avLst/>
              <a:pathLst>
                <a:path w="1002464" h="4744">
                  <a:moveTo>
                    <a:pt x="0" y="4744"/>
                  </a:moveTo>
                  <a:lnTo>
                    <a:pt x="64373" y="4440"/>
                  </a:lnTo>
                  <a:lnTo>
                    <a:pt x="121154" y="4171"/>
                  </a:lnTo>
                  <a:lnTo>
                    <a:pt x="171947" y="3930"/>
                  </a:lnTo>
                  <a:lnTo>
                    <a:pt x="217894" y="3713"/>
                  </a:lnTo>
                  <a:lnTo>
                    <a:pt x="259841" y="3514"/>
                  </a:lnTo>
                  <a:lnTo>
                    <a:pt x="298428" y="3332"/>
                  </a:lnTo>
                  <a:lnTo>
                    <a:pt x="334154" y="3163"/>
                  </a:lnTo>
                  <a:lnTo>
                    <a:pt x="367415" y="3005"/>
                  </a:lnTo>
                  <a:lnTo>
                    <a:pt x="398528" y="2858"/>
                  </a:lnTo>
                  <a:lnTo>
                    <a:pt x="427754" y="2720"/>
                  </a:lnTo>
                  <a:lnTo>
                    <a:pt x="455309" y="2589"/>
                  </a:lnTo>
                  <a:lnTo>
                    <a:pt x="481374" y="2466"/>
                  </a:lnTo>
                  <a:lnTo>
                    <a:pt x="506101" y="2349"/>
                  </a:lnTo>
                  <a:lnTo>
                    <a:pt x="529622" y="2238"/>
                  </a:lnTo>
                  <a:lnTo>
                    <a:pt x="552049" y="2131"/>
                  </a:lnTo>
                  <a:lnTo>
                    <a:pt x="573478" y="2030"/>
                  </a:lnTo>
                  <a:lnTo>
                    <a:pt x="593996" y="1933"/>
                  </a:lnTo>
                  <a:lnTo>
                    <a:pt x="613675" y="1840"/>
                  </a:lnTo>
                  <a:lnTo>
                    <a:pt x="632583" y="1750"/>
                  </a:lnTo>
                  <a:lnTo>
                    <a:pt x="650777" y="1664"/>
                  </a:lnTo>
                  <a:lnTo>
                    <a:pt x="668309" y="1581"/>
                  </a:lnTo>
                  <a:lnTo>
                    <a:pt x="685226" y="1501"/>
                  </a:lnTo>
                  <a:lnTo>
                    <a:pt x="701569" y="1424"/>
                  </a:lnTo>
                  <a:lnTo>
                    <a:pt x="717377" y="1349"/>
                  </a:lnTo>
                  <a:lnTo>
                    <a:pt x="732682" y="1276"/>
                  </a:lnTo>
                  <a:lnTo>
                    <a:pt x="747517" y="1206"/>
                  </a:lnTo>
                  <a:lnTo>
                    <a:pt x="761908" y="1138"/>
                  </a:lnTo>
                  <a:lnTo>
                    <a:pt x="775883" y="1072"/>
                  </a:lnTo>
                  <a:lnTo>
                    <a:pt x="789464" y="1008"/>
                  </a:lnTo>
                  <a:lnTo>
                    <a:pt x="802672" y="945"/>
                  </a:lnTo>
                  <a:lnTo>
                    <a:pt x="815529" y="884"/>
                  </a:lnTo>
                  <a:lnTo>
                    <a:pt x="828051" y="825"/>
                  </a:lnTo>
                  <a:lnTo>
                    <a:pt x="840256" y="767"/>
                  </a:lnTo>
                  <a:lnTo>
                    <a:pt x="852160" y="711"/>
                  </a:lnTo>
                  <a:lnTo>
                    <a:pt x="863777" y="656"/>
                  </a:lnTo>
                  <a:lnTo>
                    <a:pt x="875121" y="602"/>
                  </a:lnTo>
                  <a:lnTo>
                    <a:pt x="886204" y="550"/>
                  </a:lnTo>
                  <a:lnTo>
                    <a:pt x="897037" y="498"/>
                  </a:lnTo>
                  <a:lnTo>
                    <a:pt x="907633" y="448"/>
                  </a:lnTo>
                  <a:lnTo>
                    <a:pt x="918001" y="399"/>
                  </a:lnTo>
                  <a:lnTo>
                    <a:pt x="928150" y="351"/>
                  </a:lnTo>
                  <a:lnTo>
                    <a:pt x="938091" y="304"/>
                  </a:lnTo>
                  <a:lnTo>
                    <a:pt x="947830" y="258"/>
                  </a:lnTo>
                  <a:lnTo>
                    <a:pt x="957377" y="213"/>
                  </a:lnTo>
                  <a:lnTo>
                    <a:pt x="966738" y="169"/>
                  </a:lnTo>
                  <a:lnTo>
                    <a:pt x="975920" y="125"/>
                  </a:lnTo>
                  <a:lnTo>
                    <a:pt x="984932" y="82"/>
                  </a:lnTo>
                  <a:lnTo>
                    <a:pt x="993777" y="41"/>
                  </a:lnTo>
                  <a:lnTo>
                    <a:pt x="1002464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3" name="pl772"/>
            <p:cNvSpPr/>
            <p:nvPr/>
          </p:nvSpPr>
          <p:spPr>
            <a:xfrm>
              <a:off x="1477421" y="4578040"/>
              <a:ext cx="1002464" cy="50870"/>
            </a:xfrm>
            <a:custGeom>
              <a:avLst/>
              <a:pathLst>
                <a:path w="1002464" h="50870">
                  <a:moveTo>
                    <a:pt x="0" y="0"/>
                  </a:moveTo>
                  <a:lnTo>
                    <a:pt x="64373" y="3266"/>
                  </a:lnTo>
                  <a:lnTo>
                    <a:pt x="121154" y="6148"/>
                  </a:lnTo>
                  <a:lnTo>
                    <a:pt x="171947" y="8725"/>
                  </a:lnTo>
                  <a:lnTo>
                    <a:pt x="217894" y="11057"/>
                  </a:lnTo>
                  <a:lnTo>
                    <a:pt x="259841" y="13185"/>
                  </a:lnTo>
                  <a:lnTo>
                    <a:pt x="298428" y="15143"/>
                  </a:lnTo>
                  <a:lnTo>
                    <a:pt x="334154" y="16956"/>
                  </a:lnTo>
                  <a:lnTo>
                    <a:pt x="367415" y="18644"/>
                  </a:lnTo>
                  <a:lnTo>
                    <a:pt x="398528" y="20223"/>
                  </a:lnTo>
                  <a:lnTo>
                    <a:pt x="427754" y="21706"/>
                  </a:lnTo>
                  <a:lnTo>
                    <a:pt x="455309" y="23104"/>
                  </a:lnTo>
                  <a:lnTo>
                    <a:pt x="481374" y="24427"/>
                  </a:lnTo>
                  <a:lnTo>
                    <a:pt x="506101" y="25682"/>
                  </a:lnTo>
                  <a:lnTo>
                    <a:pt x="529622" y="26876"/>
                  </a:lnTo>
                  <a:lnTo>
                    <a:pt x="552049" y="28014"/>
                  </a:lnTo>
                  <a:lnTo>
                    <a:pt x="573478" y="29101"/>
                  </a:lnTo>
                  <a:lnTo>
                    <a:pt x="593996" y="30142"/>
                  </a:lnTo>
                  <a:lnTo>
                    <a:pt x="613675" y="31141"/>
                  </a:lnTo>
                  <a:lnTo>
                    <a:pt x="632583" y="32100"/>
                  </a:lnTo>
                  <a:lnTo>
                    <a:pt x="650777" y="33024"/>
                  </a:lnTo>
                  <a:lnTo>
                    <a:pt x="668309" y="33913"/>
                  </a:lnTo>
                  <a:lnTo>
                    <a:pt x="685226" y="34772"/>
                  </a:lnTo>
                  <a:lnTo>
                    <a:pt x="701569" y="35601"/>
                  </a:lnTo>
                  <a:lnTo>
                    <a:pt x="717377" y="36403"/>
                  </a:lnTo>
                  <a:lnTo>
                    <a:pt x="732682" y="37180"/>
                  </a:lnTo>
                  <a:lnTo>
                    <a:pt x="747517" y="37933"/>
                  </a:lnTo>
                  <a:lnTo>
                    <a:pt x="761908" y="38663"/>
                  </a:lnTo>
                  <a:lnTo>
                    <a:pt x="775883" y="39372"/>
                  </a:lnTo>
                  <a:lnTo>
                    <a:pt x="789464" y="40061"/>
                  </a:lnTo>
                  <a:lnTo>
                    <a:pt x="802672" y="40732"/>
                  </a:lnTo>
                  <a:lnTo>
                    <a:pt x="815529" y="41384"/>
                  </a:lnTo>
                  <a:lnTo>
                    <a:pt x="828051" y="42019"/>
                  </a:lnTo>
                  <a:lnTo>
                    <a:pt x="840256" y="42639"/>
                  </a:lnTo>
                  <a:lnTo>
                    <a:pt x="852160" y="43243"/>
                  </a:lnTo>
                  <a:lnTo>
                    <a:pt x="863777" y="43832"/>
                  </a:lnTo>
                  <a:lnTo>
                    <a:pt x="875121" y="44408"/>
                  </a:lnTo>
                  <a:lnTo>
                    <a:pt x="886204" y="44970"/>
                  </a:lnTo>
                  <a:lnTo>
                    <a:pt x="897037" y="45520"/>
                  </a:lnTo>
                  <a:lnTo>
                    <a:pt x="907633" y="46058"/>
                  </a:lnTo>
                  <a:lnTo>
                    <a:pt x="918001" y="46584"/>
                  </a:lnTo>
                  <a:lnTo>
                    <a:pt x="928150" y="47099"/>
                  </a:lnTo>
                  <a:lnTo>
                    <a:pt x="938091" y="47604"/>
                  </a:lnTo>
                  <a:lnTo>
                    <a:pt x="947830" y="48098"/>
                  </a:lnTo>
                  <a:lnTo>
                    <a:pt x="957377" y="48582"/>
                  </a:lnTo>
                  <a:lnTo>
                    <a:pt x="966738" y="49057"/>
                  </a:lnTo>
                  <a:lnTo>
                    <a:pt x="975920" y="49523"/>
                  </a:lnTo>
                  <a:lnTo>
                    <a:pt x="984932" y="49980"/>
                  </a:lnTo>
                  <a:lnTo>
                    <a:pt x="993777" y="50429"/>
                  </a:lnTo>
                  <a:lnTo>
                    <a:pt x="1002464" y="5087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4" name="rc773"/>
            <p:cNvSpPr/>
            <p:nvPr/>
          </p:nvSpPr>
          <p:spPr>
            <a:xfrm>
              <a:off x="1404926" y="3944522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75" name="pl774"/>
            <p:cNvSpPr/>
            <p:nvPr/>
          </p:nvSpPr>
          <p:spPr>
            <a:xfrm>
              <a:off x="1404926" y="3944522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tx775"/>
            <p:cNvSpPr/>
            <p:nvPr/>
          </p:nvSpPr>
          <p:spPr>
            <a:xfrm rot="-5400000">
              <a:off x="1235360" y="470187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777" name="tx776"/>
            <p:cNvSpPr/>
            <p:nvPr/>
          </p:nvSpPr>
          <p:spPr>
            <a:xfrm rot="-5400000">
              <a:off x="1235360" y="442483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778" name="tx777"/>
            <p:cNvSpPr/>
            <p:nvPr/>
          </p:nvSpPr>
          <p:spPr>
            <a:xfrm rot="-5400000">
              <a:off x="1235360" y="414779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779" name="pl778"/>
            <p:cNvSpPr/>
            <p:nvPr/>
          </p:nvSpPr>
          <p:spPr>
            <a:xfrm>
              <a:off x="1376458" y="473831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l779"/>
            <p:cNvSpPr/>
            <p:nvPr/>
          </p:nvSpPr>
          <p:spPr>
            <a:xfrm>
              <a:off x="1376458" y="446127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l780"/>
            <p:cNvSpPr/>
            <p:nvPr/>
          </p:nvSpPr>
          <p:spPr>
            <a:xfrm>
              <a:off x="1376458" y="418423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l781"/>
            <p:cNvSpPr/>
            <p:nvPr/>
          </p:nvSpPr>
          <p:spPr>
            <a:xfrm>
              <a:off x="1404926" y="4815197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l782"/>
            <p:cNvSpPr/>
            <p:nvPr/>
          </p:nvSpPr>
          <p:spPr>
            <a:xfrm>
              <a:off x="1477421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l783"/>
            <p:cNvSpPr/>
            <p:nvPr/>
          </p:nvSpPr>
          <p:spPr>
            <a:xfrm>
              <a:off x="1811576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l784"/>
            <p:cNvSpPr/>
            <p:nvPr/>
          </p:nvSpPr>
          <p:spPr>
            <a:xfrm>
              <a:off x="2145731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l785"/>
            <p:cNvSpPr/>
            <p:nvPr/>
          </p:nvSpPr>
          <p:spPr>
            <a:xfrm>
              <a:off x="2479886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tx786"/>
            <p:cNvSpPr/>
            <p:nvPr/>
          </p:nvSpPr>
          <p:spPr>
            <a:xfrm>
              <a:off x="1449166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88" name="tx787"/>
            <p:cNvSpPr/>
            <p:nvPr/>
          </p:nvSpPr>
          <p:spPr>
            <a:xfrm>
              <a:off x="1783321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89" name="tx788"/>
            <p:cNvSpPr/>
            <p:nvPr/>
          </p:nvSpPr>
          <p:spPr>
            <a:xfrm>
              <a:off x="2117476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90" name="tx789"/>
            <p:cNvSpPr/>
            <p:nvPr/>
          </p:nvSpPr>
          <p:spPr>
            <a:xfrm>
              <a:off x="2451631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791" name="tx790"/>
            <p:cNvSpPr/>
            <p:nvPr/>
          </p:nvSpPr>
          <p:spPr>
            <a:xfrm>
              <a:off x="1717465" y="5024076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792" name="tx791"/>
            <p:cNvSpPr/>
            <p:nvPr/>
          </p:nvSpPr>
          <p:spPr>
            <a:xfrm rot="-5400000">
              <a:off x="1029178" y="4334277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793" name="tx792"/>
            <p:cNvSpPr/>
            <p:nvPr/>
          </p:nvSpPr>
          <p:spPr>
            <a:xfrm>
              <a:off x="1404926" y="3767982"/>
              <a:ext cx="45143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(h) SRL</a:t>
              </a:r>
            </a:p>
          </p:txBody>
        </p:sp>
        <p:sp>
          <p:nvSpPr>
            <p:cNvPr id="794" name="rc793"/>
            <p:cNvSpPr/>
            <p:nvPr/>
          </p:nvSpPr>
          <p:spPr>
            <a:xfrm>
              <a:off x="2833646" y="3944522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2898959" y="433621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2858194" y="413446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2892860" y="436822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2887645" y="434454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2866907" y="403302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2857718" y="431973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2869442" y="458697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2866835" y="450061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2873940" y="435078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2869272" y="398703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3221059" y="474754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3222883" y="429760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3226081" y="437107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3202679" y="466314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3204339" y="437635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3223723" y="448801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3198381" y="454933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3189183" y="460666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3233267" y="444779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3198049" y="421855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3188523" y="418308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3196241" y="454360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3209185" y="442999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3221398" y="446088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3207519" y="437476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3214758" y="414515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3216279" y="450595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3202038" y="403387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3523779" y="411327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3539958" y="441037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3544701" y="435073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3560700" y="449432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3531462" y="447709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3538953" y="455506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3534483" y="430173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3543303" y="421901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3528741" y="422425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3529691" y="426282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3557122" y="438669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3521363" y="406243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3561972" y="457050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3530144" y="465210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3565878" y="433474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3562068" y="417800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3550410" y="438844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3532400" y="464970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3558474" y="395602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3562259" y="428346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3887053" y="450477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3885533" y="438180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3856849" y="449798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3864768" y="448572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3894358" y="454820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3854230" y="433478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3860410" y="445839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3889052" y="471595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3885003" y="438596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3895859" y="454386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3875253" y="455272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3879565" y="443131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3879378" y="435455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3863090" y="461397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3864784" y="455648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3870401" y="457290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3900628" y="418845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3898548" y="428777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3863898" y="457916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3886110" y="442653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3866204" y="431813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3878122" y="434754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3884262" y="430308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3882847" y="449574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7" name="pl866"/>
            <p:cNvSpPr/>
            <p:nvPr/>
          </p:nvSpPr>
          <p:spPr>
            <a:xfrm>
              <a:off x="2905370" y="4384762"/>
              <a:ext cx="1000830" cy="6962"/>
            </a:xfrm>
            <a:custGeom>
              <a:avLst/>
              <a:pathLst>
                <a:path w="1000830" h="6962">
                  <a:moveTo>
                    <a:pt x="0" y="0"/>
                  </a:moveTo>
                  <a:lnTo>
                    <a:pt x="64268" y="447"/>
                  </a:lnTo>
                  <a:lnTo>
                    <a:pt x="120957" y="841"/>
                  </a:lnTo>
                  <a:lnTo>
                    <a:pt x="171666" y="1194"/>
                  </a:lnTo>
                  <a:lnTo>
                    <a:pt x="217539" y="1513"/>
                  </a:lnTo>
                  <a:lnTo>
                    <a:pt x="259417" y="1804"/>
                  </a:lnTo>
                  <a:lnTo>
                    <a:pt x="297942" y="2072"/>
                  </a:lnTo>
                  <a:lnTo>
                    <a:pt x="333610" y="2320"/>
                  </a:lnTo>
                  <a:lnTo>
                    <a:pt x="366816" y="2551"/>
                  </a:lnTo>
                  <a:lnTo>
                    <a:pt x="397878" y="2767"/>
                  </a:lnTo>
                  <a:lnTo>
                    <a:pt x="427056" y="2970"/>
                  </a:lnTo>
                  <a:lnTo>
                    <a:pt x="454567" y="3162"/>
                  </a:lnTo>
                  <a:lnTo>
                    <a:pt x="480589" y="3343"/>
                  </a:lnTo>
                  <a:lnTo>
                    <a:pt x="505276" y="3514"/>
                  </a:lnTo>
                  <a:lnTo>
                    <a:pt x="528759" y="3678"/>
                  </a:lnTo>
                  <a:lnTo>
                    <a:pt x="551149" y="3833"/>
                  </a:lnTo>
                  <a:lnTo>
                    <a:pt x="572543" y="3982"/>
                  </a:lnTo>
                  <a:lnTo>
                    <a:pt x="593027" y="4125"/>
                  </a:lnTo>
                  <a:lnTo>
                    <a:pt x="612675" y="4261"/>
                  </a:lnTo>
                  <a:lnTo>
                    <a:pt x="631552" y="4393"/>
                  </a:lnTo>
                  <a:lnTo>
                    <a:pt x="649716" y="4519"/>
                  </a:lnTo>
                  <a:lnTo>
                    <a:pt x="667220" y="4641"/>
                  </a:lnTo>
                  <a:lnTo>
                    <a:pt x="684109" y="4758"/>
                  </a:lnTo>
                  <a:lnTo>
                    <a:pt x="700426" y="4872"/>
                  </a:lnTo>
                  <a:lnTo>
                    <a:pt x="716207" y="4982"/>
                  </a:lnTo>
                  <a:lnTo>
                    <a:pt x="731488" y="5088"/>
                  </a:lnTo>
                  <a:lnTo>
                    <a:pt x="746298" y="5191"/>
                  </a:lnTo>
                  <a:lnTo>
                    <a:pt x="760666" y="5291"/>
                  </a:lnTo>
                  <a:lnTo>
                    <a:pt x="774618" y="5388"/>
                  </a:lnTo>
                  <a:lnTo>
                    <a:pt x="788177" y="5482"/>
                  </a:lnTo>
                  <a:lnTo>
                    <a:pt x="801364" y="5574"/>
                  </a:lnTo>
                  <a:lnTo>
                    <a:pt x="814199" y="5663"/>
                  </a:lnTo>
                  <a:lnTo>
                    <a:pt x="826701" y="5750"/>
                  </a:lnTo>
                  <a:lnTo>
                    <a:pt x="838886" y="5835"/>
                  </a:lnTo>
                  <a:lnTo>
                    <a:pt x="850771" y="5918"/>
                  </a:lnTo>
                  <a:lnTo>
                    <a:pt x="862369" y="5998"/>
                  </a:lnTo>
                  <a:lnTo>
                    <a:pt x="873694" y="6077"/>
                  </a:lnTo>
                  <a:lnTo>
                    <a:pt x="884759" y="6154"/>
                  </a:lnTo>
                  <a:lnTo>
                    <a:pt x="895575" y="6229"/>
                  </a:lnTo>
                  <a:lnTo>
                    <a:pt x="906154" y="6303"/>
                  </a:lnTo>
                  <a:lnTo>
                    <a:pt x="916504" y="6375"/>
                  </a:lnTo>
                  <a:lnTo>
                    <a:pt x="926637" y="6445"/>
                  </a:lnTo>
                  <a:lnTo>
                    <a:pt x="936561" y="6514"/>
                  </a:lnTo>
                  <a:lnTo>
                    <a:pt x="946285" y="6582"/>
                  </a:lnTo>
                  <a:lnTo>
                    <a:pt x="955816" y="6648"/>
                  </a:lnTo>
                  <a:lnTo>
                    <a:pt x="965162" y="6713"/>
                  </a:lnTo>
                  <a:lnTo>
                    <a:pt x="974330" y="6777"/>
                  </a:lnTo>
                  <a:lnTo>
                    <a:pt x="983326" y="6840"/>
                  </a:lnTo>
                  <a:lnTo>
                    <a:pt x="992157" y="6901"/>
                  </a:lnTo>
                  <a:lnTo>
                    <a:pt x="1000830" y="6962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68" name="pl867"/>
            <p:cNvSpPr/>
            <p:nvPr/>
          </p:nvSpPr>
          <p:spPr>
            <a:xfrm>
              <a:off x="2905370" y="4373539"/>
              <a:ext cx="1000830" cy="9043"/>
            </a:xfrm>
            <a:custGeom>
              <a:avLst/>
              <a:pathLst>
                <a:path w="1000830" h="9043">
                  <a:moveTo>
                    <a:pt x="0" y="9043"/>
                  </a:moveTo>
                  <a:lnTo>
                    <a:pt x="64268" y="8462"/>
                  </a:lnTo>
                  <a:lnTo>
                    <a:pt x="120957" y="7950"/>
                  </a:lnTo>
                  <a:lnTo>
                    <a:pt x="171666" y="7492"/>
                  </a:lnTo>
                  <a:lnTo>
                    <a:pt x="217539" y="7077"/>
                  </a:lnTo>
                  <a:lnTo>
                    <a:pt x="259417" y="6699"/>
                  </a:lnTo>
                  <a:lnTo>
                    <a:pt x="297942" y="6351"/>
                  </a:lnTo>
                  <a:lnTo>
                    <a:pt x="333610" y="6029"/>
                  </a:lnTo>
                  <a:lnTo>
                    <a:pt x="366816" y="5729"/>
                  </a:lnTo>
                  <a:lnTo>
                    <a:pt x="397878" y="5448"/>
                  </a:lnTo>
                  <a:lnTo>
                    <a:pt x="427056" y="5184"/>
                  </a:lnTo>
                  <a:lnTo>
                    <a:pt x="454567" y="4936"/>
                  </a:lnTo>
                  <a:lnTo>
                    <a:pt x="480589" y="4700"/>
                  </a:lnTo>
                  <a:lnTo>
                    <a:pt x="505276" y="4477"/>
                  </a:lnTo>
                  <a:lnTo>
                    <a:pt x="528759" y="4265"/>
                  </a:lnTo>
                  <a:lnTo>
                    <a:pt x="551149" y="4063"/>
                  </a:lnTo>
                  <a:lnTo>
                    <a:pt x="572543" y="3870"/>
                  </a:lnTo>
                  <a:lnTo>
                    <a:pt x="593027" y="3684"/>
                  </a:lnTo>
                  <a:lnTo>
                    <a:pt x="612675" y="3507"/>
                  </a:lnTo>
                  <a:lnTo>
                    <a:pt x="631552" y="3336"/>
                  </a:lnTo>
                  <a:lnTo>
                    <a:pt x="649716" y="3172"/>
                  </a:lnTo>
                  <a:lnTo>
                    <a:pt x="667220" y="3014"/>
                  </a:lnTo>
                  <a:lnTo>
                    <a:pt x="684109" y="2861"/>
                  </a:lnTo>
                  <a:lnTo>
                    <a:pt x="700426" y="2714"/>
                  </a:lnTo>
                  <a:lnTo>
                    <a:pt x="716207" y="2571"/>
                  </a:lnTo>
                  <a:lnTo>
                    <a:pt x="731488" y="2433"/>
                  </a:lnTo>
                  <a:lnTo>
                    <a:pt x="746298" y="2299"/>
                  </a:lnTo>
                  <a:lnTo>
                    <a:pt x="760666" y="2170"/>
                  </a:lnTo>
                  <a:lnTo>
                    <a:pt x="774618" y="2044"/>
                  </a:lnTo>
                  <a:lnTo>
                    <a:pt x="788177" y="1921"/>
                  </a:lnTo>
                  <a:lnTo>
                    <a:pt x="801364" y="1802"/>
                  </a:lnTo>
                  <a:lnTo>
                    <a:pt x="814199" y="1686"/>
                  </a:lnTo>
                  <a:lnTo>
                    <a:pt x="826701" y="1573"/>
                  </a:lnTo>
                  <a:lnTo>
                    <a:pt x="838886" y="1463"/>
                  </a:lnTo>
                  <a:lnTo>
                    <a:pt x="850771" y="1355"/>
                  </a:lnTo>
                  <a:lnTo>
                    <a:pt x="862369" y="1251"/>
                  </a:lnTo>
                  <a:lnTo>
                    <a:pt x="873694" y="1148"/>
                  </a:lnTo>
                  <a:lnTo>
                    <a:pt x="884759" y="1048"/>
                  </a:lnTo>
                  <a:lnTo>
                    <a:pt x="895575" y="951"/>
                  </a:lnTo>
                  <a:lnTo>
                    <a:pt x="906154" y="855"/>
                  </a:lnTo>
                  <a:lnTo>
                    <a:pt x="916504" y="761"/>
                  </a:lnTo>
                  <a:lnTo>
                    <a:pt x="926637" y="670"/>
                  </a:lnTo>
                  <a:lnTo>
                    <a:pt x="936561" y="580"/>
                  </a:lnTo>
                  <a:lnTo>
                    <a:pt x="946285" y="492"/>
                  </a:lnTo>
                  <a:lnTo>
                    <a:pt x="955816" y="406"/>
                  </a:lnTo>
                  <a:lnTo>
                    <a:pt x="965162" y="322"/>
                  </a:lnTo>
                  <a:lnTo>
                    <a:pt x="974330" y="239"/>
                  </a:lnTo>
                  <a:lnTo>
                    <a:pt x="983326" y="158"/>
                  </a:lnTo>
                  <a:lnTo>
                    <a:pt x="992157" y="78"/>
                  </a:lnTo>
                  <a:lnTo>
                    <a:pt x="1000830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69" name="pl868"/>
            <p:cNvSpPr/>
            <p:nvPr/>
          </p:nvSpPr>
          <p:spPr>
            <a:xfrm>
              <a:off x="2905370" y="4342849"/>
              <a:ext cx="1000830" cy="294323"/>
            </a:xfrm>
            <a:custGeom>
              <a:avLst/>
              <a:pathLst>
                <a:path w="1000830" h="294323">
                  <a:moveTo>
                    <a:pt x="0" y="0"/>
                  </a:moveTo>
                  <a:lnTo>
                    <a:pt x="64268" y="18899"/>
                  </a:lnTo>
                  <a:lnTo>
                    <a:pt x="120957" y="35570"/>
                  </a:lnTo>
                  <a:lnTo>
                    <a:pt x="171666" y="50483"/>
                  </a:lnTo>
                  <a:lnTo>
                    <a:pt x="217539" y="63973"/>
                  </a:lnTo>
                  <a:lnTo>
                    <a:pt x="259417" y="76289"/>
                  </a:lnTo>
                  <a:lnTo>
                    <a:pt x="297942" y="87618"/>
                  </a:lnTo>
                  <a:lnTo>
                    <a:pt x="333610" y="98107"/>
                  </a:lnTo>
                  <a:lnTo>
                    <a:pt x="366816" y="107872"/>
                  </a:lnTo>
                  <a:lnTo>
                    <a:pt x="397878" y="117007"/>
                  </a:lnTo>
                  <a:lnTo>
                    <a:pt x="427056" y="125588"/>
                  </a:lnTo>
                  <a:lnTo>
                    <a:pt x="454567" y="133678"/>
                  </a:lnTo>
                  <a:lnTo>
                    <a:pt x="480589" y="141331"/>
                  </a:lnTo>
                  <a:lnTo>
                    <a:pt x="505276" y="148591"/>
                  </a:lnTo>
                  <a:lnTo>
                    <a:pt x="528759" y="155497"/>
                  </a:lnTo>
                  <a:lnTo>
                    <a:pt x="551149" y="162081"/>
                  </a:lnTo>
                  <a:lnTo>
                    <a:pt x="572543" y="168373"/>
                  </a:lnTo>
                  <a:lnTo>
                    <a:pt x="593027" y="174397"/>
                  </a:lnTo>
                  <a:lnTo>
                    <a:pt x="612675" y="180175"/>
                  </a:lnTo>
                  <a:lnTo>
                    <a:pt x="631552" y="185726"/>
                  </a:lnTo>
                  <a:lnTo>
                    <a:pt x="649716" y="191068"/>
                  </a:lnTo>
                  <a:lnTo>
                    <a:pt x="667220" y="196215"/>
                  </a:lnTo>
                  <a:lnTo>
                    <a:pt x="684109" y="201182"/>
                  </a:lnTo>
                  <a:lnTo>
                    <a:pt x="700426" y="205980"/>
                  </a:lnTo>
                  <a:lnTo>
                    <a:pt x="716207" y="210621"/>
                  </a:lnTo>
                  <a:lnTo>
                    <a:pt x="731488" y="215115"/>
                  </a:lnTo>
                  <a:lnTo>
                    <a:pt x="746298" y="219470"/>
                  </a:lnTo>
                  <a:lnTo>
                    <a:pt x="760666" y="223696"/>
                  </a:lnTo>
                  <a:lnTo>
                    <a:pt x="774618" y="227799"/>
                  </a:lnTo>
                  <a:lnTo>
                    <a:pt x="788177" y="231786"/>
                  </a:lnTo>
                  <a:lnTo>
                    <a:pt x="801364" y="235664"/>
                  </a:lnTo>
                  <a:lnTo>
                    <a:pt x="814199" y="239439"/>
                  </a:lnTo>
                  <a:lnTo>
                    <a:pt x="826701" y="243115"/>
                  </a:lnTo>
                  <a:lnTo>
                    <a:pt x="838886" y="246699"/>
                  </a:lnTo>
                  <a:lnTo>
                    <a:pt x="850771" y="250194"/>
                  </a:lnTo>
                  <a:lnTo>
                    <a:pt x="862369" y="253604"/>
                  </a:lnTo>
                  <a:lnTo>
                    <a:pt x="873694" y="256935"/>
                  </a:lnTo>
                  <a:lnTo>
                    <a:pt x="884759" y="260189"/>
                  </a:lnTo>
                  <a:lnTo>
                    <a:pt x="895575" y="263370"/>
                  </a:lnTo>
                  <a:lnTo>
                    <a:pt x="906154" y="266481"/>
                  </a:lnTo>
                  <a:lnTo>
                    <a:pt x="916504" y="269524"/>
                  </a:lnTo>
                  <a:lnTo>
                    <a:pt x="926637" y="272504"/>
                  </a:lnTo>
                  <a:lnTo>
                    <a:pt x="936561" y="275423"/>
                  </a:lnTo>
                  <a:lnTo>
                    <a:pt x="946285" y="278282"/>
                  </a:lnTo>
                  <a:lnTo>
                    <a:pt x="955816" y="281085"/>
                  </a:lnTo>
                  <a:lnTo>
                    <a:pt x="965162" y="283834"/>
                  </a:lnTo>
                  <a:lnTo>
                    <a:pt x="974330" y="286530"/>
                  </a:lnTo>
                  <a:lnTo>
                    <a:pt x="983326" y="289175"/>
                  </a:lnTo>
                  <a:lnTo>
                    <a:pt x="992157" y="291772"/>
                  </a:lnTo>
                  <a:lnTo>
                    <a:pt x="1000830" y="294323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0" name="pl869"/>
            <p:cNvSpPr/>
            <p:nvPr/>
          </p:nvSpPr>
          <p:spPr>
            <a:xfrm>
              <a:off x="2905370" y="4055380"/>
              <a:ext cx="1000830" cy="214777"/>
            </a:xfrm>
            <a:custGeom>
              <a:avLst/>
              <a:pathLst>
                <a:path w="1000830" h="214777">
                  <a:moveTo>
                    <a:pt x="0" y="0"/>
                  </a:moveTo>
                  <a:lnTo>
                    <a:pt x="64268" y="13791"/>
                  </a:lnTo>
                  <a:lnTo>
                    <a:pt x="120957" y="25957"/>
                  </a:lnTo>
                  <a:lnTo>
                    <a:pt x="171666" y="36839"/>
                  </a:lnTo>
                  <a:lnTo>
                    <a:pt x="217539" y="46683"/>
                  </a:lnTo>
                  <a:lnTo>
                    <a:pt x="259417" y="55670"/>
                  </a:lnTo>
                  <a:lnTo>
                    <a:pt x="297942" y="63938"/>
                  </a:lnTo>
                  <a:lnTo>
                    <a:pt x="333610" y="71592"/>
                  </a:lnTo>
                  <a:lnTo>
                    <a:pt x="366816" y="78718"/>
                  </a:lnTo>
                  <a:lnTo>
                    <a:pt x="397878" y="85384"/>
                  </a:lnTo>
                  <a:lnTo>
                    <a:pt x="427056" y="91646"/>
                  </a:lnTo>
                  <a:lnTo>
                    <a:pt x="454567" y="97549"/>
                  </a:lnTo>
                  <a:lnTo>
                    <a:pt x="480589" y="103134"/>
                  </a:lnTo>
                  <a:lnTo>
                    <a:pt x="505276" y="108432"/>
                  </a:lnTo>
                  <a:lnTo>
                    <a:pt x="528759" y="113471"/>
                  </a:lnTo>
                  <a:lnTo>
                    <a:pt x="551149" y="118276"/>
                  </a:lnTo>
                  <a:lnTo>
                    <a:pt x="572543" y="122867"/>
                  </a:lnTo>
                  <a:lnTo>
                    <a:pt x="593027" y="127263"/>
                  </a:lnTo>
                  <a:lnTo>
                    <a:pt x="612675" y="131479"/>
                  </a:lnTo>
                  <a:lnTo>
                    <a:pt x="631552" y="135530"/>
                  </a:lnTo>
                  <a:lnTo>
                    <a:pt x="649716" y="139428"/>
                  </a:lnTo>
                  <a:lnTo>
                    <a:pt x="667220" y="143185"/>
                  </a:lnTo>
                  <a:lnTo>
                    <a:pt x="684109" y="146809"/>
                  </a:lnTo>
                  <a:lnTo>
                    <a:pt x="700426" y="150311"/>
                  </a:lnTo>
                  <a:lnTo>
                    <a:pt x="716207" y="153697"/>
                  </a:lnTo>
                  <a:lnTo>
                    <a:pt x="731488" y="156977"/>
                  </a:lnTo>
                  <a:lnTo>
                    <a:pt x="746298" y="160155"/>
                  </a:lnTo>
                  <a:lnTo>
                    <a:pt x="760666" y="163238"/>
                  </a:lnTo>
                  <a:lnTo>
                    <a:pt x="774618" y="166232"/>
                  </a:lnTo>
                  <a:lnTo>
                    <a:pt x="788177" y="169142"/>
                  </a:lnTo>
                  <a:lnTo>
                    <a:pt x="801364" y="171972"/>
                  </a:lnTo>
                  <a:lnTo>
                    <a:pt x="814199" y="174726"/>
                  </a:lnTo>
                  <a:lnTo>
                    <a:pt x="826701" y="177409"/>
                  </a:lnTo>
                  <a:lnTo>
                    <a:pt x="838886" y="180024"/>
                  </a:lnTo>
                  <a:lnTo>
                    <a:pt x="850771" y="182575"/>
                  </a:lnTo>
                  <a:lnTo>
                    <a:pt x="862369" y="185064"/>
                  </a:lnTo>
                  <a:lnTo>
                    <a:pt x="873694" y="187494"/>
                  </a:lnTo>
                  <a:lnTo>
                    <a:pt x="884759" y="189868"/>
                  </a:lnTo>
                  <a:lnTo>
                    <a:pt x="895575" y="192190"/>
                  </a:lnTo>
                  <a:lnTo>
                    <a:pt x="906154" y="194460"/>
                  </a:lnTo>
                  <a:lnTo>
                    <a:pt x="916504" y="196681"/>
                  </a:lnTo>
                  <a:lnTo>
                    <a:pt x="926637" y="198856"/>
                  </a:lnTo>
                  <a:lnTo>
                    <a:pt x="936561" y="200985"/>
                  </a:lnTo>
                  <a:lnTo>
                    <a:pt x="946285" y="203072"/>
                  </a:lnTo>
                  <a:lnTo>
                    <a:pt x="955816" y="205117"/>
                  </a:lnTo>
                  <a:lnTo>
                    <a:pt x="965162" y="207123"/>
                  </a:lnTo>
                  <a:lnTo>
                    <a:pt x="974330" y="209090"/>
                  </a:lnTo>
                  <a:lnTo>
                    <a:pt x="983326" y="211021"/>
                  </a:lnTo>
                  <a:lnTo>
                    <a:pt x="992157" y="212916"/>
                  </a:lnTo>
                  <a:lnTo>
                    <a:pt x="1000830" y="214777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1" name="pl870"/>
            <p:cNvSpPr/>
            <p:nvPr/>
          </p:nvSpPr>
          <p:spPr>
            <a:xfrm>
              <a:off x="2905370" y="4425049"/>
              <a:ext cx="1000830" cy="28595"/>
            </a:xfrm>
            <a:custGeom>
              <a:avLst/>
              <a:pathLst>
                <a:path w="1000830" h="28595">
                  <a:moveTo>
                    <a:pt x="0" y="0"/>
                  </a:moveTo>
                  <a:lnTo>
                    <a:pt x="64268" y="1836"/>
                  </a:lnTo>
                  <a:lnTo>
                    <a:pt x="120957" y="3456"/>
                  </a:lnTo>
                  <a:lnTo>
                    <a:pt x="171666" y="4904"/>
                  </a:lnTo>
                  <a:lnTo>
                    <a:pt x="217539" y="6215"/>
                  </a:lnTo>
                  <a:lnTo>
                    <a:pt x="259417" y="7412"/>
                  </a:lnTo>
                  <a:lnTo>
                    <a:pt x="297942" y="8512"/>
                  </a:lnTo>
                  <a:lnTo>
                    <a:pt x="333610" y="9531"/>
                  </a:lnTo>
                  <a:lnTo>
                    <a:pt x="366816" y="10480"/>
                  </a:lnTo>
                  <a:lnTo>
                    <a:pt x="397878" y="11368"/>
                  </a:lnTo>
                  <a:lnTo>
                    <a:pt x="427056" y="12201"/>
                  </a:lnTo>
                  <a:lnTo>
                    <a:pt x="454567" y="12987"/>
                  </a:lnTo>
                  <a:lnTo>
                    <a:pt x="480589" y="13731"/>
                  </a:lnTo>
                  <a:lnTo>
                    <a:pt x="505276" y="14436"/>
                  </a:lnTo>
                  <a:lnTo>
                    <a:pt x="528759" y="15107"/>
                  </a:lnTo>
                  <a:lnTo>
                    <a:pt x="551149" y="15747"/>
                  </a:lnTo>
                  <a:lnTo>
                    <a:pt x="572543" y="16358"/>
                  </a:lnTo>
                  <a:lnTo>
                    <a:pt x="593027" y="16944"/>
                  </a:lnTo>
                  <a:lnTo>
                    <a:pt x="612675" y="17505"/>
                  </a:lnTo>
                  <a:lnTo>
                    <a:pt x="631552" y="18044"/>
                  </a:lnTo>
                  <a:lnTo>
                    <a:pt x="649716" y="18563"/>
                  </a:lnTo>
                  <a:lnTo>
                    <a:pt x="667220" y="19063"/>
                  </a:lnTo>
                  <a:lnTo>
                    <a:pt x="684109" y="19546"/>
                  </a:lnTo>
                  <a:lnTo>
                    <a:pt x="700426" y="20012"/>
                  </a:lnTo>
                  <a:lnTo>
                    <a:pt x="716207" y="20463"/>
                  </a:lnTo>
                  <a:lnTo>
                    <a:pt x="731488" y="20900"/>
                  </a:lnTo>
                  <a:lnTo>
                    <a:pt x="746298" y="21323"/>
                  </a:lnTo>
                  <a:lnTo>
                    <a:pt x="760666" y="21733"/>
                  </a:lnTo>
                  <a:lnTo>
                    <a:pt x="774618" y="22132"/>
                  </a:lnTo>
                  <a:lnTo>
                    <a:pt x="788177" y="22519"/>
                  </a:lnTo>
                  <a:lnTo>
                    <a:pt x="801364" y="22896"/>
                  </a:lnTo>
                  <a:lnTo>
                    <a:pt x="814199" y="23263"/>
                  </a:lnTo>
                  <a:lnTo>
                    <a:pt x="826701" y="23620"/>
                  </a:lnTo>
                  <a:lnTo>
                    <a:pt x="838886" y="23968"/>
                  </a:lnTo>
                  <a:lnTo>
                    <a:pt x="850771" y="24308"/>
                  </a:lnTo>
                  <a:lnTo>
                    <a:pt x="862369" y="24639"/>
                  </a:lnTo>
                  <a:lnTo>
                    <a:pt x="873694" y="24963"/>
                  </a:lnTo>
                  <a:lnTo>
                    <a:pt x="884759" y="25279"/>
                  </a:lnTo>
                  <a:lnTo>
                    <a:pt x="895575" y="25588"/>
                  </a:lnTo>
                  <a:lnTo>
                    <a:pt x="906154" y="25890"/>
                  </a:lnTo>
                  <a:lnTo>
                    <a:pt x="916504" y="26186"/>
                  </a:lnTo>
                  <a:lnTo>
                    <a:pt x="926637" y="26476"/>
                  </a:lnTo>
                  <a:lnTo>
                    <a:pt x="936561" y="26759"/>
                  </a:lnTo>
                  <a:lnTo>
                    <a:pt x="946285" y="27037"/>
                  </a:lnTo>
                  <a:lnTo>
                    <a:pt x="955816" y="27309"/>
                  </a:lnTo>
                  <a:lnTo>
                    <a:pt x="965162" y="27576"/>
                  </a:lnTo>
                  <a:lnTo>
                    <a:pt x="974330" y="27838"/>
                  </a:lnTo>
                  <a:lnTo>
                    <a:pt x="983326" y="28095"/>
                  </a:lnTo>
                  <a:lnTo>
                    <a:pt x="992157" y="28348"/>
                  </a:lnTo>
                  <a:lnTo>
                    <a:pt x="1000830" y="28595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2" name="pl871"/>
            <p:cNvSpPr/>
            <p:nvPr/>
          </p:nvSpPr>
          <p:spPr>
            <a:xfrm>
              <a:off x="2905370" y="4244802"/>
              <a:ext cx="1000830" cy="184411"/>
            </a:xfrm>
            <a:custGeom>
              <a:avLst/>
              <a:pathLst>
                <a:path w="1000830" h="184411">
                  <a:moveTo>
                    <a:pt x="0" y="0"/>
                  </a:moveTo>
                  <a:lnTo>
                    <a:pt x="64268" y="11842"/>
                  </a:lnTo>
                  <a:lnTo>
                    <a:pt x="120957" y="22287"/>
                  </a:lnTo>
                  <a:lnTo>
                    <a:pt x="171666" y="31631"/>
                  </a:lnTo>
                  <a:lnTo>
                    <a:pt x="217539" y="40083"/>
                  </a:lnTo>
                  <a:lnTo>
                    <a:pt x="259417" y="47800"/>
                  </a:lnTo>
                  <a:lnTo>
                    <a:pt x="297942" y="54898"/>
                  </a:lnTo>
                  <a:lnTo>
                    <a:pt x="333610" y="61470"/>
                  </a:lnTo>
                  <a:lnTo>
                    <a:pt x="366816" y="67589"/>
                  </a:lnTo>
                  <a:lnTo>
                    <a:pt x="397878" y="73312"/>
                  </a:lnTo>
                  <a:lnTo>
                    <a:pt x="427056" y="78689"/>
                  </a:lnTo>
                  <a:lnTo>
                    <a:pt x="454567" y="83758"/>
                  </a:lnTo>
                  <a:lnTo>
                    <a:pt x="480589" y="88552"/>
                  </a:lnTo>
                  <a:lnTo>
                    <a:pt x="505276" y="93101"/>
                  </a:lnTo>
                  <a:lnTo>
                    <a:pt x="528759" y="97428"/>
                  </a:lnTo>
                  <a:lnTo>
                    <a:pt x="551149" y="101554"/>
                  </a:lnTo>
                  <a:lnTo>
                    <a:pt x="572543" y="105496"/>
                  </a:lnTo>
                  <a:lnTo>
                    <a:pt x="593027" y="109270"/>
                  </a:lnTo>
                  <a:lnTo>
                    <a:pt x="612675" y="112890"/>
                  </a:lnTo>
                  <a:lnTo>
                    <a:pt x="631552" y="116369"/>
                  </a:lnTo>
                  <a:lnTo>
                    <a:pt x="649716" y="119715"/>
                  </a:lnTo>
                  <a:lnTo>
                    <a:pt x="667220" y="122941"/>
                  </a:lnTo>
                  <a:lnTo>
                    <a:pt x="684109" y="126053"/>
                  </a:lnTo>
                  <a:lnTo>
                    <a:pt x="700426" y="129059"/>
                  </a:lnTo>
                  <a:lnTo>
                    <a:pt x="716207" y="131967"/>
                  </a:lnTo>
                  <a:lnTo>
                    <a:pt x="731488" y="134783"/>
                  </a:lnTo>
                  <a:lnTo>
                    <a:pt x="746298" y="137512"/>
                  </a:lnTo>
                  <a:lnTo>
                    <a:pt x="760666" y="140159"/>
                  </a:lnTo>
                  <a:lnTo>
                    <a:pt x="774618" y="142730"/>
                  </a:lnTo>
                  <a:lnTo>
                    <a:pt x="788177" y="145228"/>
                  </a:lnTo>
                  <a:lnTo>
                    <a:pt x="801364" y="147658"/>
                  </a:lnTo>
                  <a:lnTo>
                    <a:pt x="814199" y="150023"/>
                  </a:lnTo>
                  <a:lnTo>
                    <a:pt x="826701" y="152327"/>
                  </a:lnTo>
                  <a:lnTo>
                    <a:pt x="838886" y="154572"/>
                  </a:lnTo>
                  <a:lnTo>
                    <a:pt x="850771" y="156762"/>
                  </a:lnTo>
                  <a:lnTo>
                    <a:pt x="862369" y="158899"/>
                  </a:lnTo>
                  <a:lnTo>
                    <a:pt x="873694" y="160985"/>
                  </a:lnTo>
                  <a:lnTo>
                    <a:pt x="884759" y="163024"/>
                  </a:lnTo>
                  <a:lnTo>
                    <a:pt x="895575" y="165017"/>
                  </a:lnTo>
                  <a:lnTo>
                    <a:pt x="906154" y="166966"/>
                  </a:lnTo>
                  <a:lnTo>
                    <a:pt x="916504" y="168874"/>
                  </a:lnTo>
                  <a:lnTo>
                    <a:pt x="926637" y="170741"/>
                  </a:lnTo>
                  <a:lnTo>
                    <a:pt x="936561" y="172569"/>
                  </a:lnTo>
                  <a:lnTo>
                    <a:pt x="946285" y="174361"/>
                  </a:lnTo>
                  <a:lnTo>
                    <a:pt x="955816" y="176117"/>
                  </a:lnTo>
                  <a:lnTo>
                    <a:pt x="965162" y="177839"/>
                  </a:lnTo>
                  <a:lnTo>
                    <a:pt x="974330" y="179528"/>
                  </a:lnTo>
                  <a:lnTo>
                    <a:pt x="983326" y="181186"/>
                  </a:lnTo>
                  <a:lnTo>
                    <a:pt x="992157" y="182813"/>
                  </a:lnTo>
                  <a:lnTo>
                    <a:pt x="1000830" y="184411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3" name="pl872"/>
            <p:cNvSpPr/>
            <p:nvPr/>
          </p:nvSpPr>
          <p:spPr>
            <a:xfrm>
              <a:off x="2905370" y="4221266"/>
              <a:ext cx="1000830" cy="370483"/>
            </a:xfrm>
            <a:custGeom>
              <a:avLst/>
              <a:pathLst>
                <a:path w="1000830" h="370483">
                  <a:moveTo>
                    <a:pt x="0" y="0"/>
                  </a:moveTo>
                  <a:lnTo>
                    <a:pt x="64268" y="23790"/>
                  </a:lnTo>
                  <a:lnTo>
                    <a:pt x="120957" y="44775"/>
                  </a:lnTo>
                  <a:lnTo>
                    <a:pt x="171666" y="63546"/>
                  </a:lnTo>
                  <a:lnTo>
                    <a:pt x="217539" y="80527"/>
                  </a:lnTo>
                  <a:lnTo>
                    <a:pt x="259417" y="96030"/>
                  </a:lnTo>
                  <a:lnTo>
                    <a:pt x="297942" y="110291"/>
                  </a:lnTo>
                  <a:lnTo>
                    <a:pt x="333610" y="123494"/>
                  </a:lnTo>
                  <a:lnTo>
                    <a:pt x="366816" y="135786"/>
                  </a:lnTo>
                  <a:lnTo>
                    <a:pt x="397878" y="147285"/>
                  </a:lnTo>
                  <a:lnTo>
                    <a:pt x="427056" y="158086"/>
                  </a:lnTo>
                  <a:lnTo>
                    <a:pt x="454567" y="168269"/>
                  </a:lnTo>
                  <a:lnTo>
                    <a:pt x="480589" y="177902"/>
                  </a:lnTo>
                  <a:lnTo>
                    <a:pt x="505276" y="187041"/>
                  </a:lnTo>
                  <a:lnTo>
                    <a:pt x="528759" y="195734"/>
                  </a:lnTo>
                  <a:lnTo>
                    <a:pt x="551149" y="204022"/>
                  </a:lnTo>
                  <a:lnTo>
                    <a:pt x="572543" y="211942"/>
                  </a:lnTo>
                  <a:lnTo>
                    <a:pt x="593027" y="219524"/>
                  </a:lnTo>
                  <a:lnTo>
                    <a:pt x="612675" y="226797"/>
                  </a:lnTo>
                  <a:lnTo>
                    <a:pt x="631552" y="233785"/>
                  </a:lnTo>
                  <a:lnTo>
                    <a:pt x="649716" y="240509"/>
                  </a:lnTo>
                  <a:lnTo>
                    <a:pt x="667220" y="246989"/>
                  </a:lnTo>
                  <a:lnTo>
                    <a:pt x="684109" y="253241"/>
                  </a:lnTo>
                  <a:lnTo>
                    <a:pt x="700426" y="259281"/>
                  </a:lnTo>
                  <a:lnTo>
                    <a:pt x="716207" y="265123"/>
                  </a:lnTo>
                  <a:lnTo>
                    <a:pt x="731488" y="270779"/>
                  </a:lnTo>
                  <a:lnTo>
                    <a:pt x="746298" y="276262"/>
                  </a:lnTo>
                  <a:lnTo>
                    <a:pt x="760666" y="281580"/>
                  </a:lnTo>
                  <a:lnTo>
                    <a:pt x="774618" y="286745"/>
                  </a:lnTo>
                  <a:lnTo>
                    <a:pt x="788177" y="291764"/>
                  </a:lnTo>
                  <a:lnTo>
                    <a:pt x="801364" y="296646"/>
                  </a:lnTo>
                  <a:lnTo>
                    <a:pt x="814199" y="301397"/>
                  </a:lnTo>
                  <a:lnTo>
                    <a:pt x="826701" y="306025"/>
                  </a:lnTo>
                  <a:lnTo>
                    <a:pt x="838886" y="310536"/>
                  </a:lnTo>
                  <a:lnTo>
                    <a:pt x="850771" y="314935"/>
                  </a:lnTo>
                  <a:lnTo>
                    <a:pt x="862369" y="319228"/>
                  </a:lnTo>
                  <a:lnTo>
                    <a:pt x="873694" y="323421"/>
                  </a:lnTo>
                  <a:lnTo>
                    <a:pt x="884759" y="327517"/>
                  </a:lnTo>
                  <a:lnTo>
                    <a:pt x="895575" y="331520"/>
                  </a:lnTo>
                  <a:lnTo>
                    <a:pt x="906154" y="335436"/>
                  </a:lnTo>
                  <a:lnTo>
                    <a:pt x="916504" y="339268"/>
                  </a:lnTo>
                  <a:lnTo>
                    <a:pt x="926637" y="343019"/>
                  </a:lnTo>
                  <a:lnTo>
                    <a:pt x="936561" y="346693"/>
                  </a:lnTo>
                  <a:lnTo>
                    <a:pt x="946285" y="350292"/>
                  </a:lnTo>
                  <a:lnTo>
                    <a:pt x="955816" y="353820"/>
                  </a:lnTo>
                  <a:lnTo>
                    <a:pt x="965162" y="357280"/>
                  </a:lnTo>
                  <a:lnTo>
                    <a:pt x="974330" y="360673"/>
                  </a:lnTo>
                  <a:lnTo>
                    <a:pt x="983326" y="364004"/>
                  </a:lnTo>
                  <a:lnTo>
                    <a:pt x="992157" y="367273"/>
                  </a:lnTo>
                  <a:lnTo>
                    <a:pt x="1000830" y="370483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l873"/>
            <p:cNvSpPr/>
            <p:nvPr/>
          </p:nvSpPr>
          <p:spPr>
            <a:xfrm>
              <a:off x="2905370" y="4559247"/>
              <a:ext cx="1000830" cy="7351"/>
            </a:xfrm>
            <a:custGeom>
              <a:avLst/>
              <a:pathLst>
                <a:path w="1000830" h="7351">
                  <a:moveTo>
                    <a:pt x="0" y="0"/>
                  </a:moveTo>
                  <a:lnTo>
                    <a:pt x="64268" y="472"/>
                  </a:lnTo>
                  <a:lnTo>
                    <a:pt x="120957" y="888"/>
                  </a:lnTo>
                  <a:lnTo>
                    <a:pt x="171666" y="1260"/>
                  </a:lnTo>
                  <a:lnTo>
                    <a:pt x="217539" y="1597"/>
                  </a:lnTo>
                  <a:lnTo>
                    <a:pt x="259417" y="1905"/>
                  </a:lnTo>
                  <a:lnTo>
                    <a:pt x="297942" y="2188"/>
                  </a:lnTo>
                  <a:lnTo>
                    <a:pt x="333610" y="2450"/>
                  </a:lnTo>
                  <a:lnTo>
                    <a:pt x="366816" y="2694"/>
                  </a:lnTo>
                  <a:lnTo>
                    <a:pt x="397878" y="2922"/>
                  </a:lnTo>
                  <a:lnTo>
                    <a:pt x="427056" y="3136"/>
                  </a:lnTo>
                  <a:lnTo>
                    <a:pt x="454567" y="3338"/>
                  </a:lnTo>
                  <a:lnTo>
                    <a:pt x="480589" y="3529"/>
                  </a:lnTo>
                  <a:lnTo>
                    <a:pt x="505276" y="3711"/>
                  </a:lnTo>
                  <a:lnTo>
                    <a:pt x="528759" y="3883"/>
                  </a:lnTo>
                  <a:lnTo>
                    <a:pt x="551149" y="4048"/>
                  </a:lnTo>
                  <a:lnTo>
                    <a:pt x="572543" y="4205"/>
                  </a:lnTo>
                  <a:lnTo>
                    <a:pt x="593027" y="4355"/>
                  </a:lnTo>
                  <a:lnTo>
                    <a:pt x="612675" y="4500"/>
                  </a:lnTo>
                  <a:lnTo>
                    <a:pt x="631552" y="4638"/>
                  </a:lnTo>
                  <a:lnTo>
                    <a:pt x="649716" y="4772"/>
                  </a:lnTo>
                  <a:lnTo>
                    <a:pt x="667220" y="4900"/>
                  </a:lnTo>
                  <a:lnTo>
                    <a:pt x="684109" y="5024"/>
                  </a:lnTo>
                  <a:lnTo>
                    <a:pt x="700426" y="5144"/>
                  </a:lnTo>
                  <a:lnTo>
                    <a:pt x="716207" y="5260"/>
                  </a:lnTo>
                  <a:lnTo>
                    <a:pt x="731488" y="5372"/>
                  </a:lnTo>
                  <a:lnTo>
                    <a:pt x="746298" y="5481"/>
                  </a:lnTo>
                  <a:lnTo>
                    <a:pt x="760666" y="5587"/>
                  </a:lnTo>
                  <a:lnTo>
                    <a:pt x="774618" y="5689"/>
                  </a:lnTo>
                  <a:lnTo>
                    <a:pt x="788177" y="5789"/>
                  </a:lnTo>
                  <a:lnTo>
                    <a:pt x="801364" y="5886"/>
                  </a:lnTo>
                  <a:lnTo>
                    <a:pt x="814199" y="5980"/>
                  </a:lnTo>
                  <a:lnTo>
                    <a:pt x="826701" y="6072"/>
                  </a:lnTo>
                  <a:lnTo>
                    <a:pt x="838886" y="6161"/>
                  </a:lnTo>
                  <a:lnTo>
                    <a:pt x="850771" y="6248"/>
                  </a:lnTo>
                  <a:lnTo>
                    <a:pt x="862369" y="6334"/>
                  </a:lnTo>
                  <a:lnTo>
                    <a:pt x="873694" y="6417"/>
                  </a:lnTo>
                  <a:lnTo>
                    <a:pt x="884759" y="6498"/>
                  </a:lnTo>
                  <a:lnTo>
                    <a:pt x="895575" y="6578"/>
                  </a:lnTo>
                  <a:lnTo>
                    <a:pt x="906154" y="6655"/>
                  </a:lnTo>
                  <a:lnTo>
                    <a:pt x="916504" y="6731"/>
                  </a:lnTo>
                  <a:lnTo>
                    <a:pt x="926637" y="6806"/>
                  </a:lnTo>
                  <a:lnTo>
                    <a:pt x="936561" y="6879"/>
                  </a:lnTo>
                  <a:lnTo>
                    <a:pt x="946285" y="6950"/>
                  </a:lnTo>
                  <a:lnTo>
                    <a:pt x="955816" y="7020"/>
                  </a:lnTo>
                  <a:lnTo>
                    <a:pt x="965162" y="7089"/>
                  </a:lnTo>
                  <a:lnTo>
                    <a:pt x="974330" y="7156"/>
                  </a:lnTo>
                  <a:lnTo>
                    <a:pt x="983326" y="7222"/>
                  </a:lnTo>
                  <a:lnTo>
                    <a:pt x="992157" y="7287"/>
                  </a:lnTo>
                  <a:lnTo>
                    <a:pt x="1000830" y="7351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5" name="pl874"/>
            <p:cNvSpPr/>
            <p:nvPr/>
          </p:nvSpPr>
          <p:spPr>
            <a:xfrm>
              <a:off x="2905370" y="4396291"/>
              <a:ext cx="1000830" cy="55753"/>
            </a:xfrm>
            <a:custGeom>
              <a:avLst/>
              <a:pathLst>
                <a:path w="1000830" h="55753">
                  <a:moveTo>
                    <a:pt x="0" y="55753"/>
                  </a:moveTo>
                  <a:lnTo>
                    <a:pt x="64268" y="52173"/>
                  </a:lnTo>
                  <a:lnTo>
                    <a:pt x="120957" y="49015"/>
                  </a:lnTo>
                  <a:lnTo>
                    <a:pt x="171666" y="46190"/>
                  </a:lnTo>
                  <a:lnTo>
                    <a:pt x="217539" y="43634"/>
                  </a:lnTo>
                  <a:lnTo>
                    <a:pt x="259417" y="41301"/>
                  </a:lnTo>
                  <a:lnTo>
                    <a:pt x="297942" y="39155"/>
                  </a:lnTo>
                  <a:lnTo>
                    <a:pt x="333610" y="37168"/>
                  </a:lnTo>
                  <a:lnTo>
                    <a:pt x="366816" y="35319"/>
                  </a:lnTo>
                  <a:lnTo>
                    <a:pt x="397878" y="33588"/>
                  </a:lnTo>
                  <a:lnTo>
                    <a:pt x="427056" y="31963"/>
                  </a:lnTo>
                  <a:lnTo>
                    <a:pt x="454567" y="30430"/>
                  </a:lnTo>
                  <a:lnTo>
                    <a:pt x="480589" y="28981"/>
                  </a:lnTo>
                  <a:lnTo>
                    <a:pt x="505276" y="27605"/>
                  </a:lnTo>
                  <a:lnTo>
                    <a:pt x="528759" y="26297"/>
                  </a:lnTo>
                  <a:lnTo>
                    <a:pt x="551149" y="25050"/>
                  </a:lnTo>
                  <a:lnTo>
                    <a:pt x="572543" y="23858"/>
                  </a:lnTo>
                  <a:lnTo>
                    <a:pt x="593027" y="22717"/>
                  </a:lnTo>
                  <a:lnTo>
                    <a:pt x="612675" y="21622"/>
                  </a:lnTo>
                  <a:lnTo>
                    <a:pt x="631552" y="20571"/>
                  </a:lnTo>
                  <a:lnTo>
                    <a:pt x="649716" y="19559"/>
                  </a:lnTo>
                  <a:lnTo>
                    <a:pt x="667220" y="18584"/>
                  </a:lnTo>
                  <a:lnTo>
                    <a:pt x="684109" y="17643"/>
                  </a:lnTo>
                  <a:lnTo>
                    <a:pt x="700426" y="16734"/>
                  </a:lnTo>
                  <a:lnTo>
                    <a:pt x="716207" y="15855"/>
                  </a:lnTo>
                  <a:lnTo>
                    <a:pt x="731488" y="15004"/>
                  </a:lnTo>
                  <a:lnTo>
                    <a:pt x="746298" y="14179"/>
                  </a:lnTo>
                  <a:lnTo>
                    <a:pt x="760666" y="13378"/>
                  </a:lnTo>
                  <a:lnTo>
                    <a:pt x="774618" y="12601"/>
                  </a:lnTo>
                  <a:lnTo>
                    <a:pt x="788177" y="11846"/>
                  </a:lnTo>
                  <a:lnTo>
                    <a:pt x="801364" y="11111"/>
                  </a:lnTo>
                  <a:lnTo>
                    <a:pt x="814199" y="10396"/>
                  </a:lnTo>
                  <a:lnTo>
                    <a:pt x="826701" y="9700"/>
                  </a:lnTo>
                  <a:lnTo>
                    <a:pt x="838886" y="9021"/>
                  </a:lnTo>
                  <a:lnTo>
                    <a:pt x="850771" y="8359"/>
                  </a:lnTo>
                  <a:lnTo>
                    <a:pt x="862369" y="7713"/>
                  </a:lnTo>
                  <a:lnTo>
                    <a:pt x="873694" y="7082"/>
                  </a:lnTo>
                  <a:lnTo>
                    <a:pt x="884759" y="6465"/>
                  </a:lnTo>
                  <a:lnTo>
                    <a:pt x="895575" y="5863"/>
                  </a:lnTo>
                  <a:lnTo>
                    <a:pt x="906154" y="5274"/>
                  </a:lnTo>
                  <a:lnTo>
                    <a:pt x="916504" y="4697"/>
                  </a:lnTo>
                  <a:lnTo>
                    <a:pt x="926637" y="4133"/>
                  </a:lnTo>
                  <a:lnTo>
                    <a:pt x="936561" y="3580"/>
                  </a:lnTo>
                  <a:lnTo>
                    <a:pt x="946285" y="3038"/>
                  </a:lnTo>
                  <a:lnTo>
                    <a:pt x="955816" y="2507"/>
                  </a:lnTo>
                  <a:lnTo>
                    <a:pt x="965162" y="1986"/>
                  </a:lnTo>
                  <a:lnTo>
                    <a:pt x="974330" y="1476"/>
                  </a:lnTo>
                  <a:lnTo>
                    <a:pt x="983326" y="975"/>
                  </a:lnTo>
                  <a:lnTo>
                    <a:pt x="992157" y="483"/>
                  </a:lnTo>
                  <a:lnTo>
                    <a:pt x="1000830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6" name="pl875"/>
            <p:cNvSpPr/>
            <p:nvPr/>
          </p:nvSpPr>
          <p:spPr>
            <a:xfrm>
              <a:off x="2905370" y="4177272"/>
              <a:ext cx="1000830" cy="234042"/>
            </a:xfrm>
            <a:custGeom>
              <a:avLst/>
              <a:pathLst>
                <a:path w="1000830" h="234042">
                  <a:moveTo>
                    <a:pt x="0" y="0"/>
                  </a:moveTo>
                  <a:lnTo>
                    <a:pt x="64268" y="15029"/>
                  </a:lnTo>
                  <a:lnTo>
                    <a:pt x="120957" y="28285"/>
                  </a:lnTo>
                  <a:lnTo>
                    <a:pt x="171666" y="40143"/>
                  </a:lnTo>
                  <a:lnTo>
                    <a:pt x="217539" y="50871"/>
                  </a:lnTo>
                  <a:lnTo>
                    <a:pt x="259417" y="60664"/>
                  </a:lnTo>
                  <a:lnTo>
                    <a:pt x="297942" y="69673"/>
                  </a:lnTo>
                  <a:lnTo>
                    <a:pt x="333610" y="78014"/>
                  </a:lnTo>
                  <a:lnTo>
                    <a:pt x="366816" y="85779"/>
                  </a:lnTo>
                  <a:lnTo>
                    <a:pt x="397878" y="93043"/>
                  </a:lnTo>
                  <a:lnTo>
                    <a:pt x="427056" y="99866"/>
                  </a:lnTo>
                  <a:lnTo>
                    <a:pt x="454567" y="106299"/>
                  </a:lnTo>
                  <a:lnTo>
                    <a:pt x="480589" y="112384"/>
                  </a:lnTo>
                  <a:lnTo>
                    <a:pt x="505276" y="118158"/>
                  </a:lnTo>
                  <a:lnTo>
                    <a:pt x="528759" y="123649"/>
                  </a:lnTo>
                  <a:lnTo>
                    <a:pt x="551149" y="128885"/>
                  </a:lnTo>
                  <a:lnTo>
                    <a:pt x="572543" y="133888"/>
                  </a:lnTo>
                  <a:lnTo>
                    <a:pt x="593027" y="138678"/>
                  </a:lnTo>
                  <a:lnTo>
                    <a:pt x="612675" y="143272"/>
                  </a:lnTo>
                  <a:lnTo>
                    <a:pt x="631552" y="147687"/>
                  </a:lnTo>
                  <a:lnTo>
                    <a:pt x="649716" y="151934"/>
                  </a:lnTo>
                  <a:lnTo>
                    <a:pt x="667220" y="156028"/>
                  </a:lnTo>
                  <a:lnTo>
                    <a:pt x="684109" y="159977"/>
                  </a:lnTo>
                  <a:lnTo>
                    <a:pt x="700426" y="163793"/>
                  </a:lnTo>
                  <a:lnTo>
                    <a:pt x="716207" y="167483"/>
                  </a:lnTo>
                  <a:lnTo>
                    <a:pt x="731488" y="171057"/>
                  </a:lnTo>
                  <a:lnTo>
                    <a:pt x="746298" y="174520"/>
                  </a:lnTo>
                  <a:lnTo>
                    <a:pt x="760666" y="177880"/>
                  </a:lnTo>
                  <a:lnTo>
                    <a:pt x="774618" y="181143"/>
                  </a:lnTo>
                  <a:lnTo>
                    <a:pt x="788177" y="184313"/>
                  </a:lnTo>
                  <a:lnTo>
                    <a:pt x="801364" y="187397"/>
                  </a:lnTo>
                  <a:lnTo>
                    <a:pt x="814199" y="190399"/>
                  </a:lnTo>
                  <a:lnTo>
                    <a:pt x="826701" y="193322"/>
                  </a:lnTo>
                  <a:lnTo>
                    <a:pt x="838886" y="196172"/>
                  </a:lnTo>
                  <a:lnTo>
                    <a:pt x="850771" y="198951"/>
                  </a:lnTo>
                  <a:lnTo>
                    <a:pt x="862369" y="201663"/>
                  </a:lnTo>
                  <a:lnTo>
                    <a:pt x="873694" y="204311"/>
                  </a:lnTo>
                  <a:lnTo>
                    <a:pt x="884759" y="206899"/>
                  </a:lnTo>
                  <a:lnTo>
                    <a:pt x="895575" y="209428"/>
                  </a:lnTo>
                  <a:lnTo>
                    <a:pt x="906154" y="211902"/>
                  </a:lnTo>
                  <a:lnTo>
                    <a:pt x="916504" y="214322"/>
                  </a:lnTo>
                  <a:lnTo>
                    <a:pt x="926637" y="216692"/>
                  </a:lnTo>
                  <a:lnTo>
                    <a:pt x="936561" y="219013"/>
                  </a:lnTo>
                  <a:lnTo>
                    <a:pt x="946285" y="221287"/>
                  </a:lnTo>
                  <a:lnTo>
                    <a:pt x="955816" y="223515"/>
                  </a:lnTo>
                  <a:lnTo>
                    <a:pt x="965162" y="225701"/>
                  </a:lnTo>
                  <a:lnTo>
                    <a:pt x="974330" y="227845"/>
                  </a:lnTo>
                  <a:lnTo>
                    <a:pt x="983326" y="229949"/>
                  </a:lnTo>
                  <a:lnTo>
                    <a:pt x="992157" y="232014"/>
                  </a:lnTo>
                  <a:lnTo>
                    <a:pt x="1000830" y="234042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7" name="rc876"/>
            <p:cNvSpPr/>
            <p:nvPr/>
          </p:nvSpPr>
          <p:spPr>
            <a:xfrm>
              <a:off x="2833646" y="3944522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78" name="pl877"/>
            <p:cNvSpPr/>
            <p:nvPr/>
          </p:nvSpPr>
          <p:spPr>
            <a:xfrm>
              <a:off x="2833646" y="3944522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l878"/>
            <p:cNvSpPr/>
            <p:nvPr/>
          </p:nvSpPr>
          <p:spPr>
            <a:xfrm>
              <a:off x="2805178" y="474366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l879"/>
            <p:cNvSpPr/>
            <p:nvPr/>
          </p:nvSpPr>
          <p:spPr>
            <a:xfrm>
              <a:off x="2805178" y="446977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l880"/>
            <p:cNvSpPr/>
            <p:nvPr/>
          </p:nvSpPr>
          <p:spPr>
            <a:xfrm>
              <a:off x="2805178" y="419587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l881"/>
            <p:cNvSpPr/>
            <p:nvPr/>
          </p:nvSpPr>
          <p:spPr>
            <a:xfrm>
              <a:off x="2833646" y="4815197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l882"/>
            <p:cNvSpPr/>
            <p:nvPr/>
          </p:nvSpPr>
          <p:spPr>
            <a:xfrm>
              <a:off x="2905370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l883"/>
            <p:cNvSpPr/>
            <p:nvPr/>
          </p:nvSpPr>
          <p:spPr>
            <a:xfrm>
              <a:off x="3238980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l884"/>
            <p:cNvSpPr/>
            <p:nvPr/>
          </p:nvSpPr>
          <p:spPr>
            <a:xfrm>
              <a:off x="3572590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l885"/>
            <p:cNvSpPr/>
            <p:nvPr/>
          </p:nvSpPr>
          <p:spPr>
            <a:xfrm>
              <a:off x="3906200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tx886"/>
            <p:cNvSpPr/>
            <p:nvPr/>
          </p:nvSpPr>
          <p:spPr>
            <a:xfrm>
              <a:off x="2877115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88" name="tx887"/>
            <p:cNvSpPr/>
            <p:nvPr/>
          </p:nvSpPr>
          <p:spPr>
            <a:xfrm>
              <a:off x="3210725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89" name="tx888"/>
            <p:cNvSpPr/>
            <p:nvPr/>
          </p:nvSpPr>
          <p:spPr>
            <a:xfrm>
              <a:off x="3544335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90" name="tx889"/>
            <p:cNvSpPr/>
            <p:nvPr/>
          </p:nvSpPr>
          <p:spPr>
            <a:xfrm>
              <a:off x="3877945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891" name="tx890"/>
            <p:cNvSpPr/>
            <p:nvPr/>
          </p:nvSpPr>
          <p:spPr>
            <a:xfrm>
              <a:off x="3146185" y="5024076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892" name="tx891"/>
            <p:cNvSpPr/>
            <p:nvPr/>
          </p:nvSpPr>
          <p:spPr>
            <a:xfrm>
              <a:off x="2833646" y="3767982"/>
              <a:ext cx="33869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(i) RD</a:t>
              </a:r>
            </a:p>
          </p:txBody>
        </p:sp>
        <p:sp>
          <p:nvSpPr>
            <p:cNvPr id="893" name="rc892"/>
            <p:cNvSpPr/>
            <p:nvPr/>
          </p:nvSpPr>
          <p:spPr>
            <a:xfrm>
              <a:off x="4262365" y="3944522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4326436" y="462749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4331523" y="453357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4308268" y="4642214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4330757" y="407446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4319885" y="445753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4286438" y="430943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4316959" y="474754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4330849" y="453737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4310965" y="444886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4291832" y="420061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4620954" y="443210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4652372" y="425313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4630926" y="462954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4617464" y="467562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4621196" y="395602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4623904" y="408649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4619140" y="471641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4649403" y="465305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4653025" y="468468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4647722" y="461827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4663672" y="459158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4654431" y="469695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4661738" y="451800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4635691" y="454027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4648291" y="437249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4643345" y="445284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4639253" y="470029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4658134" y="460790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4969522" y="463047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4950852" y="459451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4978499" y="459634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4967973" y="457036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4986349" y="458009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4961715" y="463431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8" name="pt927"/>
            <p:cNvSpPr/>
            <p:nvPr/>
          </p:nvSpPr>
          <p:spPr>
            <a:xfrm>
              <a:off x="4967901" y="461499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9" name="pt928"/>
            <p:cNvSpPr/>
            <p:nvPr/>
          </p:nvSpPr>
          <p:spPr>
            <a:xfrm>
              <a:off x="4973506" y="440351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0" name="pt929"/>
            <p:cNvSpPr/>
            <p:nvPr/>
          </p:nvSpPr>
          <p:spPr>
            <a:xfrm>
              <a:off x="4973109" y="466650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1" name="pt930"/>
            <p:cNvSpPr/>
            <p:nvPr/>
          </p:nvSpPr>
          <p:spPr>
            <a:xfrm>
              <a:off x="4956396" y="448359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2" name="pt931"/>
            <p:cNvSpPr/>
            <p:nvPr/>
          </p:nvSpPr>
          <p:spPr>
            <a:xfrm>
              <a:off x="4995492" y="465140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3" name="pt932"/>
            <p:cNvSpPr/>
            <p:nvPr/>
          </p:nvSpPr>
          <p:spPr>
            <a:xfrm>
              <a:off x="4953314" y="451351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4" name="pt933"/>
            <p:cNvSpPr/>
            <p:nvPr/>
          </p:nvSpPr>
          <p:spPr>
            <a:xfrm>
              <a:off x="4959536" y="464135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5" name="pt934"/>
            <p:cNvSpPr/>
            <p:nvPr/>
          </p:nvSpPr>
          <p:spPr>
            <a:xfrm>
              <a:off x="4989881" y="467099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6" name="pt935"/>
            <p:cNvSpPr/>
            <p:nvPr/>
          </p:nvSpPr>
          <p:spPr>
            <a:xfrm>
              <a:off x="4951825" y="433460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7" name="pt936"/>
            <p:cNvSpPr/>
            <p:nvPr/>
          </p:nvSpPr>
          <p:spPr>
            <a:xfrm>
              <a:off x="4994529" y="460976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8" name="pt937"/>
            <p:cNvSpPr/>
            <p:nvPr/>
          </p:nvSpPr>
          <p:spPr>
            <a:xfrm>
              <a:off x="4952936" y="443729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9" name="pt938"/>
            <p:cNvSpPr/>
            <p:nvPr/>
          </p:nvSpPr>
          <p:spPr>
            <a:xfrm>
              <a:off x="4950349" y="454987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0" name="pt939"/>
            <p:cNvSpPr/>
            <p:nvPr/>
          </p:nvSpPr>
          <p:spPr>
            <a:xfrm>
              <a:off x="4971659" y="447054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1" name="pt940"/>
            <p:cNvSpPr/>
            <p:nvPr/>
          </p:nvSpPr>
          <p:spPr>
            <a:xfrm>
              <a:off x="4997190" y="447862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2" name="pt941"/>
            <p:cNvSpPr/>
            <p:nvPr/>
          </p:nvSpPr>
          <p:spPr>
            <a:xfrm>
              <a:off x="5317183" y="469750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3" name="pt942"/>
            <p:cNvSpPr/>
            <p:nvPr/>
          </p:nvSpPr>
          <p:spPr>
            <a:xfrm>
              <a:off x="5285153" y="456109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4" name="pt943"/>
            <p:cNvSpPr/>
            <p:nvPr/>
          </p:nvSpPr>
          <p:spPr>
            <a:xfrm>
              <a:off x="5292701" y="444033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5287565" y="455440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5308732" y="446407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5291013" y="460543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5312818" y="453261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5313472" y="461741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5303977" y="441328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5299394" y="442912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5297502" y="456721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5300623" y="464320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5297212" y="452636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5317334" y="465138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5297116" y="451484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5300971" y="468515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5291001" y="435100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5285780" y="464241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5288902" y="461058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5283255" y="453391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5315251" y="447479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5329347" y="454203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5329271" y="457910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5315526" y="462749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5"/>
            <p:cNvSpPr/>
            <p:nvPr/>
          </p:nvSpPr>
          <p:spPr>
            <a:xfrm>
              <a:off x="4335941" y="4459652"/>
              <a:ext cx="998775" cy="157955"/>
            </a:xfrm>
            <a:custGeom>
              <a:avLst/>
              <a:pathLst>
                <a:path w="998775" h="157955">
                  <a:moveTo>
                    <a:pt x="0" y="0"/>
                  </a:moveTo>
                  <a:lnTo>
                    <a:pt x="64136" y="10143"/>
                  </a:lnTo>
                  <a:lnTo>
                    <a:pt x="120708" y="19089"/>
                  </a:lnTo>
                  <a:lnTo>
                    <a:pt x="171314" y="27093"/>
                  </a:lnTo>
                  <a:lnTo>
                    <a:pt x="217092" y="34332"/>
                  </a:lnTo>
                  <a:lnTo>
                    <a:pt x="258885" y="40942"/>
                  </a:lnTo>
                  <a:lnTo>
                    <a:pt x="297330" y="47022"/>
                  </a:lnTo>
                  <a:lnTo>
                    <a:pt x="332925" y="52651"/>
                  </a:lnTo>
                  <a:lnTo>
                    <a:pt x="366063" y="57892"/>
                  </a:lnTo>
                  <a:lnTo>
                    <a:pt x="397061" y="62794"/>
                  </a:lnTo>
                  <a:lnTo>
                    <a:pt x="426180" y="67399"/>
                  </a:lnTo>
                  <a:lnTo>
                    <a:pt x="453633" y="71741"/>
                  </a:lnTo>
                  <a:lnTo>
                    <a:pt x="479602" y="75848"/>
                  </a:lnTo>
                  <a:lnTo>
                    <a:pt x="504239" y="79744"/>
                  </a:lnTo>
                  <a:lnTo>
                    <a:pt x="527673" y="83450"/>
                  </a:lnTo>
                  <a:lnTo>
                    <a:pt x="550017" y="86984"/>
                  </a:lnTo>
                  <a:lnTo>
                    <a:pt x="571368" y="90361"/>
                  </a:lnTo>
                  <a:lnTo>
                    <a:pt x="591810" y="93594"/>
                  </a:lnTo>
                  <a:lnTo>
                    <a:pt x="611417" y="96694"/>
                  </a:lnTo>
                  <a:lnTo>
                    <a:pt x="630255" y="99674"/>
                  </a:lnTo>
                  <a:lnTo>
                    <a:pt x="648382" y="102540"/>
                  </a:lnTo>
                  <a:lnTo>
                    <a:pt x="665850" y="105303"/>
                  </a:lnTo>
                  <a:lnTo>
                    <a:pt x="682704" y="107968"/>
                  </a:lnTo>
                  <a:lnTo>
                    <a:pt x="698988" y="110544"/>
                  </a:lnTo>
                  <a:lnTo>
                    <a:pt x="714737" y="113034"/>
                  </a:lnTo>
                  <a:lnTo>
                    <a:pt x="729986" y="115446"/>
                  </a:lnTo>
                  <a:lnTo>
                    <a:pt x="744766" y="117783"/>
                  </a:lnTo>
                  <a:lnTo>
                    <a:pt x="759105" y="120051"/>
                  </a:lnTo>
                  <a:lnTo>
                    <a:pt x="773028" y="122253"/>
                  </a:lnTo>
                  <a:lnTo>
                    <a:pt x="786559" y="124393"/>
                  </a:lnTo>
                  <a:lnTo>
                    <a:pt x="799718" y="126474"/>
                  </a:lnTo>
                  <a:lnTo>
                    <a:pt x="812528" y="128500"/>
                  </a:lnTo>
                  <a:lnTo>
                    <a:pt x="825004" y="130473"/>
                  </a:lnTo>
                  <a:lnTo>
                    <a:pt x="837164" y="132396"/>
                  </a:lnTo>
                  <a:lnTo>
                    <a:pt x="849024" y="134272"/>
                  </a:lnTo>
                  <a:lnTo>
                    <a:pt x="860599" y="136102"/>
                  </a:lnTo>
                  <a:lnTo>
                    <a:pt x="871900" y="137890"/>
                  </a:lnTo>
                  <a:lnTo>
                    <a:pt x="882943" y="139636"/>
                  </a:lnTo>
                  <a:lnTo>
                    <a:pt x="893736" y="141343"/>
                  </a:lnTo>
                  <a:lnTo>
                    <a:pt x="904293" y="143012"/>
                  </a:lnTo>
                  <a:lnTo>
                    <a:pt x="914623" y="144646"/>
                  </a:lnTo>
                  <a:lnTo>
                    <a:pt x="924735" y="146245"/>
                  </a:lnTo>
                  <a:lnTo>
                    <a:pt x="934639" y="147812"/>
                  </a:lnTo>
                  <a:lnTo>
                    <a:pt x="944342" y="149346"/>
                  </a:lnTo>
                  <a:lnTo>
                    <a:pt x="953854" y="150850"/>
                  </a:lnTo>
                  <a:lnTo>
                    <a:pt x="963180" y="152325"/>
                  </a:lnTo>
                  <a:lnTo>
                    <a:pt x="972329" y="153772"/>
                  </a:lnTo>
                  <a:lnTo>
                    <a:pt x="981307" y="155192"/>
                  </a:lnTo>
                  <a:lnTo>
                    <a:pt x="990120" y="156586"/>
                  </a:lnTo>
                  <a:lnTo>
                    <a:pt x="998775" y="157955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7" name="pl966"/>
            <p:cNvSpPr/>
            <p:nvPr/>
          </p:nvSpPr>
          <p:spPr>
            <a:xfrm>
              <a:off x="4335941" y="4149338"/>
              <a:ext cx="998775" cy="522726"/>
            </a:xfrm>
            <a:custGeom>
              <a:avLst/>
              <a:pathLst>
                <a:path w="998775" h="522726">
                  <a:moveTo>
                    <a:pt x="0" y="0"/>
                  </a:moveTo>
                  <a:lnTo>
                    <a:pt x="64136" y="33566"/>
                  </a:lnTo>
                  <a:lnTo>
                    <a:pt x="120708" y="63174"/>
                  </a:lnTo>
                  <a:lnTo>
                    <a:pt x="171314" y="89660"/>
                  </a:lnTo>
                  <a:lnTo>
                    <a:pt x="217092" y="113619"/>
                  </a:lnTo>
                  <a:lnTo>
                    <a:pt x="258885" y="135491"/>
                  </a:lnTo>
                  <a:lnTo>
                    <a:pt x="297330" y="155612"/>
                  </a:lnTo>
                  <a:lnTo>
                    <a:pt x="332925" y="174242"/>
                  </a:lnTo>
                  <a:lnTo>
                    <a:pt x="366063" y="191585"/>
                  </a:lnTo>
                  <a:lnTo>
                    <a:pt x="397061" y="207808"/>
                  </a:lnTo>
                  <a:lnTo>
                    <a:pt x="426180" y="223048"/>
                  </a:lnTo>
                  <a:lnTo>
                    <a:pt x="453633" y="237416"/>
                  </a:lnTo>
                  <a:lnTo>
                    <a:pt x="479602" y="251008"/>
                  </a:lnTo>
                  <a:lnTo>
                    <a:pt x="504239" y="263902"/>
                  </a:lnTo>
                  <a:lnTo>
                    <a:pt x="527673" y="276167"/>
                  </a:lnTo>
                  <a:lnTo>
                    <a:pt x="550017" y="287861"/>
                  </a:lnTo>
                  <a:lnTo>
                    <a:pt x="571368" y="299035"/>
                  </a:lnTo>
                  <a:lnTo>
                    <a:pt x="591810" y="309733"/>
                  </a:lnTo>
                  <a:lnTo>
                    <a:pt x="611417" y="319995"/>
                  </a:lnTo>
                  <a:lnTo>
                    <a:pt x="630255" y="329854"/>
                  </a:lnTo>
                  <a:lnTo>
                    <a:pt x="648382" y="339342"/>
                  </a:lnTo>
                  <a:lnTo>
                    <a:pt x="665850" y="348484"/>
                  </a:lnTo>
                  <a:lnTo>
                    <a:pt x="682704" y="357305"/>
                  </a:lnTo>
                  <a:lnTo>
                    <a:pt x="698988" y="365827"/>
                  </a:lnTo>
                  <a:lnTo>
                    <a:pt x="714737" y="374069"/>
                  </a:lnTo>
                  <a:lnTo>
                    <a:pt x="729986" y="382050"/>
                  </a:lnTo>
                  <a:lnTo>
                    <a:pt x="744766" y="389786"/>
                  </a:lnTo>
                  <a:lnTo>
                    <a:pt x="759105" y="397290"/>
                  </a:lnTo>
                  <a:lnTo>
                    <a:pt x="773028" y="404577"/>
                  </a:lnTo>
                  <a:lnTo>
                    <a:pt x="786559" y="411658"/>
                  </a:lnTo>
                  <a:lnTo>
                    <a:pt x="799718" y="418546"/>
                  </a:lnTo>
                  <a:lnTo>
                    <a:pt x="812528" y="425250"/>
                  </a:lnTo>
                  <a:lnTo>
                    <a:pt x="825004" y="431779"/>
                  </a:lnTo>
                  <a:lnTo>
                    <a:pt x="837164" y="438144"/>
                  </a:lnTo>
                  <a:lnTo>
                    <a:pt x="849024" y="444351"/>
                  </a:lnTo>
                  <a:lnTo>
                    <a:pt x="860599" y="450409"/>
                  </a:lnTo>
                  <a:lnTo>
                    <a:pt x="871900" y="456324"/>
                  </a:lnTo>
                  <a:lnTo>
                    <a:pt x="882943" y="462103"/>
                  </a:lnTo>
                  <a:lnTo>
                    <a:pt x="893736" y="467752"/>
                  </a:lnTo>
                  <a:lnTo>
                    <a:pt x="904293" y="473277"/>
                  </a:lnTo>
                  <a:lnTo>
                    <a:pt x="914623" y="478683"/>
                  </a:lnTo>
                  <a:lnTo>
                    <a:pt x="924735" y="483975"/>
                  </a:lnTo>
                  <a:lnTo>
                    <a:pt x="934639" y="489159"/>
                  </a:lnTo>
                  <a:lnTo>
                    <a:pt x="944342" y="494237"/>
                  </a:lnTo>
                  <a:lnTo>
                    <a:pt x="953854" y="499215"/>
                  </a:lnTo>
                  <a:lnTo>
                    <a:pt x="963180" y="504096"/>
                  </a:lnTo>
                  <a:lnTo>
                    <a:pt x="972329" y="508885"/>
                  </a:lnTo>
                  <a:lnTo>
                    <a:pt x="981307" y="513584"/>
                  </a:lnTo>
                  <a:lnTo>
                    <a:pt x="990120" y="518196"/>
                  </a:lnTo>
                  <a:lnTo>
                    <a:pt x="998775" y="522726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7"/>
            <p:cNvSpPr/>
            <p:nvPr/>
          </p:nvSpPr>
          <p:spPr>
            <a:xfrm>
              <a:off x="4335941" y="4632910"/>
              <a:ext cx="998775" cy="31089"/>
            </a:xfrm>
            <a:custGeom>
              <a:avLst/>
              <a:pathLst>
                <a:path w="998775" h="31089">
                  <a:moveTo>
                    <a:pt x="0" y="31089"/>
                  </a:moveTo>
                  <a:lnTo>
                    <a:pt x="64136" y="29093"/>
                  </a:lnTo>
                  <a:lnTo>
                    <a:pt x="120708" y="27332"/>
                  </a:lnTo>
                  <a:lnTo>
                    <a:pt x="171314" y="25756"/>
                  </a:lnTo>
                  <a:lnTo>
                    <a:pt x="217092" y="24331"/>
                  </a:lnTo>
                  <a:lnTo>
                    <a:pt x="258885" y="23031"/>
                  </a:lnTo>
                  <a:lnTo>
                    <a:pt x="297330" y="21834"/>
                  </a:lnTo>
                  <a:lnTo>
                    <a:pt x="332925" y="20726"/>
                  </a:lnTo>
                  <a:lnTo>
                    <a:pt x="366063" y="19694"/>
                  </a:lnTo>
                  <a:lnTo>
                    <a:pt x="397061" y="18729"/>
                  </a:lnTo>
                  <a:lnTo>
                    <a:pt x="426180" y="17823"/>
                  </a:lnTo>
                  <a:lnTo>
                    <a:pt x="453633" y="16968"/>
                  </a:lnTo>
                  <a:lnTo>
                    <a:pt x="479602" y="16160"/>
                  </a:lnTo>
                  <a:lnTo>
                    <a:pt x="504239" y="15393"/>
                  </a:lnTo>
                  <a:lnTo>
                    <a:pt x="527673" y="14664"/>
                  </a:lnTo>
                  <a:lnTo>
                    <a:pt x="550017" y="13968"/>
                  </a:lnTo>
                  <a:lnTo>
                    <a:pt x="571368" y="13304"/>
                  </a:lnTo>
                  <a:lnTo>
                    <a:pt x="591810" y="12667"/>
                  </a:lnTo>
                  <a:lnTo>
                    <a:pt x="611417" y="12057"/>
                  </a:lnTo>
                  <a:lnTo>
                    <a:pt x="630255" y="11471"/>
                  </a:lnTo>
                  <a:lnTo>
                    <a:pt x="648382" y="10906"/>
                  </a:lnTo>
                  <a:lnTo>
                    <a:pt x="665850" y="10363"/>
                  </a:lnTo>
                  <a:lnTo>
                    <a:pt x="682704" y="9838"/>
                  </a:lnTo>
                  <a:lnTo>
                    <a:pt x="698988" y="9331"/>
                  </a:lnTo>
                  <a:lnTo>
                    <a:pt x="714737" y="8841"/>
                  </a:lnTo>
                  <a:lnTo>
                    <a:pt x="729986" y="8366"/>
                  </a:lnTo>
                  <a:lnTo>
                    <a:pt x="744766" y="7906"/>
                  </a:lnTo>
                  <a:lnTo>
                    <a:pt x="759105" y="7460"/>
                  </a:lnTo>
                  <a:lnTo>
                    <a:pt x="773028" y="7026"/>
                  </a:lnTo>
                  <a:lnTo>
                    <a:pt x="786559" y="6605"/>
                  </a:lnTo>
                  <a:lnTo>
                    <a:pt x="799718" y="6196"/>
                  </a:lnTo>
                  <a:lnTo>
                    <a:pt x="812528" y="5797"/>
                  </a:lnTo>
                  <a:lnTo>
                    <a:pt x="825004" y="5409"/>
                  </a:lnTo>
                  <a:lnTo>
                    <a:pt x="837164" y="5030"/>
                  </a:lnTo>
                  <a:lnTo>
                    <a:pt x="849024" y="4661"/>
                  </a:lnTo>
                  <a:lnTo>
                    <a:pt x="860599" y="4301"/>
                  </a:lnTo>
                  <a:lnTo>
                    <a:pt x="871900" y="3949"/>
                  </a:lnTo>
                  <a:lnTo>
                    <a:pt x="882943" y="3605"/>
                  </a:lnTo>
                  <a:lnTo>
                    <a:pt x="893736" y="3269"/>
                  </a:lnTo>
                  <a:lnTo>
                    <a:pt x="904293" y="2941"/>
                  </a:lnTo>
                  <a:lnTo>
                    <a:pt x="914623" y="2619"/>
                  </a:lnTo>
                  <a:lnTo>
                    <a:pt x="924735" y="2304"/>
                  </a:lnTo>
                  <a:lnTo>
                    <a:pt x="934639" y="1996"/>
                  </a:lnTo>
                  <a:lnTo>
                    <a:pt x="944342" y="1694"/>
                  </a:lnTo>
                  <a:lnTo>
                    <a:pt x="953854" y="1398"/>
                  </a:lnTo>
                  <a:lnTo>
                    <a:pt x="963180" y="1107"/>
                  </a:lnTo>
                  <a:lnTo>
                    <a:pt x="972329" y="823"/>
                  </a:lnTo>
                  <a:lnTo>
                    <a:pt x="981307" y="543"/>
                  </a:lnTo>
                  <a:lnTo>
                    <a:pt x="990120" y="269"/>
                  </a:lnTo>
                  <a:lnTo>
                    <a:pt x="998775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pl968"/>
            <p:cNvSpPr/>
            <p:nvPr/>
          </p:nvSpPr>
          <p:spPr>
            <a:xfrm>
              <a:off x="4335941" y="4434511"/>
              <a:ext cx="998775" cy="134658"/>
            </a:xfrm>
            <a:custGeom>
              <a:avLst/>
              <a:pathLst>
                <a:path w="998775" h="134658">
                  <a:moveTo>
                    <a:pt x="0" y="134658"/>
                  </a:moveTo>
                  <a:lnTo>
                    <a:pt x="64136" y="126011"/>
                  </a:lnTo>
                  <a:lnTo>
                    <a:pt x="120708" y="118384"/>
                  </a:lnTo>
                  <a:lnTo>
                    <a:pt x="171314" y="111561"/>
                  </a:lnTo>
                  <a:lnTo>
                    <a:pt x="217092" y="105389"/>
                  </a:lnTo>
                  <a:lnTo>
                    <a:pt x="258885" y="99754"/>
                  </a:lnTo>
                  <a:lnTo>
                    <a:pt x="297330" y="94571"/>
                  </a:lnTo>
                  <a:lnTo>
                    <a:pt x="332925" y="89772"/>
                  </a:lnTo>
                  <a:lnTo>
                    <a:pt x="366063" y="85304"/>
                  </a:lnTo>
                  <a:lnTo>
                    <a:pt x="397061" y="81125"/>
                  </a:lnTo>
                  <a:lnTo>
                    <a:pt x="426180" y="77199"/>
                  </a:lnTo>
                  <a:lnTo>
                    <a:pt x="453633" y="73497"/>
                  </a:lnTo>
                  <a:lnTo>
                    <a:pt x="479602" y="69996"/>
                  </a:lnTo>
                  <a:lnTo>
                    <a:pt x="504239" y="66675"/>
                  </a:lnTo>
                  <a:lnTo>
                    <a:pt x="527673" y="63515"/>
                  </a:lnTo>
                  <a:lnTo>
                    <a:pt x="550017" y="60503"/>
                  </a:lnTo>
                  <a:lnTo>
                    <a:pt x="571368" y="57624"/>
                  </a:lnTo>
                  <a:lnTo>
                    <a:pt x="591810" y="54868"/>
                  </a:lnTo>
                  <a:lnTo>
                    <a:pt x="611417" y="52224"/>
                  </a:lnTo>
                  <a:lnTo>
                    <a:pt x="630255" y="49685"/>
                  </a:lnTo>
                  <a:lnTo>
                    <a:pt x="648382" y="47241"/>
                  </a:lnTo>
                  <a:lnTo>
                    <a:pt x="665850" y="44886"/>
                  </a:lnTo>
                  <a:lnTo>
                    <a:pt x="682704" y="42613"/>
                  </a:lnTo>
                  <a:lnTo>
                    <a:pt x="698988" y="40418"/>
                  </a:lnTo>
                  <a:lnTo>
                    <a:pt x="714737" y="38295"/>
                  </a:lnTo>
                  <a:lnTo>
                    <a:pt x="729986" y="36239"/>
                  </a:lnTo>
                  <a:lnTo>
                    <a:pt x="744766" y="34246"/>
                  </a:lnTo>
                  <a:lnTo>
                    <a:pt x="759105" y="32313"/>
                  </a:lnTo>
                  <a:lnTo>
                    <a:pt x="773028" y="30436"/>
                  </a:lnTo>
                  <a:lnTo>
                    <a:pt x="786559" y="28611"/>
                  </a:lnTo>
                  <a:lnTo>
                    <a:pt x="799718" y="26837"/>
                  </a:lnTo>
                  <a:lnTo>
                    <a:pt x="812528" y="25110"/>
                  </a:lnTo>
                  <a:lnTo>
                    <a:pt x="825004" y="23428"/>
                  </a:lnTo>
                  <a:lnTo>
                    <a:pt x="837164" y="21788"/>
                  </a:lnTo>
                  <a:lnTo>
                    <a:pt x="849024" y="20189"/>
                  </a:lnTo>
                  <a:lnTo>
                    <a:pt x="860599" y="18629"/>
                  </a:lnTo>
                  <a:lnTo>
                    <a:pt x="871900" y="17105"/>
                  </a:lnTo>
                  <a:lnTo>
                    <a:pt x="882943" y="15616"/>
                  </a:lnTo>
                  <a:lnTo>
                    <a:pt x="893736" y="14161"/>
                  </a:lnTo>
                  <a:lnTo>
                    <a:pt x="904293" y="12738"/>
                  </a:lnTo>
                  <a:lnTo>
                    <a:pt x="914623" y="11345"/>
                  </a:lnTo>
                  <a:lnTo>
                    <a:pt x="924735" y="9982"/>
                  </a:lnTo>
                  <a:lnTo>
                    <a:pt x="934639" y="8647"/>
                  </a:lnTo>
                  <a:lnTo>
                    <a:pt x="944342" y="7338"/>
                  </a:lnTo>
                  <a:lnTo>
                    <a:pt x="953854" y="6056"/>
                  </a:lnTo>
                  <a:lnTo>
                    <a:pt x="963180" y="4799"/>
                  </a:lnTo>
                  <a:lnTo>
                    <a:pt x="972329" y="3565"/>
                  </a:lnTo>
                  <a:lnTo>
                    <a:pt x="981307" y="2355"/>
                  </a:lnTo>
                  <a:lnTo>
                    <a:pt x="990120" y="1166"/>
                  </a:lnTo>
                  <a:lnTo>
                    <a:pt x="998775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pl969"/>
            <p:cNvSpPr/>
            <p:nvPr/>
          </p:nvSpPr>
          <p:spPr>
            <a:xfrm>
              <a:off x="4335941" y="4467856"/>
              <a:ext cx="998775" cy="81277"/>
            </a:xfrm>
            <a:custGeom>
              <a:avLst/>
              <a:pathLst>
                <a:path w="998775" h="81277">
                  <a:moveTo>
                    <a:pt x="0" y="81277"/>
                  </a:moveTo>
                  <a:lnTo>
                    <a:pt x="64136" y="76058"/>
                  </a:lnTo>
                  <a:lnTo>
                    <a:pt x="120708" y="71454"/>
                  </a:lnTo>
                  <a:lnTo>
                    <a:pt x="171314" y="67336"/>
                  </a:lnTo>
                  <a:lnTo>
                    <a:pt x="217092" y="63611"/>
                  </a:lnTo>
                  <a:lnTo>
                    <a:pt x="258885" y="60210"/>
                  </a:lnTo>
                  <a:lnTo>
                    <a:pt x="297330" y="57081"/>
                  </a:lnTo>
                  <a:lnTo>
                    <a:pt x="332925" y="54185"/>
                  </a:lnTo>
                  <a:lnTo>
                    <a:pt x="366063" y="51488"/>
                  </a:lnTo>
                  <a:lnTo>
                    <a:pt x="397061" y="48965"/>
                  </a:lnTo>
                  <a:lnTo>
                    <a:pt x="426180" y="46596"/>
                  </a:lnTo>
                  <a:lnTo>
                    <a:pt x="453633" y="44362"/>
                  </a:lnTo>
                  <a:lnTo>
                    <a:pt x="479602" y="42248"/>
                  </a:lnTo>
                  <a:lnTo>
                    <a:pt x="504239" y="40243"/>
                  </a:lnTo>
                  <a:lnTo>
                    <a:pt x="527673" y="38336"/>
                  </a:lnTo>
                  <a:lnTo>
                    <a:pt x="550017" y="36518"/>
                  </a:lnTo>
                  <a:lnTo>
                    <a:pt x="571368" y="34781"/>
                  </a:lnTo>
                  <a:lnTo>
                    <a:pt x="591810" y="33117"/>
                  </a:lnTo>
                  <a:lnTo>
                    <a:pt x="611417" y="31522"/>
                  </a:lnTo>
                  <a:lnTo>
                    <a:pt x="630255" y="29989"/>
                  </a:lnTo>
                  <a:lnTo>
                    <a:pt x="648382" y="28513"/>
                  </a:lnTo>
                  <a:lnTo>
                    <a:pt x="665850" y="27092"/>
                  </a:lnTo>
                  <a:lnTo>
                    <a:pt x="682704" y="25720"/>
                  </a:lnTo>
                  <a:lnTo>
                    <a:pt x="698988" y="24395"/>
                  </a:lnTo>
                  <a:lnTo>
                    <a:pt x="714737" y="23114"/>
                  </a:lnTo>
                  <a:lnTo>
                    <a:pt x="729986" y="21873"/>
                  </a:lnTo>
                  <a:lnTo>
                    <a:pt x="744766" y="20670"/>
                  </a:lnTo>
                  <a:lnTo>
                    <a:pt x="759105" y="19503"/>
                  </a:lnTo>
                  <a:lnTo>
                    <a:pt x="773028" y="18370"/>
                  </a:lnTo>
                  <a:lnTo>
                    <a:pt x="786559" y="17269"/>
                  </a:lnTo>
                  <a:lnTo>
                    <a:pt x="799718" y="16198"/>
                  </a:lnTo>
                  <a:lnTo>
                    <a:pt x="812528" y="15156"/>
                  </a:lnTo>
                  <a:lnTo>
                    <a:pt x="825004" y="14141"/>
                  </a:lnTo>
                  <a:lnTo>
                    <a:pt x="837164" y="13151"/>
                  </a:lnTo>
                  <a:lnTo>
                    <a:pt x="849024" y="12186"/>
                  </a:lnTo>
                  <a:lnTo>
                    <a:pt x="860599" y="11244"/>
                  </a:lnTo>
                  <a:lnTo>
                    <a:pt x="871900" y="10324"/>
                  </a:lnTo>
                  <a:lnTo>
                    <a:pt x="882943" y="9426"/>
                  </a:lnTo>
                  <a:lnTo>
                    <a:pt x="893736" y="8547"/>
                  </a:lnTo>
                  <a:lnTo>
                    <a:pt x="904293" y="7688"/>
                  </a:lnTo>
                  <a:lnTo>
                    <a:pt x="914623" y="6848"/>
                  </a:lnTo>
                  <a:lnTo>
                    <a:pt x="924735" y="6025"/>
                  </a:lnTo>
                  <a:lnTo>
                    <a:pt x="934639" y="5219"/>
                  </a:lnTo>
                  <a:lnTo>
                    <a:pt x="944342" y="4429"/>
                  </a:lnTo>
                  <a:lnTo>
                    <a:pt x="953854" y="3655"/>
                  </a:lnTo>
                  <a:lnTo>
                    <a:pt x="963180" y="2896"/>
                  </a:lnTo>
                  <a:lnTo>
                    <a:pt x="972329" y="2152"/>
                  </a:lnTo>
                  <a:lnTo>
                    <a:pt x="981307" y="1421"/>
                  </a:lnTo>
                  <a:lnTo>
                    <a:pt x="990120" y="704"/>
                  </a:lnTo>
                  <a:lnTo>
                    <a:pt x="998775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1" name="pl970"/>
            <p:cNvSpPr/>
            <p:nvPr/>
          </p:nvSpPr>
          <p:spPr>
            <a:xfrm>
              <a:off x="4335941" y="4456679"/>
              <a:ext cx="998775" cy="99988"/>
            </a:xfrm>
            <a:custGeom>
              <a:avLst/>
              <a:pathLst>
                <a:path w="998775" h="99988">
                  <a:moveTo>
                    <a:pt x="0" y="0"/>
                  </a:moveTo>
                  <a:lnTo>
                    <a:pt x="64136" y="6420"/>
                  </a:lnTo>
                  <a:lnTo>
                    <a:pt x="120708" y="12084"/>
                  </a:lnTo>
                  <a:lnTo>
                    <a:pt x="171314" y="17150"/>
                  </a:lnTo>
                  <a:lnTo>
                    <a:pt x="217092" y="21733"/>
                  </a:lnTo>
                  <a:lnTo>
                    <a:pt x="258885" y="25917"/>
                  </a:lnTo>
                  <a:lnTo>
                    <a:pt x="297330" y="29766"/>
                  </a:lnTo>
                  <a:lnTo>
                    <a:pt x="332925" y="33329"/>
                  </a:lnTo>
                  <a:lnTo>
                    <a:pt x="366063" y="36646"/>
                  </a:lnTo>
                  <a:lnTo>
                    <a:pt x="397061" y="39750"/>
                  </a:lnTo>
                  <a:lnTo>
                    <a:pt x="426180" y="42665"/>
                  </a:lnTo>
                  <a:lnTo>
                    <a:pt x="453633" y="45413"/>
                  </a:lnTo>
                  <a:lnTo>
                    <a:pt x="479602" y="48013"/>
                  </a:lnTo>
                  <a:lnTo>
                    <a:pt x="504239" y="50479"/>
                  </a:lnTo>
                  <a:lnTo>
                    <a:pt x="527673" y="52825"/>
                  </a:lnTo>
                  <a:lnTo>
                    <a:pt x="550017" y="55062"/>
                  </a:lnTo>
                  <a:lnTo>
                    <a:pt x="571368" y="57200"/>
                  </a:lnTo>
                  <a:lnTo>
                    <a:pt x="591810" y="59246"/>
                  </a:lnTo>
                  <a:lnTo>
                    <a:pt x="611417" y="61209"/>
                  </a:lnTo>
                  <a:lnTo>
                    <a:pt x="630255" y="63095"/>
                  </a:lnTo>
                  <a:lnTo>
                    <a:pt x="648382" y="64910"/>
                  </a:lnTo>
                  <a:lnTo>
                    <a:pt x="665850" y="66658"/>
                  </a:lnTo>
                  <a:lnTo>
                    <a:pt x="682704" y="68346"/>
                  </a:lnTo>
                  <a:lnTo>
                    <a:pt x="698988" y="69976"/>
                  </a:lnTo>
                  <a:lnTo>
                    <a:pt x="714737" y="71553"/>
                  </a:lnTo>
                  <a:lnTo>
                    <a:pt x="729986" y="73079"/>
                  </a:lnTo>
                  <a:lnTo>
                    <a:pt x="744766" y="74559"/>
                  </a:lnTo>
                  <a:lnTo>
                    <a:pt x="759105" y="75994"/>
                  </a:lnTo>
                  <a:lnTo>
                    <a:pt x="773028" y="77388"/>
                  </a:lnTo>
                  <a:lnTo>
                    <a:pt x="786559" y="78743"/>
                  </a:lnTo>
                  <a:lnTo>
                    <a:pt x="799718" y="80060"/>
                  </a:lnTo>
                  <a:lnTo>
                    <a:pt x="812528" y="81343"/>
                  </a:lnTo>
                  <a:lnTo>
                    <a:pt x="825004" y="82592"/>
                  </a:lnTo>
                  <a:lnTo>
                    <a:pt x="837164" y="83809"/>
                  </a:lnTo>
                  <a:lnTo>
                    <a:pt x="849024" y="84996"/>
                  </a:lnTo>
                  <a:lnTo>
                    <a:pt x="860599" y="86155"/>
                  </a:lnTo>
                  <a:lnTo>
                    <a:pt x="871900" y="87286"/>
                  </a:lnTo>
                  <a:lnTo>
                    <a:pt x="882943" y="88392"/>
                  </a:lnTo>
                  <a:lnTo>
                    <a:pt x="893736" y="89472"/>
                  </a:lnTo>
                  <a:lnTo>
                    <a:pt x="904293" y="90529"/>
                  </a:lnTo>
                  <a:lnTo>
                    <a:pt x="914623" y="91563"/>
                  </a:lnTo>
                  <a:lnTo>
                    <a:pt x="924735" y="92576"/>
                  </a:lnTo>
                  <a:lnTo>
                    <a:pt x="934639" y="93567"/>
                  </a:lnTo>
                  <a:lnTo>
                    <a:pt x="944342" y="94539"/>
                  </a:lnTo>
                  <a:lnTo>
                    <a:pt x="953854" y="95491"/>
                  </a:lnTo>
                  <a:lnTo>
                    <a:pt x="963180" y="96425"/>
                  </a:lnTo>
                  <a:lnTo>
                    <a:pt x="972329" y="97340"/>
                  </a:lnTo>
                  <a:lnTo>
                    <a:pt x="981307" y="98239"/>
                  </a:lnTo>
                  <a:lnTo>
                    <a:pt x="990120" y="99122"/>
                  </a:lnTo>
                  <a:lnTo>
                    <a:pt x="998775" y="99988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2" name="pl971"/>
            <p:cNvSpPr/>
            <p:nvPr/>
          </p:nvSpPr>
          <p:spPr>
            <a:xfrm>
              <a:off x="4335941" y="4445938"/>
              <a:ext cx="998775" cy="166398"/>
            </a:xfrm>
            <a:custGeom>
              <a:avLst/>
              <a:pathLst>
                <a:path w="998775" h="166398">
                  <a:moveTo>
                    <a:pt x="0" y="0"/>
                  </a:moveTo>
                  <a:lnTo>
                    <a:pt x="64136" y="10685"/>
                  </a:lnTo>
                  <a:lnTo>
                    <a:pt x="120708" y="20110"/>
                  </a:lnTo>
                  <a:lnTo>
                    <a:pt x="171314" y="28541"/>
                  </a:lnTo>
                  <a:lnTo>
                    <a:pt x="217092" y="36168"/>
                  </a:lnTo>
                  <a:lnTo>
                    <a:pt x="258885" y="43130"/>
                  </a:lnTo>
                  <a:lnTo>
                    <a:pt x="297330" y="49536"/>
                  </a:lnTo>
                  <a:lnTo>
                    <a:pt x="332925" y="55466"/>
                  </a:lnTo>
                  <a:lnTo>
                    <a:pt x="366063" y="60987"/>
                  </a:lnTo>
                  <a:lnTo>
                    <a:pt x="397061" y="66151"/>
                  </a:lnTo>
                  <a:lnTo>
                    <a:pt x="426180" y="71002"/>
                  </a:lnTo>
                  <a:lnTo>
                    <a:pt x="453633" y="75576"/>
                  </a:lnTo>
                  <a:lnTo>
                    <a:pt x="479602" y="79903"/>
                  </a:lnTo>
                  <a:lnTo>
                    <a:pt x="504239" y="84007"/>
                  </a:lnTo>
                  <a:lnTo>
                    <a:pt x="527673" y="87911"/>
                  </a:lnTo>
                  <a:lnTo>
                    <a:pt x="550017" y="91634"/>
                  </a:lnTo>
                  <a:lnTo>
                    <a:pt x="571368" y="95191"/>
                  </a:lnTo>
                  <a:lnTo>
                    <a:pt x="591810" y="98597"/>
                  </a:lnTo>
                  <a:lnTo>
                    <a:pt x="611417" y="101863"/>
                  </a:lnTo>
                  <a:lnTo>
                    <a:pt x="630255" y="105002"/>
                  </a:lnTo>
                  <a:lnTo>
                    <a:pt x="648382" y="108022"/>
                  </a:lnTo>
                  <a:lnTo>
                    <a:pt x="665850" y="110932"/>
                  </a:lnTo>
                  <a:lnTo>
                    <a:pt x="682704" y="113740"/>
                  </a:lnTo>
                  <a:lnTo>
                    <a:pt x="698988" y="116453"/>
                  </a:lnTo>
                  <a:lnTo>
                    <a:pt x="714737" y="119077"/>
                  </a:lnTo>
                  <a:lnTo>
                    <a:pt x="729986" y="121617"/>
                  </a:lnTo>
                  <a:lnTo>
                    <a:pt x="744766" y="124080"/>
                  </a:lnTo>
                  <a:lnTo>
                    <a:pt x="759105" y="126468"/>
                  </a:lnTo>
                  <a:lnTo>
                    <a:pt x="773028" y="128788"/>
                  </a:lnTo>
                  <a:lnTo>
                    <a:pt x="786559" y="131042"/>
                  </a:lnTo>
                  <a:lnTo>
                    <a:pt x="799718" y="133235"/>
                  </a:lnTo>
                  <a:lnTo>
                    <a:pt x="812528" y="135369"/>
                  </a:lnTo>
                  <a:lnTo>
                    <a:pt x="825004" y="137447"/>
                  </a:lnTo>
                  <a:lnTo>
                    <a:pt x="837164" y="139473"/>
                  </a:lnTo>
                  <a:lnTo>
                    <a:pt x="849024" y="141449"/>
                  </a:lnTo>
                  <a:lnTo>
                    <a:pt x="860599" y="143378"/>
                  </a:lnTo>
                  <a:lnTo>
                    <a:pt x="871900" y="145260"/>
                  </a:lnTo>
                  <a:lnTo>
                    <a:pt x="882943" y="147100"/>
                  </a:lnTo>
                  <a:lnTo>
                    <a:pt x="893736" y="148898"/>
                  </a:lnTo>
                  <a:lnTo>
                    <a:pt x="904293" y="150657"/>
                  </a:lnTo>
                  <a:lnTo>
                    <a:pt x="914623" y="152378"/>
                  </a:lnTo>
                  <a:lnTo>
                    <a:pt x="924735" y="154063"/>
                  </a:lnTo>
                  <a:lnTo>
                    <a:pt x="934639" y="155713"/>
                  </a:lnTo>
                  <a:lnTo>
                    <a:pt x="944342" y="157329"/>
                  </a:lnTo>
                  <a:lnTo>
                    <a:pt x="953854" y="158914"/>
                  </a:lnTo>
                  <a:lnTo>
                    <a:pt x="963180" y="160468"/>
                  </a:lnTo>
                  <a:lnTo>
                    <a:pt x="972329" y="161992"/>
                  </a:lnTo>
                  <a:lnTo>
                    <a:pt x="981307" y="163488"/>
                  </a:lnTo>
                  <a:lnTo>
                    <a:pt x="990120" y="164956"/>
                  </a:lnTo>
                  <a:lnTo>
                    <a:pt x="998775" y="166398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3" name="pl972"/>
            <p:cNvSpPr/>
            <p:nvPr/>
          </p:nvSpPr>
          <p:spPr>
            <a:xfrm>
              <a:off x="4335941" y="4602748"/>
              <a:ext cx="998775" cy="68866"/>
            </a:xfrm>
            <a:custGeom>
              <a:avLst/>
              <a:pathLst>
                <a:path w="998775" h="68866">
                  <a:moveTo>
                    <a:pt x="0" y="0"/>
                  </a:moveTo>
                  <a:lnTo>
                    <a:pt x="64136" y="4422"/>
                  </a:lnTo>
                  <a:lnTo>
                    <a:pt x="120708" y="8323"/>
                  </a:lnTo>
                  <a:lnTo>
                    <a:pt x="171314" y="11812"/>
                  </a:lnTo>
                  <a:lnTo>
                    <a:pt x="217092" y="14968"/>
                  </a:lnTo>
                  <a:lnTo>
                    <a:pt x="258885" y="17850"/>
                  </a:lnTo>
                  <a:lnTo>
                    <a:pt x="297330" y="20501"/>
                  </a:lnTo>
                  <a:lnTo>
                    <a:pt x="332925" y="22955"/>
                  </a:lnTo>
                  <a:lnTo>
                    <a:pt x="366063" y="25240"/>
                  </a:lnTo>
                  <a:lnTo>
                    <a:pt x="397061" y="27377"/>
                  </a:lnTo>
                  <a:lnTo>
                    <a:pt x="426180" y="29385"/>
                  </a:lnTo>
                  <a:lnTo>
                    <a:pt x="453633" y="31278"/>
                  </a:lnTo>
                  <a:lnTo>
                    <a:pt x="479602" y="33069"/>
                  </a:lnTo>
                  <a:lnTo>
                    <a:pt x="504239" y="34768"/>
                  </a:lnTo>
                  <a:lnTo>
                    <a:pt x="527673" y="36383"/>
                  </a:lnTo>
                  <a:lnTo>
                    <a:pt x="550017" y="37924"/>
                  </a:lnTo>
                  <a:lnTo>
                    <a:pt x="571368" y="39396"/>
                  </a:lnTo>
                  <a:lnTo>
                    <a:pt x="591810" y="40806"/>
                  </a:lnTo>
                  <a:lnTo>
                    <a:pt x="611417" y="42158"/>
                  </a:lnTo>
                  <a:lnTo>
                    <a:pt x="630255" y="43457"/>
                  </a:lnTo>
                  <a:lnTo>
                    <a:pt x="648382" y="44706"/>
                  </a:lnTo>
                  <a:lnTo>
                    <a:pt x="665850" y="45911"/>
                  </a:lnTo>
                  <a:lnTo>
                    <a:pt x="682704" y="47073"/>
                  </a:lnTo>
                  <a:lnTo>
                    <a:pt x="698988" y="48196"/>
                  </a:lnTo>
                  <a:lnTo>
                    <a:pt x="714737" y="49282"/>
                  </a:lnTo>
                  <a:lnTo>
                    <a:pt x="729986" y="50333"/>
                  </a:lnTo>
                  <a:lnTo>
                    <a:pt x="744766" y="51352"/>
                  </a:lnTo>
                  <a:lnTo>
                    <a:pt x="759105" y="52341"/>
                  </a:lnTo>
                  <a:lnTo>
                    <a:pt x="773028" y="53301"/>
                  </a:lnTo>
                  <a:lnTo>
                    <a:pt x="786559" y="54234"/>
                  </a:lnTo>
                  <a:lnTo>
                    <a:pt x="799718" y="55141"/>
                  </a:lnTo>
                  <a:lnTo>
                    <a:pt x="812528" y="56024"/>
                  </a:lnTo>
                  <a:lnTo>
                    <a:pt x="825004" y="56885"/>
                  </a:lnTo>
                  <a:lnTo>
                    <a:pt x="837164" y="57723"/>
                  </a:lnTo>
                  <a:lnTo>
                    <a:pt x="849024" y="58541"/>
                  </a:lnTo>
                  <a:lnTo>
                    <a:pt x="860599" y="59339"/>
                  </a:lnTo>
                  <a:lnTo>
                    <a:pt x="871900" y="60118"/>
                  </a:lnTo>
                  <a:lnTo>
                    <a:pt x="882943" y="60880"/>
                  </a:lnTo>
                  <a:lnTo>
                    <a:pt x="893736" y="61624"/>
                  </a:lnTo>
                  <a:lnTo>
                    <a:pt x="904293" y="62352"/>
                  </a:lnTo>
                  <a:lnTo>
                    <a:pt x="914623" y="63064"/>
                  </a:lnTo>
                  <a:lnTo>
                    <a:pt x="924735" y="63761"/>
                  </a:lnTo>
                  <a:lnTo>
                    <a:pt x="934639" y="64444"/>
                  </a:lnTo>
                  <a:lnTo>
                    <a:pt x="944342" y="65113"/>
                  </a:lnTo>
                  <a:lnTo>
                    <a:pt x="953854" y="65769"/>
                  </a:lnTo>
                  <a:lnTo>
                    <a:pt x="963180" y="66412"/>
                  </a:lnTo>
                  <a:lnTo>
                    <a:pt x="972329" y="67043"/>
                  </a:lnTo>
                  <a:lnTo>
                    <a:pt x="981307" y="67662"/>
                  </a:lnTo>
                  <a:lnTo>
                    <a:pt x="990120" y="68270"/>
                  </a:lnTo>
                  <a:lnTo>
                    <a:pt x="998775" y="68866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4" name="pl973"/>
            <p:cNvSpPr/>
            <p:nvPr/>
          </p:nvSpPr>
          <p:spPr>
            <a:xfrm>
              <a:off x="4335941" y="4584095"/>
              <a:ext cx="998775" cy="32429"/>
            </a:xfrm>
            <a:custGeom>
              <a:avLst/>
              <a:pathLst>
                <a:path w="998775" h="32429">
                  <a:moveTo>
                    <a:pt x="0" y="0"/>
                  </a:moveTo>
                  <a:lnTo>
                    <a:pt x="64136" y="2082"/>
                  </a:lnTo>
                  <a:lnTo>
                    <a:pt x="120708" y="3919"/>
                  </a:lnTo>
                  <a:lnTo>
                    <a:pt x="171314" y="5562"/>
                  </a:lnTo>
                  <a:lnTo>
                    <a:pt x="217092" y="7048"/>
                  </a:lnTo>
                  <a:lnTo>
                    <a:pt x="258885" y="8405"/>
                  </a:lnTo>
                  <a:lnTo>
                    <a:pt x="297330" y="9654"/>
                  </a:lnTo>
                  <a:lnTo>
                    <a:pt x="332925" y="10809"/>
                  </a:lnTo>
                  <a:lnTo>
                    <a:pt x="366063" y="11885"/>
                  </a:lnTo>
                  <a:lnTo>
                    <a:pt x="397061" y="12892"/>
                  </a:lnTo>
                  <a:lnTo>
                    <a:pt x="426180" y="13837"/>
                  </a:lnTo>
                  <a:lnTo>
                    <a:pt x="453633" y="14729"/>
                  </a:lnTo>
                  <a:lnTo>
                    <a:pt x="479602" y="15572"/>
                  </a:lnTo>
                  <a:lnTo>
                    <a:pt x="504239" y="16372"/>
                  </a:lnTo>
                  <a:lnTo>
                    <a:pt x="527673" y="17133"/>
                  </a:lnTo>
                  <a:lnTo>
                    <a:pt x="550017" y="17858"/>
                  </a:lnTo>
                  <a:lnTo>
                    <a:pt x="571368" y="18552"/>
                  </a:lnTo>
                  <a:lnTo>
                    <a:pt x="591810" y="19215"/>
                  </a:lnTo>
                  <a:lnTo>
                    <a:pt x="611417" y="19852"/>
                  </a:lnTo>
                  <a:lnTo>
                    <a:pt x="630255" y="20464"/>
                  </a:lnTo>
                  <a:lnTo>
                    <a:pt x="648382" y="21052"/>
                  </a:lnTo>
                  <a:lnTo>
                    <a:pt x="665850" y="21619"/>
                  </a:lnTo>
                  <a:lnTo>
                    <a:pt x="682704" y="22167"/>
                  </a:lnTo>
                  <a:lnTo>
                    <a:pt x="698988" y="22695"/>
                  </a:lnTo>
                  <a:lnTo>
                    <a:pt x="714737" y="23207"/>
                  </a:lnTo>
                  <a:lnTo>
                    <a:pt x="729986" y="23702"/>
                  </a:lnTo>
                  <a:lnTo>
                    <a:pt x="744766" y="24182"/>
                  </a:lnTo>
                  <a:lnTo>
                    <a:pt x="759105" y="24647"/>
                  </a:lnTo>
                  <a:lnTo>
                    <a:pt x="773028" y="25099"/>
                  </a:lnTo>
                  <a:lnTo>
                    <a:pt x="786559" y="25539"/>
                  </a:lnTo>
                  <a:lnTo>
                    <a:pt x="799718" y="25966"/>
                  </a:lnTo>
                  <a:lnTo>
                    <a:pt x="812528" y="26382"/>
                  </a:lnTo>
                  <a:lnTo>
                    <a:pt x="825004" y="26787"/>
                  </a:lnTo>
                  <a:lnTo>
                    <a:pt x="837164" y="27182"/>
                  </a:lnTo>
                  <a:lnTo>
                    <a:pt x="849024" y="27567"/>
                  </a:lnTo>
                  <a:lnTo>
                    <a:pt x="860599" y="27943"/>
                  </a:lnTo>
                  <a:lnTo>
                    <a:pt x="871900" y="28310"/>
                  </a:lnTo>
                  <a:lnTo>
                    <a:pt x="882943" y="28668"/>
                  </a:lnTo>
                  <a:lnTo>
                    <a:pt x="893736" y="29019"/>
                  </a:lnTo>
                  <a:lnTo>
                    <a:pt x="904293" y="29362"/>
                  </a:lnTo>
                  <a:lnTo>
                    <a:pt x="914623" y="29697"/>
                  </a:lnTo>
                  <a:lnTo>
                    <a:pt x="924735" y="30025"/>
                  </a:lnTo>
                  <a:lnTo>
                    <a:pt x="934639" y="30347"/>
                  </a:lnTo>
                  <a:lnTo>
                    <a:pt x="944342" y="30662"/>
                  </a:lnTo>
                  <a:lnTo>
                    <a:pt x="953854" y="30971"/>
                  </a:lnTo>
                  <a:lnTo>
                    <a:pt x="963180" y="31274"/>
                  </a:lnTo>
                  <a:lnTo>
                    <a:pt x="972329" y="31571"/>
                  </a:lnTo>
                  <a:lnTo>
                    <a:pt x="981307" y="31862"/>
                  </a:lnTo>
                  <a:lnTo>
                    <a:pt x="990120" y="32148"/>
                  </a:lnTo>
                  <a:lnTo>
                    <a:pt x="998775" y="32429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5" name="pl974"/>
            <p:cNvSpPr/>
            <p:nvPr/>
          </p:nvSpPr>
          <p:spPr>
            <a:xfrm>
              <a:off x="4335941" y="4573758"/>
              <a:ext cx="998775" cy="6027"/>
            </a:xfrm>
            <a:custGeom>
              <a:avLst/>
              <a:pathLst>
                <a:path w="998775" h="6027">
                  <a:moveTo>
                    <a:pt x="0" y="0"/>
                  </a:moveTo>
                  <a:lnTo>
                    <a:pt x="64136" y="387"/>
                  </a:lnTo>
                  <a:lnTo>
                    <a:pt x="120708" y="728"/>
                  </a:lnTo>
                  <a:lnTo>
                    <a:pt x="171314" y="1033"/>
                  </a:lnTo>
                  <a:lnTo>
                    <a:pt x="217092" y="1310"/>
                  </a:lnTo>
                  <a:lnTo>
                    <a:pt x="258885" y="1562"/>
                  </a:lnTo>
                  <a:lnTo>
                    <a:pt x="297330" y="1794"/>
                  </a:lnTo>
                  <a:lnTo>
                    <a:pt x="332925" y="2009"/>
                  </a:lnTo>
                  <a:lnTo>
                    <a:pt x="366063" y="2209"/>
                  </a:lnTo>
                  <a:lnTo>
                    <a:pt x="397061" y="2396"/>
                  </a:lnTo>
                  <a:lnTo>
                    <a:pt x="426180" y="2571"/>
                  </a:lnTo>
                  <a:lnTo>
                    <a:pt x="453633" y="2737"/>
                  </a:lnTo>
                  <a:lnTo>
                    <a:pt x="479602" y="2894"/>
                  </a:lnTo>
                  <a:lnTo>
                    <a:pt x="504239" y="3043"/>
                  </a:lnTo>
                  <a:lnTo>
                    <a:pt x="527673" y="3184"/>
                  </a:lnTo>
                  <a:lnTo>
                    <a:pt x="550017" y="3319"/>
                  </a:lnTo>
                  <a:lnTo>
                    <a:pt x="571368" y="3448"/>
                  </a:lnTo>
                  <a:lnTo>
                    <a:pt x="591810" y="3571"/>
                  </a:lnTo>
                  <a:lnTo>
                    <a:pt x="611417" y="3689"/>
                  </a:lnTo>
                  <a:lnTo>
                    <a:pt x="630255" y="3803"/>
                  </a:lnTo>
                  <a:lnTo>
                    <a:pt x="648382" y="3912"/>
                  </a:lnTo>
                  <a:lnTo>
                    <a:pt x="665850" y="4018"/>
                  </a:lnTo>
                  <a:lnTo>
                    <a:pt x="682704" y="4120"/>
                  </a:lnTo>
                  <a:lnTo>
                    <a:pt x="698988" y="4218"/>
                  </a:lnTo>
                  <a:lnTo>
                    <a:pt x="714737" y="4313"/>
                  </a:lnTo>
                  <a:lnTo>
                    <a:pt x="729986" y="4405"/>
                  </a:lnTo>
                  <a:lnTo>
                    <a:pt x="744766" y="4494"/>
                  </a:lnTo>
                  <a:lnTo>
                    <a:pt x="759105" y="4581"/>
                  </a:lnTo>
                  <a:lnTo>
                    <a:pt x="773028" y="4665"/>
                  </a:lnTo>
                  <a:lnTo>
                    <a:pt x="786559" y="4746"/>
                  </a:lnTo>
                  <a:lnTo>
                    <a:pt x="799718" y="4826"/>
                  </a:lnTo>
                  <a:lnTo>
                    <a:pt x="812528" y="4903"/>
                  </a:lnTo>
                  <a:lnTo>
                    <a:pt x="825004" y="4978"/>
                  </a:lnTo>
                  <a:lnTo>
                    <a:pt x="837164" y="5052"/>
                  </a:lnTo>
                  <a:lnTo>
                    <a:pt x="849024" y="5123"/>
                  </a:lnTo>
                  <a:lnTo>
                    <a:pt x="860599" y="5193"/>
                  </a:lnTo>
                  <a:lnTo>
                    <a:pt x="871900" y="5261"/>
                  </a:lnTo>
                  <a:lnTo>
                    <a:pt x="882943" y="5328"/>
                  </a:lnTo>
                  <a:lnTo>
                    <a:pt x="893736" y="5393"/>
                  </a:lnTo>
                  <a:lnTo>
                    <a:pt x="904293" y="5457"/>
                  </a:lnTo>
                  <a:lnTo>
                    <a:pt x="914623" y="5519"/>
                  </a:lnTo>
                  <a:lnTo>
                    <a:pt x="924735" y="5580"/>
                  </a:lnTo>
                  <a:lnTo>
                    <a:pt x="934639" y="5640"/>
                  </a:lnTo>
                  <a:lnTo>
                    <a:pt x="944342" y="5699"/>
                  </a:lnTo>
                  <a:lnTo>
                    <a:pt x="953854" y="5756"/>
                  </a:lnTo>
                  <a:lnTo>
                    <a:pt x="963180" y="5812"/>
                  </a:lnTo>
                  <a:lnTo>
                    <a:pt x="972329" y="5867"/>
                  </a:lnTo>
                  <a:lnTo>
                    <a:pt x="981307" y="5922"/>
                  </a:lnTo>
                  <a:lnTo>
                    <a:pt x="990120" y="5975"/>
                  </a:lnTo>
                  <a:lnTo>
                    <a:pt x="998775" y="6027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6" name="rc975"/>
            <p:cNvSpPr/>
            <p:nvPr/>
          </p:nvSpPr>
          <p:spPr>
            <a:xfrm>
              <a:off x="4262365" y="3944522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77" name="pl976"/>
            <p:cNvSpPr/>
            <p:nvPr/>
          </p:nvSpPr>
          <p:spPr>
            <a:xfrm>
              <a:off x="4262365" y="3944522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l977"/>
            <p:cNvSpPr/>
            <p:nvPr/>
          </p:nvSpPr>
          <p:spPr>
            <a:xfrm>
              <a:off x="4233897" y="473162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l978"/>
            <p:cNvSpPr/>
            <p:nvPr/>
          </p:nvSpPr>
          <p:spPr>
            <a:xfrm>
              <a:off x="4233897" y="454227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l979"/>
            <p:cNvSpPr/>
            <p:nvPr/>
          </p:nvSpPr>
          <p:spPr>
            <a:xfrm>
              <a:off x="4233897" y="435292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l980"/>
            <p:cNvSpPr/>
            <p:nvPr/>
          </p:nvSpPr>
          <p:spPr>
            <a:xfrm>
              <a:off x="4233897" y="416357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l981"/>
            <p:cNvSpPr/>
            <p:nvPr/>
          </p:nvSpPr>
          <p:spPr>
            <a:xfrm>
              <a:off x="4233897" y="397422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l982"/>
            <p:cNvSpPr/>
            <p:nvPr/>
          </p:nvSpPr>
          <p:spPr>
            <a:xfrm>
              <a:off x="4262365" y="4815197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l983"/>
            <p:cNvSpPr/>
            <p:nvPr/>
          </p:nvSpPr>
          <p:spPr>
            <a:xfrm>
              <a:off x="4335941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l984"/>
            <p:cNvSpPr/>
            <p:nvPr/>
          </p:nvSpPr>
          <p:spPr>
            <a:xfrm>
              <a:off x="4668866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l985"/>
            <p:cNvSpPr/>
            <p:nvPr/>
          </p:nvSpPr>
          <p:spPr>
            <a:xfrm>
              <a:off x="5001791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l986"/>
            <p:cNvSpPr/>
            <p:nvPr/>
          </p:nvSpPr>
          <p:spPr>
            <a:xfrm>
              <a:off x="5334716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tx987"/>
            <p:cNvSpPr/>
            <p:nvPr/>
          </p:nvSpPr>
          <p:spPr>
            <a:xfrm>
              <a:off x="4307686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89" name="tx988"/>
            <p:cNvSpPr/>
            <p:nvPr/>
          </p:nvSpPr>
          <p:spPr>
            <a:xfrm>
              <a:off x="4640611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90" name="tx989"/>
            <p:cNvSpPr/>
            <p:nvPr/>
          </p:nvSpPr>
          <p:spPr>
            <a:xfrm>
              <a:off x="4973536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91" name="tx990"/>
            <p:cNvSpPr/>
            <p:nvPr/>
          </p:nvSpPr>
          <p:spPr>
            <a:xfrm>
              <a:off x="5306461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92" name="tx991"/>
            <p:cNvSpPr/>
            <p:nvPr/>
          </p:nvSpPr>
          <p:spPr>
            <a:xfrm>
              <a:off x="4574904" y="5024076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993" name="tx992"/>
            <p:cNvSpPr/>
            <p:nvPr/>
          </p:nvSpPr>
          <p:spPr>
            <a:xfrm>
              <a:off x="4262365" y="3767982"/>
              <a:ext cx="41623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(j) RTD</a:t>
              </a:r>
            </a:p>
          </p:txBody>
        </p:sp>
        <p:sp>
          <p:nvSpPr>
            <p:cNvPr id="994" name="rc993"/>
            <p:cNvSpPr/>
            <p:nvPr/>
          </p:nvSpPr>
          <p:spPr>
            <a:xfrm>
              <a:off x="5691085" y="3944522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5730652" y="453077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5737429" y="457939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5738063" y="462619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5722465" y="432868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5722476" y="455783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5739543" y="434666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5736660" y="473196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5722589" y="462209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5726493" y="435671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5721617" y="429277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6054466" y="448737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6037835" y="433159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6033981" y="459864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6044732" y="472357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6034012" y="395602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6043015" y="402174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6072830" y="467879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6048977" y="474708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6044676" y="473695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6075742" y="465122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6053204" y="468677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6063009" y="471569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6072139" y="469214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6048189" y="468649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6072576" y="465102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6058763" y="458330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6031931" y="473529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6033687" y="461019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6370248" y="460075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6391633" y="474754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6389421" y="4682508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6388377" y="470805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6382351" y="453081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6376649" y="463602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6410624" y="449803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6373904" y="460073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6384353" y="464226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6418929" y="456518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6408339" y="471383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6371019" y="436857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6405384" y="467771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6410955" y="471887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6393094" y="431286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6414779" y="455097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6410940" y="448353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6397223" y="467051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6383520" y="460415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6386157" y="449720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6754784" y="465195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6758067" y="462364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6736821" y="455707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6718735" y="464850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6748923" y="452873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6709931" y="460807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6743614" y="456225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6737455" y="458478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6744119" y="462128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6732265" y="441751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6718702" y="469854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6718650" y="463038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6755358" y="463192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6730531" y="472518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6733041" y="458540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6757894" y="472342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6715777" y="452118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6738787" y="462448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6757695" y="463449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6744602" y="457028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6718270" y="460877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6740905" y="459275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5" name="pt1064"/>
            <p:cNvSpPr/>
            <p:nvPr/>
          </p:nvSpPr>
          <p:spPr>
            <a:xfrm>
              <a:off x="6750714" y="461599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6755036" y="470852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7" name="pl1066"/>
            <p:cNvSpPr/>
            <p:nvPr/>
          </p:nvSpPr>
          <p:spPr>
            <a:xfrm>
              <a:off x="5743230" y="4345945"/>
              <a:ext cx="1018978" cy="275506"/>
            </a:xfrm>
            <a:custGeom>
              <a:avLst/>
              <a:pathLst>
                <a:path w="1018978" h="275506">
                  <a:moveTo>
                    <a:pt x="0" y="0"/>
                  </a:moveTo>
                  <a:lnTo>
                    <a:pt x="65433" y="17691"/>
                  </a:lnTo>
                  <a:lnTo>
                    <a:pt x="123150" y="33296"/>
                  </a:lnTo>
                  <a:lnTo>
                    <a:pt x="174779" y="47256"/>
                  </a:lnTo>
                  <a:lnTo>
                    <a:pt x="221483" y="59883"/>
                  </a:lnTo>
                  <a:lnTo>
                    <a:pt x="264121" y="71411"/>
                  </a:lnTo>
                  <a:lnTo>
                    <a:pt x="303344" y="82016"/>
                  </a:lnTo>
                  <a:lnTo>
                    <a:pt x="339659" y="91835"/>
                  </a:lnTo>
                  <a:lnTo>
                    <a:pt x="373467" y="100976"/>
                  </a:lnTo>
                  <a:lnTo>
                    <a:pt x="405093" y="109527"/>
                  </a:lnTo>
                  <a:lnTo>
                    <a:pt x="434800" y="117559"/>
                  </a:lnTo>
                  <a:lnTo>
                    <a:pt x="462809" y="125132"/>
                  </a:lnTo>
                  <a:lnTo>
                    <a:pt x="489303" y="132295"/>
                  </a:lnTo>
                  <a:lnTo>
                    <a:pt x="514438" y="139091"/>
                  </a:lnTo>
                  <a:lnTo>
                    <a:pt x="538347" y="145555"/>
                  </a:lnTo>
                  <a:lnTo>
                    <a:pt x="561143" y="151719"/>
                  </a:lnTo>
                  <a:lnTo>
                    <a:pt x="582925" y="157608"/>
                  </a:lnTo>
                  <a:lnTo>
                    <a:pt x="603781" y="163247"/>
                  </a:lnTo>
                  <a:lnTo>
                    <a:pt x="623784" y="168655"/>
                  </a:lnTo>
                  <a:lnTo>
                    <a:pt x="643003" y="173852"/>
                  </a:lnTo>
                  <a:lnTo>
                    <a:pt x="661497" y="178852"/>
                  </a:lnTo>
                  <a:lnTo>
                    <a:pt x="679318" y="183670"/>
                  </a:lnTo>
                  <a:lnTo>
                    <a:pt x="696514" y="188320"/>
                  </a:lnTo>
                  <a:lnTo>
                    <a:pt x="713126" y="192811"/>
                  </a:lnTo>
                  <a:lnTo>
                    <a:pt x="729194" y="197155"/>
                  </a:lnTo>
                  <a:lnTo>
                    <a:pt x="744752" y="201362"/>
                  </a:lnTo>
                  <a:lnTo>
                    <a:pt x="759831" y="205439"/>
                  </a:lnTo>
                  <a:lnTo>
                    <a:pt x="774459" y="209394"/>
                  </a:lnTo>
                  <a:lnTo>
                    <a:pt x="788664" y="213235"/>
                  </a:lnTo>
                  <a:lnTo>
                    <a:pt x="802468" y="216967"/>
                  </a:lnTo>
                  <a:lnTo>
                    <a:pt x="815895" y="220597"/>
                  </a:lnTo>
                  <a:lnTo>
                    <a:pt x="828963" y="224130"/>
                  </a:lnTo>
                  <a:lnTo>
                    <a:pt x="841691" y="227572"/>
                  </a:lnTo>
                  <a:lnTo>
                    <a:pt x="854098" y="230926"/>
                  </a:lnTo>
                  <a:lnTo>
                    <a:pt x="866198" y="234198"/>
                  </a:lnTo>
                  <a:lnTo>
                    <a:pt x="878006" y="237391"/>
                  </a:lnTo>
                  <a:lnTo>
                    <a:pt x="889537" y="240508"/>
                  </a:lnTo>
                  <a:lnTo>
                    <a:pt x="900802" y="243554"/>
                  </a:lnTo>
                  <a:lnTo>
                    <a:pt x="911814" y="246531"/>
                  </a:lnTo>
                  <a:lnTo>
                    <a:pt x="922585" y="249443"/>
                  </a:lnTo>
                  <a:lnTo>
                    <a:pt x="933123" y="252293"/>
                  </a:lnTo>
                  <a:lnTo>
                    <a:pt x="943440" y="255082"/>
                  </a:lnTo>
                  <a:lnTo>
                    <a:pt x="953544" y="257814"/>
                  </a:lnTo>
                  <a:lnTo>
                    <a:pt x="963444" y="260491"/>
                  </a:lnTo>
                  <a:lnTo>
                    <a:pt x="973147" y="263114"/>
                  </a:lnTo>
                  <a:lnTo>
                    <a:pt x="982663" y="265687"/>
                  </a:lnTo>
                  <a:lnTo>
                    <a:pt x="991997" y="268211"/>
                  </a:lnTo>
                  <a:lnTo>
                    <a:pt x="1001156" y="270687"/>
                  </a:lnTo>
                  <a:lnTo>
                    <a:pt x="1010148" y="273118"/>
                  </a:lnTo>
                  <a:lnTo>
                    <a:pt x="1018978" y="275506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68" name="pl1067"/>
            <p:cNvSpPr/>
            <p:nvPr/>
          </p:nvSpPr>
          <p:spPr>
            <a:xfrm>
              <a:off x="5743230" y="4277734"/>
              <a:ext cx="1018978" cy="366772"/>
            </a:xfrm>
            <a:custGeom>
              <a:avLst/>
              <a:pathLst>
                <a:path w="1018978" h="366772">
                  <a:moveTo>
                    <a:pt x="0" y="0"/>
                  </a:moveTo>
                  <a:lnTo>
                    <a:pt x="65433" y="23552"/>
                  </a:lnTo>
                  <a:lnTo>
                    <a:pt x="123150" y="44326"/>
                  </a:lnTo>
                  <a:lnTo>
                    <a:pt x="174779" y="62910"/>
                  </a:lnTo>
                  <a:lnTo>
                    <a:pt x="221483" y="79721"/>
                  </a:lnTo>
                  <a:lnTo>
                    <a:pt x="264121" y="95068"/>
                  </a:lnTo>
                  <a:lnTo>
                    <a:pt x="303344" y="109186"/>
                  </a:lnTo>
                  <a:lnTo>
                    <a:pt x="339659" y="122257"/>
                  </a:lnTo>
                  <a:lnTo>
                    <a:pt x="373467" y="134426"/>
                  </a:lnTo>
                  <a:lnTo>
                    <a:pt x="405093" y="145809"/>
                  </a:lnTo>
                  <a:lnTo>
                    <a:pt x="434800" y="156502"/>
                  </a:lnTo>
                  <a:lnTo>
                    <a:pt x="462809" y="166584"/>
                  </a:lnTo>
                  <a:lnTo>
                    <a:pt x="489303" y="176120"/>
                  </a:lnTo>
                  <a:lnTo>
                    <a:pt x="514438" y="185167"/>
                  </a:lnTo>
                  <a:lnTo>
                    <a:pt x="538347" y="193773"/>
                  </a:lnTo>
                  <a:lnTo>
                    <a:pt x="561143" y="201978"/>
                  </a:lnTo>
                  <a:lnTo>
                    <a:pt x="582925" y="209819"/>
                  </a:lnTo>
                  <a:lnTo>
                    <a:pt x="603781" y="217325"/>
                  </a:lnTo>
                  <a:lnTo>
                    <a:pt x="623784" y="224525"/>
                  </a:lnTo>
                  <a:lnTo>
                    <a:pt x="643003" y="231443"/>
                  </a:lnTo>
                  <a:lnTo>
                    <a:pt x="661497" y="238100"/>
                  </a:lnTo>
                  <a:lnTo>
                    <a:pt x="679318" y="244514"/>
                  </a:lnTo>
                  <a:lnTo>
                    <a:pt x="696514" y="250704"/>
                  </a:lnTo>
                  <a:lnTo>
                    <a:pt x="713126" y="256683"/>
                  </a:lnTo>
                  <a:lnTo>
                    <a:pt x="729194" y="262467"/>
                  </a:lnTo>
                  <a:lnTo>
                    <a:pt x="744752" y="268067"/>
                  </a:lnTo>
                  <a:lnTo>
                    <a:pt x="759831" y="273494"/>
                  </a:lnTo>
                  <a:lnTo>
                    <a:pt x="774459" y="278760"/>
                  </a:lnTo>
                  <a:lnTo>
                    <a:pt x="788664" y="283872"/>
                  </a:lnTo>
                  <a:lnTo>
                    <a:pt x="802468" y="288841"/>
                  </a:lnTo>
                  <a:lnTo>
                    <a:pt x="815895" y="293674"/>
                  </a:lnTo>
                  <a:lnTo>
                    <a:pt x="828963" y="298378"/>
                  </a:lnTo>
                  <a:lnTo>
                    <a:pt x="841691" y="302959"/>
                  </a:lnTo>
                  <a:lnTo>
                    <a:pt x="854098" y="307425"/>
                  </a:lnTo>
                  <a:lnTo>
                    <a:pt x="866198" y="311780"/>
                  </a:lnTo>
                  <a:lnTo>
                    <a:pt x="878006" y="316030"/>
                  </a:lnTo>
                  <a:lnTo>
                    <a:pt x="889537" y="320181"/>
                  </a:lnTo>
                  <a:lnTo>
                    <a:pt x="900802" y="324236"/>
                  </a:lnTo>
                  <a:lnTo>
                    <a:pt x="911814" y="328199"/>
                  </a:lnTo>
                  <a:lnTo>
                    <a:pt x="922585" y="332076"/>
                  </a:lnTo>
                  <a:lnTo>
                    <a:pt x="933123" y="335869"/>
                  </a:lnTo>
                  <a:lnTo>
                    <a:pt x="943440" y="339583"/>
                  </a:lnTo>
                  <a:lnTo>
                    <a:pt x="953544" y="343220"/>
                  </a:lnTo>
                  <a:lnTo>
                    <a:pt x="963444" y="346783"/>
                  </a:lnTo>
                  <a:lnTo>
                    <a:pt x="973147" y="350276"/>
                  </a:lnTo>
                  <a:lnTo>
                    <a:pt x="982663" y="353701"/>
                  </a:lnTo>
                  <a:lnTo>
                    <a:pt x="991997" y="357060"/>
                  </a:lnTo>
                  <a:lnTo>
                    <a:pt x="1001156" y="360357"/>
                  </a:lnTo>
                  <a:lnTo>
                    <a:pt x="1010148" y="363594"/>
                  </a:lnTo>
                  <a:lnTo>
                    <a:pt x="1018978" y="366772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69" name="pl1068"/>
            <p:cNvSpPr/>
            <p:nvPr/>
          </p:nvSpPr>
          <p:spPr>
            <a:xfrm>
              <a:off x="5743230" y="4648823"/>
              <a:ext cx="1018978" cy="23424"/>
            </a:xfrm>
            <a:custGeom>
              <a:avLst/>
              <a:pathLst>
                <a:path w="1018978" h="23424">
                  <a:moveTo>
                    <a:pt x="0" y="23424"/>
                  </a:moveTo>
                  <a:lnTo>
                    <a:pt x="65433" y="21920"/>
                  </a:lnTo>
                  <a:lnTo>
                    <a:pt x="123150" y="20593"/>
                  </a:lnTo>
                  <a:lnTo>
                    <a:pt x="174779" y="19406"/>
                  </a:lnTo>
                  <a:lnTo>
                    <a:pt x="221483" y="18333"/>
                  </a:lnTo>
                  <a:lnTo>
                    <a:pt x="264121" y="17352"/>
                  </a:lnTo>
                  <a:lnTo>
                    <a:pt x="303344" y="16451"/>
                  </a:lnTo>
                  <a:lnTo>
                    <a:pt x="339659" y="15616"/>
                  </a:lnTo>
                  <a:lnTo>
                    <a:pt x="373467" y="14839"/>
                  </a:lnTo>
                  <a:lnTo>
                    <a:pt x="405093" y="14112"/>
                  </a:lnTo>
                  <a:lnTo>
                    <a:pt x="434800" y="13429"/>
                  </a:lnTo>
                  <a:lnTo>
                    <a:pt x="462809" y="12785"/>
                  </a:lnTo>
                  <a:lnTo>
                    <a:pt x="489303" y="12176"/>
                  </a:lnTo>
                  <a:lnTo>
                    <a:pt x="514438" y="11598"/>
                  </a:lnTo>
                  <a:lnTo>
                    <a:pt x="538347" y="11048"/>
                  </a:lnTo>
                  <a:lnTo>
                    <a:pt x="561143" y="10524"/>
                  </a:lnTo>
                  <a:lnTo>
                    <a:pt x="582925" y="10024"/>
                  </a:lnTo>
                  <a:lnTo>
                    <a:pt x="603781" y="9544"/>
                  </a:lnTo>
                  <a:lnTo>
                    <a:pt x="623784" y="9084"/>
                  </a:lnTo>
                  <a:lnTo>
                    <a:pt x="643003" y="8643"/>
                  </a:lnTo>
                  <a:lnTo>
                    <a:pt x="661497" y="8217"/>
                  </a:lnTo>
                  <a:lnTo>
                    <a:pt x="679318" y="7808"/>
                  </a:lnTo>
                  <a:lnTo>
                    <a:pt x="696514" y="7412"/>
                  </a:lnTo>
                  <a:lnTo>
                    <a:pt x="713126" y="7030"/>
                  </a:lnTo>
                  <a:lnTo>
                    <a:pt x="729194" y="6661"/>
                  </a:lnTo>
                  <a:lnTo>
                    <a:pt x="744752" y="6303"/>
                  </a:lnTo>
                  <a:lnTo>
                    <a:pt x="759831" y="5957"/>
                  </a:lnTo>
                  <a:lnTo>
                    <a:pt x="774459" y="5621"/>
                  </a:lnTo>
                  <a:lnTo>
                    <a:pt x="788664" y="5294"/>
                  </a:lnTo>
                  <a:lnTo>
                    <a:pt x="802468" y="4977"/>
                  </a:lnTo>
                  <a:lnTo>
                    <a:pt x="815895" y="4668"/>
                  </a:lnTo>
                  <a:lnTo>
                    <a:pt x="828963" y="4368"/>
                  </a:lnTo>
                  <a:lnTo>
                    <a:pt x="841691" y="4075"/>
                  </a:lnTo>
                  <a:lnTo>
                    <a:pt x="854098" y="3790"/>
                  </a:lnTo>
                  <a:lnTo>
                    <a:pt x="866198" y="3512"/>
                  </a:lnTo>
                  <a:lnTo>
                    <a:pt x="878006" y="3240"/>
                  </a:lnTo>
                  <a:lnTo>
                    <a:pt x="889537" y="2975"/>
                  </a:lnTo>
                  <a:lnTo>
                    <a:pt x="900802" y="2716"/>
                  </a:lnTo>
                  <a:lnTo>
                    <a:pt x="911814" y="2463"/>
                  </a:lnTo>
                  <a:lnTo>
                    <a:pt x="922585" y="2215"/>
                  </a:lnTo>
                  <a:lnTo>
                    <a:pt x="933123" y="1973"/>
                  </a:lnTo>
                  <a:lnTo>
                    <a:pt x="943440" y="1736"/>
                  </a:lnTo>
                  <a:lnTo>
                    <a:pt x="953544" y="1504"/>
                  </a:lnTo>
                  <a:lnTo>
                    <a:pt x="963444" y="1276"/>
                  </a:lnTo>
                  <a:lnTo>
                    <a:pt x="973147" y="1053"/>
                  </a:lnTo>
                  <a:lnTo>
                    <a:pt x="982663" y="834"/>
                  </a:lnTo>
                  <a:lnTo>
                    <a:pt x="991997" y="620"/>
                  </a:lnTo>
                  <a:lnTo>
                    <a:pt x="1001156" y="409"/>
                  </a:lnTo>
                  <a:lnTo>
                    <a:pt x="1010148" y="202"/>
                  </a:lnTo>
                  <a:lnTo>
                    <a:pt x="1018978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0" name="pl1069"/>
            <p:cNvSpPr/>
            <p:nvPr/>
          </p:nvSpPr>
          <p:spPr>
            <a:xfrm>
              <a:off x="5743230" y="4541237"/>
              <a:ext cx="1018978" cy="66884"/>
            </a:xfrm>
            <a:custGeom>
              <a:avLst/>
              <a:pathLst>
                <a:path w="1018978" h="66884">
                  <a:moveTo>
                    <a:pt x="0" y="66884"/>
                  </a:moveTo>
                  <a:lnTo>
                    <a:pt x="65433" y="62589"/>
                  </a:lnTo>
                  <a:lnTo>
                    <a:pt x="123150" y="58800"/>
                  </a:lnTo>
                  <a:lnTo>
                    <a:pt x="174779" y="55412"/>
                  </a:lnTo>
                  <a:lnTo>
                    <a:pt x="221483" y="52346"/>
                  </a:lnTo>
                  <a:lnTo>
                    <a:pt x="264121" y="49547"/>
                  </a:lnTo>
                  <a:lnTo>
                    <a:pt x="303344" y="46973"/>
                  </a:lnTo>
                  <a:lnTo>
                    <a:pt x="339659" y="44589"/>
                  </a:lnTo>
                  <a:lnTo>
                    <a:pt x="373467" y="42370"/>
                  </a:lnTo>
                  <a:lnTo>
                    <a:pt x="405093" y="40294"/>
                  </a:lnTo>
                  <a:lnTo>
                    <a:pt x="434800" y="38344"/>
                  </a:lnTo>
                  <a:lnTo>
                    <a:pt x="462809" y="36506"/>
                  </a:lnTo>
                  <a:lnTo>
                    <a:pt x="489303" y="34767"/>
                  </a:lnTo>
                  <a:lnTo>
                    <a:pt x="514438" y="33117"/>
                  </a:lnTo>
                  <a:lnTo>
                    <a:pt x="538347" y="31547"/>
                  </a:lnTo>
                  <a:lnTo>
                    <a:pt x="561143" y="30051"/>
                  </a:lnTo>
                  <a:lnTo>
                    <a:pt x="582925" y="28621"/>
                  </a:lnTo>
                  <a:lnTo>
                    <a:pt x="603781" y="27252"/>
                  </a:lnTo>
                  <a:lnTo>
                    <a:pt x="623784" y="25939"/>
                  </a:lnTo>
                  <a:lnTo>
                    <a:pt x="643003" y="24678"/>
                  </a:lnTo>
                  <a:lnTo>
                    <a:pt x="661497" y="23464"/>
                  </a:lnTo>
                  <a:lnTo>
                    <a:pt x="679318" y="22294"/>
                  </a:lnTo>
                  <a:lnTo>
                    <a:pt x="696514" y="21166"/>
                  </a:lnTo>
                  <a:lnTo>
                    <a:pt x="713126" y="20075"/>
                  </a:lnTo>
                  <a:lnTo>
                    <a:pt x="729194" y="19020"/>
                  </a:lnTo>
                  <a:lnTo>
                    <a:pt x="744752" y="17999"/>
                  </a:lnTo>
                  <a:lnTo>
                    <a:pt x="759831" y="17010"/>
                  </a:lnTo>
                  <a:lnTo>
                    <a:pt x="774459" y="16049"/>
                  </a:lnTo>
                  <a:lnTo>
                    <a:pt x="788664" y="15117"/>
                  </a:lnTo>
                  <a:lnTo>
                    <a:pt x="802468" y="14211"/>
                  </a:lnTo>
                  <a:lnTo>
                    <a:pt x="815895" y="13330"/>
                  </a:lnTo>
                  <a:lnTo>
                    <a:pt x="828963" y="12472"/>
                  </a:lnTo>
                  <a:lnTo>
                    <a:pt x="841691" y="11636"/>
                  </a:lnTo>
                  <a:lnTo>
                    <a:pt x="854098" y="10822"/>
                  </a:lnTo>
                  <a:lnTo>
                    <a:pt x="866198" y="10028"/>
                  </a:lnTo>
                  <a:lnTo>
                    <a:pt x="878006" y="9253"/>
                  </a:lnTo>
                  <a:lnTo>
                    <a:pt x="889537" y="8496"/>
                  </a:lnTo>
                  <a:lnTo>
                    <a:pt x="900802" y="7756"/>
                  </a:lnTo>
                  <a:lnTo>
                    <a:pt x="911814" y="7034"/>
                  </a:lnTo>
                  <a:lnTo>
                    <a:pt x="922585" y="6327"/>
                  </a:lnTo>
                  <a:lnTo>
                    <a:pt x="933123" y="5635"/>
                  </a:lnTo>
                  <a:lnTo>
                    <a:pt x="943440" y="4958"/>
                  </a:lnTo>
                  <a:lnTo>
                    <a:pt x="953544" y="4294"/>
                  </a:lnTo>
                  <a:lnTo>
                    <a:pt x="963444" y="3645"/>
                  </a:lnTo>
                  <a:lnTo>
                    <a:pt x="973147" y="3008"/>
                  </a:lnTo>
                  <a:lnTo>
                    <a:pt x="982663" y="2383"/>
                  </a:lnTo>
                  <a:lnTo>
                    <a:pt x="991997" y="1770"/>
                  </a:lnTo>
                  <a:lnTo>
                    <a:pt x="1001156" y="1169"/>
                  </a:lnTo>
                  <a:lnTo>
                    <a:pt x="1010148" y="579"/>
                  </a:lnTo>
                  <a:lnTo>
                    <a:pt x="1018978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1" name="pl1070"/>
            <p:cNvSpPr/>
            <p:nvPr/>
          </p:nvSpPr>
          <p:spPr>
            <a:xfrm>
              <a:off x="5743230" y="4586928"/>
              <a:ext cx="1018978" cy="99407"/>
            </a:xfrm>
            <a:custGeom>
              <a:avLst/>
              <a:pathLst>
                <a:path w="1018978" h="99407">
                  <a:moveTo>
                    <a:pt x="0" y="99407"/>
                  </a:moveTo>
                  <a:lnTo>
                    <a:pt x="65433" y="93023"/>
                  </a:lnTo>
                  <a:lnTo>
                    <a:pt x="123150" y="87393"/>
                  </a:lnTo>
                  <a:lnTo>
                    <a:pt x="174779" y="82356"/>
                  </a:lnTo>
                  <a:lnTo>
                    <a:pt x="221483" y="77800"/>
                  </a:lnTo>
                  <a:lnTo>
                    <a:pt x="264121" y="73640"/>
                  </a:lnTo>
                  <a:lnTo>
                    <a:pt x="303344" y="69814"/>
                  </a:lnTo>
                  <a:lnTo>
                    <a:pt x="339659" y="66271"/>
                  </a:lnTo>
                  <a:lnTo>
                    <a:pt x="373467" y="62973"/>
                  </a:lnTo>
                  <a:lnTo>
                    <a:pt x="405093" y="59887"/>
                  </a:lnTo>
                  <a:lnTo>
                    <a:pt x="434800" y="56989"/>
                  </a:lnTo>
                  <a:lnTo>
                    <a:pt x="462809" y="54257"/>
                  </a:lnTo>
                  <a:lnTo>
                    <a:pt x="489303" y="51672"/>
                  </a:lnTo>
                  <a:lnTo>
                    <a:pt x="514438" y="49220"/>
                  </a:lnTo>
                  <a:lnTo>
                    <a:pt x="538347" y="46888"/>
                  </a:lnTo>
                  <a:lnTo>
                    <a:pt x="561143" y="44664"/>
                  </a:lnTo>
                  <a:lnTo>
                    <a:pt x="582925" y="42539"/>
                  </a:lnTo>
                  <a:lnTo>
                    <a:pt x="603781" y="40504"/>
                  </a:lnTo>
                  <a:lnTo>
                    <a:pt x="623784" y="38553"/>
                  </a:lnTo>
                  <a:lnTo>
                    <a:pt x="643003" y="36678"/>
                  </a:lnTo>
                  <a:lnTo>
                    <a:pt x="661497" y="34874"/>
                  </a:lnTo>
                  <a:lnTo>
                    <a:pt x="679318" y="33135"/>
                  </a:lnTo>
                  <a:lnTo>
                    <a:pt x="696514" y="31458"/>
                  </a:lnTo>
                  <a:lnTo>
                    <a:pt x="713126" y="29837"/>
                  </a:lnTo>
                  <a:lnTo>
                    <a:pt x="729194" y="28270"/>
                  </a:lnTo>
                  <a:lnTo>
                    <a:pt x="744752" y="26752"/>
                  </a:lnTo>
                  <a:lnTo>
                    <a:pt x="759831" y="25281"/>
                  </a:lnTo>
                  <a:lnTo>
                    <a:pt x="774459" y="23854"/>
                  </a:lnTo>
                  <a:lnTo>
                    <a:pt x="788664" y="22468"/>
                  </a:lnTo>
                  <a:lnTo>
                    <a:pt x="802468" y="21121"/>
                  </a:lnTo>
                  <a:lnTo>
                    <a:pt x="815895" y="19811"/>
                  </a:lnTo>
                  <a:lnTo>
                    <a:pt x="828963" y="18537"/>
                  </a:lnTo>
                  <a:lnTo>
                    <a:pt x="841691" y="17295"/>
                  </a:lnTo>
                  <a:lnTo>
                    <a:pt x="854098" y="16084"/>
                  </a:lnTo>
                  <a:lnTo>
                    <a:pt x="866198" y="14904"/>
                  </a:lnTo>
                  <a:lnTo>
                    <a:pt x="878006" y="13752"/>
                  </a:lnTo>
                  <a:lnTo>
                    <a:pt x="889537" y="12627"/>
                  </a:lnTo>
                  <a:lnTo>
                    <a:pt x="900802" y="11528"/>
                  </a:lnTo>
                  <a:lnTo>
                    <a:pt x="911814" y="10454"/>
                  </a:lnTo>
                  <a:lnTo>
                    <a:pt x="922585" y="9403"/>
                  </a:lnTo>
                  <a:lnTo>
                    <a:pt x="933123" y="8375"/>
                  </a:lnTo>
                  <a:lnTo>
                    <a:pt x="943440" y="7369"/>
                  </a:lnTo>
                  <a:lnTo>
                    <a:pt x="953544" y="6383"/>
                  </a:lnTo>
                  <a:lnTo>
                    <a:pt x="963444" y="5417"/>
                  </a:lnTo>
                  <a:lnTo>
                    <a:pt x="973147" y="4470"/>
                  </a:lnTo>
                  <a:lnTo>
                    <a:pt x="982663" y="3542"/>
                  </a:lnTo>
                  <a:lnTo>
                    <a:pt x="991997" y="2632"/>
                  </a:lnTo>
                  <a:lnTo>
                    <a:pt x="1001156" y="1738"/>
                  </a:lnTo>
                  <a:lnTo>
                    <a:pt x="1010148" y="861"/>
                  </a:lnTo>
                  <a:lnTo>
                    <a:pt x="1018978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2" name="pl1071"/>
            <p:cNvSpPr/>
            <p:nvPr/>
          </p:nvSpPr>
          <p:spPr>
            <a:xfrm>
              <a:off x="5743230" y="4492344"/>
              <a:ext cx="1018978" cy="85489"/>
            </a:xfrm>
            <a:custGeom>
              <a:avLst/>
              <a:pathLst>
                <a:path w="1018978" h="85489">
                  <a:moveTo>
                    <a:pt x="0" y="0"/>
                  </a:moveTo>
                  <a:lnTo>
                    <a:pt x="65433" y="5489"/>
                  </a:lnTo>
                  <a:lnTo>
                    <a:pt x="123150" y="10332"/>
                  </a:lnTo>
                  <a:lnTo>
                    <a:pt x="174779" y="14663"/>
                  </a:lnTo>
                  <a:lnTo>
                    <a:pt x="221483" y="18581"/>
                  </a:lnTo>
                  <a:lnTo>
                    <a:pt x="264121" y="22159"/>
                  </a:lnTo>
                  <a:lnTo>
                    <a:pt x="303344" y="25449"/>
                  </a:lnTo>
                  <a:lnTo>
                    <a:pt x="339659" y="28496"/>
                  </a:lnTo>
                  <a:lnTo>
                    <a:pt x="373467" y="31333"/>
                  </a:lnTo>
                  <a:lnTo>
                    <a:pt x="405093" y="33986"/>
                  </a:lnTo>
                  <a:lnTo>
                    <a:pt x="434800" y="36478"/>
                  </a:lnTo>
                  <a:lnTo>
                    <a:pt x="462809" y="38828"/>
                  </a:lnTo>
                  <a:lnTo>
                    <a:pt x="489303" y="41051"/>
                  </a:lnTo>
                  <a:lnTo>
                    <a:pt x="514438" y="43160"/>
                  </a:lnTo>
                  <a:lnTo>
                    <a:pt x="538347" y="45166"/>
                  </a:lnTo>
                  <a:lnTo>
                    <a:pt x="561143" y="47078"/>
                  </a:lnTo>
                  <a:lnTo>
                    <a:pt x="582925" y="48906"/>
                  </a:lnTo>
                  <a:lnTo>
                    <a:pt x="603781" y="50655"/>
                  </a:lnTo>
                  <a:lnTo>
                    <a:pt x="623784" y="52334"/>
                  </a:lnTo>
                  <a:lnTo>
                    <a:pt x="643003" y="53946"/>
                  </a:lnTo>
                  <a:lnTo>
                    <a:pt x="661497" y="55498"/>
                  </a:lnTo>
                  <a:lnTo>
                    <a:pt x="679318" y="56993"/>
                  </a:lnTo>
                  <a:lnTo>
                    <a:pt x="696514" y="58435"/>
                  </a:lnTo>
                  <a:lnTo>
                    <a:pt x="713126" y="59829"/>
                  </a:lnTo>
                  <a:lnTo>
                    <a:pt x="729194" y="61177"/>
                  </a:lnTo>
                  <a:lnTo>
                    <a:pt x="744752" y="62482"/>
                  </a:lnTo>
                  <a:lnTo>
                    <a:pt x="759831" y="63748"/>
                  </a:lnTo>
                  <a:lnTo>
                    <a:pt x="774459" y="64975"/>
                  </a:lnTo>
                  <a:lnTo>
                    <a:pt x="788664" y="66167"/>
                  </a:lnTo>
                  <a:lnTo>
                    <a:pt x="802468" y="67325"/>
                  </a:lnTo>
                  <a:lnTo>
                    <a:pt x="815895" y="68451"/>
                  </a:lnTo>
                  <a:lnTo>
                    <a:pt x="828963" y="69548"/>
                  </a:lnTo>
                  <a:lnTo>
                    <a:pt x="841691" y="70615"/>
                  </a:lnTo>
                  <a:lnTo>
                    <a:pt x="854098" y="71656"/>
                  </a:lnTo>
                  <a:lnTo>
                    <a:pt x="866198" y="72671"/>
                  </a:lnTo>
                  <a:lnTo>
                    <a:pt x="878006" y="73662"/>
                  </a:lnTo>
                  <a:lnTo>
                    <a:pt x="889537" y="74630"/>
                  </a:lnTo>
                  <a:lnTo>
                    <a:pt x="900802" y="75575"/>
                  </a:lnTo>
                  <a:lnTo>
                    <a:pt x="911814" y="76499"/>
                  </a:lnTo>
                  <a:lnTo>
                    <a:pt x="922585" y="77402"/>
                  </a:lnTo>
                  <a:lnTo>
                    <a:pt x="933123" y="78286"/>
                  </a:lnTo>
                  <a:lnTo>
                    <a:pt x="943440" y="79152"/>
                  </a:lnTo>
                  <a:lnTo>
                    <a:pt x="953544" y="80000"/>
                  </a:lnTo>
                  <a:lnTo>
                    <a:pt x="963444" y="80830"/>
                  </a:lnTo>
                  <a:lnTo>
                    <a:pt x="973147" y="81644"/>
                  </a:lnTo>
                  <a:lnTo>
                    <a:pt x="982663" y="82443"/>
                  </a:lnTo>
                  <a:lnTo>
                    <a:pt x="991997" y="83226"/>
                  </a:lnTo>
                  <a:lnTo>
                    <a:pt x="1001156" y="83994"/>
                  </a:lnTo>
                  <a:lnTo>
                    <a:pt x="1010148" y="84749"/>
                  </a:lnTo>
                  <a:lnTo>
                    <a:pt x="1018978" y="85489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3" name="pl1072"/>
            <p:cNvSpPr/>
            <p:nvPr/>
          </p:nvSpPr>
          <p:spPr>
            <a:xfrm>
              <a:off x="5743230" y="4503124"/>
              <a:ext cx="1018978" cy="184398"/>
            </a:xfrm>
            <a:custGeom>
              <a:avLst/>
              <a:pathLst>
                <a:path w="1018978" h="184398">
                  <a:moveTo>
                    <a:pt x="0" y="0"/>
                  </a:moveTo>
                  <a:lnTo>
                    <a:pt x="65433" y="11841"/>
                  </a:lnTo>
                  <a:lnTo>
                    <a:pt x="123150" y="22285"/>
                  </a:lnTo>
                  <a:lnTo>
                    <a:pt x="174779" y="31628"/>
                  </a:lnTo>
                  <a:lnTo>
                    <a:pt x="221483" y="40080"/>
                  </a:lnTo>
                  <a:lnTo>
                    <a:pt x="264121" y="47796"/>
                  </a:lnTo>
                  <a:lnTo>
                    <a:pt x="303344" y="54894"/>
                  </a:lnTo>
                  <a:lnTo>
                    <a:pt x="339659" y="61466"/>
                  </a:lnTo>
                  <a:lnTo>
                    <a:pt x="373467" y="67584"/>
                  </a:lnTo>
                  <a:lnTo>
                    <a:pt x="405093" y="73307"/>
                  </a:lnTo>
                  <a:lnTo>
                    <a:pt x="434800" y="78683"/>
                  </a:lnTo>
                  <a:lnTo>
                    <a:pt x="462809" y="83751"/>
                  </a:lnTo>
                  <a:lnTo>
                    <a:pt x="489303" y="88546"/>
                  </a:lnTo>
                  <a:lnTo>
                    <a:pt x="514438" y="93094"/>
                  </a:lnTo>
                  <a:lnTo>
                    <a:pt x="538347" y="97421"/>
                  </a:lnTo>
                  <a:lnTo>
                    <a:pt x="561143" y="101546"/>
                  </a:lnTo>
                  <a:lnTo>
                    <a:pt x="582925" y="105488"/>
                  </a:lnTo>
                  <a:lnTo>
                    <a:pt x="603781" y="109262"/>
                  </a:lnTo>
                  <a:lnTo>
                    <a:pt x="623784" y="112882"/>
                  </a:lnTo>
                  <a:lnTo>
                    <a:pt x="643003" y="116360"/>
                  </a:lnTo>
                  <a:lnTo>
                    <a:pt x="661497" y="119707"/>
                  </a:lnTo>
                  <a:lnTo>
                    <a:pt x="679318" y="122932"/>
                  </a:lnTo>
                  <a:lnTo>
                    <a:pt x="696514" y="126043"/>
                  </a:lnTo>
                  <a:lnTo>
                    <a:pt x="713126" y="129050"/>
                  </a:lnTo>
                  <a:lnTo>
                    <a:pt x="729194" y="131957"/>
                  </a:lnTo>
                  <a:lnTo>
                    <a:pt x="744752" y="134773"/>
                  </a:lnTo>
                  <a:lnTo>
                    <a:pt x="759831" y="137501"/>
                  </a:lnTo>
                  <a:lnTo>
                    <a:pt x="774459" y="140149"/>
                  </a:lnTo>
                  <a:lnTo>
                    <a:pt x="788664" y="142719"/>
                  </a:lnTo>
                  <a:lnTo>
                    <a:pt x="802468" y="145217"/>
                  </a:lnTo>
                  <a:lnTo>
                    <a:pt x="815895" y="147647"/>
                  </a:lnTo>
                  <a:lnTo>
                    <a:pt x="828963" y="150012"/>
                  </a:lnTo>
                  <a:lnTo>
                    <a:pt x="841691" y="152315"/>
                  </a:lnTo>
                  <a:lnTo>
                    <a:pt x="854098" y="154560"/>
                  </a:lnTo>
                  <a:lnTo>
                    <a:pt x="866198" y="156750"/>
                  </a:lnTo>
                  <a:lnTo>
                    <a:pt x="878006" y="158887"/>
                  </a:lnTo>
                  <a:lnTo>
                    <a:pt x="889537" y="160974"/>
                  </a:lnTo>
                  <a:lnTo>
                    <a:pt x="900802" y="163012"/>
                  </a:lnTo>
                  <a:lnTo>
                    <a:pt x="911814" y="165005"/>
                  </a:lnTo>
                  <a:lnTo>
                    <a:pt x="922585" y="166954"/>
                  </a:lnTo>
                  <a:lnTo>
                    <a:pt x="933123" y="168861"/>
                  </a:lnTo>
                  <a:lnTo>
                    <a:pt x="943440" y="170728"/>
                  </a:lnTo>
                  <a:lnTo>
                    <a:pt x="953544" y="172556"/>
                  </a:lnTo>
                  <a:lnTo>
                    <a:pt x="963444" y="174348"/>
                  </a:lnTo>
                  <a:lnTo>
                    <a:pt x="973147" y="176104"/>
                  </a:lnTo>
                  <a:lnTo>
                    <a:pt x="982663" y="177826"/>
                  </a:lnTo>
                  <a:lnTo>
                    <a:pt x="991997" y="179515"/>
                  </a:lnTo>
                  <a:lnTo>
                    <a:pt x="1001156" y="181173"/>
                  </a:lnTo>
                  <a:lnTo>
                    <a:pt x="1010148" y="182800"/>
                  </a:lnTo>
                  <a:lnTo>
                    <a:pt x="1018978" y="184398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4" name="pl1073"/>
            <p:cNvSpPr/>
            <p:nvPr/>
          </p:nvSpPr>
          <p:spPr>
            <a:xfrm>
              <a:off x="5743230" y="4596539"/>
              <a:ext cx="1018978" cy="173976"/>
            </a:xfrm>
            <a:custGeom>
              <a:avLst/>
              <a:pathLst>
                <a:path w="1018978" h="173976">
                  <a:moveTo>
                    <a:pt x="0" y="0"/>
                  </a:moveTo>
                  <a:lnTo>
                    <a:pt x="65433" y="11171"/>
                  </a:lnTo>
                  <a:lnTo>
                    <a:pt x="123150" y="21026"/>
                  </a:lnTo>
                  <a:lnTo>
                    <a:pt x="174779" y="29841"/>
                  </a:lnTo>
                  <a:lnTo>
                    <a:pt x="221483" y="37815"/>
                  </a:lnTo>
                  <a:lnTo>
                    <a:pt x="264121" y="45095"/>
                  </a:lnTo>
                  <a:lnTo>
                    <a:pt x="303344" y="51791"/>
                  </a:lnTo>
                  <a:lnTo>
                    <a:pt x="339659" y="57992"/>
                  </a:lnTo>
                  <a:lnTo>
                    <a:pt x="373467" y="63764"/>
                  </a:lnTo>
                  <a:lnTo>
                    <a:pt x="405093" y="69163"/>
                  </a:lnTo>
                  <a:lnTo>
                    <a:pt x="434800" y="74236"/>
                  </a:lnTo>
                  <a:lnTo>
                    <a:pt x="462809" y="79018"/>
                  </a:lnTo>
                  <a:lnTo>
                    <a:pt x="489303" y="83541"/>
                  </a:lnTo>
                  <a:lnTo>
                    <a:pt x="514438" y="87833"/>
                  </a:lnTo>
                  <a:lnTo>
                    <a:pt x="538347" y="91915"/>
                  </a:lnTo>
                  <a:lnTo>
                    <a:pt x="561143" y="95807"/>
                  </a:lnTo>
                  <a:lnTo>
                    <a:pt x="582925" y="99526"/>
                  </a:lnTo>
                  <a:lnTo>
                    <a:pt x="603781" y="103087"/>
                  </a:lnTo>
                  <a:lnTo>
                    <a:pt x="623784" y="106502"/>
                  </a:lnTo>
                  <a:lnTo>
                    <a:pt x="643003" y="109783"/>
                  </a:lnTo>
                  <a:lnTo>
                    <a:pt x="661497" y="112941"/>
                  </a:lnTo>
                  <a:lnTo>
                    <a:pt x="679318" y="115984"/>
                  </a:lnTo>
                  <a:lnTo>
                    <a:pt x="696514" y="118920"/>
                  </a:lnTo>
                  <a:lnTo>
                    <a:pt x="713126" y="121756"/>
                  </a:lnTo>
                  <a:lnTo>
                    <a:pt x="729194" y="124499"/>
                  </a:lnTo>
                  <a:lnTo>
                    <a:pt x="744752" y="127156"/>
                  </a:lnTo>
                  <a:lnTo>
                    <a:pt x="759831" y="129730"/>
                  </a:lnTo>
                  <a:lnTo>
                    <a:pt x="774459" y="132228"/>
                  </a:lnTo>
                  <a:lnTo>
                    <a:pt x="788664" y="134653"/>
                  </a:lnTo>
                  <a:lnTo>
                    <a:pt x="802468" y="137010"/>
                  </a:lnTo>
                  <a:lnTo>
                    <a:pt x="815895" y="139302"/>
                  </a:lnTo>
                  <a:lnTo>
                    <a:pt x="828963" y="141533"/>
                  </a:lnTo>
                  <a:lnTo>
                    <a:pt x="841691" y="143707"/>
                  </a:lnTo>
                  <a:lnTo>
                    <a:pt x="854098" y="145825"/>
                  </a:lnTo>
                  <a:lnTo>
                    <a:pt x="866198" y="147891"/>
                  </a:lnTo>
                  <a:lnTo>
                    <a:pt x="878006" y="149907"/>
                  </a:lnTo>
                  <a:lnTo>
                    <a:pt x="889537" y="151876"/>
                  </a:lnTo>
                  <a:lnTo>
                    <a:pt x="900802" y="153799"/>
                  </a:lnTo>
                  <a:lnTo>
                    <a:pt x="911814" y="155679"/>
                  </a:lnTo>
                  <a:lnTo>
                    <a:pt x="922585" y="157518"/>
                  </a:lnTo>
                  <a:lnTo>
                    <a:pt x="933123" y="159317"/>
                  </a:lnTo>
                  <a:lnTo>
                    <a:pt x="943440" y="161079"/>
                  </a:lnTo>
                  <a:lnTo>
                    <a:pt x="953544" y="162804"/>
                  </a:lnTo>
                  <a:lnTo>
                    <a:pt x="963444" y="164494"/>
                  </a:lnTo>
                  <a:lnTo>
                    <a:pt x="973147" y="166151"/>
                  </a:lnTo>
                  <a:lnTo>
                    <a:pt x="982663" y="167776"/>
                  </a:lnTo>
                  <a:lnTo>
                    <a:pt x="991997" y="169369"/>
                  </a:lnTo>
                  <a:lnTo>
                    <a:pt x="1001156" y="170933"/>
                  </a:lnTo>
                  <a:lnTo>
                    <a:pt x="1010148" y="172468"/>
                  </a:lnTo>
                  <a:lnTo>
                    <a:pt x="1018978" y="173976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5" name="pl1074"/>
            <p:cNvSpPr/>
            <p:nvPr/>
          </p:nvSpPr>
          <p:spPr>
            <a:xfrm>
              <a:off x="5743230" y="4589629"/>
              <a:ext cx="1018978" cy="67861"/>
            </a:xfrm>
            <a:custGeom>
              <a:avLst/>
              <a:pathLst>
                <a:path w="1018978" h="67861">
                  <a:moveTo>
                    <a:pt x="0" y="0"/>
                  </a:moveTo>
                  <a:lnTo>
                    <a:pt x="65433" y="4357"/>
                  </a:lnTo>
                  <a:lnTo>
                    <a:pt x="123150" y="8201"/>
                  </a:lnTo>
                  <a:lnTo>
                    <a:pt x="174779" y="11639"/>
                  </a:lnTo>
                  <a:lnTo>
                    <a:pt x="221483" y="14750"/>
                  </a:lnTo>
                  <a:lnTo>
                    <a:pt x="264121" y="17589"/>
                  </a:lnTo>
                  <a:lnTo>
                    <a:pt x="303344" y="20202"/>
                  </a:lnTo>
                  <a:lnTo>
                    <a:pt x="339659" y="22620"/>
                  </a:lnTo>
                  <a:lnTo>
                    <a:pt x="373467" y="24872"/>
                  </a:lnTo>
                  <a:lnTo>
                    <a:pt x="405093" y="26978"/>
                  </a:lnTo>
                  <a:lnTo>
                    <a:pt x="434800" y="28956"/>
                  </a:lnTo>
                  <a:lnTo>
                    <a:pt x="462809" y="30822"/>
                  </a:lnTo>
                  <a:lnTo>
                    <a:pt x="489303" y="32586"/>
                  </a:lnTo>
                  <a:lnTo>
                    <a:pt x="514438" y="34260"/>
                  </a:lnTo>
                  <a:lnTo>
                    <a:pt x="538347" y="35852"/>
                  </a:lnTo>
                  <a:lnTo>
                    <a:pt x="561143" y="37370"/>
                  </a:lnTo>
                  <a:lnTo>
                    <a:pt x="582925" y="38821"/>
                  </a:lnTo>
                  <a:lnTo>
                    <a:pt x="603781" y="40210"/>
                  </a:lnTo>
                  <a:lnTo>
                    <a:pt x="623784" y="41542"/>
                  </a:lnTo>
                  <a:lnTo>
                    <a:pt x="643003" y="42822"/>
                  </a:lnTo>
                  <a:lnTo>
                    <a:pt x="661497" y="44054"/>
                  </a:lnTo>
                  <a:lnTo>
                    <a:pt x="679318" y="45241"/>
                  </a:lnTo>
                  <a:lnTo>
                    <a:pt x="696514" y="46386"/>
                  </a:lnTo>
                  <a:lnTo>
                    <a:pt x="713126" y="47492"/>
                  </a:lnTo>
                  <a:lnTo>
                    <a:pt x="729194" y="48562"/>
                  </a:lnTo>
                  <a:lnTo>
                    <a:pt x="744752" y="49598"/>
                  </a:lnTo>
                  <a:lnTo>
                    <a:pt x="759831" y="50603"/>
                  </a:lnTo>
                  <a:lnTo>
                    <a:pt x="774459" y="51577"/>
                  </a:lnTo>
                  <a:lnTo>
                    <a:pt x="788664" y="52523"/>
                  </a:lnTo>
                  <a:lnTo>
                    <a:pt x="802468" y="53442"/>
                  </a:lnTo>
                  <a:lnTo>
                    <a:pt x="815895" y="54336"/>
                  </a:lnTo>
                  <a:lnTo>
                    <a:pt x="828963" y="55207"/>
                  </a:lnTo>
                  <a:lnTo>
                    <a:pt x="841691" y="56054"/>
                  </a:lnTo>
                  <a:lnTo>
                    <a:pt x="854098" y="56881"/>
                  </a:lnTo>
                  <a:lnTo>
                    <a:pt x="866198" y="57686"/>
                  </a:lnTo>
                  <a:lnTo>
                    <a:pt x="878006" y="58473"/>
                  </a:lnTo>
                  <a:lnTo>
                    <a:pt x="889537" y="59241"/>
                  </a:lnTo>
                  <a:lnTo>
                    <a:pt x="900802" y="59991"/>
                  </a:lnTo>
                  <a:lnTo>
                    <a:pt x="911814" y="60724"/>
                  </a:lnTo>
                  <a:lnTo>
                    <a:pt x="922585" y="61442"/>
                  </a:lnTo>
                  <a:lnTo>
                    <a:pt x="933123" y="62143"/>
                  </a:lnTo>
                  <a:lnTo>
                    <a:pt x="943440" y="62831"/>
                  </a:lnTo>
                  <a:lnTo>
                    <a:pt x="953544" y="63503"/>
                  </a:lnTo>
                  <a:lnTo>
                    <a:pt x="963444" y="64163"/>
                  </a:lnTo>
                  <a:lnTo>
                    <a:pt x="973147" y="64809"/>
                  </a:lnTo>
                  <a:lnTo>
                    <a:pt x="982663" y="65443"/>
                  </a:lnTo>
                  <a:lnTo>
                    <a:pt x="991997" y="66064"/>
                  </a:lnTo>
                  <a:lnTo>
                    <a:pt x="1001156" y="66674"/>
                  </a:lnTo>
                  <a:lnTo>
                    <a:pt x="1010148" y="67273"/>
                  </a:lnTo>
                  <a:lnTo>
                    <a:pt x="1018978" y="67861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6" name="pl1075"/>
            <p:cNvSpPr/>
            <p:nvPr/>
          </p:nvSpPr>
          <p:spPr>
            <a:xfrm>
              <a:off x="5743230" y="4645890"/>
              <a:ext cx="1018978" cy="18502"/>
            </a:xfrm>
            <a:custGeom>
              <a:avLst/>
              <a:pathLst>
                <a:path w="1018978" h="18502">
                  <a:moveTo>
                    <a:pt x="0" y="0"/>
                  </a:moveTo>
                  <a:lnTo>
                    <a:pt x="65433" y="1188"/>
                  </a:lnTo>
                  <a:lnTo>
                    <a:pt x="123150" y="2236"/>
                  </a:lnTo>
                  <a:lnTo>
                    <a:pt x="174779" y="3173"/>
                  </a:lnTo>
                  <a:lnTo>
                    <a:pt x="221483" y="4021"/>
                  </a:lnTo>
                  <a:lnTo>
                    <a:pt x="264121" y="4795"/>
                  </a:lnTo>
                  <a:lnTo>
                    <a:pt x="303344" y="5508"/>
                  </a:lnTo>
                  <a:lnTo>
                    <a:pt x="339659" y="6167"/>
                  </a:lnTo>
                  <a:lnTo>
                    <a:pt x="373467" y="6781"/>
                  </a:lnTo>
                  <a:lnTo>
                    <a:pt x="405093" y="7355"/>
                  </a:lnTo>
                  <a:lnTo>
                    <a:pt x="434800" y="7895"/>
                  </a:lnTo>
                  <a:lnTo>
                    <a:pt x="462809" y="8403"/>
                  </a:lnTo>
                  <a:lnTo>
                    <a:pt x="489303" y="8884"/>
                  </a:lnTo>
                  <a:lnTo>
                    <a:pt x="514438" y="9341"/>
                  </a:lnTo>
                  <a:lnTo>
                    <a:pt x="538347" y="9775"/>
                  </a:lnTo>
                  <a:lnTo>
                    <a:pt x="561143" y="10189"/>
                  </a:lnTo>
                  <a:lnTo>
                    <a:pt x="582925" y="10584"/>
                  </a:lnTo>
                  <a:lnTo>
                    <a:pt x="603781" y="10963"/>
                  </a:lnTo>
                  <a:lnTo>
                    <a:pt x="623784" y="11326"/>
                  </a:lnTo>
                  <a:lnTo>
                    <a:pt x="643003" y="11675"/>
                  </a:lnTo>
                  <a:lnTo>
                    <a:pt x="661497" y="12011"/>
                  </a:lnTo>
                  <a:lnTo>
                    <a:pt x="679318" y="12335"/>
                  </a:lnTo>
                  <a:lnTo>
                    <a:pt x="696514" y="12647"/>
                  </a:lnTo>
                  <a:lnTo>
                    <a:pt x="713126" y="12949"/>
                  </a:lnTo>
                  <a:lnTo>
                    <a:pt x="729194" y="13240"/>
                  </a:lnTo>
                  <a:lnTo>
                    <a:pt x="744752" y="13523"/>
                  </a:lnTo>
                  <a:lnTo>
                    <a:pt x="759831" y="13797"/>
                  </a:lnTo>
                  <a:lnTo>
                    <a:pt x="774459" y="14062"/>
                  </a:lnTo>
                  <a:lnTo>
                    <a:pt x="788664" y="14320"/>
                  </a:lnTo>
                  <a:lnTo>
                    <a:pt x="802468" y="14571"/>
                  </a:lnTo>
                  <a:lnTo>
                    <a:pt x="815895" y="14815"/>
                  </a:lnTo>
                  <a:lnTo>
                    <a:pt x="828963" y="15052"/>
                  </a:lnTo>
                  <a:lnTo>
                    <a:pt x="841691" y="15283"/>
                  </a:lnTo>
                  <a:lnTo>
                    <a:pt x="854098" y="15508"/>
                  </a:lnTo>
                  <a:lnTo>
                    <a:pt x="866198" y="15728"/>
                  </a:lnTo>
                  <a:lnTo>
                    <a:pt x="878006" y="15942"/>
                  </a:lnTo>
                  <a:lnTo>
                    <a:pt x="889537" y="16152"/>
                  </a:lnTo>
                  <a:lnTo>
                    <a:pt x="900802" y="16356"/>
                  </a:lnTo>
                  <a:lnTo>
                    <a:pt x="911814" y="16556"/>
                  </a:lnTo>
                  <a:lnTo>
                    <a:pt x="922585" y="16752"/>
                  </a:lnTo>
                  <a:lnTo>
                    <a:pt x="933123" y="16943"/>
                  </a:lnTo>
                  <a:lnTo>
                    <a:pt x="943440" y="17131"/>
                  </a:lnTo>
                  <a:lnTo>
                    <a:pt x="953544" y="17314"/>
                  </a:lnTo>
                  <a:lnTo>
                    <a:pt x="963444" y="17494"/>
                  </a:lnTo>
                  <a:lnTo>
                    <a:pt x="973147" y="17670"/>
                  </a:lnTo>
                  <a:lnTo>
                    <a:pt x="982663" y="17843"/>
                  </a:lnTo>
                  <a:lnTo>
                    <a:pt x="991997" y="18012"/>
                  </a:lnTo>
                  <a:lnTo>
                    <a:pt x="1001156" y="18179"/>
                  </a:lnTo>
                  <a:lnTo>
                    <a:pt x="1010148" y="18342"/>
                  </a:lnTo>
                  <a:lnTo>
                    <a:pt x="1018978" y="18502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7" name="rc1076"/>
            <p:cNvSpPr/>
            <p:nvPr/>
          </p:nvSpPr>
          <p:spPr>
            <a:xfrm>
              <a:off x="5691085" y="3944522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78" name="pl1077"/>
            <p:cNvSpPr/>
            <p:nvPr/>
          </p:nvSpPr>
          <p:spPr>
            <a:xfrm>
              <a:off x="5691085" y="3944522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l1078"/>
            <p:cNvSpPr/>
            <p:nvPr/>
          </p:nvSpPr>
          <p:spPr>
            <a:xfrm>
              <a:off x="5662616" y="463837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l1079"/>
            <p:cNvSpPr/>
            <p:nvPr/>
          </p:nvSpPr>
          <p:spPr>
            <a:xfrm>
              <a:off x="5662616" y="434275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l1080"/>
            <p:cNvSpPr/>
            <p:nvPr/>
          </p:nvSpPr>
          <p:spPr>
            <a:xfrm>
              <a:off x="5662616" y="404713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l1081"/>
            <p:cNvSpPr/>
            <p:nvPr/>
          </p:nvSpPr>
          <p:spPr>
            <a:xfrm>
              <a:off x="5691085" y="4815197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l1082"/>
            <p:cNvSpPr/>
            <p:nvPr/>
          </p:nvSpPr>
          <p:spPr>
            <a:xfrm>
              <a:off x="5743230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l1083"/>
            <p:cNvSpPr/>
            <p:nvPr/>
          </p:nvSpPr>
          <p:spPr>
            <a:xfrm>
              <a:off x="6082890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l1084"/>
            <p:cNvSpPr/>
            <p:nvPr/>
          </p:nvSpPr>
          <p:spPr>
            <a:xfrm>
              <a:off x="6422549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l1085"/>
            <p:cNvSpPr/>
            <p:nvPr/>
          </p:nvSpPr>
          <p:spPr>
            <a:xfrm>
              <a:off x="6762208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tx1086"/>
            <p:cNvSpPr/>
            <p:nvPr/>
          </p:nvSpPr>
          <p:spPr>
            <a:xfrm>
              <a:off x="5714975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88" name="tx1087"/>
            <p:cNvSpPr/>
            <p:nvPr/>
          </p:nvSpPr>
          <p:spPr>
            <a:xfrm>
              <a:off x="6054635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89" name="tx1088"/>
            <p:cNvSpPr/>
            <p:nvPr/>
          </p:nvSpPr>
          <p:spPr>
            <a:xfrm>
              <a:off x="6394294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90" name="tx1089"/>
            <p:cNvSpPr/>
            <p:nvPr/>
          </p:nvSpPr>
          <p:spPr>
            <a:xfrm>
              <a:off x="6733953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091" name="tx1090"/>
            <p:cNvSpPr/>
            <p:nvPr/>
          </p:nvSpPr>
          <p:spPr>
            <a:xfrm>
              <a:off x="6003624" y="5024076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092" name="tx1091"/>
            <p:cNvSpPr/>
            <p:nvPr/>
          </p:nvSpPr>
          <p:spPr>
            <a:xfrm>
              <a:off x="5691085" y="3767982"/>
              <a:ext cx="45875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(k) SRA</a:t>
              </a:r>
            </a:p>
          </p:txBody>
        </p:sp>
        <p:sp>
          <p:nvSpPr>
            <p:cNvPr id="1093" name="rc1092"/>
            <p:cNvSpPr/>
            <p:nvPr/>
          </p:nvSpPr>
          <p:spPr>
            <a:xfrm>
              <a:off x="3040122" y="5248787"/>
              <a:ext cx="2162967" cy="58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4" name="tx1093"/>
            <p:cNvSpPr/>
            <p:nvPr/>
          </p:nvSpPr>
          <p:spPr>
            <a:xfrm>
              <a:off x="3905579" y="5261452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1095" name="rc1094"/>
            <p:cNvSpPr/>
            <p:nvPr/>
          </p:nvSpPr>
          <p:spPr>
            <a:xfrm>
              <a:off x="3040122" y="5413348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6" name="pt1095"/>
            <p:cNvSpPr/>
            <p:nvPr/>
          </p:nvSpPr>
          <p:spPr>
            <a:xfrm>
              <a:off x="3102049" y="547527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97" name="pl1096"/>
            <p:cNvSpPr/>
            <p:nvPr/>
          </p:nvSpPr>
          <p:spPr>
            <a:xfrm>
              <a:off x="3058122" y="5503348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rc1097"/>
            <p:cNvSpPr/>
            <p:nvPr/>
          </p:nvSpPr>
          <p:spPr>
            <a:xfrm>
              <a:off x="3040122" y="5650285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9" name="pt1098"/>
            <p:cNvSpPr/>
            <p:nvPr/>
          </p:nvSpPr>
          <p:spPr>
            <a:xfrm>
              <a:off x="3102049" y="571221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0" name="pl1099"/>
            <p:cNvSpPr/>
            <p:nvPr/>
          </p:nvSpPr>
          <p:spPr>
            <a:xfrm>
              <a:off x="3058122" y="5740285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rc1100"/>
            <p:cNvSpPr/>
            <p:nvPr/>
          </p:nvSpPr>
          <p:spPr>
            <a:xfrm>
              <a:off x="3492003" y="5413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2" name="pt1101"/>
            <p:cNvSpPr/>
            <p:nvPr/>
          </p:nvSpPr>
          <p:spPr>
            <a:xfrm>
              <a:off x="3553930" y="547527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3" name="pl1102"/>
            <p:cNvSpPr/>
            <p:nvPr/>
          </p:nvSpPr>
          <p:spPr>
            <a:xfrm>
              <a:off x="3510003" y="5503348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rc1103"/>
            <p:cNvSpPr/>
            <p:nvPr/>
          </p:nvSpPr>
          <p:spPr>
            <a:xfrm>
              <a:off x="3492003" y="565028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5" name="pt1104"/>
            <p:cNvSpPr/>
            <p:nvPr/>
          </p:nvSpPr>
          <p:spPr>
            <a:xfrm>
              <a:off x="3553930" y="571221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6" name="pl1105"/>
            <p:cNvSpPr/>
            <p:nvPr/>
          </p:nvSpPr>
          <p:spPr>
            <a:xfrm>
              <a:off x="3510003" y="5740285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rc1106"/>
            <p:cNvSpPr/>
            <p:nvPr/>
          </p:nvSpPr>
          <p:spPr>
            <a:xfrm>
              <a:off x="3938215" y="5413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8" name="pt1107"/>
            <p:cNvSpPr/>
            <p:nvPr/>
          </p:nvSpPr>
          <p:spPr>
            <a:xfrm>
              <a:off x="4000142" y="547527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9" name="pl1108"/>
            <p:cNvSpPr/>
            <p:nvPr/>
          </p:nvSpPr>
          <p:spPr>
            <a:xfrm>
              <a:off x="3956215" y="5503348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rc1109"/>
            <p:cNvSpPr/>
            <p:nvPr/>
          </p:nvSpPr>
          <p:spPr>
            <a:xfrm>
              <a:off x="3938215" y="565028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1" name="pt1110"/>
            <p:cNvSpPr/>
            <p:nvPr/>
          </p:nvSpPr>
          <p:spPr>
            <a:xfrm>
              <a:off x="4000142" y="571221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2" name="pl1111"/>
            <p:cNvSpPr/>
            <p:nvPr/>
          </p:nvSpPr>
          <p:spPr>
            <a:xfrm>
              <a:off x="3956215" y="5740285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rc1112"/>
            <p:cNvSpPr/>
            <p:nvPr/>
          </p:nvSpPr>
          <p:spPr>
            <a:xfrm>
              <a:off x="4373180" y="5413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4" name="pt1113"/>
            <p:cNvSpPr/>
            <p:nvPr/>
          </p:nvSpPr>
          <p:spPr>
            <a:xfrm>
              <a:off x="4435107" y="547527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5" name="pl1114"/>
            <p:cNvSpPr/>
            <p:nvPr/>
          </p:nvSpPr>
          <p:spPr>
            <a:xfrm>
              <a:off x="4391180" y="5503348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rc1115"/>
            <p:cNvSpPr/>
            <p:nvPr/>
          </p:nvSpPr>
          <p:spPr>
            <a:xfrm>
              <a:off x="4373180" y="565028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7" name="pt1116"/>
            <p:cNvSpPr/>
            <p:nvPr/>
          </p:nvSpPr>
          <p:spPr>
            <a:xfrm>
              <a:off x="4435107" y="571221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8" name="pl1117"/>
            <p:cNvSpPr/>
            <p:nvPr/>
          </p:nvSpPr>
          <p:spPr>
            <a:xfrm>
              <a:off x="4391180" y="5740285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rc1118"/>
            <p:cNvSpPr/>
            <p:nvPr/>
          </p:nvSpPr>
          <p:spPr>
            <a:xfrm>
              <a:off x="4819392" y="5413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0" name="pt1119"/>
            <p:cNvSpPr/>
            <p:nvPr/>
          </p:nvSpPr>
          <p:spPr>
            <a:xfrm>
              <a:off x="4881319" y="547527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21" name="pl1120"/>
            <p:cNvSpPr/>
            <p:nvPr/>
          </p:nvSpPr>
          <p:spPr>
            <a:xfrm>
              <a:off x="4837392" y="5503348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rc1121"/>
            <p:cNvSpPr/>
            <p:nvPr/>
          </p:nvSpPr>
          <p:spPr>
            <a:xfrm>
              <a:off x="4819392" y="565028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3" name="pt1122"/>
            <p:cNvSpPr/>
            <p:nvPr/>
          </p:nvSpPr>
          <p:spPr>
            <a:xfrm>
              <a:off x="4881319" y="571221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24" name="pl1123"/>
            <p:cNvSpPr/>
            <p:nvPr/>
          </p:nvSpPr>
          <p:spPr>
            <a:xfrm>
              <a:off x="4837392" y="5740285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tx1124"/>
            <p:cNvSpPr/>
            <p:nvPr/>
          </p:nvSpPr>
          <p:spPr>
            <a:xfrm>
              <a:off x="3277058" y="546691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1126" name="tx1125"/>
            <p:cNvSpPr/>
            <p:nvPr/>
          </p:nvSpPr>
          <p:spPr>
            <a:xfrm>
              <a:off x="3277058" y="5703846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1127" name="tx1126"/>
            <p:cNvSpPr/>
            <p:nvPr/>
          </p:nvSpPr>
          <p:spPr>
            <a:xfrm>
              <a:off x="3728939" y="546691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1128" name="tx1127"/>
            <p:cNvSpPr/>
            <p:nvPr/>
          </p:nvSpPr>
          <p:spPr>
            <a:xfrm>
              <a:off x="3728939" y="5703846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1129" name="tx1128"/>
            <p:cNvSpPr/>
            <p:nvPr/>
          </p:nvSpPr>
          <p:spPr>
            <a:xfrm>
              <a:off x="4175151" y="546691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1130" name="tx1129"/>
            <p:cNvSpPr/>
            <p:nvPr/>
          </p:nvSpPr>
          <p:spPr>
            <a:xfrm>
              <a:off x="4175151" y="5703846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1131" name="tx1130"/>
            <p:cNvSpPr/>
            <p:nvPr/>
          </p:nvSpPr>
          <p:spPr>
            <a:xfrm>
              <a:off x="4610116" y="5466910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1132" name="tx1131"/>
            <p:cNvSpPr/>
            <p:nvPr/>
          </p:nvSpPr>
          <p:spPr>
            <a:xfrm>
              <a:off x="4610116" y="5703846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1133" name="tx1132"/>
            <p:cNvSpPr/>
            <p:nvPr/>
          </p:nvSpPr>
          <p:spPr>
            <a:xfrm>
              <a:off x="5056328" y="5466910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1134" name="tx1133"/>
            <p:cNvSpPr/>
            <p:nvPr/>
          </p:nvSpPr>
          <p:spPr>
            <a:xfrm>
              <a:off x="5056328" y="5703846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2026-07-20T11:12:33Z</dcterms:modified>
  <cp:category/>
</cp:coreProperties>
</file>