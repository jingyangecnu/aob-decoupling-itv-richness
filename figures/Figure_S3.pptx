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36011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19666"/>
              <a:ext cx="1704152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83129" y="19987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60488" y="18026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71878" y="188682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44753" y="16174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79641" y="22868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41437" y="18797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72469" y="20986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76515" y="19637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69975" y="17512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82923" y="18973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24394" y="17840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20605" y="16703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70310" y="16569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68922" y="19287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66586" y="18714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22575" y="17360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19946" y="18397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32469" y="20374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33780" y="19658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52601" y="16261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61079" y="16532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35136" y="19082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33434" y="19699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60024" y="20993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22382" y="19607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43441" y="18037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43414" y="19516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38298" y="18155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43216" y="178997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04430" y="18274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29714" y="19877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16743" y="16845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15672" y="18155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7388" y="18368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38427" y="188254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34995" y="18167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07595" y="19369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41314" y="15085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13113" y="15937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11818" y="15614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50616" y="15197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0897" y="17954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48706" y="17519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00312" y="16534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34191" y="19707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30562" y="18451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33171" y="17868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45449" y="171300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523337" y="16523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26213" y="170232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503588" y="19212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19280" y="17239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81333" y="18886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514765" y="19877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18905" y="18018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28135" y="178216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16301" y="17234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531001" y="18818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84670" y="17459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78208" y="12807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501475" y="19021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11456" y="13632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514842" y="18060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99968" y="154916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80573" y="15137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20773" y="15356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506534" y="18750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18973" y="17015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28682" y="18453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07872" y="17544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95600" y="14148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12567" y="11934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395863" y="1818085"/>
              <a:ext cx="1136077" cy="151575"/>
            </a:xfrm>
            <a:custGeom>
              <a:avLst/>
              <a:pathLst>
                <a:path w="1136077" h="151575">
                  <a:moveTo>
                    <a:pt x="0" y="151575"/>
                  </a:moveTo>
                  <a:lnTo>
                    <a:pt x="72953" y="141841"/>
                  </a:lnTo>
                  <a:lnTo>
                    <a:pt x="137302" y="133256"/>
                  </a:lnTo>
                  <a:lnTo>
                    <a:pt x="194865" y="125576"/>
                  </a:lnTo>
                  <a:lnTo>
                    <a:pt x="246936" y="118629"/>
                  </a:lnTo>
                  <a:lnTo>
                    <a:pt x="294474" y="112286"/>
                  </a:lnTo>
                  <a:lnTo>
                    <a:pt x="338204" y="106452"/>
                  </a:lnTo>
                  <a:lnTo>
                    <a:pt x="378692" y="101050"/>
                  </a:lnTo>
                  <a:lnTo>
                    <a:pt x="416386" y="96021"/>
                  </a:lnTo>
                  <a:lnTo>
                    <a:pt x="451645" y="91316"/>
                  </a:lnTo>
                  <a:lnTo>
                    <a:pt x="484767" y="86897"/>
                  </a:lnTo>
                  <a:lnTo>
                    <a:pt x="515995" y="82731"/>
                  </a:lnTo>
                  <a:lnTo>
                    <a:pt x="545534" y="78790"/>
                  </a:lnTo>
                  <a:lnTo>
                    <a:pt x="573557" y="75051"/>
                  </a:lnTo>
                  <a:lnTo>
                    <a:pt x="600213" y="71494"/>
                  </a:lnTo>
                  <a:lnTo>
                    <a:pt x="625629" y="68103"/>
                  </a:lnTo>
                  <a:lnTo>
                    <a:pt x="649914" y="64863"/>
                  </a:lnTo>
                  <a:lnTo>
                    <a:pt x="673166" y="61761"/>
                  </a:lnTo>
                  <a:lnTo>
                    <a:pt x="695469" y="58785"/>
                  </a:lnTo>
                  <a:lnTo>
                    <a:pt x="716897" y="55926"/>
                  </a:lnTo>
                  <a:lnTo>
                    <a:pt x="737516" y="53176"/>
                  </a:lnTo>
                  <a:lnTo>
                    <a:pt x="757385" y="50525"/>
                  </a:lnTo>
                  <a:lnTo>
                    <a:pt x="776556" y="47967"/>
                  </a:lnTo>
                  <a:lnTo>
                    <a:pt x="795078" y="45496"/>
                  </a:lnTo>
                  <a:lnTo>
                    <a:pt x="812992" y="43105"/>
                  </a:lnTo>
                  <a:lnTo>
                    <a:pt x="830338" y="40791"/>
                  </a:lnTo>
                  <a:lnTo>
                    <a:pt x="847150" y="38548"/>
                  </a:lnTo>
                  <a:lnTo>
                    <a:pt x="863459" y="36372"/>
                  </a:lnTo>
                  <a:lnTo>
                    <a:pt x="879296" y="34259"/>
                  </a:lnTo>
                  <a:lnTo>
                    <a:pt x="894687" y="32206"/>
                  </a:lnTo>
                  <a:lnTo>
                    <a:pt x="909656" y="30209"/>
                  </a:lnTo>
                  <a:lnTo>
                    <a:pt x="924226" y="28265"/>
                  </a:lnTo>
                  <a:lnTo>
                    <a:pt x="938418" y="26371"/>
                  </a:lnTo>
                  <a:lnTo>
                    <a:pt x="952250" y="24526"/>
                  </a:lnTo>
                  <a:lnTo>
                    <a:pt x="965740" y="22726"/>
                  </a:lnTo>
                  <a:lnTo>
                    <a:pt x="978906" y="20969"/>
                  </a:lnTo>
                  <a:lnTo>
                    <a:pt x="991761" y="19254"/>
                  </a:lnTo>
                  <a:lnTo>
                    <a:pt x="1004321" y="17578"/>
                  </a:lnTo>
                  <a:lnTo>
                    <a:pt x="1016599" y="15940"/>
                  </a:lnTo>
                  <a:lnTo>
                    <a:pt x="1028607" y="14338"/>
                  </a:lnTo>
                  <a:lnTo>
                    <a:pt x="1040357" y="12771"/>
                  </a:lnTo>
                  <a:lnTo>
                    <a:pt x="1051859" y="11236"/>
                  </a:lnTo>
                  <a:lnTo>
                    <a:pt x="1063124" y="9733"/>
                  </a:lnTo>
                  <a:lnTo>
                    <a:pt x="1074162" y="8260"/>
                  </a:lnTo>
                  <a:lnTo>
                    <a:pt x="1084980" y="6817"/>
                  </a:lnTo>
                  <a:lnTo>
                    <a:pt x="1095589" y="5401"/>
                  </a:lnTo>
                  <a:lnTo>
                    <a:pt x="1105996" y="4013"/>
                  </a:lnTo>
                  <a:lnTo>
                    <a:pt x="1116208" y="2650"/>
                  </a:lnTo>
                  <a:lnTo>
                    <a:pt x="1126233" y="1313"/>
                  </a:lnTo>
                  <a:lnTo>
                    <a:pt x="113607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95863" y="1537444"/>
              <a:ext cx="1136077" cy="326648"/>
            </a:xfrm>
            <a:custGeom>
              <a:avLst/>
              <a:pathLst>
                <a:path w="1136077" h="326648">
                  <a:moveTo>
                    <a:pt x="0" y="326648"/>
                  </a:moveTo>
                  <a:lnTo>
                    <a:pt x="72953" y="305672"/>
                  </a:lnTo>
                  <a:lnTo>
                    <a:pt x="137302" y="287170"/>
                  </a:lnTo>
                  <a:lnTo>
                    <a:pt x="194865" y="270620"/>
                  </a:lnTo>
                  <a:lnTo>
                    <a:pt x="246936" y="255648"/>
                  </a:lnTo>
                  <a:lnTo>
                    <a:pt x="294474" y="241980"/>
                  </a:lnTo>
                  <a:lnTo>
                    <a:pt x="338204" y="229406"/>
                  </a:lnTo>
                  <a:lnTo>
                    <a:pt x="378692" y="217765"/>
                  </a:lnTo>
                  <a:lnTo>
                    <a:pt x="416386" y="206927"/>
                  </a:lnTo>
                  <a:lnTo>
                    <a:pt x="451645" y="196789"/>
                  </a:lnTo>
                  <a:lnTo>
                    <a:pt x="484767" y="187266"/>
                  </a:lnTo>
                  <a:lnTo>
                    <a:pt x="515995" y="178287"/>
                  </a:lnTo>
                  <a:lnTo>
                    <a:pt x="545534" y="169794"/>
                  </a:lnTo>
                  <a:lnTo>
                    <a:pt x="573557" y="161737"/>
                  </a:lnTo>
                  <a:lnTo>
                    <a:pt x="600213" y="154073"/>
                  </a:lnTo>
                  <a:lnTo>
                    <a:pt x="625629" y="146765"/>
                  </a:lnTo>
                  <a:lnTo>
                    <a:pt x="649914" y="139782"/>
                  </a:lnTo>
                  <a:lnTo>
                    <a:pt x="673166" y="133097"/>
                  </a:lnTo>
                  <a:lnTo>
                    <a:pt x="695469" y="126684"/>
                  </a:lnTo>
                  <a:lnTo>
                    <a:pt x="716897" y="120523"/>
                  </a:lnTo>
                  <a:lnTo>
                    <a:pt x="737516" y="114595"/>
                  </a:lnTo>
                  <a:lnTo>
                    <a:pt x="757385" y="108882"/>
                  </a:lnTo>
                  <a:lnTo>
                    <a:pt x="776556" y="103370"/>
                  </a:lnTo>
                  <a:lnTo>
                    <a:pt x="795078" y="98045"/>
                  </a:lnTo>
                  <a:lnTo>
                    <a:pt x="812992" y="92894"/>
                  </a:lnTo>
                  <a:lnTo>
                    <a:pt x="830338" y="87907"/>
                  </a:lnTo>
                  <a:lnTo>
                    <a:pt x="847150" y="83073"/>
                  </a:lnTo>
                  <a:lnTo>
                    <a:pt x="863459" y="78383"/>
                  </a:lnTo>
                  <a:lnTo>
                    <a:pt x="879296" y="73830"/>
                  </a:lnTo>
                  <a:lnTo>
                    <a:pt x="894687" y="69405"/>
                  </a:lnTo>
                  <a:lnTo>
                    <a:pt x="909656" y="65101"/>
                  </a:lnTo>
                  <a:lnTo>
                    <a:pt x="924226" y="60911"/>
                  </a:lnTo>
                  <a:lnTo>
                    <a:pt x="938418" y="56831"/>
                  </a:lnTo>
                  <a:lnTo>
                    <a:pt x="952250" y="52854"/>
                  </a:lnTo>
                  <a:lnTo>
                    <a:pt x="965740" y="48975"/>
                  </a:lnTo>
                  <a:lnTo>
                    <a:pt x="978906" y="45190"/>
                  </a:lnTo>
                  <a:lnTo>
                    <a:pt x="991761" y="41494"/>
                  </a:lnTo>
                  <a:lnTo>
                    <a:pt x="1004321" y="37882"/>
                  </a:lnTo>
                  <a:lnTo>
                    <a:pt x="1016599" y="34352"/>
                  </a:lnTo>
                  <a:lnTo>
                    <a:pt x="1028607" y="30900"/>
                  </a:lnTo>
                  <a:lnTo>
                    <a:pt x="1040357" y="27521"/>
                  </a:lnTo>
                  <a:lnTo>
                    <a:pt x="1051859" y="24214"/>
                  </a:lnTo>
                  <a:lnTo>
                    <a:pt x="1063124" y="20975"/>
                  </a:lnTo>
                  <a:lnTo>
                    <a:pt x="1074162" y="17802"/>
                  </a:lnTo>
                  <a:lnTo>
                    <a:pt x="1084980" y="14691"/>
                  </a:lnTo>
                  <a:lnTo>
                    <a:pt x="1095589" y="11641"/>
                  </a:lnTo>
                  <a:lnTo>
                    <a:pt x="1105996" y="8649"/>
                  </a:lnTo>
                  <a:lnTo>
                    <a:pt x="1116208" y="5712"/>
                  </a:lnTo>
                  <a:lnTo>
                    <a:pt x="1126233" y="2830"/>
                  </a:lnTo>
                  <a:lnTo>
                    <a:pt x="113607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95863" y="1883425"/>
              <a:ext cx="1136077" cy="68084"/>
            </a:xfrm>
            <a:custGeom>
              <a:avLst/>
              <a:pathLst>
                <a:path w="1136077" h="68084">
                  <a:moveTo>
                    <a:pt x="0" y="68084"/>
                  </a:moveTo>
                  <a:lnTo>
                    <a:pt x="72953" y="63712"/>
                  </a:lnTo>
                  <a:lnTo>
                    <a:pt x="137302" y="59856"/>
                  </a:lnTo>
                  <a:lnTo>
                    <a:pt x="194865" y="56406"/>
                  </a:lnTo>
                  <a:lnTo>
                    <a:pt x="246936" y="53286"/>
                  </a:lnTo>
                  <a:lnTo>
                    <a:pt x="294474" y="50437"/>
                  </a:lnTo>
                  <a:lnTo>
                    <a:pt x="338204" y="47816"/>
                  </a:lnTo>
                  <a:lnTo>
                    <a:pt x="378692" y="45389"/>
                  </a:lnTo>
                  <a:lnTo>
                    <a:pt x="416386" y="43130"/>
                  </a:lnTo>
                  <a:lnTo>
                    <a:pt x="451645" y="41017"/>
                  </a:lnTo>
                  <a:lnTo>
                    <a:pt x="484767" y="39032"/>
                  </a:lnTo>
                  <a:lnTo>
                    <a:pt x="515995" y="37161"/>
                  </a:lnTo>
                  <a:lnTo>
                    <a:pt x="545534" y="35391"/>
                  </a:lnTo>
                  <a:lnTo>
                    <a:pt x="573557" y="33711"/>
                  </a:lnTo>
                  <a:lnTo>
                    <a:pt x="600213" y="32114"/>
                  </a:lnTo>
                  <a:lnTo>
                    <a:pt x="625629" y="30591"/>
                  </a:lnTo>
                  <a:lnTo>
                    <a:pt x="649914" y="29135"/>
                  </a:lnTo>
                  <a:lnTo>
                    <a:pt x="673166" y="27742"/>
                  </a:lnTo>
                  <a:lnTo>
                    <a:pt x="695469" y="26405"/>
                  </a:lnTo>
                  <a:lnTo>
                    <a:pt x="716897" y="25121"/>
                  </a:lnTo>
                  <a:lnTo>
                    <a:pt x="737516" y="23885"/>
                  </a:lnTo>
                  <a:lnTo>
                    <a:pt x="757385" y="22694"/>
                  </a:lnTo>
                  <a:lnTo>
                    <a:pt x="776556" y="21546"/>
                  </a:lnTo>
                  <a:lnTo>
                    <a:pt x="795078" y="20436"/>
                  </a:lnTo>
                  <a:lnTo>
                    <a:pt x="812992" y="19362"/>
                  </a:lnTo>
                  <a:lnTo>
                    <a:pt x="830338" y="18322"/>
                  </a:lnTo>
                  <a:lnTo>
                    <a:pt x="847150" y="17315"/>
                  </a:lnTo>
                  <a:lnTo>
                    <a:pt x="863459" y="16337"/>
                  </a:lnTo>
                  <a:lnTo>
                    <a:pt x="879296" y="15388"/>
                  </a:lnTo>
                  <a:lnTo>
                    <a:pt x="894687" y="14466"/>
                  </a:lnTo>
                  <a:lnTo>
                    <a:pt x="909656" y="13569"/>
                  </a:lnTo>
                  <a:lnTo>
                    <a:pt x="924226" y="12696"/>
                  </a:lnTo>
                  <a:lnTo>
                    <a:pt x="938418" y="11845"/>
                  </a:lnTo>
                  <a:lnTo>
                    <a:pt x="952250" y="11016"/>
                  </a:lnTo>
                  <a:lnTo>
                    <a:pt x="965740" y="10208"/>
                  </a:lnTo>
                  <a:lnTo>
                    <a:pt x="978906" y="9419"/>
                  </a:lnTo>
                  <a:lnTo>
                    <a:pt x="991761" y="8648"/>
                  </a:lnTo>
                  <a:lnTo>
                    <a:pt x="1004321" y="7896"/>
                  </a:lnTo>
                  <a:lnTo>
                    <a:pt x="1016599" y="7160"/>
                  </a:lnTo>
                  <a:lnTo>
                    <a:pt x="1028607" y="6440"/>
                  </a:lnTo>
                  <a:lnTo>
                    <a:pt x="1040357" y="5736"/>
                  </a:lnTo>
                  <a:lnTo>
                    <a:pt x="1051859" y="5047"/>
                  </a:lnTo>
                  <a:lnTo>
                    <a:pt x="1063124" y="4372"/>
                  </a:lnTo>
                  <a:lnTo>
                    <a:pt x="1074162" y="3710"/>
                  </a:lnTo>
                  <a:lnTo>
                    <a:pt x="1084980" y="3062"/>
                  </a:lnTo>
                  <a:lnTo>
                    <a:pt x="1095589" y="2426"/>
                  </a:lnTo>
                  <a:lnTo>
                    <a:pt x="1105996" y="1802"/>
                  </a:lnTo>
                  <a:lnTo>
                    <a:pt x="1116208" y="1190"/>
                  </a:lnTo>
                  <a:lnTo>
                    <a:pt x="1126233" y="589"/>
                  </a:lnTo>
                  <a:lnTo>
                    <a:pt x="113607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395863" y="1497086"/>
              <a:ext cx="1136077" cy="726575"/>
            </a:xfrm>
            <a:custGeom>
              <a:avLst/>
              <a:pathLst>
                <a:path w="1136077" h="726575">
                  <a:moveTo>
                    <a:pt x="0" y="726575"/>
                  </a:moveTo>
                  <a:lnTo>
                    <a:pt x="72953" y="679917"/>
                  </a:lnTo>
                  <a:lnTo>
                    <a:pt x="137302" y="638763"/>
                  </a:lnTo>
                  <a:lnTo>
                    <a:pt x="194865" y="601949"/>
                  </a:lnTo>
                  <a:lnTo>
                    <a:pt x="246936" y="568647"/>
                  </a:lnTo>
                  <a:lnTo>
                    <a:pt x="294474" y="538244"/>
                  </a:lnTo>
                  <a:lnTo>
                    <a:pt x="338204" y="510277"/>
                  </a:lnTo>
                  <a:lnTo>
                    <a:pt x="378692" y="484383"/>
                  </a:lnTo>
                  <a:lnTo>
                    <a:pt x="416386" y="460276"/>
                  </a:lnTo>
                  <a:lnTo>
                    <a:pt x="451645" y="437726"/>
                  </a:lnTo>
                  <a:lnTo>
                    <a:pt x="484767" y="416543"/>
                  </a:lnTo>
                  <a:lnTo>
                    <a:pt x="515995" y="396571"/>
                  </a:lnTo>
                  <a:lnTo>
                    <a:pt x="545534" y="377680"/>
                  </a:lnTo>
                  <a:lnTo>
                    <a:pt x="573557" y="359758"/>
                  </a:lnTo>
                  <a:lnTo>
                    <a:pt x="600213" y="342710"/>
                  </a:lnTo>
                  <a:lnTo>
                    <a:pt x="625629" y="326455"/>
                  </a:lnTo>
                  <a:lnTo>
                    <a:pt x="649914" y="310923"/>
                  </a:lnTo>
                  <a:lnTo>
                    <a:pt x="673166" y="296053"/>
                  </a:lnTo>
                  <a:lnTo>
                    <a:pt x="695469" y="281789"/>
                  </a:lnTo>
                  <a:lnTo>
                    <a:pt x="716897" y="268085"/>
                  </a:lnTo>
                  <a:lnTo>
                    <a:pt x="737516" y="254898"/>
                  </a:lnTo>
                  <a:lnTo>
                    <a:pt x="757385" y="242191"/>
                  </a:lnTo>
                  <a:lnTo>
                    <a:pt x="776556" y="229930"/>
                  </a:lnTo>
                  <a:lnTo>
                    <a:pt x="795078" y="218084"/>
                  </a:lnTo>
                  <a:lnTo>
                    <a:pt x="812992" y="206627"/>
                  </a:lnTo>
                  <a:lnTo>
                    <a:pt x="830338" y="195534"/>
                  </a:lnTo>
                  <a:lnTo>
                    <a:pt x="847150" y="184782"/>
                  </a:lnTo>
                  <a:lnTo>
                    <a:pt x="863459" y="174351"/>
                  </a:lnTo>
                  <a:lnTo>
                    <a:pt x="879296" y="164223"/>
                  </a:lnTo>
                  <a:lnTo>
                    <a:pt x="894687" y="154380"/>
                  </a:lnTo>
                  <a:lnTo>
                    <a:pt x="909656" y="144806"/>
                  </a:lnTo>
                  <a:lnTo>
                    <a:pt x="924226" y="135488"/>
                  </a:lnTo>
                  <a:lnTo>
                    <a:pt x="938418" y="126412"/>
                  </a:lnTo>
                  <a:lnTo>
                    <a:pt x="952250" y="117566"/>
                  </a:lnTo>
                  <a:lnTo>
                    <a:pt x="965740" y="108938"/>
                  </a:lnTo>
                  <a:lnTo>
                    <a:pt x="978906" y="100518"/>
                  </a:lnTo>
                  <a:lnTo>
                    <a:pt x="991761" y="92296"/>
                  </a:lnTo>
                  <a:lnTo>
                    <a:pt x="1004321" y="84264"/>
                  </a:lnTo>
                  <a:lnTo>
                    <a:pt x="1016599" y="76411"/>
                  </a:lnTo>
                  <a:lnTo>
                    <a:pt x="1028607" y="68732"/>
                  </a:lnTo>
                  <a:lnTo>
                    <a:pt x="1040357" y="61217"/>
                  </a:lnTo>
                  <a:lnTo>
                    <a:pt x="1051859" y="53861"/>
                  </a:lnTo>
                  <a:lnTo>
                    <a:pt x="1063124" y="46657"/>
                  </a:lnTo>
                  <a:lnTo>
                    <a:pt x="1074162" y="39598"/>
                  </a:lnTo>
                  <a:lnTo>
                    <a:pt x="1084980" y="32678"/>
                  </a:lnTo>
                  <a:lnTo>
                    <a:pt x="1095589" y="25893"/>
                  </a:lnTo>
                  <a:lnTo>
                    <a:pt x="1105996" y="19238"/>
                  </a:lnTo>
                  <a:lnTo>
                    <a:pt x="1116208" y="12707"/>
                  </a:lnTo>
                  <a:lnTo>
                    <a:pt x="1126233" y="6295"/>
                  </a:lnTo>
                  <a:lnTo>
                    <a:pt x="113607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395863" y="1826110"/>
              <a:ext cx="1136077" cy="114498"/>
            </a:xfrm>
            <a:custGeom>
              <a:avLst/>
              <a:pathLst>
                <a:path w="1136077" h="114498">
                  <a:moveTo>
                    <a:pt x="0" y="114498"/>
                  </a:moveTo>
                  <a:lnTo>
                    <a:pt x="72953" y="107145"/>
                  </a:lnTo>
                  <a:lnTo>
                    <a:pt x="137302" y="100660"/>
                  </a:lnTo>
                  <a:lnTo>
                    <a:pt x="194865" y="94859"/>
                  </a:lnTo>
                  <a:lnTo>
                    <a:pt x="246936" y="89611"/>
                  </a:lnTo>
                  <a:lnTo>
                    <a:pt x="294474" y="84820"/>
                  </a:lnTo>
                  <a:lnTo>
                    <a:pt x="338204" y="80412"/>
                  </a:lnTo>
                  <a:lnTo>
                    <a:pt x="378692" y="76332"/>
                  </a:lnTo>
                  <a:lnTo>
                    <a:pt x="416386" y="72533"/>
                  </a:lnTo>
                  <a:lnTo>
                    <a:pt x="451645" y="68979"/>
                  </a:lnTo>
                  <a:lnTo>
                    <a:pt x="484767" y="65641"/>
                  </a:lnTo>
                  <a:lnTo>
                    <a:pt x="515995" y="62494"/>
                  </a:lnTo>
                  <a:lnTo>
                    <a:pt x="545534" y="59517"/>
                  </a:lnTo>
                  <a:lnTo>
                    <a:pt x="573557" y="56692"/>
                  </a:lnTo>
                  <a:lnTo>
                    <a:pt x="600213" y="54006"/>
                  </a:lnTo>
                  <a:lnTo>
                    <a:pt x="625629" y="51444"/>
                  </a:lnTo>
                  <a:lnTo>
                    <a:pt x="649914" y="48997"/>
                  </a:lnTo>
                  <a:lnTo>
                    <a:pt x="673166" y="46653"/>
                  </a:lnTo>
                  <a:lnTo>
                    <a:pt x="695469" y="44406"/>
                  </a:lnTo>
                  <a:lnTo>
                    <a:pt x="716897" y="42246"/>
                  </a:lnTo>
                  <a:lnTo>
                    <a:pt x="737516" y="40168"/>
                  </a:lnTo>
                  <a:lnTo>
                    <a:pt x="757385" y="38166"/>
                  </a:lnTo>
                  <a:lnTo>
                    <a:pt x="776556" y="36233"/>
                  </a:lnTo>
                  <a:lnTo>
                    <a:pt x="795078" y="34367"/>
                  </a:lnTo>
                  <a:lnTo>
                    <a:pt x="812992" y="32561"/>
                  </a:lnTo>
                  <a:lnTo>
                    <a:pt x="830338" y="30813"/>
                  </a:lnTo>
                  <a:lnTo>
                    <a:pt x="847150" y="29119"/>
                  </a:lnTo>
                  <a:lnTo>
                    <a:pt x="863459" y="27475"/>
                  </a:lnTo>
                  <a:lnTo>
                    <a:pt x="879296" y="25879"/>
                  </a:lnTo>
                  <a:lnTo>
                    <a:pt x="894687" y="24328"/>
                  </a:lnTo>
                  <a:lnTo>
                    <a:pt x="909656" y="22819"/>
                  </a:lnTo>
                  <a:lnTo>
                    <a:pt x="924226" y="21351"/>
                  </a:lnTo>
                  <a:lnTo>
                    <a:pt x="938418" y="19920"/>
                  </a:lnTo>
                  <a:lnTo>
                    <a:pt x="952250" y="18526"/>
                  </a:lnTo>
                  <a:lnTo>
                    <a:pt x="965740" y="17167"/>
                  </a:lnTo>
                  <a:lnTo>
                    <a:pt x="978906" y="15840"/>
                  </a:lnTo>
                  <a:lnTo>
                    <a:pt x="991761" y="14544"/>
                  </a:lnTo>
                  <a:lnTo>
                    <a:pt x="1004321" y="13278"/>
                  </a:lnTo>
                  <a:lnTo>
                    <a:pt x="1016599" y="12041"/>
                  </a:lnTo>
                  <a:lnTo>
                    <a:pt x="1028607" y="10831"/>
                  </a:lnTo>
                  <a:lnTo>
                    <a:pt x="1040357" y="9647"/>
                  </a:lnTo>
                  <a:lnTo>
                    <a:pt x="1051859" y="8487"/>
                  </a:lnTo>
                  <a:lnTo>
                    <a:pt x="1063124" y="7352"/>
                  </a:lnTo>
                  <a:lnTo>
                    <a:pt x="1074162" y="6240"/>
                  </a:lnTo>
                  <a:lnTo>
                    <a:pt x="1084980" y="5149"/>
                  </a:lnTo>
                  <a:lnTo>
                    <a:pt x="1095589" y="4080"/>
                  </a:lnTo>
                  <a:lnTo>
                    <a:pt x="1105996" y="3031"/>
                  </a:lnTo>
                  <a:lnTo>
                    <a:pt x="1116208" y="2002"/>
                  </a:lnTo>
                  <a:lnTo>
                    <a:pt x="1126233" y="992"/>
                  </a:lnTo>
                  <a:lnTo>
                    <a:pt x="113607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395863" y="1774553"/>
              <a:ext cx="1136077" cy="19689"/>
            </a:xfrm>
            <a:custGeom>
              <a:avLst/>
              <a:pathLst>
                <a:path w="1136077" h="19689">
                  <a:moveTo>
                    <a:pt x="0" y="0"/>
                  </a:moveTo>
                  <a:lnTo>
                    <a:pt x="72953" y="1264"/>
                  </a:lnTo>
                  <a:lnTo>
                    <a:pt x="137302" y="2379"/>
                  </a:lnTo>
                  <a:lnTo>
                    <a:pt x="194865" y="3377"/>
                  </a:lnTo>
                  <a:lnTo>
                    <a:pt x="246936" y="4279"/>
                  </a:lnTo>
                  <a:lnTo>
                    <a:pt x="294474" y="5103"/>
                  </a:lnTo>
                  <a:lnTo>
                    <a:pt x="338204" y="5861"/>
                  </a:lnTo>
                  <a:lnTo>
                    <a:pt x="378692" y="6563"/>
                  </a:lnTo>
                  <a:lnTo>
                    <a:pt x="416386" y="7216"/>
                  </a:lnTo>
                  <a:lnTo>
                    <a:pt x="451645" y="7827"/>
                  </a:lnTo>
                  <a:lnTo>
                    <a:pt x="484767" y="8401"/>
                  </a:lnTo>
                  <a:lnTo>
                    <a:pt x="515995" y="8942"/>
                  </a:lnTo>
                  <a:lnTo>
                    <a:pt x="545534" y="9454"/>
                  </a:lnTo>
                  <a:lnTo>
                    <a:pt x="573557" y="9940"/>
                  </a:lnTo>
                  <a:lnTo>
                    <a:pt x="600213" y="10402"/>
                  </a:lnTo>
                  <a:lnTo>
                    <a:pt x="625629" y="10842"/>
                  </a:lnTo>
                  <a:lnTo>
                    <a:pt x="649914" y="11263"/>
                  </a:lnTo>
                  <a:lnTo>
                    <a:pt x="673166" y="11666"/>
                  </a:lnTo>
                  <a:lnTo>
                    <a:pt x="695469" y="12053"/>
                  </a:lnTo>
                  <a:lnTo>
                    <a:pt x="716897" y="12424"/>
                  </a:lnTo>
                  <a:lnTo>
                    <a:pt x="737516" y="12781"/>
                  </a:lnTo>
                  <a:lnTo>
                    <a:pt x="757385" y="13126"/>
                  </a:lnTo>
                  <a:lnTo>
                    <a:pt x="776556" y="13458"/>
                  </a:lnTo>
                  <a:lnTo>
                    <a:pt x="795078" y="13779"/>
                  </a:lnTo>
                  <a:lnTo>
                    <a:pt x="812992" y="14090"/>
                  </a:lnTo>
                  <a:lnTo>
                    <a:pt x="830338" y="14390"/>
                  </a:lnTo>
                  <a:lnTo>
                    <a:pt x="847150" y="14682"/>
                  </a:lnTo>
                  <a:lnTo>
                    <a:pt x="863459" y="14964"/>
                  </a:lnTo>
                  <a:lnTo>
                    <a:pt x="879296" y="15239"/>
                  </a:lnTo>
                  <a:lnTo>
                    <a:pt x="894687" y="15505"/>
                  </a:lnTo>
                  <a:lnTo>
                    <a:pt x="909656" y="15765"/>
                  </a:lnTo>
                  <a:lnTo>
                    <a:pt x="924226" y="16017"/>
                  </a:lnTo>
                  <a:lnTo>
                    <a:pt x="938418" y="16263"/>
                  </a:lnTo>
                  <a:lnTo>
                    <a:pt x="952250" y="16503"/>
                  </a:lnTo>
                  <a:lnTo>
                    <a:pt x="965740" y="16737"/>
                  </a:lnTo>
                  <a:lnTo>
                    <a:pt x="978906" y="16965"/>
                  </a:lnTo>
                  <a:lnTo>
                    <a:pt x="991761" y="17188"/>
                  </a:lnTo>
                  <a:lnTo>
                    <a:pt x="1004321" y="17405"/>
                  </a:lnTo>
                  <a:lnTo>
                    <a:pt x="1016599" y="17618"/>
                  </a:lnTo>
                  <a:lnTo>
                    <a:pt x="1028607" y="17826"/>
                  </a:lnTo>
                  <a:lnTo>
                    <a:pt x="1040357" y="18030"/>
                  </a:lnTo>
                  <a:lnTo>
                    <a:pt x="1051859" y="18229"/>
                  </a:lnTo>
                  <a:lnTo>
                    <a:pt x="1063124" y="18425"/>
                  </a:lnTo>
                  <a:lnTo>
                    <a:pt x="1074162" y="18616"/>
                  </a:lnTo>
                  <a:lnTo>
                    <a:pt x="1084980" y="18803"/>
                  </a:lnTo>
                  <a:lnTo>
                    <a:pt x="1095589" y="18987"/>
                  </a:lnTo>
                  <a:lnTo>
                    <a:pt x="1105996" y="19168"/>
                  </a:lnTo>
                  <a:lnTo>
                    <a:pt x="1116208" y="19345"/>
                  </a:lnTo>
                  <a:lnTo>
                    <a:pt x="1126233" y="19518"/>
                  </a:lnTo>
                  <a:lnTo>
                    <a:pt x="1136077" y="1968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95863" y="1760573"/>
              <a:ext cx="1136077" cy="134927"/>
            </a:xfrm>
            <a:custGeom>
              <a:avLst/>
              <a:pathLst>
                <a:path w="1136077" h="134927">
                  <a:moveTo>
                    <a:pt x="0" y="134927"/>
                  </a:moveTo>
                  <a:lnTo>
                    <a:pt x="72953" y="126263"/>
                  </a:lnTo>
                  <a:lnTo>
                    <a:pt x="137302" y="118620"/>
                  </a:lnTo>
                  <a:lnTo>
                    <a:pt x="194865" y="111784"/>
                  </a:lnTo>
                  <a:lnTo>
                    <a:pt x="246936" y="105599"/>
                  </a:lnTo>
                  <a:lnTo>
                    <a:pt x="294474" y="99953"/>
                  </a:lnTo>
                  <a:lnTo>
                    <a:pt x="338204" y="94760"/>
                  </a:lnTo>
                  <a:lnTo>
                    <a:pt x="378692" y="89951"/>
                  </a:lnTo>
                  <a:lnTo>
                    <a:pt x="416386" y="85474"/>
                  </a:lnTo>
                  <a:lnTo>
                    <a:pt x="451645" y="81287"/>
                  </a:lnTo>
                  <a:lnTo>
                    <a:pt x="484767" y="77353"/>
                  </a:lnTo>
                  <a:lnTo>
                    <a:pt x="515995" y="73644"/>
                  </a:lnTo>
                  <a:lnTo>
                    <a:pt x="545534" y="70136"/>
                  </a:lnTo>
                  <a:lnTo>
                    <a:pt x="573557" y="66808"/>
                  </a:lnTo>
                  <a:lnTo>
                    <a:pt x="600213" y="63642"/>
                  </a:lnTo>
                  <a:lnTo>
                    <a:pt x="625629" y="60623"/>
                  </a:lnTo>
                  <a:lnTo>
                    <a:pt x="649914" y="57739"/>
                  </a:lnTo>
                  <a:lnTo>
                    <a:pt x="673166" y="54978"/>
                  </a:lnTo>
                  <a:lnTo>
                    <a:pt x="695469" y="52329"/>
                  </a:lnTo>
                  <a:lnTo>
                    <a:pt x="716897" y="49784"/>
                  </a:lnTo>
                  <a:lnTo>
                    <a:pt x="737516" y="47335"/>
                  </a:lnTo>
                  <a:lnTo>
                    <a:pt x="757385" y="44975"/>
                  </a:lnTo>
                  <a:lnTo>
                    <a:pt x="776556" y="42698"/>
                  </a:lnTo>
                  <a:lnTo>
                    <a:pt x="795078" y="40499"/>
                  </a:lnTo>
                  <a:lnTo>
                    <a:pt x="812992" y="38371"/>
                  </a:lnTo>
                  <a:lnTo>
                    <a:pt x="830338" y="36311"/>
                  </a:lnTo>
                  <a:lnTo>
                    <a:pt x="847150" y="34314"/>
                  </a:lnTo>
                  <a:lnTo>
                    <a:pt x="863459" y="32377"/>
                  </a:lnTo>
                  <a:lnTo>
                    <a:pt x="879296" y="30496"/>
                  </a:lnTo>
                  <a:lnTo>
                    <a:pt x="894687" y="28668"/>
                  </a:lnTo>
                  <a:lnTo>
                    <a:pt x="909656" y="26891"/>
                  </a:lnTo>
                  <a:lnTo>
                    <a:pt x="924226" y="25160"/>
                  </a:lnTo>
                  <a:lnTo>
                    <a:pt x="938418" y="23475"/>
                  </a:lnTo>
                  <a:lnTo>
                    <a:pt x="952250" y="21832"/>
                  </a:lnTo>
                  <a:lnTo>
                    <a:pt x="965740" y="20230"/>
                  </a:lnTo>
                  <a:lnTo>
                    <a:pt x="978906" y="18666"/>
                  </a:lnTo>
                  <a:lnTo>
                    <a:pt x="991761" y="17139"/>
                  </a:lnTo>
                  <a:lnTo>
                    <a:pt x="1004321" y="15648"/>
                  </a:lnTo>
                  <a:lnTo>
                    <a:pt x="1016599" y="14189"/>
                  </a:lnTo>
                  <a:lnTo>
                    <a:pt x="1028607" y="12763"/>
                  </a:lnTo>
                  <a:lnTo>
                    <a:pt x="1040357" y="11368"/>
                  </a:lnTo>
                  <a:lnTo>
                    <a:pt x="1051859" y="10002"/>
                  </a:lnTo>
                  <a:lnTo>
                    <a:pt x="1063124" y="8664"/>
                  </a:lnTo>
                  <a:lnTo>
                    <a:pt x="1074162" y="7353"/>
                  </a:lnTo>
                  <a:lnTo>
                    <a:pt x="1084980" y="6068"/>
                  </a:lnTo>
                  <a:lnTo>
                    <a:pt x="1095589" y="4808"/>
                  </a:lnTo>
                  <a:lnTo>
                    <a:pt x="1105996" y="3572"/>
                  </a:lnTo>
                  <a:lnTo>
                    <a:pt x="1116208" y="2359"/>
                  </a:lnTo>
                  <a:lnTo>
                    <a:pt x="1126233" y="1169"/>
                  </a:lnTo>
                  <a:lnTo>
                    <a:pt x="1136077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95863" y="1549269"/>
              <a:ext cx="1136077" cy="517816"/>
            </a:xfrm>
            <a:custGeom>
              <a:avLst/>
              <a:pathLst>
                <a:path w="1136077" h="517816">
                  <a:moveTo>
                    <a:pt x="0" y="517816"/>
                  </a:moveTo>
                  <a:lnTo>
                    <a:pt x="72953" y="484565"/>
                  </a:lnTo>
                  <a:lnTo>
                    <a:pt x="137302" y="455235"/>
                  </a:lnTo>
                  <a:lnTo>
                    <a:pt x="194865" y="428998"/>
                  </a:lnTo>
                  <a:lnTo>
                    <a:pt x="246936" y="405264"/>
                  </a:lnTo>
                  <a:lnTo>
                    <a:pt x="294474" y="383597"/>
                  </a:lnTo>
                  <a:lnTo>
                    <a:pt x="338204" y="363665"/>
                  </a:lnTo>
                  <a:lnTo>
                    <a:pt x="378692" y="345211"/>
                  </a:lnTo>
                  <a:lnTo>
                    <a:pt x="416386" y="328030"/>
                  </a:lnTo>
                  <a:lnTo>
                    <a:pt x="451645" y="311959"/>
                  </a:lnTo>
                  <a:lnTo>
                    <a:pt x="484767" y="296863"/>
                  </a:lnTo>
                  <a:lnTo>
                    <a:pt x="515995" y="282629"/>
                  </a:lnTo>
                  <a:lnTo>
                    <a:pt x="545534" y="269165"/>
                  </a:lnTo>
                  <a:lnTo>
                    <a:pt x="573557" y="256393"/>
                  </a:lnTo>
                  <a:lnTo>
                    <a:pt x="600213" y="244243"/>
                  </a:lnTo>
                  <a:lnTo>
                    <a:pt x="625629" y="232659"/>
                  </a:lnTo>
                  <a:lnTo>
                    <a:pt x="649914" y="221589"/>
                  </a:lnTo>
                  <a:lnTo>
                    <a:pt x="673166" y="210991"/>
                  </a:lnTo>
                  <a:lnTo>
                    <a:pt x="695469" y="200826"/>
                  </a:lnTo>
                  <a:lnTo>
                    <a:pt x="716897" y="191059"/>
                  </a:lnTo>
                  <a:lnTo>
                    <a:pt x="737516" y="181661"/>
                  </a:lnTo>
                  <a:lnTo>
                    <a:pt x="757385" y="172605"/>
                  </a:lnTo>
                  <a:lnTo>
                    <a:pt x="776556" y="163867"/>
                  </a:lnTo>
                  <a:lnTo>
                    <a:pt x="795078" y="155425"/>
                  </a:lnTo>
                  <a:lnTo>
                    <a:pt x="812992" y="147259"/>
                  </a:lnTo>
                  <a:lnTo>
                    <a:pt x="830338" y="139354"/>
                  </a:lnTo>
                  <a:lnTo>
                    <a:pt x="847150" y="131691"/>
                  </a:lnTo>
                  <a:lnTo>
                    <a:pt x="863459" y="124257"/>
                  </a:lnTo>
                  <a:lnTo>
                    <a:pt x="879296" y="117039"/>
                  </a:lnTo>
                  <a:lnTo>
                    <a:pt x="894687" y="110024"/>
                  </a:lnTo>
                  <a:lnTo>
                    <a:pt x="909656" y="103201"/>
                  </a:lnTo>
                  <a:lnTo>
                    <a:pt x="924226" y="96560"/>
                  </a:lnTo>
                  <a:lnTo>
                    <a:pt x="938418" y="90091"/>
                  </a:lnTo>
                  <a:lnTo>
                    <a:pt x="952250" y="83787"/>
                  </a:lnTo>
                  <a:lnTo>
                    <a:pt x="965740" y="77638"/>
                  </a:lnTo>
                  <a:lnTo>
                    <a:pt x="978906" y="71637"/>
                  </a:lnTo>
                  <a:lnTo>
                    <a:pt x="991761" y="65778"/>
                  </a:lnTo>
                  <a:lnTo>
                    <a:pt x="1004321" y="60053"/>
                  </a:lnTo>
                  <a:lnTo>
                    <a:pt x="1016599" y="54457"/>
                  </a:lnTo>
                  <a:lnTo>
                    <a:pt x="1028607" y="48984"/>
                  </a:lnTo>
                  <a:lnTo>
                    <a:pt x="1040357" y="43628"/>
                  </a:lnTo>
                  <a:lnTo>
                    <a:pt x="1051859" y="38386"/>
                  </a:lnTo>
                  <a:lnTo>
                    <a:pt x="1063124" y="33251"/>
                  </a:lnTo>
                  <a:lnTo>
                    <a:pt x="1074162" y="28220"/>
                  </a:lnTo>
                  <a:lnTo>
                    <a:pt x="1084980" y="23289"/>
                  </a:lnTo>
                  <a:lnTo>
                    <a:pt x="1095589" y="18454"/>
                  </a:lnTo>
                  <a:lnTo>
                    <a:pt x="1105996" y="13710"/>
                  </a:lnTo>
                  <a:lnTo>
                    <a:pt x="1116208" y="9056"/>
                  </a:lnTo>
                  <a:lnTo>
                    <a:pt x="1126233" y="4486"/>
                  </a:lnTo>
                  <a:lnTo>
                    <a:pt x="113607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95863" y="1639480"/>
              <a:ext cx="1136077" cy="376719"/>
            </a:xfrm>
            <a:custGeom>
              <a:avLst/>
              <a:pathLst>
                <a:path w="1136077" h="376719">
                  <a:moveTo>
                    <a:pt x="0" y="376719"/>
                  </a:moveTo>
                  <a:lnTo>
                    <a:pt x="72953" y="352528"/>
                  </a:lnTo>
                  <a:lnTo>
                    <a:pt x="137302" y="331190"/>
                  </a:lnTo>
                  <a:lnTo>
                    <a:pt x="194865" y="312102"/>
                  </a:lnTo>
                  <a:lnTo>
                    <a:pt x="246936" y="294836"/>
                  </a:lnTo>
                  <a:lnTo>
                    <a:pt x="294474" y="279072"/>
                  </a:lnTo>
                  <a:lnTo>
                    <a:pt x="338204" y="264572"/>
                  </a:lnTo>
                  <a:lnTo>
                    <a:pt x="378692" y="251146"/>
                  </a:lnTo>
                  <a:lnTo>
                    <a:pt x="416386" y="238647"/>
                  </a:lnTo>
                  <a:lnTo>
                    <a:pt x="451645" y="226955"/>
                  </a:lnTo>
                  <a:lnTo>
                    <a:pt x="484767" y="215972"/>
                  </a:lnTo>
                  <a:lnTo>
                    <a:pt x="515995" y="205617"/>
                  </a:lnTo>
                  <a:lnTo>
                    <a:pt x="545534" y="195822"/>
                  </a:lnTo>
                  <a:lnTo>
                    <a:pt x="573557" y="186529"/>
                  </a:lnTo>
                  <a:lnTo>
                    <a:pt x="600213" y="177690"/>
                  </a:lnTo>
                  <a:lnTo>
                    <a:pt x="625629" y="169263"/>
                  </a:lnTo>
                  <a:lnTo>
                    <a:pt x="649914" y="161209"/>
                  </a:lnTo>
                  <a:lnTo>
                    <a:pt x="673166" y="153499"/>
                  </a:lnTo>
                  <a:lnTo>
                    <a:pt x="695469" y="146104"/>
                  </a:lnTo>
                  <a:lnTo>
                    <a:pt x="716897" y="138998"/>
                  </a:lnTo>
                  <a:lnTo>
                    <a:pt x="737516" y="132161"/>
                  </a:lnTo>
                  <a:lnTo>
                    <a:pt x="757385" y="125573"/>
                  </a:lnTo>
                  <a:lnTo>
                    <a:pt x="776556" y="119215"/>
                  </a:lnTo>
                  <a:lnTo>
                    <a:pt x="795078" y="113074"/>
                  </a:lnTo>
                  <a:lnTo>
                    <a:pt x="812992" y="107133"/>
                  </a:lnTo>
                  <a:lnTo>
                    <a:pt x="830338" y="101382"/>
                  </a:lnTo>
                  <a:lnTo>
                    <a:pt x="847150" y="95807"/>
                  </a:lnTo>
                  <a:lnTo>
                    <a:pt x="863459" y="90399"/>
                  </a:lnTo>
                  <a:lnTo>
                    <a:pt x="879296" y="85147"/>
                  </a:lnTo>
                  <a:lnTo>
                    <a:pt x="894687" y="80044"/>
                  </a:lnTo>
                  <a:lnTo>
                    <a:pt x="909656" y="75080"/>
                  </a:lnTo>
                  <a:lnTo>
                    <a:pt x="924226" y="70249"/>
                  </a:lnTo>
                  <a:lnTo>
                    <a:pt x="938418" y="65543"/>
                  </a:lnTo>
                  <a:lnTo>
                    <a:pt x="952250" y="60956"/>
                  </a:lnTo>
                  <a:lnTo>
                    <a:pt x="965740" y="56483"/>
                  </a:lnTo>
                  <a:lnTo>
                    <a:pt x="978906" y="52117"/>
                  </a:lnTo>
                  <a:lnTo>
                    <a:pt x="991761" y="47854"/>
                  </a:lnTo>
                  <a:lnTo>
                    <a:pt x="1004321" y="43689"/>
                  </a:lnTo>
                  <a:lnTo>
                    <a:pt x="1016599" y="39618"/>
                  </a:lnTo>
                  <a:lnTo>
                    <a:pt x="1028607" y="35636"/>
                  </a:lnTo>
                  <a:lnTo>
                    <a:pt x="1040357" y="31740"/>
                  </a:lnTo>
                  <a:lnTo>
                    <a:pt x="1051859" y="27926"/>
                  </a:lnTo>
                  <a:lnTo>
                    <a:pt x="1063124" y="24191"/>
                  </a:lnTo>
                  <a:lnTo>
                    <a:pt x="1074162" y="20531"/>
                  </a:lnTo>
                  <a:lnTo>
                    <a:pt x="1084980" y="16943"/>
                  </a:lnTo>
                  <a:lnTo>
                    <a:pt x="1095589" y="13425"/>
                  </a:lnTo>
                  <a:lnTo>
                    <a:pt x="1105996" y="9974"/>
                  </a:lnTo>
                  <a:lnTo>
                    <a:pt x="1116208" y="6588"/>
                  </a:lnTo>
                  <a:lnTo>
                    <a:pt x="1126233" y="3264"/>
                  </a:lnTo>
                  <a:lnTo>
                    <a:pt x="113607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95863" y="1853581"/>
              <a:ext cx="1136077" cy="50707"/>
            </a:xfrm>
            <a:custGeom>
              <a:avLst/>
              <a:pathLst>
                <a:path w="1136077" h="50707">
                  <a:moveTo>
                    <a:pt x="0" y="0"/>
                  </a:moveTo>
                  <a:lnTo>
                    <a:pt x="72953" y="3256"/>
                  </a:lnTo>
                  <a:lnTo>
                    <a:pt x="137302" y="6128"/>
                  </a:lnTo>
                  <a:lnTo>
                    <a:pt x="194865" y="8697"/>
                  </a:lnTo>
                  <a:lnTo>
                    <a:pt x="246936" y="11021"/>
                  </a:lnTo>
                  <a:lnTo>
                    <a:pt x="294474" y="13143"/>
                  </a:lnTo>
                  <a:lnTo>
                    <a:pt x="338204" y="15095"/>
                  </a:lnTo>
                  <a:lnTo>
                    <a:pt x="378692" y="16902"/>
                  </a:lnTo>
                  <a:lnTo>
                    <a:pt x="416386" y="18584"/>
                  </a:lnTo>
                  <a:lnTo>
                    <a:pt x="451645" y="20158"/>
                  </a:lnTo>
                  <a:lnTo>
                    <a:pt x="484767" y="21636"/>
                  </a:lnTo>
                  <a:lnTo>
                    <a:pt x="515995" y="23030"/>
                  </a:lnTo>
                  <a:lnTo>
                    <a:pt x="545534" y="24349"/>
                  </a:lnTo>
                  <a:lnTo>
                    <a:pt x="573557" y="25599"/>
                  </a:lnTo>
                  <a:lnTo>
                    <a:pt x="600213" y="26789"/>
                  </a:lnTo>
                  <a:lnTo>
                    <a:pt x="625629" y="27923"/>
                  </a:lnTo>
                  <a:lnTo>
                    <a:pt x="649914" y="29007"/>
                  </a:lnTo>
                  <a:lnTo>
                    <a:pt x="673166" y="30045"/>
                  </a:lnTo>
                  <a:lnTo>
                    <a:pt x="695469" y="31041"/>
                  </a:lnTo>
                  <a:lnTo>
                    <a:pt x="716897" y="31997"/>
                  </a:lnTo>
                  <a:lnTo>
                    <a:pt x="737516" y="32917"/>
                  </a:lnTo>
                  <a:lnTo>
                    <a:pt x="757385" y="33804"/>
                  </a:lnTo>
                  <a:lnTo>
                    <a:pt x="776556" y="34660"/>
                  </a:lnTo>
                  <a:lnTo>
                    <a:pt x="795078" y="35487"/>
                  </a:lnTo>
                  <a:lnTo>
                    <a:pt x="812992" y="36286"/>
                  </a:lnTo>
                  <a:lnTo>
                    <a:pt x="830338" y="37060"/>
                  </a:lnTo>
                  <a:lnTo>
                    <a:pt x="847150" y="37811"/>
                  </a:lnTo>
                  <a:lnTo>
                    <a:pt x="863459" y="38539"/>
                  </a:lnTo>
                  <a:lnTo>
                    <a:pt x="879296" y="39246"/>
                  </a:lnTo>
                  <a:lnTo>
                    <a:pt x="894687" y="39933"/>
                  </a:lnTo>
                  <a:lnTo>
                    <a:pt x="909656" y="40601"/>
                  </a:lnTo>
                  <a:lnTo>
                    <a:pt x="924226" y="41251"/>
                  </a:lnTo>
                  <a:lnTo>
                    <a:pt x="938418" y="41884"/>
                  </a:lnTo>
                  <a:lnTo>
                    <a:pt x="952250" y="42502"/>
                  </a:lnTo>
                  <a:lnTo>
                    <a:pt x="965740" y="43104"/>
                  </a:lnTo>
                  <a:lnTo>
                    <a:pt x="978906" y="43691"/>
                  </a:lnTo>
                  <a:lnTo>
                    <a:pt x="991761" y="44265"/>
                  </a:lnTo>
                  <a:lnTo>
                    <a:pt x="1004321" y="44826"/>
                  </a:lnTo>
                  <a:lnTo>
                    <a:pt x="1016599" y="45374"/>
                  </a:lnTo>
                  <a:lnTo>
                    <a:pt x="1028607" y="45910"/>
                  </a:lnTo>
                  <a:lnTo>
                    <a:pt x="1040357" y="46434"/>
                  </a:lnTo>
                  <a:lnTo>
                    <a:pt x="1051859" y="46948"/>
                  </a:lnTo>
                  <a:lnTo>
                    <a:pt x="1063124" y="47450"/>
                  </a:lnTo>
                  <a:lnTo>
                    <a:pt x="1074162" y="47943"/>
                  </a:lnTo>
                  <a:lnTo>
                    <a:pt x="1084980" y="48426"/>
                  </a:lnTo>
                  <a:lnTo>
                    <a:pt x="1095589" y="48899"/>
                  </a:lnTo>
                  <a:lnTo>
                    <a:pt x="1105996" y="49364"/>
                  </a:lnTo>
                  <a:lnTo>
                    <a:pt x="1116208" y="49820"/>
                  </a:lnTo>
                  <a:lnTo>
                    <a:pt x="1126233" y="50267"/>
                  </a:lnTo>
                  <a:lnTo>
                    <a:pt x="1136077" y="5070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228926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40466" y="200522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40466" y="172118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40466" y="143714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40466" y="115310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281564" y="23257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281564" y="20416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281564" y="17576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281564" y="14735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281564" y="11895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10032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395863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77455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53248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31941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10032" y="990315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794448" y="19454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14246" y="19261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90680" y="183136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01034" y="17525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779646" y="220449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83080" y="22765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11025" y="18332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16057" y="22233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789681" y="18305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782471" y="16629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48384" y="18423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89068" y="18875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89924" y="130040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94582" y="18206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61180" y="14003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95545" y="17322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65318" y="16716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92440" y="19315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80145" y="18394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68267" y="20997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50579" y="21142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77467" y="20379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90469" y="22815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60274" y="21512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81599" y="22010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150661" y="20260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183527" y="21205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184903" y="18646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76668" y="14593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31162" y="19411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50150" y="165324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47253" y="19163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62781" y="173831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41581" y="19167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73328" y="14102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77305" y="17304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52550" y="18110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82213" y="20568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46241" y="18207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64291" y="12910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35446" y="16696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56145" y="19168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75928" y="19257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77641" y="20498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54117" y="22562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48170" y="21210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79471" y="20800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80366" y="171056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38230" y="16562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63627" y="15613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45955" y="17982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30535" y="18870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40018" y="22868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67676" y="18896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64161" y="22858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56317" y="181467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63817" y="18974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42962" y="21755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61981" y="17569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69210" y="11934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15076" y="19566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24881" y="16587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21173" y="17003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26724" y="155695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61040" y="176528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40591" y="15731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59048" y="19728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16687" y="17250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53637" y="19261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43022" y="21660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929807" y="13713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44416" y="16433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19012" y="1693714"/>
              <a:ext cx="1150916" cy="172552"/>
            </a:xfrm>
            <a:custGeom>
              <a:avLst/>
              <a:pathLst>
                <a:path w="1150916" h="172552">
                  <a:moveTo>
                    <a:pt x="0" y="172552"/>
                  </a:moveTo>
                  <a:lnTo>
                    <a:pt x="73906" y="161472"/>
                  </a:lnTo>
                  <a:lnTo>
                    <a:pt x="139095" y="151698"/>
                  </a:lnTo>
                  <a:lnTo>
                    <a:pt x="197410" y="142955"/>
                  </a:lnTo>
                  <a:lnTo>
                    <a:pt x="250161" y="135046"/>
                  </a:lnTo>
                  <a:lnTo>
                    <a:pt x="298320" y="127826"/>
                  </a:lnTo>
                  <a:lnTo>
                    <a:pt x="342621" y="121184"/>
                  </a:lnTo>
                  <a:lnTo>
                    <a:pt x="383638" y="115035"/>
                  </a:lnTo>
                  <a:lnTo>
                    <a:pt x="421824" y="109310"/>
                  </a:lnTo>
                  <a:lnTo>
                    <a:pt x="457544" y="103954"/>
                  </a:lnTo>
                  <a:lnTo>
                    <a:pt x="491098" y="98924"/>
                  </a:lnTo>
                  <a:lnTo>
                    <a:pt x="522734" y="94180"/>
                  </a:lnTo>
                  <a:lnTo>
                    <a:pt x="552659" y="89694"/>
                  </a:lnTo>
                  <a:lnTo>
                    <a:pt x="581048" y="85438"/>
                  </a:lnTo>
                  <a:lnTo>
                    <a:pt x="608052" y="81389"/>
                  </a:lnTo>
                  <a:lnTo>
                    <a:pt x="633800" y="77529"/>
                  </a:lnTo>
                  <a:lnTo>
                    <a:pt x="658403" y="73840"/>
                  </a:lnTo>
                  <a:lnTo>
                    <a:pt x="681959" y="70309"/>
                  </a:lnTo>
                  <a:lnTo>
                    <a:pt x="704552" y="66921"/>
                  </a:lnTo>
                  <a:lnTo>
                    <a:pt x="726260" y="63667"/>
                  </a:lnTo>
                  <a:lnTo>
                    <a:pt x="747148" y="60535"/>
                  </a:lnTo>
                  <a:lnTo>
                    <a:pt x="767277" y="57517"/>
                  </a:lnTo>
                  <a:lnTo>
                    <a:pt x="786699" y="54605"/>
                  </a:lnTo>
                  <a:lnTo>
                    <a:pt x="805463" y="51792"/>
                  </a:lnTo>
                  <a:lnTo>
                    <a:pt x="823611" y="49071"/>
                  </a:lnTo>
                  <a:lnTo>
                    <a:pt x="841183" y="46437"/>
                  </a:lnTo>
                  <a:lnTo>
                    <a:pt x="858214" y="43883"/>
                  </a:lnTo>
                  <a:lnTo>
                    <a:pt x="874737" y="41406"/>
                  </a:lnTo>
                  <a:lnTo>
                    <a:pt x="890781" y="39001"/>
                  </a:lnTo>
                  <a:lnTo>
                    <a:pt x="906373" y="36663"/>
                  </a:lnTo>
                  <a:lnTo>
                    <a:pt x="921537" y="34389"/>
                  </a:lnTo>
                  <a:lnTo>
                    <a:pt x="936298" y="32176"/>
                  </a:lnTo>
                  <a:lnTo>
                    <a:pt x="950674" y="30021"/>
                  </a:lnTo>
                  <a:lnTo>
                    <a:pt x="964687" y="27920"/>
                  </a:lnTo>
                  <a:lnTo>
                    <a:pt x="978354" y="25871"/>
                  </a:lnTo>
                  <a:lnTo>
                    <a:pt x="991691" y="23871"/>
                  </a:lnTo>
                  <a:lnTo>
                    <a:pt x="1004715" y="21919"/>
                  </a:lnTo>
                  <a:lnTo>
                    <a:pt x="1017439" y="20011"/>
                  </a:lnTo>
                  <a:lnTo>
                    <a:pt x="1029877" y="18146"/>
                  </a:lnTo>
                  <a:lnTo>
                    <a:pt x="1042042" y="16323"/>
                  </a:lnTo>
                  <a:lnTo>
                    <a:pt x="1053945" y="14538"/>
                  </a:lnTo>
                  <a:lnTo>
                    <a:pt x="1065597" y="12791"/>
                  </a:lnTo>
                  <a:lnTo>
                    <a:pt x="1077010" y="11080"/>
                  </a:lnTo>
                  <a:lnTo>
                    <a:pt x="1088191" y="9404"/>
                  </a:lnTo>
                  <a:lnTo>
                    <a:pt x="1099151" y="7760"/>
                  </a:lnTo>
                  <a:lnTo>
                    <a:pt x="1109899" y="6149"/>
                  </a:lnTo>
                  <a:lnTo>
                    <a:pt x="1120441" y="4568"/>
                  </a:lnTo>
                  <a:lnTo>
                    <a:pt x="1130787" y="3017"/>
                  </a:lnTo>
                  <a:lnTo>
                    <a:pt x="1140943" y="1495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19012" y="1429013"/>
              <a:ext cx="1150916" cy="286533"/>
            </a:xfrm>
            <a:custGeom>
              <a:avLst/>
              <a:pathLst>
                <a:path w="1150916" h="286533">
                  <a:moveTo>
                    <a:pt x="0" y="286533"/>
                  </a:moveTo>
                  <a:lnTo>
                    <a:pt x="73906" y="268133"/>
                  </a:lnTo>
                  <a:lnTo>
                    <a:pt x="139095" y="251903"/>
                  </a:lnTo>
                  <a:lnTo>
                    <a:pt x="197410" y="237385"/>
                  </a:lnTo>
                  <a:lnTo>
                    <a:pt x="250161" y="224252"/>
                  </a:lnTo>
                  <a:lnTo>
                    <a:pt x="298320" y="212263"/>
                  </a:lnTo>
                  <a:lnTo>
                    <a:pt x="342621" y="201233"/>
                  </a:lnTo>
                  <a:lnTo>
                    <a:pt x="383638" y="191022"/>
                  </a:lnTo>
                  <a:lnTo>
                    <a:pt x="421824" y="181515"/>
                  </a:lnTo>
                  <a:lnTo>
                    <a:pt x="457544" y="172622"/>
                  </a:lnTo>
                  <a:lnTo>
                    <a:pt x="491098" y="164268"/>
                  </a:lnTo>
                  <a:lnTo>
                    <a:pt x="522734" y="156392"/>
                  </a:lnTo>
                  <a:lnTo>
                    <a:pt x="552659" y="148942"/>
                  </a:lnTo>
                  <a:lnTo>
                    <a:pt x="581048" y="141874"/>
                  </a:lnTo>
                  <a:lnTo>
                    <a:pt x="608052" y="135151"/>
                  </a:lnTo>
                  <a:lnTo>
                    <a:pt x="633800" y="128741"/>
                  </a:lnTo>
                  <a:lnTo>
                    <a:pt x="658403" y="122616"/>
                  </a:lnTo>
                  <a:lnTo>
                    <a:pt x="681959" y="116752"/>
                  </a:lnTo>
                  <a:lnTo>
                    <a:pt x="704552" y="111127"/>
                  </a:lnTo>
                  <a:lnTo>
                    <a:pt x="726260" y="105722"/>
                  </a:lnTo>
                  <a:lnTo>
                    <a:pt x="747148" y="100522"/>
                  </a:lnTo>
                  <a:lnTo>
                    <a:pt x="767277" y="95511"/>
                  </a:lnTo>
                  <a:lnTo>
                    <a:pt x="786699" y="90675"/>
                  </a:lnTo>
                  <a:lnTo>
                    <a:pt x="805463" y="86004"/>
                  </a:lnTo>
                  <a:lnTo>
                    <a:pt x="823611" y="81486"/>
                  </a:lnTo>
                  <a:lnTo>
                    <a:pt x="841183" y="77111"/>
                  </a:lnTo>
                  <a:lnTo>
                    <a:pt x="858214" y="72871"/>
                  </a:lnTo>
                  <a:lnTo>
                    <a:pt x="874737" y="68757"/>
                  </a:lnTo>
                  <a:lnTo>
                    <a:pt x="890781" y="64763"/>
                  </a:lnTo>
                  <a:lnTo>
                    <a:pt x="906373" y="60881"/>
                  </a:lnTo>
                  <a:lnTo>
                    <a:pt x="921537" y="57106"/>
                  </a:lnTo>
                  <a:lnTo>
                    <a:pt x="936298" y="53431"/>
                  </a:lnTo>
                  <a:lnTo>
                    <a:pt x="950674" y="49852"/>
                  </a:lnTo>
                  <a:lnTo>
                    <a:pt x="964687" y="46363"/>
                  </a:lnTo>
                  <a:lnTo>
                    <a:pt x="978354" y="42961"/>
                  </a:lnTo>
                  <a:lnTo>
                    <a:pt x="991691" y="39640"/>
                  </a:lnTo>
                  <a:lnTo>
                    <a:pt x="1004715" y="36398"/>
                  </a:lnTo>
                  <a:lnTo>
                    <a:pt x="1017439" y="33230"/>
                  </a:lnTo>
                  <a:lnTo>
                    <a:pt x="1029877" y="30133"/>
                  </a:lnTo>
                  <a:lnTo>
                    <a:pt x="1042042" y="27105"/>
                  </a:lnTo>
                  <a:lnTo>
                    <a:pt x="1053945" y="24141"/>
                  </a:lnTo>
                  <a:lnTo>
                    <a:pt x="1065597" y="21240"/>
                  </a:lnTo>
                  <a:lnTo>
                    <a:pt x="1077010" y="18399"/>
                  </a:lnTo>
                  <a:lnTo>
                    <a:pt x="1088191" y="15615"/>
                  </a:lnTo>
                  <a:lnTo>
                    <a:pt x="1099151" y="12887"/>
                  </a:lnTo>
                  <a:lnTo>
                    <a:pt x="1109899" y="10211"/>
                  </a:lnTo>
                  <a:lnTo>
                    <a:pt x="1120441" y="7586"/>
                  </a:lnTo>
                  <a:lnTo>
                    <a:pt x="1130787" y="5011"/>
                  </a:lnTo>
                  <a:lnTo>
                    <a:pt x="1140943" y="2482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19012" y="1771175"/>
              <a:ext cx="1150916" cy="52487"/>
            </a:xfrm>
            <a:custGeom>
              <a:avLst/>
              <a:pathLst>
                <a:path w="1150916" h="52487">
                  <a:moveTo>
                    <a:pt x="0" y="52487"/>
                  </a:moveTo>
                  <a:lnTo>
                    <a:pt x="73906" y="49117"/>
                  </a:lnTo>
                  <a:lnTo>
                    <a:pt x="139095" y="46144"/>
                  </a:lnTo>
                  <a:lnTo>
                    <a:pt x="197410" y="43484"/>
                  </a:lnTo>
                  <a:lnTo>
                    <a:pt x="250161" y="41079"/>
                  </a:lnTo>
                  <a:lnTo>
                    <a:pt x="298320" y="38882"/>
                  </a:lnTo>
                  <a:lnTo>
                    <a:pt x="342621" y="36862"/>
                  </a:lnTo>
                  <a:lnTo>
                    <a:pt x="383638" y="34991"/>
                  </a:lnTo>
                  <a:lnTo>
                    <a:pt x="421824" y="33250"/>
                  </a:lnTo>
                  <a:lnTo>
                    <a:pt x="457544" y="31621"/>
                  </a:lnTo>
                  <a:lnTo>
                    <a:pt x="491098" y="30091"/>
                  </a:lnTo>
                  <a:lnTo>
                    <a:pt x="522734" y="28648"/>
                  </a:lnTo>
                  <a:lnTo>
                    <a:pt x="552659" y="27283"/>
                  </a:lnTo>
                  <a:lnTo>
                    <a:pt x="581048" y="25988"/>
                  </a:lnTo>
                  <a:lnTo>
                    <a:pt x="608052" y="24757"/>
                  </a:lnTo>
                  <a:lnTo>
                    <a:pt x="633800" y="23583"/>
                  </a:lnTo>
                  <a:lnTo>
                    <a:pt x="658403" y="22461"/>
                  </a:lnTo>
                  <a:lnTo>
                    <a:pt x="681959" y="21386"/>
                  </a:lnTo>
                  <a:lnTo>
                    <a:pt x="704552" y="20356"/>
                  </a:lnTo>
                  <a:lnTo>
                    <a:pt x="726260" y="19366"/>
                  </a:lnTo>
                  <a:lnTo>
                    <a:pt x="747148" y="18413"/>
                  </a:lnTo>
                  <a:lnTo>
                    <a:pt x="767277" y="17495"/>
                  </a:lnTo>
                  <a:lnTo>
                    <a:pt x="786699" y="16610"/>
                  </a:lnTo>
                  <a:lnTo>
                    <a:pt x="805463" y="15754"/>
                  </a:lnTo>
                  <a:lnTo>
                    <a:pt x="823611" y="14926"/>
                  </a:lnTo>
                  <a:lnTo>
                    <a:pt x="841183" y="14125"/>
                  </a:lnTo>
                  <a:lnTo>
                    <a:pt x="858214" y="13348"/>
                  </a:lnTo>
                  <a:lnTo>
                    <a:pt x="874737" y="12595"/>
                  </a:lnTo>
                  <a:lnTo>
                    <a:pt x="890781" y="11863"/>
                  </a:lnTo>
                  <a:lnTo>
                    <a:pt x="906373" y="11152"/>
                  </a:lnTo>
                  <a:lnTo>
                    <a:pt x="921537" y="10460"/>
                  </a:lnTo>
                  <a:lnTo>
                    <a:pt x="936298" y="9787"/>
                  </a:lnTo>
                  <a:lnTo>
                    <a:pt x="950674" y="9132"/>
                  </a:lnTo>
                  <a:lnTo>
                    <a:pt x="964687" y="8492"/>
                  </a:lnTo>
                  <a:lnTo>
                    <a:pt x="978354" y="7869"/>
                  </a:lnTo>
                  <a:lnTo>
                    <a:pt x="991691" y="7261"/>
                  </a:lnTo>
                  <a:lnTo>
                    <a:pt x="1004715" y="6667"/>
                  </a:lnTo>
                  <a:lnTo>
                    <a:pt x="1017439" y="6087"/>
                  </a:lnTo>
                  <a:lnTo>
                    <a:pt x="1029877" y="5519"/>
                  </a:lnTo>
                  <a:lnTo>
                    <a:pt x="1042042" y="4965"/>
                  </a:lnTo>
                  <a:lnTo>
                    <a:pt x="1053945" y="4422"/>
                  </a:lnTo>
                  <a:lnTo>
                    <a:pt x="1065597" y="3890"/>
                  </a:lnTo>
                  <a:lnTo>
                    <a:pt x="1077010" y="3370"/>
                  </a:lnTo>
                  <a:lnTo>
                    <a:pt x="1088191" y="2860"/>
                  </a:lnTo>
                  <a:lnTo>
                    <a:pt x="1099151" y="2360"/>
                  </a:lnTo>
                  <a:lnTo>
                    <a:pt x="1109899" y="1870"/>
                  </a:lnTo>
                  <a:lnTo>
                    <a:pt x="1120441" y="1389"/>
                  </a:lnTo>
                  <a:lnTo>
                    <a:pt x="1130787" y="917"/>
                  </a:lnTo>
                  <a:lnTo>
                    <a:pt x="1140943" y="454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19012" y="1693570"/>
              <a:ext cx="1150916" cy="441519"/>
            </a:xfrm>
            <a:custGeom>
              <a:avLst/>
              <a:pathLst>
                <a:path w="1150916" h="441519">
                  <a:moveTo>
                    <a:pt x="0" y="441519"/>
                  </a:moveTo>
                  <a:lnTo>
                    <a:pt x="73906" y="413167"/>
                  </a:lnTo>
                  <a:lnTo>
                    <a:pt x="139095" y="388158"/>
                  </a:lnTo>
                  <a:lnTo>
                    <a:pt x="197410" y="365787"/>
                  </a:lnTo>
                  <a:lnTo>
                    <a:pt x="250161" y="345551"/>
                  </a:lnTo>
                  <a:lnTo>
                    <a:pt x="298320" y="327076"/>
                  </a:lnTo>
                  <a:lnTo>
                    <a:pt x="342621" y="310081"/>
                  </a:lnTo>
                  <a:lnTo>
                    <a:pt x="383638" y="294346"/>
                  </a:lnTo>
                  <a:lnTo>
                    <a:pt x="421824" y="279697"/>
                  </a:lnTo>
                  <a:lnTo>
                    <a:pt x="457544" y="265993"/>
                  </a:lnTo>
                  <a:lnTo>
                    <a:pt x="491098" y="253121"/>
                  </a:lnTo>
                  <a:lnTo>
                    <a:pt x="522734" y="240985"/>
                  </a:lnTo>
                  <a:lnTo>
                    <a:pt x="552659" y="229505"/>
                  </a:lnTo>
                  <a:lnTo>
                    <a:pt x="581048" y="218614"/>
                  </a:lnTo>
                  <a:lnTo>
                    <a:pt x="608052" y="208255"/>
                  </a:lnTo>
                  <a:lnTo>
                    <a:pt x="633800" y="198378"/>
                  </a:lnTo>
                  <a:lnTo>
                    <a:pt x="658403" y="188939"/>
                  </a:lnTo>
                  <a:lnTo>
                    <a:pt x="681959" y="179903"/>
                  </a:lnTo>
                  <a:lnTo>
                    <a:pt x="704552" y="171235"/>
                  </a:lnTo>
                  <a:lnTo>
                    <a:pt x="726260" y="162908"/>
                  </a:lnTo>
                  <a:lnTo>
                    <a:pt x="747148" y="154894"/>
                  </a:lnTo>
                  <a:lnTo>
                    <a:pt x="767277" y="147173"/>
                  </a:lnTo>
                  <a:lnTo>
                    <a:pt x="786699" y="139722"/>
                  </a:lnTo>
                  <a:lnTo>
                    <a:pt x="805463" y="132524"/>
                  </a:lnTo>
                  <a:lnTo>
                    <a:pt x="823611" y="125561"/>
                  </a:lnTo>
                  <a:lnTo>
                    <a:pt x="841183" y="118820"/>
                  </a:lnTo>
                  <a:lnTo>
                    <a:pt x="858214" y="112287"/>
                  </a:lnTo>
                  <a:lnTo>
                    <a:pt x="874737" y="105948"/>
                  </a:lnTo>
                  <a:lnTo>
                    <a:pt x="890781" y="99793"/>
                  </a:lnTo>
                  <a:lnTo>
                    <a:pt x="906373" y="93812"/>
                  </a:lnTo>
                  <a:lnTo>
                    <a:pt x="921537" y="87995"/>
                  </a:lnTo>
                  <a:lnTo>
                    <a:pt x="936298" y="82332"/>
                  </a:lnTo>
                  <a:lnTo>
                    <a:pt x="950674" y="76817"/>
                  </a:lnTo>
                  <a:lnTo>
                    <a:pt x="964687" y="71441"/>
                  </a:lnTo>
                  <a:lnTo>
                    <a:pt x="978354" y="66198"/>
                  </a:lnTo>
                  <a:lnTo>
                    <a:pt x="991691" y="61082"/>
                  </a:lnTo>
                  <a:lnTo>
                    <a:pt x="1004715" y="56086"/>
                  </a:lnTo>
                  <a:lnTo>
                    <a:pt x="1017439" y="51204"/>
                  </a:lnTo>
                  <a:lnTo>
                    <a:pt x="1029877" y="46433"/>
                  </a:lnTo>
                  <a:lnTo>
                    <a:pt x="1042042" y="41766"/>
                  </a:lnTo>
                  <a:lnTo>
                    <a:pt x="1053945" y="37200"/>
                  </a:lnTo>
                  <a:lnTo>
                    <a:pt x="1065597" y="32730"/>
                  </a:lnTo>
                  <a:lnTo>
                    <a:pt x="1077010" y="28352"/>
                  </a:lnTo>
                  <a:lnTo>
                    <a:pt x="1088191" y="24062"/>
                  </a:lnTo>
                  <a:lnTo>
                    <a:pt x="1099151" y="19858"/>
                  </a:lnTo>
                  <a:lnTo>
                    <a:pt x="1109899" y="15735"/>
                  </a:lnTo>
                  <a:lnTo>
                    <a:pt x="1120441" y="11690"/>
                  </a:lnTo>
                  <a:lnTo>
                    <a:pt x="1130787" y="7721"/>
                  </a:lnTo>
                  <a:lnTo>
                    <a:pt x="1140943" y="3825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19012" y="2045104"/>
              <a:ext cx="1150916" cy="224782"/>
            </a:xfrm>
            <a:custGeom>
              <a:avLst/>
              <a:pathLst>
                <a:path w="1150916" h="224782">
                  <a:moveTo>
                    <a:pt x="0" y="224782"/>
                  </a:moveTo>
                  <a:lnTo>
                    <a:pt x="73906" y="210347"/>
                  </a:lnTo>
                  <a:lnTo>
                    <a:pt x="139095" y="197615"/>
                  </a:lnTo>
                  <a:lnTo>
                    <a:pt x="197410" y="186226"/>
                  </a:lnTo>
                  <a:lnTo>
                    <a:pt x="250161" y="175923"/>
                  </a:lnTo>
                  <a:lnTo>
                    <a:pt x="298320" y="166518"/>
                  </a:lnTo>
                  <a:lnTo>
                    <a:pt x="342621" y="157865"/>
                  </a:lnTo>
                  <a:lnTo>
                    <a:pt x="383638" y="149854"/>
                  </a:lnTo>
                  <a:lnTo>
                    <a:pt x="421824" y="142396"/>
                  </a:lnTo>
                  <a:lnTo>
                    <a:pt x="457544" y="135420"/>
                  </a:lnTo>
                  <a:lnTo>
                    <a:pt x="491098" y="128867"/>
                  </a:lnTo>
                  <a:lnTo>
                    <a:pt x="522734" y="122688"/>
                  </a:lnTo>
                  <a:lnTo>
                    <a:pt x="552659" y="116843"/>
                  </a:lnTo>
                  <a:lnTo>
                    <a:pt x="581048" y="111299"/>
                  </a:lnTo>
                  <a:lnTo>
                    <a:pt x="608052" y="106025"/>
                  </a:lnTo>
                  <a:lnTo>
                    <a:pt x="633800" y="100996"/>
                  </a:lnTo>
                  <a:lnTo>
                    <a:pt x="658403" y="96191"/>
                  </a:lnTo>
                  <a:lnTo>
                    <a:pt x="681959" y="91590"/>
                  </a:lnTo>
                  <a:lnTo>
                    <a:pt x="704552" y="87178"/>
                  </a:lnTo>
                  <a:lnTo>
                    <a:pt x="726260" y="82938"/>
                  </a:lnTo>
                  <a:lnTo>
                    <a:pt x="747148" y="78858"/>
                  </a:lnTo>
                  <a:lnTo>
                    <a:pt x="767277" y="74927"/>
                  </a:lnTo>
                  <a:lnTo>
                    <a:pt x="786699" y="71134"/>
                  </a:lnTo>
                  <a:lnTo>
                    <a:pt x="805463" y="67469"/>
                  </a:lnTo>
                  <a:lnTo>
                    <a:pt x="823611" y="63925"/>
                  </a:lnTo>
                  <a:lnTo>
                    <a:pt x="841183" y="60493"/>
                  </a:lnTo>
                  <a:lnTo>
                    <a:pt x="858214" y="57166"/>
                  </a:lnTo>
                  <a:lnTo>
                    <a:pt x="874737" y="53939"/>
                  </a:lnTo>
                  <a:lnTo>
                    <a:pt x="890781" y="50806"/>
                  </a:lnTo>
                  <a:lnTo>
                    <a:pt x="906373" y="47761"/>
                  </a:lnTo>
                  <a:lnTo>
                    <a:pt x="921537" y="44799"/>
                  </a:lnTo>
                  <a:lnTo>
                    <a:pt x="936298" y="41916"/>
                  </a:lnTo>
                  <a:lnTo>
                    <a:pt x="950674" y="39108"/>
                  </a:lnTo>
                  <a:lnTo>
                    <a:pt x="964687" y="36371"/>
                  </a:lnTo>
                  <a:lnTo>
                    <a:pt x="978354" y="33702"/>
                  </a:lnTo>
                  <a:lnTo>
                    <a:pt x="991691" y="31097"/>
                  </a:lnTo>
                  <a:lnTo>
                    <a:pt x="1004715" y="28554"/>
                  </a:lnTo>
                  <a:lnTo>
                    <a:pt x="1017439" y="26069"/>
                  </a:lnTo>
                  <a:lnTo>
                    <a:pt x="1029877" y="23639"/>
                  </a:lnTo>
                  <a:lnTo>
                    <a:pt x="1042042" y="21263"/>
                  </a:lnTo>
                  <a:lnTo>
                    <a:pt x="1053945" y="18939"/>
                  </a:lnTo>
                  <a:lnTo>
                    <a:pt x="1065597" y="16663"/>
                  </a:lnTo>
                  <a:lnTo>
                    <a:pt x="1077010" y="14434"/>
                  </a:lnTo>
                  <a:lnTo>
                    <a:pt x="1088191" y="12250"/>
                  </a:lnTo>
                  <a:lnTo>
                    <a:pt x="1099151" y="10109"/>
                  </a:lnTo>
                  <a:lnTo>
                    <a:pt x="1109899" y="8010"/>
                  </a:lnTo>
                  <a:lnTo>
                    <a:pt x="1120441" y="5951"/>
                  </a:lnTo>
                  <a:lnTo>
                    <a:pt x="1130787" y="3931"/>
                  </a:lnTo>
                  <a:lnTo>
                    <a:pt x="1140943" y="1947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19012" y="2195727"/>
              <a:ext cx="1150916" cy="9566"/>
            </a:xfrm>
            <a:custGeom>
              <a:avLst/>
              <a:pathLst>
                <a:path w="1150916" h="9566">
                  <a:moveTo>
                    <a:pt x="0" y="9566"/>
                  </a:moveTo>
                  <a:lnTo>
                    <a:pt x="73906" y="8951"/>
                  </a:lnTo>
                  <a:lnTo>
                    <a:pt x="139095" y="8409"/>
                  </a:lnTo>
                  <a:lnTo>
                    <a:pt x="197410" y="7925"/>
                  </a:lnTo>
                  <a:lnTo>
                    <a:pt x="250161" y="7486"/>
                  </a:lnTo>
                  <a:lnTo>
                    <a:pt x="298320" y="7086"/>
                  </a:lnTo>
                  <a:lnTo>
                    <a:pt x="342621" y="6718"/>
                  </a:lnTo>
                  <a:lnTo>
                    <a:pt x="383638" y="6377"/>
                  </a:lnTo>
                  <a:lnTo>
                    <a:pt x="421824" y="6059"/>
                  </a:lnTo>
                  <a:lnTo>
                    <a:pt x="457544" y="5763"/>
                  </a:lnTo>
                  <a:lnTo>
                    <a:pt x="491098" y="5484"/>
                  </a:lnTo>
                  <a:lnTo>
                    <a:pt x="522734" y="5221"/>
                  </a:lnTo>
                  <a:lnTo>
                    <a:pt x="552659" y="4972"/>
                  </a:lnTo>
                  <a:lnTo>
                    <a:pt x="581048" y="4736"/>
                  </a:lnTo>
                  <a:lnTo>
                    <a:pt x="608052" y="4512"/>
                  </a:lnTo>
                  <a:lnTo>
                    <a:pt x="633800" y="4298"/>
                  </a:lnTo>
                  <a:lnTo>
                    <a:pt x="658403" y="4093"/>
                  </a:lnTo>
                  <a:lnTo>
                    <a:pt x="681959" y="3897"/>
                  </a:lnTo>
                  <a:lnTo>
                    <a:pt x="704552" y="3710"/>
                  </a:lnTo>
                  <a:lnTo>
                    <a:pt x="726260" y="3529"/>
                  </a:lnTo>
                  <a:lnTo>
                    <a:pt x="747148" y="3355"/>
                  </a:lnTo>
                  <a:lnTo>
                    <a:pt x="767277" y="3188"/>
                  </a:lnTo>
                  <a:lnTo>
                    <a:pt x="786699" y="3027"/>
                  </a:lnTo>
                  <a:lnTo>
                    <a:pt x="805463" y="2871"/>
                  </a:lnTo>
                  <a:lnTo>
                    <a:pt x="823611" y="2720"/>
                  </a:lnTo>
                  <a:lnTo>
                    <a:pt x="841183" y="2574"/>
                  </a:lnTo>
                  <a:lnTo>
                    <a:pt x="858214" y="2432"/>
                  </a:lnTo>
                  <a:lnTo>
                    <a:pt x="874737" y="2295"/>
                  </a:lnTo>
                  <a:lnTo>
                    <a:pt x="890781" y="2162"/>
                  </a:lnTo>
                  <a:lnTo>
                    <a:pt x="906373" y="2032"/>
                  </a:lnTo>
                  <a:lnTo>
                    <a:pt x="921537" y="1906"/>
                  </a:lnTo>
                  <a:lnTo>
                    <a:pt x="936298" y="1783"/>
                  </a:lnTo>
                  <a:lnTo>
                    <a:pt x="950674" y="1664"/>
                  </a:lnTo>
                  <a:lnTo>
                    <a:pt x="964687" y="1547"/>
                  </a:lnTo>
                  <a:lnTo>
                    <a:pt x="978354" y="1434"/>
                  </a:lnTo>
                  <a:lnTo>
                    <a:pt x="991691" y="1323"/>
                  </a:lnTo>
                  <a:lnTo>
                    <a:pt x="1004715" y="1215"/>
                  </a:lnTo>
                  <a:lnTo>
                    <a:pt x="1017439" y="1109"/>
                  </a:lnTo>
                  <a:lnTo>
                    <a:pt x="1029877" y="1006"/>
                  </a:lnTo>
                  <a:lnTo>
                    <a:pt x="1042042" y="904"/>
                  </a:lnTo>
                  <a:lnTo>
                    <a:pt x="1053945" y="805"/>
                  </a:lnTo>
                  <a:lnTo>
                    <a:pt x="1065597" y="709"/>
                  </a:lnTo>
                  <a:lnTo>
                    <a:pt x="1077010" y="614"/>
                  </a:lnTo>
                  <a:lnTo>
                    <a:pt x="1088191" y="521"/>
                  </a:lnTo>
                  <a:lnTo>
                    <a:pt x="1099151" y="430"/>
                  </a:lnTo>
                  <a:lnTo>
                    <a:pt x="1109899" y="340"/>
                  </a:lnTo>
                  <a:lnTo>
                    <a:pt x="1120441" y="253"/>
                  </a:lnTo>
                  <a:lnTo>
                    <a:pt x="1130787" y="167"/>
                  </a:lnTo>
                  <a:lnTo>
                    <a:pt x="1140943" y="82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19012" y="1721682"/>
              <a:ext cx="1150916" cy="84120"/>
            </a:xfrm>
            <a:custGeom>
              <a:avLst/>
              <a:pathLst>
                <a:path w="1150916" h="84120">
                  <a:moveTo>
                    <a:pt x="0" y="0"/>
                  </a:moveTo>
                  <a:lnTo>
                    <a:pt x="73906" y="5401"/>
                  </a:lnTo>
                  <a:lnTo>
                    <a:pt x="139095" y="10166"/>
                  </a:lnTo>
                  <a:lnTo>
                    <a:pt x="197410" y="14428"/>
                  </a:lnTo>
                  <a:lnTo>
                    <a:pt x="250161" y="18284"/>
                  </a:lnTo>
                  <a:lnTo>
                    <a:pt x="298320" y="21804"/>
                  </a:lnTo>
                  <a:lnTo>
                    <a:pt x="342621" y="25042"/>
                  </a:lnTo>
                  <a:lnTo>
                    <a:pt x="383638" y="28040"/>
                  </a:lnTo>
                  <a:lnTo>
                    <a:pt x="421824" y="30831"/>
                  </a:lnTo>
                  <a:lnTo>
                    <a:pt x="457544" y="33441"/>
                  </a:lnTo>
                  <a:lnTo>
                    <a:pt x="491098" y="35894"/>
                  </a:lnTo>
                  <a:lnTo>
                    <a:pt x="522734" y="38206"/>
                  </a:lnTo>
                  <a:lnTo>
                    <a:pt x="552659" y="40393"/>
                  </a:lnTo>
                  <a:lnTo>
                    <a:pt x="581048" y="42468"/>
                  </a:lnTo>
                  <a:lnTo>
                    <a:pt x="608052" y="44442"/>
                  </a:lnTo>
                  <a:lnTo>
                    <a:pt x="633800" y="46324"/>
                  </a:lnTo>
                  <a:lnTo>
                    <a:pt x="658403" y="48122"/>
                  </a:lnTo>
                  <a:lnTo>
                    <a:pt x="681959" y="49844"/>
                  </a:lnTo>
                  <a:lnTo>
                    <a:pt x="704552" y="51495"/>
                  </a:lnTo>
                  <a:lnTo>
                    <a:pt x="726260" y="53082"/>
                  </a:lnTo>
                  <a:lnTo>
                    <a:pt x="747148" y="54608"/>
                  </a:lnTo>
                  <a:lnTo>
                    <a:pt x="767277" y="56080"/>
                  </a:lnTo>
                  <a:lnTo>
                    <a:pt x="786699" y="57499"/>
                  </a:lnTo>
                  <a:lnTo>
                    <a:pt x="805463" y="58871"/>
                  </a:lnTo>
                  <a:lnTo>
                    <a:pt x="823611" y="60197"/>
                  </a:lnTo>
                  <a:lnTo>
                    <a:pt x="841183" y="61481"/>
                  </a:lnTo>
                  <a:lnTo>
                    <a:pt x="858214" y="62726"/>
                  </a:lnTo>
                  <a:lnTo>
                    <a:pt x="874737" y="63934"/>
                  </a:lnTo>
                  <a:lnTo>
                    <a:pt x="890781" y="65107"/>
                  </a:lnTo>
                  <a:lnTo>
                    <a:pt x="906373" y="66246"/>
                  </a:lnTo>
                  <a:lnTo>
                    <a:pt x="921537" y="67355"/>
                  </a:lnTo>
                  <a:lnTo>
                    <a:pt x="936298" y="68433"/>
                  </a:lnTo>
                  <a:lnTo>
                    <a:pt x="950674" y="69484"/>
                  </a:lnTo>
                  <a:lnTo>
                    <a:pt x="964687" y="70508"/>
                  </a:lnTo>
                  <a:lnTo>
                    <a:pt x="978354" y="71507"/>
                  </a:lnTo>
                  <a:lnTo>
                    <a:pt x="991691" y="72482"/>
                  </a:lnTo>
                  <a:lnTo>
                    <a:pt x="1004715" y="73434"/>
                  </a:lnTo>
                  <a:lnTo>
                    <a:pt x="1017439" y="74364"/>
                  </a:lnTo>
                  <a:lnTo>
                    <a:pt x="1029877" y="75273"/>
                  </a:lnTo>
                  <a:lnTo>
                    <a:pt x="1042042" y="76162"/>
                  </a:lnTo>
                  <a:lnTo>
                    <a:pt x="1053945" y="77032"/>
                  </a:lnTo>
                  <a:lnTo>
                    <a:pt x="1065597" y="77884"/>
                  </a:lnTo>
                  <a:lnTo>
                    <a:pt x="1077010" y="78718"/>
                  </a:lnTo>
                  <a:lnTo>
                    <a:pt x="1088191" y="79535"/>
                  </a:lnTo>
                  <a:lnTo>
                    <a:pt x="1099151" y="80336"/>
                  </a:lnTo>
                  <a:lnTo>
                    <a:pt x="1109899" y="81122"/>
                  </a:lnTo>
                  <a:lnTo>
                    <a:pt x="1120441" y="81892"/>
                  </a:lnTo>
                  <a:lnTo>
                    <a:pt x="1130787" y="82649"/>
                  </a:lnTo>
                  <a:lnTo>
                    <a:pt x="1140943" y="83391"/>
                  </a:lnTo>
                  <a:lnTo>
                    <a:pt x="1150916" y="8412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19012" y="1816300"/>
              <a:ext cx="1150916" cy="148295"/>
            </a:xfrm>
            <a:custGeom>
              <a:avLst/>
              <a:pathLst>
                <a:path w="1150916" h="148295">
                  <a:moveTo>
                    <a:pt x="0" y="148295"/>
                  </a:moveTo>
                  <a:lnTo>
                    <a:pt x="73906" y="138773"/>
                  </a:lnTo>
                  <a:lnTo>
                    <a:pt x="139095" y="130373"/>
                  </a:lnTo>
                  <a:lnTo>
                    <a:pt x="197410" y="122859"/>
                  </a:lnTo>
                  <a:lnTo>
                    <a:pt x="250161" y="116062"/>
                  </a:lnTo>
                  <a:lnTo>
                    <a:pt x="298320" y="109857"/>
                  </a:lnTo>
                  <a:lnTo>
                    <a:pt x="342621" y="104148"/>
                  </a:lnTo>
                  <a:lnTo>
                    <a:pt x="383638" y="98863"/>
                  </a:lnTo>
                  <a:lnTo>
                    <a:pt x="421824" y="93943"/>
                  </a:lnTo>
                  <a:lnTo>
                    <a:pt x="457544" y="89341"/>
                  </a:lnTo>
                  <a:lnTo>
                    <a:pt x="491098" y="85017"/>
                  </a:lnTo>
                  <a:lnTo>
                    <a:pt x="522734" y="80941"/>
                  </a:lnTo>
                  <a:lnTo>
                    <a:pt x="552659" y="77085"/>
                  </a:lnTo>
                  <a:lnTo>
                    <a:pt x="581048" y="73427"/>
                  </a:lnTo>
                  <a:lnTo>
                    <a:pt x="608052" y="69948"/>
                  </a:lnTo>
                  <a:lnTo>
                    <a:pt x="633800" y="66630"/>
                  </a:lnTo>
                  <a:lnTo>
                    <a:pt x="658403" y="63460"/>
                  </a:lnTo>
                  <a:lnTo>
                    <a:pt x="681959" y="60425"/>
                  </a:lnTo>
                  <a:lnTo>
                    <a:pt x="704552" y="57514"/>
                  </a:lnTo>
                  <a:lnTo>
                    <a:pt x="726260" y="54717"/>
                  </a:lnTo>
                  <a:lnTo>
                    <a:pt x="747148" y="52025"/>
                  </a:lnTo>
                  <a:lnTo>
                    <a:pt x="767277" y="49431"/>
                  </a:lnTo>
                  <a:lnTo>
                    <a:pt x="786699" y="46929"/>
                  </a:lnTo>
                  <a:lnTo>
                    <a:pt x="805463" y="44511"/>
                  </a:lnTo>
                  <a:lnTo>
                    <a:pt x="823611" y="42173"/>
                  </a:lnTo>
                  <a:lnTo>
                    <a:pt x="841183" y="39909"/>
                  </a:lnTo>
                  <a:lnTo>
                    <a:pt x="858214" y="37714"/>
                  </a:lnTo>
                  <a:lnTo>
                    <a:pt x="874737" y="35585"/>
                  </a:lnTo>
                  <a:lnTo>
                    <a:pt x="890781" y="33518"/>
                  </a:lnTo>
                  <a:lnTo>
                    <a:pt x="906373" y="31509"/>
                  </a:lnTo>
                  <a:lnTo>
                    <a:pt x="921537" y="29555"/>
                  </a:lnTo>
                  <a:lnTo>
                    <a:pt x="936298" y="27653"/>
                  </a:lnTo>
                  <a:lnTo>
                    <a:pt x="950674" y="25801"/>
                  </a:lnTo>
                  <a:lnTo>
                    <a:pt x="964687" y="23995"/>
                  </a:lnTo>
                  <a:lnTo>
                    <a:pt x="978354" y="22234"/>
                  </a:lnTo>
                  <a:lnTo>
                    <a:pt x="991691" y="20516"/>
                  </a:lnTo>
                  <a:lnTo>
                    <a:pt x="1004715" y="18838"/>
                  </a:lnTo>
                  <a:lnTo>
                    <a:pt x="1017439" y="17198"/>
                  </a:lnTo>
                  <a:lnTo>
                    <a:pt x="1029877" y="15595"/>
                  </a:lnTo>
                  <a:lnTo>
                    <a:pt x="1042042" y="14028"/>
                  </a:lnTo>
                  <a:lnTo>
                    <a:pt x="1053945" y="12494"/>
                  </a:lnTo>
                  <a:lnTo>
                    <a:pt x="1065597" y="10993"/>
                  </a:lnTo>
                  <a:lnTo>
                    <a:pt x="1077010" y="9522"/>
                  </a:lnTo>
                  <a:lnTo>
                    <a:pt x="1088191" y="8082"/>
                  </a:lnTo>
                  <a:lnTo>
                    <a:pt x="1099151" y="6669"/>
                  </a:lnTo>
                  <a:lnTo>
                    <a:pt x="1109899" y="5285"/>
                  </a:lnTo>
                  <a:lnTo>
                    <a:pt x="1120441" y="3926"/>
                  </a:lnTo>
                  <a:lnTo>
                    <a:pt x="1130787" y="2593"/>
                  </a:lnTo>
                  <a:lnTo>
                    <a:pt x="1140943" y="1284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19012" y="1550790"/>
              <a:ext cx="1150916" cy="342374"/>
            </a:xfrm>
            <a:custGeom>
              <a:avLst/>
              <a:pathLst>
                <a:path w="1150916" h="342374">
                  <a:moveTo>
                    <a:pt x="0" y="342374"/>
                  </a:moveTo>
                  <a:lnTo>
                    <a:pt x="73906" y="320388"/>
                  </a:lnTo>
                  <a:lnTo>
                    <a:pt x="139095" y="300996"/>
                  </a:lnTo>
                  <a:lnTo>
                    <a:pt x="197410" y="283648"/>
                  </a:lnTo>
                  <a:lnTo>
                    <a:pt x="250161" y="267956"/>
                  </a:lnTo>
                  <a:lnTo>
                    <a:pt x="298320" y="253630"/>
                  </a:lnTo>
                  <a:lnTo>
                    <a:pt x="342621" y="240451"/>
                  </a:lnTo>
                  <a:lnTo>
                    <a:pt x="383638" y="228249"/>
                  </a:lnTo>
                  <a:lnTo>
                    <a:pt x="421824" y="216890"/>
                  </a:lnTo>
                  <a:lnTo>
                    <a:pt x="457544" y="206263"/>
                  </a:lnTo>
                  <a:lnTo>
                    <a:pt x="491098" y="196282"/>
                  </a:lnTo>
                  <a:lnTo>
                    <a:pt x="522734" y="186871"/>
                  </a:lnTo>
                  <a:lnTo>
                    <a:pt x="552659" y="177969"/>
                  </a:lnTo>
                  <a:lnTo>
                    <a:pt x="581048" y="169524"/>
                  </a:lnTo>
                  <a:lnTo>
                    <a:pt x="608052" y="161490"/>
                  </a:lnTo>
                  <a:lnTo>
                    <a:pt x="633800" y="153831"/>
                  </a:lnTo>
                  <a:lnTo>
                    <a:pt x="658403" y="146512"/>
                  </a:lnTo>
                  <a:lnTo>
                    <a:pt x="681959" y="139505"/>
                  </a:lnTo>
                  <a:lnTo>
                    <a:pt x="704552" y="132784"/>
                  </a:lnTo>
                  <a:lnTo>
                    <a:pt x="726260" y="126326"/>
                  </a:lnTo>
                  <a:lnTo>
                    <a:pt x="747148" y="120112"/>
                  </a:lnTo>
                  <a:lnTo>
                    <a:pt x="767277" y="114124"/>
                  </a:lnTo>
                  <a:lnTo>
                    <a:pt x="786699" y="108347"/>
                  </a:lnTo>
                  <a:lnTo>
                    <a:pt x="805463" y="102765"/>
                  </a:lnTo>
                  <a:lnTo>
                    <a:pt x="823611" y="97366"/>
                  </a:lnTo>
                  <a:lnTo>
                    <a:pt x="841183" y="92139"/>
                  </a:lnTo>
                  <a:lnTo>
                    <a:pt x="858214" y="87072"/>
                  </a:lnTo>
                  <a:lnTo>
                    <a:pt x="874737" y="82157"/>
                  </a:lnTo>
                  <a:lnTo>
                    <a:pt x="890781" y="77384"/>
                  </a:lnTo>
                  <a:lnTo>
                    <a:pt x="906373" y="72746"/>
                  </a:lnTo>
                  <a:lnTo>
                    <a:pt x="921537" y="68235"/>
                  </a:lnTo>
                  <a:lnTo>
                    <a:pt x="936298" y="63844"/>
                  </a:lnTo>
                  <a:lnTo>
                    <a:pt x="950674" y="59567"/>
                  </a:lnTo>
                  <a:lnTo>
                    <a:pt x="964687" y="55399"/>
                  </a:lnTo>
                  <a:lnTo>
                    <a:pt x="978354" y="51333"/>
                  </a:lnTo>
                  <a:lnTo>
                    <a:pt x="991691" y="47366"/>
                  </a:lnTo>
                  <a:lnTo>
                    <a:pt x="1004715" y="43491"/>
                  </a:lnTo>
                  <a:lnTo>
                    <a:pt x="1017439" y="39706"/>
                  </a:lnTo>
                  <a:lnTo>
                    <a:pt x="1029877" y="36006"/>
                  </a:lnTo>
                  <a:lnTo>
                    <a:pt x="1042042" y="32387"/>
                  </a:lnTo>
                  <a:lnTo>
                    <a:pt x="1053945" y="28846"/>
                  </a:lnTo>
                  <a:lnTo>
                    <a:pt x="1065597" y="25380"/>
                  </a:lnTo>
                  <a:lnTo>
                    <a:pt x="1077010" y="21985"/>
                  </a:lnTo>
                  <a:lnTo>
                    <a:pt x="1088191" y="18659"/>
                  </a:lnTo>
                  <a:lnTo>
                    <a:pt x="1099151" y="15398"/>
                  </a:lnTo>
                  <a:lnTo>
                    <a:pt x="1109899" y="12201"/>
                  </a:lnTo>
                  <a:lnTo>
                    <a:pt x="1120441" y="9065"/>
                  </a:lnTo>
                  <a:lnTo>
                    <a:pt x="1130787" y="5987"/>
                  </a:lnTo>
                  <a:lnTo>
                    <a:pt x="1140943" y="2966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19012" y="2034164"/>
              <a:ext cx="1150916" cy="17156"/>
            </a:xfrm>
            <a:custGeom>
              <a:avLst/>
              <a:pathLst>
                <a:path w="1150916" h="17156">
                  <a:moveTo>
                    <a:pt x="0" y="17156"/>
                  </a:moveTo>
                  <a:lnTo>
                    <a:pt x="73906" y="16054"/>
                  </a:lnTo>
                  <a:lnTo>
                    <a:pt x="139095" y="15083"/>
                  </a:lnTo>
                  <a:lnTo>
                    <a:pt x="197410" y="14213"/>
                  </a:lnTo>
                  <a:lnTo>
                    <a:pt x="250161" y="13427"/>
                  </a:lnTo>
                  <a:lnTo>
                    <a:pt x="298320" y="12709"/>
                  </a:lnTo>
                  <a:lnTo>
                    <a:pt x="342621" y="12049"/>
                  </a:lnTo>
                  <a:lnTo>
                    <a:pt x="383638" y="11437"/>
                  </a:lnTo>
                  <a:lnTo>
                    <a:pt x="421824" y="10868"/>
                  </a:lnTo>
                  <a:lnTo>
                    <a:pt x="457544" y="10335"/>
                  </a:lnTo>
                  <a:lnTo>
                    <a:pt x="491098" y="9835"/>
                  </a:lnTo>
                  <a:lnTo>
                    <a:pt x="522734" y="9364"/>
                  </a:lnTo>
                  <a:lnTo>
                    <a:pt x="552659" y="8918"/>
                  </a:lnTo>
                  <a:lnTo>
                    <a:pt x="581048" y="8494"/>
                  </a:lnTo>
                  <a:lnTo>
                    <a:pt x="608052" y="8092"/>
                  </a:lnTo>
                  <a:lnTo>
                    <a:pt x="633800" y="7708"/>
                  </a:lnTo>
                  <a:lnTo>
                    <a:pt x="658403" y="7341"/>
                  </a:lnTo>
                  <a:lnTo>
                    <a:pt x="681959" y="6990"/>
                  </a:lnTo>
                  <a:lnTo>
                    <a:pt x="704552" y="6653"/>
                  </a:lnTo>
                  <a:lnTo>
                    <a:pt x="726260" y="6330"/>
                  </a:lnTo>
                  <a:lnTo>
                    <a:pt x="747148" y="6018"/>
                  </a:lnTo>
                  <a:lnTo>
                    <a:pt x="767277" y="5718"/>
                  </a:lnTo>
                  <a:lnTo>
                    <a:pt x="786699" y="5429"/>
                  </a:lnTo>
                  <a:lnTo>
                    <a:pt x="805463" y="5149"/>
                  </a:lnTo>
                  <a:lnTo>
                    <a:pt x="823611" y="4879"/>
                  </a:lnTo>
                  <a:lnTo>
                    <a:pt x="841183" y="4617"/>
                  </a:lnTo>
                  <a:lnTo>
                    <a:pt x="858214" y="4363"/>
                  </a:lnTo>
                  <a:lnTo>
                    <a:pt x="874737" y="4116"/>
                  </a:lnTo>
                  <a:lnTo>
                    <a:pt x="890781" y="3877"/>
                  </a:lnTo>
                  <a:lnTo>
                    <a:pt x="906373" y="3645"/>
                  </a:lnTo>
                  <a:lnTo>
                    <a:pt x="921537" y="3419"/>
                  </a:lnTo>
                  <a:lnTo>
                    <a:pt x="936298" y="3199"/>
                  </a:lnTo>
                  <a:lnTo>
                    <a:pt x="950674" y="2984"/>
                  </a:lnTo>
                  <a:lnTo>
                    <a:pt x="964687" y="2776"/>
                  </a:lnTo>
                  <a:lnTo>
                    <a:pt x="978354" y="2572"/>
                  </a:lnTo>
                  <a:lnTo>
                    <a:pt x="991691" y="2373"/>
                  </a:lnTo>
                  <a:lnTo>
                    <a:pt x="1004715" y="2179"/>
                  </a:lnTo>
                  <a:lnTo>
                    <a:pt x="1017439" y="1989"/>
                  </a:lnTo>
                  <a:lnTo>
                    <a:pt x="1029877" y="1804"/>
                  </a:lnTo>
                  <a:lnTo>
                    <a:pt x="1042042" y="1622"/>
                  </a:lnTo>
                  <a:lnTo>
                    <a:pt x="1053945" y="1445"/>
                  </a:lnTo>
                  <a:lnTo>
                    <a:pt x="1065597" y="1271"/>
                  </a:lnTo>
                  <a:lnTo>
                    <a:pt x="1077010" y="1101"/>
                  </a:lnTo>
                  <a:lnTo>
                    <a:pt x="1088191" y="935"/>
                  </a:lnTo>
                  <a:lnTo>
                    <a:pt x="1099151" y="771"/>
                  </a:lnTo>
                  <a:lnTo>
                    <a:pt x="1109899" y="611"/>
                  </a:lnTo>
                  <a:lnTo>
                    <a:pt x="1120441" y="454"/>
                  </a:lnTo>
                  <a:lnTo>
                    <a:pt x="1130787" y="300"/>
                  </a:lnTo>
                  <a:lnTo>
                    <a:pt x="1140943" y="148"/>
                  </a:lnTo>
                  <a:lnTo>
                    <a:pt x="115091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748241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719773" y="20823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719773" y="17014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719773" y="13205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748241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19012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3202651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58629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969928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tx210"/>
            <p:cNvSpPr/>
            <p:nvPr/>
          </p:nvSpPr>
          <p:spPr>
            <a:xfrm>
              <a:off x="2748241" y="990315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2" name="rc211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33937" y="20738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37475" y="209478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43549" y="219735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33815" y="18933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57769" y="192611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62606" y="18832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17855" y="21696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18676" y="20453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31177" y="2123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37933" y="17073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593349" y="22356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46402" y="20449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92612" y="16589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37821" y="20523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9953" y="22787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35972" y="22744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596993" y="210862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595878" y="22473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596884" y="16342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27501" y="11974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46326" y="20071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09164" y="21240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31429" y="21013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43944" y="21531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18868" y="20352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41595" y="189815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00435" y="19676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30254" y="205080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5015570" y="22160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79374" y="22288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82837" y="212326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29924" y="20958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26099" y="12660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76700" y="21242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08729" y="16592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28794" y="17506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5022913" y="22268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13824" y="11934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5025850" y="22311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97293" y="21836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22042" y="17269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16321" y="20341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83558" y="20768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90018" y="13318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025207" y="21142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015534" y="21282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010819" y="18692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81658" y="19049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69552" y="216400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65867" y="21909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83578" y="22256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86401" y="21599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87439" y="16240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79912" y="21806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98814" y="17673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96760" y="223226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407419" y="13037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401153" y="13452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62059" y="20784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400366" y="20858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80024" y="19463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403361" y="20734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68743" y="20022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67536" y="22082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68725" y="219345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64511" y="19954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81529" y="20535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98347" y="18723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80326" y="12169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94448" y="18283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88253" y="21281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61164" y="17798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65374" y="2056543"/>
              <a:ext cx="1148088" cy="91477"/>
            </a:xfrm>
            <a:custGeom>
              <a:avLst/>
              <a:pathLst>
                <a:path w="1148088" h="91477">
                  <a:moveTo>
                    <a:pt x="0" y="91477"/>
                  </a:moveTo>
                  <a:lnTo>
                    <a:pt x="73724" y="85603"/>
                  </a:lnTo>
                  <a:lnTo>
                    <a:pt x="138754" y="80422"/>
                  </a:lnTo>
                  <a:lnTo>
                    <a:pt x="196925" y="75787"/>
                  </a:lnTo>
                  <a:lnTo>
                    <a:pt x="249547" y="71594"/>
                  </a:lnTo>
                  <a:lnTo>
                    <a:pt x="297587" y="67766"/>
                  </a:lnTo>
                  <a:lnTo>
                    <a:pt x="341780" y="64245"/>
                  </a:lnTo>
                  <a:lnTo>
                    <a:pt x="382696" y="60985"/>
                  </a:lnTo>
                  <a:lnTo>
                    <a:pt x="420787" y="57950"/>
                  </a:lnTo>
                  <a:lnTo>
                    <a:pt x="456420" y="55111"/>
                  </a:lnTo>
                  <a:lnTo>
                    <a:pt x="489892" y="52444"/>
                  </a:lnTo>
                  <a:lnTo>
                    <a:pt x="521450" y="49929"/>
                  </a:lnTo>
                  <a:lnTo>
                    <a:pt x="551301" y="47551"/>
                  </a:lnTo>
                  <a:lnTo>
                    <a:pt x="579621" y="45294"/>
                  </a:lnTo>
                  <a:lnTo>
                    <a:pt x="606558" y="43148"/>
                  </a:lnTo>
                  <a:lnTo>
                    <a:pt x="632243" y="41101"/>
                  </a:lnTo>
                  <a:lnTo>
                    <a:pt x="656785" y="39146"/>
                  </a:lnTo>
                  <a:lnTo>
                    <a:pt x="680283" y="37273"/>
                  </a:lnTo>
                  <a:lnTo>
                    <a:pt x="702821" y="35478"/>
                  </a:lnTo>
                  <a:lnTo>
                    <a:pt x="724476" y="33752"/>
                  </a:lnTo>
                  <a:lnTo>
                    <a:pt x="745312" y="32092"/>
                  </a:lnTo>
                  <a:lnTo>
                    <a:pt x="765392" y="30492"/>
                  </a:lnTo>
                  <a:lnTo>
                    <a:pt x="784766" y="28948"/>
                  </a:lnTo>
                  <a:lnTo>
                    <a:pt x="803483" y="27457"/>
                  </a:lnTo>
                  <a:lnTo>
                    <a:pt x="821587" y="26015"/>
                  </a:lnTo>
                  <a:lnTo>
                    <a:pt x="839116" y="24618"/>
                  </a:lnTo>
                  <a:lnTo>
                    <a:pt x="856106" y="23264"/>
                  </a:lnTo>
                  <a:lnTo>
                    <a:pt x="872588" y="21951"/>
                  </a:lnTo>
                  <a:lnTo>
                    <a:pt x="888592" y="20676"/>
                  </a:lnTo>
                  <a:lnTo>
                    <a:pt x="904146" y="19436"/>
                  </a:lnTo>
                  <a:lnTo>
                    <a:pt x="919273" y="18231"/>
                  </a:lnTo>
                  <a:lnTo>
                    <a:pt x="933997" y="17058"/>
                  </a:lnTo>
                  <a:lnTo>
                    <a:pt x="948338" y="15915"/>
                  </a:lnTo>
                  <a:lnTo>
                    <a:pt x="962317" y="14801"/>
                  </a:lnTo>
                  <a:lnTo>
                    <a:pt x="975950" y="13715"/>
                  </a:lnTo>
                  <a:lnTo>
                    <a:pt x="989254" y="12655"/>
                  </a:lnTo>
                  <a:lnTo>
                    <a:pt x="1002246" y="11620"/>
                  </a:lnTo>
                  <a:lnTo>
                    <a:pt x="1014939" y="10609"/>
                  </a:lnTo>
                  <a:lnTo>
                    <a:pt x="1027346" y="9620"/>
                  </a:lnTo>
                  <a:lnTo>
                    <a:pt x="1039481" y="8653"/>
                  </a:lnTo>
                  <a:lnTo>
                    <a:pt x="1051355" y="7707"/>
                  </a:lnTo>
                  <a:lnTo>
                    <a:pt x="1062979" y="6781"/>
                  </a:lnTo>
                  <a:lnTo>
                    <a:pt x="1074363" y="5874"/>
                  </a:lnTo>
                  <a:lnTo>
                    <a:pt x="1085517" y="4985"/>
                  </a:lnTo>
                  <a:lnTo>
                    <a:pt x="1096451" y="4114"/>
                  </a:lnTo>
                  <a:lnTo>
                    <a:pt x="1107172" y="3260"/>
                  </a:lnTo>
                  <a:lnTo>
                    <a:pt x="1117688" y="2422"/>
                  </a:lnTo>
                  <a:lnTo>
                    <a:pt x="1128009" y="1599"/>
                  </a:lnTo>
                  <a:lnTo>
                    <a:pt x="1138139" y="792"/>
                  </a:lnTo>
                  <a:lnTo>
                    <a:pt x="114808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5374" y="2043435"/>
              <a:ext cx="1148088" cy="94036"/>
            </a:xfrm>
            <a:custGeom>
              <a:avLst/>
              <a:pathLst>
                <a:path w="1148088" h="94036">
                  <a:moveTo>
                    <a:pt x="0" y="0"/>
                  </a:moveTo>
                  <a:lnTo>
                    <a:pt x="73724" y="6038"/>
                  </a:lnTo>
                  <a:lnTo>
                    <a:pt x="138754" y="11364"/>
                  </a:lnTo>
                  <a:lnTo>
                    <a:pt x="196925" y="16129"/>
                  </a:lnTo>
                  <a:lnTo>
                    <a:pt x="249547" y="20439"/>
                  </a:lnTo>
                  <a:lnTo>
                    <a:pt x="297587" y="24374"/>
                  </a:lnTo>
                  <a:lnTo>
                    <a:pt x="341780" y="27994"/>
                  </a:lnTo>
                  <a:lnTo>
                    <a:pt x="382696" y="31345"/>
                  </a:lnTo>
                  <a:lnTo>
                    <a:pt x="420787" y="34465"/>
                  </a:lnTo>
                  <a:lnTo>
                    <a:pt x="456420" y="37383"/>
                  </a:lnTo>
                  <a:lnTo>
                    <a:pt x="489892" y="40125"/>
                  </a:lnTo>
                  <a:lnTo>
                    <a:pt x="521450" y="42710"/>
                  </a:lnTo>
                  <a:lnTo>
                    <a:pt x="551301" y="45155"/>
                  </a:lnTo>
                  <a:lnTo>
                    <a:pt x="579621" y="47474"/>
                  </a:lnTo>
                  <a:lnTo>
                    <a:pt x="606558" y="49681"/>
                  </a:lnTo>
                  <a:lnTo>
                    <a:pt x="632243" y="51785"/>
                  </a:lnTo>
                  <a:lnTo>
                    <a:pt x="656785" y="53795"/>
                  </a:lnTo>
                  <a:lnTo>
                    <a:pt x="680283" y="55719"/>
                  </a:lnTo>
                  <a:lnTo>
                    <a:pt x="702821" y="57565"/>
                  </a:lnTo>
                  <a:lnTo>
                    <a:pt x="724476" y="59339"/>
                  </a:lnTo>
                  <a:lnTo>
                    <a:pt x="745312" y="61046"/>
                  </a:lnTo>
                  <a:lnTo>
                    <a:pt x="765392" y="62690"/>
                  </a:lnTo>
                  <a:lnTo>
                    <a:pt x="784766" y="64277"/>
                  </a:lnTo>
                  <a:lnTo>
                    <a:pt x="803483" y="65810"/>
                  </a:lnTo>
                  <a:lnTo>
                    <a:pt x="821587" y="67293"/>
                  </a:lnTo>
                  <a:lnTo>
                    <a:pt x="839116" y="68729"/>
                  </a:lnTo>
                  <a:lnTo>
                    <a:pt x="856106" y="70120"/>
                  </a:lnTo>
                  <a:lnTo>
                    <a:pt x="872588" y="71470"/>
                  </a:lnTo>
                  <a:lnTo>
                    <a:pt x="888592" y="72781"/>
                  </a:lnTo>
                  <a:lnTo>
                    <a:pt x="904146" y="74055"/>
                  </a:lnTo>
                  <a:lnTo>
                    <a:pt x="919273" y="75294"/>
                  </a:lnTo>
                  <a:lnTo>
                    <a:pt x="933997" y="76500"/>
                  </a:lnTo>
                  <a:lnTo>
                    <a:pt x="948338" y="77675"/>
                  </a:lnTo>
                  <a:lnTo>
                    <a:pt x="962317" y="78820"/>
                  </a:lnTo>
                  <a:lnTo>
                    <a:pt x="975950" y="79937"/>
                  </a:lnTo>
                  <a:lnTo>
                    <a:pt x="989254" y="81026"/>
                  </a:lnTo>
                  <a:lnTo>
                    <a:pt x="1002246" y="82090"/>
                  </a:lnTo>
                  <a:lnTo>
                    <a:pt x="1014939" y="83130"/>
                  </a:lnTo>
                  <a:lnTo>
                    <a:pt x="1027346" y="84146"/>
                  </a:lnTo>
                  <a:lnTo>
                    <a:pt x="1039481" y="85140"/>
                  </a:lnTo>
                  <a:lnTo>
                    <a:pt x="1051355" y="86113"/>
                  </a:lnTo>
                  <a:lnTo>
                    <a:pt x="1062979" y="87065"/>
                  </a:lnTo>
                  <a:lnTo>
                    <a:pt x="1074363" y="87997"/>
                  </a:lnTo>
                  <a:lnTo>
                    <a:pt x="1085517" y="88911"/>
                  </a:lnTo>
                  <a:lnTo>
                    <a:pt x="1096451" y="89806"/>
                  </a:lnTo>
                  <a:lnTo>
                    <a:pt x="1107172" y="90685"/>
                  </a:lnTo>
                  <a:lnTo>
                    <a:pt x="1117688" y="91546"/>
                  </a:lnTo>
                  <a:lnTo>
                    <a:pt x="1128009" y="92391"/>
                  </a:lnTo>
                  <a:lnTo>
                    <a:pt x="1138139" y="93221"/>
                  </a:lnTo>
                  <a:lnTo>
                    <a:pt x="1148088" y="9403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65374" y="2204556"/>
              <a:ext cx="1148088" cy="14044"/>
            </a:xfrm>
            <a:custGeom>
              <a:avLst/>
              <a:pathLst>
                <a:path w="1148088" h="14044">
                  <a:moveTo>
                    <a:pt x="0" y="0"/>
                  </a:moveTo>
                  <a:lnTo>
                    <a:pt x="73724" y="901"/>
                  </a:lnTo>
                  <a:lnTo>
                    <a:pt x="138754" y="1697"/>
                  </a:lnTo>
                  <a:lnTo>
                    <a:pt x="196925" y="2408"/>
                  </a:lnTo>
                  <a:lnTo>
                    <a:pt x="249547" y="3052"/>
                  </a:lnTo>
                  <a:lnTo>
                    <a:pt x="297587" y="3640"/>
                  </a:lnTo>
                  <a:lnTo>
                    <a:pt x="341780" y="4181"/>
                  </a:lnTo>
                  <a:lnTo>
                    <a:pt x="382696" y="4681"/>
                  </a:lnTo>
                  <a:lnTo>
                    <a:pt x="420787" y="5147"/>
                  </a:lnTo>
                  <a:lnTo>
                    <a:pt x="456420" y="5583"/>
                  </a:lnTo>
                  <a:lnTo>
                    <a:pt x="489892" y="5992"/>
                  </a:lnTo>
                  <a:lnTo>
                    <a:pt x="521450" y="6378"/>
                  </a:lnTo>
                  <a:lnTo>
                    <a:pt x="551301" y="6744"/>
                  </a:lnTo>
                  <a:lnTo>
                    <a:pt x="579621" y="7090"/>
                  </a:lnTo>
                  <a:lnTo>
                    <a:pt x="606558" y="7420"/>
                  </a:lnTo>
                  <a:lnTo>
                    <a:pt x="632243" y="7734"/>
                  </a:lnTo>
                  <a:lnTo>
                    <a:pt x="656785" y="8034"/>
                  </a:lnTo>
                  <a:lnTo>
                    <a:pt x="680283" y="8321"/>
                  </a:lnTo>
                  <a:lnTo>
                    <a:pt x="702821" y="8597"/>
                  </a:lnTo>
                  <a:lnTo>
                    <a:pt x="724476" y="8862"/>
                  </a:lnTo>
                  <a:lnTo>
                    <a:pt x="745312" y="9117"/>
                  </a:lnTo>
                  <a:lnTo>
                    <a:pt x="765392" y="9363"/>
                  </a:lnTo>
                  <a:lnTo>
                    <a:pt x="784766" y="9600"/>
                  </a:lnTo>
                  <a:lnTo>
                    <a:pt x="803483" y="9829"/>
                  </a:lnTo>
                  <a:lnTo>
                    <a:pt x="821587" y="10050"/>
                  </a:lnTo>
                  <a:lnTo>
                    <a:pt x="839116" y="10264"/>
                  </a:lnTo>
                  <a:lnTo>
                    <a:pt x="856106" y="10472"/>
                  </a:lnTo>
                  <a:lnTo>
                    <a:pt x="872588" y="10674"/>
                  </a:lnTo>
                  <a:lnTo>
                    <a:pt x="888592" y="10870"/>
                  </a:lnTo>
                  <a:lnTo>
                    <a:pt x="904146" y="11060"/>
                  </a:lnTo>
                  <a:lnTo>
                    <a:pt x="919273" y="11245"/>
                  </a:lnTo>
                  <a:lnTo>
                    <a:pt x="933997" y="11425"/>
                  </a:lnTo>
                  <a:lnTo>
                    <a:pt x="948338" y="11601"/>
                  </a:lnTo>
                  <a:lnTo>
                    <a:pt x="962317" y="11772"/>
                  </a:lnTo>
                  <a:lnTo>
                    <a:pt x="975950" y="11938"/>
                  </a:lnTo>
                  <a:lnTo>
                    <a:pt x="989254" y="12101"/>
                  </a:lnTo>
                  <a:lnTo>
                    <a:pt x="1002246" y="12260"/>
                  </a:lnTo>
                  <a:lnTo>
                    <a:pt x="1014939" y="12415"/>
                  </a:lnTo>
                  <a:lnTo>
                    <a:pt x="1027346" y="12567"/>
                  </a:lnTo>
                  <a:lnTo>
                    <a:pt x="1039481" y="12716"/>
                  </a:lnTo>
                  <a:lnTo>
                    <a:pt x="1051355" y="12861"/>
                  </a:lnTo>
                  <a:lnTo>
                    <a:pt x="1062979" y="13003"/>
                  </a:lnTo>
                  <a:lnTo>
                    <a:pt x="1074363" y="13142"/>
                  </a:lnTo>
                  <a:lnTo>
                    <a:pt x="1085517" y="13279"/>
                  </a:lnTo>
                  <a:lnTo>
                    <a:pt x="1096451" y="13412"/>
                  </a:lnTo>
                  <a:lnTo>
                    <a:pt x="1107172" y="13544"/>
                  </a:lnTo>
                  <a:lnTo>
                    <a:pt x="1117688" y="13672"/>
                  </a:lnTo>
                  <a:lnTo>
                    <a:pt x="1128009" y="13798"/>
                  </a:lnTo>
                  <a:lnTo>
                    <a:pt x="1138139" y="13922"/>
                  </a:lnTo>
                  <a:lnTo>
                    <a:pt x="1148088" y="1404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65374" y="1948483"/>
              <a:ext cx="1148088" cy="196858"/>
            </a:xfrm>
            <a:custGeom>
              <a:avLst/>
              <a:pathLst>
                <a:path w="1148088" h="196858">
                  <a:moveTo>
                    <a:pt x="0" y="0"/>
                  </a:moveTo>
                  <a:lnTo>
                    <a:pt x="73724" y="12641"/>
                  </a:lnTo>
                  <a:lnTo>
                    <a:pt x="138754" y="23791"/>
                  </a:lnTo>
                  <a:lnTo>
                    <a:pt x="196925" y="33765"/>
                  </a:lnTo>
                  <a:lnTo>
                    <a:pt x="249547" y="42788"/>
                  </a:lnTo>
                  <a:lnTo>
                    <a:pt x="297587" y="51026"/>
                  </a:lnTo>
                  <a:lnTo>
                    <a:pt x="341780" y="58603"/>
                  </a:lnTo>
                  <a:lnTo>
                    <a:pt x="382696" y="65619"/>
                  </a:lnTo>
                  <a:lnTo>
                    <a:pt x="420787" y="72150"/>
                  </a:lnTo>
                  <a:lnTo>
                    <a:pt x="456420" y="78260"/>
                  </a:lnTo>
                  <a:lnTo>
                    <a:pt x="489892" y="83999"/>
                  </a:lnTo>
                  <a:lnTo>
                    <a:pt x="521450" y="89411"/>
                  </a:lnTo>
                  <a:lnTo>
                    <a:pt x="551301" y="94529"/>
                  </a:lnTo>
                  <a:lnTo>
                    <a:pt x="579621" y="99385"/>
                  </a:lnTo>
                  <a:lnTo>
                    <a:pt x="606558" y="104004"/>
                  </a:lnTo>
                  <a:lnTo>
                    <a:pt x="632243" y="108408"/>
                  </a:lnTo>
                  <a:lnTo>
                    <a:pt x="656785" y="112616"/>
                  </a:lnTo>
                  <a:lnTo>
                    <a:pt x="680283" y="116645"/>
                  </a:lnTo>
                  <a:lnTo>
                    <a:pt x="702821" y="120510"/>
                  </a:lnTo>
                  <a:lnTo>
                    <a:pt x="724476" y="124223"/>
                  </a:lnTo>
                  <a:lnTo>
                    <a:pt x="745312" y="127795"/>
                  </a:lnTo>
                  <a:lnTo>
                    <a:pt x="765392" y="131238"/>
                  </a:lnTo>
                  <a:lnTo>
                    <a:pt x="784766" y="134560"/>
                  </a:lnTo>
                  <a:lnTo>
                    <a:pt x="803483" y="137770"/>
                  </a:lnTo>
                  <a:lnTo>
                    <a:pt x="821587" y="140874"/>
                  </a:lnTo>
                  <a:lnTo>
                    <a:pt x="839116" y="143880"/>
                  </a:lnTo>
                  <a:lnTo>
                    <a:pt x="856106" y="146793"/>
                  </a:lnTo>
                  <a:lnTo>
                    <a:pt x="872588" y="149619"/>
                  </a:lnTo>
                  <a:lnTo>
                    <a:pt x="888592" y="152363"/>
                  </a:lnTo>
                  <a:lnTo>
                    <a:pt x="904146" y="155030"/>
                  </a:lnTo>
                  <a:lnTo>
                    <a:pt x="919273" y="157624"/>
                  </a:lnTo>
                  <a:lnTo>
                    <a:pt x="933997" y="160148"/>
                  </a:lnTo>
                  <a:lnTo>
                    <a:pt x="948338" y="162607"/>
                  </a:lnTo>
                  <a:lnTo>
                    <a:pt x="962317" y="165004"/>
                  </a:lnTo>
                  <a:lnTo>
                    <a:pt x="975950" y="167342"/>
                  </a:lnTo>
                  <a:lnTo>
                    <a:pt x="989254" y="169623"/>
                  </a:lnTo>
                  <a:lnTo>
                    <a:pt x="1002246" y="171851"/>
                  </a:lnTo>
                  <a:lnTo>
                    <a:pt x="1014939" y="174027"/>
                  </a:lnTo>
                  <a:lnTo>
                    <a:pt x="1027346" y="176155"/>
                  </a:lnTo>
                  <a:lnTo>
                    <a:pt x="1039481" y="178235"/>
                  </a:lnTo>
                  <a:lnTo>
                    <a:pt x="1051355" y="180271"/>
                  </a:lnTo>
                  <a:lnTo>
                    <a:pt x="1062979" y="182264"/>
                  </a:lnTo>
                  <a:lnTo>
                    <a:pt x="1074363" y="184216"/>
                  </a:lnTo>
                  <a:lnTo>
                    <a:pt x="1085517" y="186129"/>
                  </a:lnTo>
                  <a:lnTo>
                    <a:pt x="1096451" y="188004"/>
                  </a:lnTo>
                  <a:lnTo>
                    <a:pt x="1107172" y="189842"/>
                  </a:lnTo>
                  <a:lnTo>
                    <a:pt x="1117688" y="191645"/>
                  </a:lnTo>
                  <a:lnTo>
                    <a:pt x="1128009" y="193415"/>
                  </a:lnTo>
                  <a:lnTo>
                    <a:pt x="1138139" y="195152"/>
                  </a:lnTo>
                  <a:lnTo>
                    <a:pt x="1148088" y="196858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65374" y="1556917"/>
              <a:ext cx="1148088" cy="757999"/>
            </a:xfrm>
            <a:custGeom>
              <a:avLst/>
              <a:pathLst>
                <a:path w="1148088" h="757999">
                  <a:moveTo>
                    <a:pt x="0" y="757999"/>
                  </a:moveTo>
                  <a:lnTo>
                    <a:pt x="73724" y="709324"/>
                  </a:lnTo>
                  <a:lnTo>
                    <a:pt x="138754" y="666389"/>
                  </a:lnTo>
                  <a:lnTo>
                    <a:pt x="196925" y="627983"/>
                  </a:lnTo>
                  <a:lnTo>
                    <a:pt x="249547" y="593241"/>
                  </a:lnTo>
                  <a:lnTo>
                    <a:pt x="297587" y="561523"/>
                  </a:lnTo>
                  <a:lnTo>
                    <a:pt x="341780" y="532346"/>
                  </a:lnTo>
                  <a:lnTo>
                    <a:pt x="382696" y="505332"/>
                  </a:lnTo>
                  <a:lnTo>
                    <a:pt x="420787" y="480183"/>
                  </a:lnTo>
                  <a:lnTo>
                    <a:pt x="456420" y="456657"/>
                  </a:lnTo>
                  <a:lnTo>
                    <a:pt x="489892" y="434558"/>
                  </a:lnTo>
                  <a:lnTo>
                    <a:pt x="521450" y="413723"/>
                  </a:lnTo>
                  <a:lnTo>
                    <a:pt x="551301" y="394014"/>
                  </a:lnTo>
                  <a:lnTo>
                    <a:pt x="579621" y="375317"/>
                  </a:lnTo>
                  <a:lnTo>
                    <a:pt x="606558" y="357532"/>
                  </a:lnTo>
                  <a:lnTo>
                    <a:pt x="632243" y="340574"/>
                  </a:lnTo>
                  <a:lnTo>
                    <a:pt x="656785" y="324371"/>
                  </a:lnTo>
                  <a:lnTo>
                    <a:pt x="680283" y="308857"/>
                  </a:lnTo>
                  <a:lnTo>
                    <a:pt x="702821" y="293976"/>
                  </a:lnTo>
                  <a:lnTo>
                    <a:pt x="724476" y="279680"/>
                  </a:lnTo>
                  <a:lnTo>
                    <a:pt x="745312" y="265923"/>
                  </a:lnTo>
                  <a:lnTo>
                    <a:pt x="765392" y="252666"/>
                  </a:lnTo>
                  <a:lnTo>
                    <a:pt x="784766" y="239874"/>
                  </a:lnTo>
                  <a:lnTo>
                    <a:pt x="803483" y="227517"/>
                  </a:lnTo>
                  <a:lnTo>
                    <a:pt x="821587" y="215564"/>
                  </a:lnTo>
                  <a:lnTo>
                    <a:pt x="839116" y="203991"/>
                  </a:lnTo>
                  <a:lnTo>
                    <a:pt x="856106" y="192774"/>
                  </a:lnTo>
                  <a:lnTo>
                    <a:pt x="872588" y="181892"/>
                  </a:lnTo>
                  <a:lnTo>
                    <a:pt x="888592" y="171325"/>
                  </a:lnTo>
                  <a:lnTo>
                    <a:pt x="904146" y="161057"/>
                  </a:lnTo>
                  <a:lnTo>
                    <a:pt x="919273" y="151069"/>
                  </a:lnTo>
                  <a:lnTo>
                    <a:pt x="933997" y="141348"/>
                  </a:lnTo>
                  <a:lnTo>
                    <a:pt x="948338" y="131879"/>
                  </a:lnTo>
                  <a:lnTo>
                    <a:pt x="962317" y="122651"/>
                  </a:lnTo>
                  <a:lnTo>
                    <a:pt x="975950" y="113650"/>
                  </a:lnTo>
                  <a:lnTo>
                    <a:pt x="989254" y="104866"/>
                  </a:lnTo>
                  <a:lnTo>
                    <a:pt x="1002246" y="96288"/>
                  </a:lnTo>
                  <a:lnTo>
                    <a:pt x="1014939" y="87908"/>
                  </a:lnTo>
                  <a:lnTo>
                    <a:pt x="1027346" y="79716"/>
                  </a:lnTo>
                  <a:lnTo>
                    <a:pt x="1039481" y="71704"/>
                  </a:lnTo>
                  <a:lnTo>
                    <a:pt x="1051355" y="63865"/>
                  </a:lnTo>
                  <a:lnTo>
                    <a:pt x="1062979" y="56191"/>
                  </a:lnTo>
                  <a:lnTo>
                    <a:pt x="1074363" y="48674"/>
                  </a:lnTo>
                  <a:lnTo>
                    <a:pt x="1085517" y="41310"/>
                  </a:lnTo>
                  <a:lnTo>
                    <a:pt x="1096451" y="34092"/>
                  </a:lnTo>
                  <a:lnTo>
                    <a:pt x="1107172" y="27013"/>
                  </a:lnTo>
                  <a:lnTo>
                    <a:pt x="1117688" y="20070"/>
                  </a:lnTo>
                  <a:lnTo>
                    <a:pt x="1128009" y="13256"/>
                  </a:lnTo>
                  <a:lnTo>
                    <a:pt x="1138139" y="6568"/>
                  </a:lnTo>
                  <a:lnTo>
                    <a:pt x="114808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65374" y="1607828"/>
              <a:ext cx="1148088" cy="8609"/>
            </a:xfrm>
            <a:custGeom>
              <a:avLst/>
              <a:pathLst>
                <a:path w="1148088" h="8609">
                  <a:moveTo>
                    <a:pt x="0" y="8609"/>
                  </a:moveTo>
                  <a:lnTo>
                    <a:pt x="73724" y="8056"/>
                  </a:lnTo>
                  <a:lnTo>
                    <a:pt x="138754" y="7568"/>
                  </a:lnTo>
                  <a:lnTo>
                    <a:pt x="196925" y="7132"/>
                  </a:lnTo>
                  <a:lnTo>
                    <a:pt x="249547" y="6737"/>
                  </a:lnTo>
                  <a:lnTo>
                    <a:pt x="297587" y="6377"/>
                  </a:lnTo>
                  <a:lnTo>
                    <a:pt x="341780" y="6046"/>
                  </a:lnTo>
                  <a:lnTo>
                    <a:pt x="382696" y="5739"/>
                  </a:lnTo>
                  <a:lnTo>
                    <a:pt x="420787" y="5453"/>
                  </a:lnTo>
                  <a:lnTo>
                    <a:pt x="456420" y="5186"/>
                  </a:lnTo>
                  <a:lnTo>
                    <a:pt x="489892" y="4935"/>
                  </a:lnTo>
                  <a:lnTo>
                    <a:pt x="521450" y="4698"/>
                  </a:lnTo>
                  <a:lnTo>
                    <a:pt x="551301" y="4475"/>
                  </a:lnTo>
                  <a:lnTo>
                    <a:pt x="579621" y="4262"/>
                  </a:lnTo>
                  <a:lnTo>
                    <a:pt x="606558" y="4060"/>
                  </a:lnTo>
                  <a:lnTo>
                    <a:pt x="632243" y="3868"/>
                  </a:lnTo>
                  <a:lnTo>
                    <a:pt x="656785" y="3684"/>
                  </a:lnTo>
                  <a:lnTo>
                    <a:pt x="680283" y="3507"/>
                  </a:lnTo>
                  <a:lnTo>
                    <a:pt x="702821" y="3338"/>
                  </a:lnTo>
                  <a:lnTo>
                    <a:pt x="724476" y="3176"/>
                  </a:lnTo>
                  <a:lnTo>
                    <a:pt x="745312" y="3020"/>
                  </a:lnTo>
                  <a:lnTo>
                    <a:pt x="765392" y="2869"/>
                  </a:lnTo>
                  <a:lnTo>
                    <a:pt x="784766" y="2724"/>
                  </a:lnTo>
                  <a:lnTo>
                    <a:pt x="803483" y="2584"/>
                  </a:lnTo>
                  <a:lnTo>
                    <a:pt x="821587" y="2448"/>
                  </a:lnTo>
                  <a:lnTo>
                    <a:pt x="839116" y="2316"/>
                  </a:lnTo>
                  <a:lnTo>
                    <a:pt x="856106" y="2189"/>
                  </a:lnTo>
                  <a:lnTo>
                    <a:pt x="872588" y="2065"/>
                  </a:lnTo>
                  <a:lnTo>
                    <a:pt x="888592" y="1945"/>
                  </a:lnTo>
                  <a:lnTo>
                    <a:pt x="904146" y="1829"/>
                  </a:lnTo>
                  <a:lnTo>
                    <a:pt x="919273" y="1715"/>
                  </a:lnTo>
                  <a:lnTo>
                    <a:pt x="933997" y="1605"/>
                  </a:lnTo>
                  <a:lnTo>
                    <a:pt x="948338" y="1497"/>
                  </a:lnTo>
                  <a:lnTo>
                    <a:pt x="962317" y="1393"/>
                  </a:lnTo>
                  <a:lnTo>
                    <a:pt x="975950" y="1290"/>
                  </a:lnTo>
                  <a:lnTo>
                    <a:pt x="989254" y="1191"/>
                  </a:lnTo>
                  <a:lnTo>
                    <a:pt x="1002246" y="1093"/>
                  </a:lnTo>
                  <a:lnTo>
                    <a:pt x="1014939" y="998"/>
                  </a:lnTo>
                  <a:lnTo>
                    <a:pt x="1027346" y="905"/>
                  </a:lnTo>
                  <a:lnTo>
                    <a:pt x="1039481" y="814"/>
                  </a:lnTo>
                  <a:lnTo>
                    <a:pt x="1051355" y="725"/>
                  </a:lnTo>
                  <a:lnTo>
                    <a:pt x="1062979" y="638"/>
                  </a:lnTo>
                  <a:lnTo>
                    <a:pt x="1074363" y="552"/>
                  </a:lnTo>
                  <a:lnTo>
                    <a:pt x="1085517" y="469"/>
                  </a:lnTo>
                  <a:lnTo>
                    <a:pt x="1096451" y="387"/>
                  </a:lnTo>
                  <a:lnTo>
                    <a:pt x="1107172" y="306"/>
                  </a:lnTo>
                  <a:lnTo>
                    <a:pt x="1117688" y="227"/>
                  </a:lnTo>
                  <a:lnTo>
                    <a:pt x="1128009" y="150"/>
                  </a:lnTo>
                  <a:lnTo>
                    <a:pt x="1138139" y="74"/>
                  </a:lnTo>
                  <a:lnTo>
                    <a:pt x="114808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265374" y="1719977"/>
              <a:ext cx="1148088" cy="274894"/>
            </a:xfrm>
            <a:custGeom>
              <a:avLst/>
              <a:pathLst>
                <a:path w="1148088" h="274894">
                  <a:moveTo>
                    <a:pt x="0" y="0"/>
                  </a:moveTo>
                  <a:lnTo>
                    <a:pt x="73724" y="17652"/>
                  </a:lnTo>
                  <a:lnTo>
                    <a:pt x="138754" y="33222"/>
                  </a:lnTo>
                  <a:lnTo>
                    <a:pt x="196925" y="47151"/>
                  </a:lnTo>
                  <a:lnTo>
                    <a:pt x="249547" y="59750"/>
                  </a:lnTo>
                  <a:lnTo>
                    <a:pt x="297587" y="71253"/>
                  </a:lnTo>
                  <a:lnTo>
                    <a:pt x="341780" y="81834"/>
                  </a:lnTo>
                  <a:lnTo>
                    <a:pt x="382696" y="91631"/>
                  </a:lnTo>
                  <a:lnTo>
                    <a:pt x="420787" y="100752"/>
                  </a:lnTo>
                  <a:lnTo>
                    <a:pt x="456420" y="109283"/>
                  </a:lnTo>
                  <a:lnTo>
                    <a:pt x="489892" y="117298"/>
                  </a:lnTo>
                  <a:lnTo>
                    <a:pt x="521450" y="124854"/>
                  </a:lnTo>
                  <a:lnTo>
                    <a:pt x="551301" y="132001"/>
                  </a:lnTo>
                  <a:lnTo>
                    <a:pt x="579621" y="138782"/>
                  </a:lnTo>
                  <a:lnTo>
                    <a:pt x="606558" y="145232"/>
                  </a:lnTo>
                  <a:lnTo>
                    <a:pt x="632243" y="151382"/>
                  </a:lnTo>
                  <a:lnTo>
                    <a:pt x="656785" y="157258"/>
                  </a:lnTo>
                  <a:lnTo>
                    <a:pt x="680283" y="162884"/>
                  </a:lnTo>
                  <a:lnTo>
                    <a:pt x="702821" y="168281"/>
                  </a:lnTo>
                  <a:lnTo>
                    <a:pt x="724476" y="173466"/>
                  </a:lnTo>
                  <a:lnTo>
                    <a:pt x="745312" y="178455"/>
                  </a:lnTo>
                  <a:lnTo>
                    <a:pt x="765392" y="183262"/>
                  </a:lnTo>
                  <a:lnTo>
                    <a:pt x="784766" y="187901"/>
                  </a:lnTo>
                  <a:lnTo>
                    <a:pt x="803483" y="192383"/>
                  </a:lnTo>
                  <a:lnTo>
                    <a:pt x="821587" y="196718"/>
                  </a:lnTo>
                  <a:lnTo>
                    <a:pt x="839116" y="200915"/>
                  </a:lnTo>
                  <a:lnTo>
                    <a:pt x="856106" y="204983"/>
                  </a:lnTo>
                  <a:lnTo>
                    <a:pt x="872588" y="208929"/>
                  </a:lnTo>
                  <a:lnTo>
                    <a:pt x="888592" y="212761"/>
                  </a:lnTo>
                  <a:lnTo>
                    <a:pt x="904146" y="216485"/>
                  </a:lnTo>
                  <a:lnTo>
                    <a:pt x="919273" y="220107"/>
                  </a:lnTo>
                  <a:lnTo>
                    <a:pt x="933997" y="223633"/>
                  </a:lnTo>
                  <a:lnTo>
                    <a:pt x="948338" y="227067"/>
                  </a:lnTo>
                  <a:lnTo>
                    <a:pt x="962317" y="230414"/>
                  </a:lnTo>
                  <a:lnTo>
                    <a:pt x="975950" y="233678"/>
                  </a:lnTo>
                  <a:lnTo>
                    <a:pt x="989254" y="236863"/>
                  </a:lnTo>
                  <a:lnTo>
                    <a:pt x="1002246" y="239974"/>
                  </a:lnTo>
                  <a:lnTo>
                    <a:pt x="1014939" y="243013"/>
                  </a:lnTo>
                  <a:lnTo>
                    <a:pt x="1027346" y="245984"/>
                  </a:lnTo>
                  <a:lnTo>
                    <a:pt x="1039481" y="248890"/>
                  </a:lnTo>
                  <a:lnTo>
                    <a:pt x="1051355" y="251733"/>
                  </a:lnTo>
                  <a:lnTo>
                    <a:pt x="1062979" y="254516"/>
                  </a:lnTo>
                  <a:lnTo>
                    <a:pt x="1074363" y="257242"/>
                  </a:lnTo>
                  <a:lnTo>
                    <a:pt x="1085517" y="259912"/>
                  </a:lnTo>
                  <a:lnTo>
                    <a:pt x="1096451" y="262530"/>
                  </a:lnTo>
                  <a:lnTo>
                    <a:pt x="1107172" y="265097"/>
                  </a:lnTo>
                  <a:lnTo>
                    <a:pt x="1117688" y="267615"/>
                  </a:lnTo>
                  <a:lnTo>
                    <a:pt x="1128009" y="270086"/>
                  </a:lnTo>
                  <a:lnTo>
                    <a:pt x="1138139" y="272512"/>
                  </a:lnTo>
                  <a:lnTo>
                    <a:pt x="1148088" y="27489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65374" y="2083860"/>
              <a:ext cx="1148088" cy="57172"/>
            </a:xfrm>
            <a:custGeom>
              <a:avLst/>
              <a:pathLst>
                <a:path w="1148088" h="57172">
                  <a:moveTo>
                    <a:pt x="0" y="57172"/>
                  </a:moveTo>
                  <a:lnTo>
                    <a:pt x="73724" y="53501"/>
                  </a:lnTo>
                  <a:lnTo>
                    <a:pt x="138754" y="50263"/>
                  </a:lnTo>
                  <a:lnTo>
                    <a:pt x="196925" y="47366"/>
                  </a:lnTo>
                  <a:lnTo>
                    <a:pt x="249547" y="44745"/>
                  </a:lnTo>
                  <a:lnTo>
                    <a:pt x="297587" y="42353"/>
                  </a:lnTo>
                  <a:lnTo>
                    <a:pt x="341780" y="40152"/>
                  </a:lnTo>
                  <a:lnTo>
                    <a:pt x="382696" y="38115"/>
                  </a:lnTo>
                  <a:lnTo>
                    <a:pt x="420787" y="36218"/>
                  </a:lnTo>
                  <a:lnTo>
                    <a:pt x="456420" y="34443"/>
                  </a:lnTo>
                  <a:lnTo>
                    <a:pt x="489892" y="32777"/>
                  </a:lnTo>
                  <a:lnTo>
                    <a:pt x="521450" y="31205"/>
                  </a:lnTo>
                  <a:lnTo>
                    <a:pt x="551301" y="29719"/>
                  </a:lnTo>
                  <a:lnTo>
                    <a:pt x="579621" y="28308"/>
                  </a:lnTo>
                  <a:lnTo>
                    <a:pt x="606558" y="26967"/>
                  </a:lnTo>
                  <a:lnTo>
                    <a:pt x="632243" y="25688"/>
                  </a:lnTo>
                  <a:lnTo>
                    <a:pt x="656785" y="24466"/>
                  </a:lnTo>
                  <a:lnTo>
                    <a:pt x="680283" y="23295"/>
                  </a:lnTo>
                  <a:lnTo>
                    <a:pt x="702821" y="22173"/>
                  </a:lnTo>
                  <a:lnTo>
                    <a:pt x="724476" y="21095"/>
                  </a:lnTo>
                  <a:lnTo>
                    <a:pt x="745312" y="20057"/>
                  </a:lnTo>
                  <a:lnTo>
                    <a:pt x="765392" y="19057"/>
                  </a:lnTo>
                  <a:lnTo>
                    <a:pt x="784766" y="18092"/>
                  </a:lnTo>
                  <a:lnTo>
                    <a:pt x="803483" y="17160"/>
                  </a:lnTo>
                  <a:lnTo>
                    <a:pt x="821587" y="16259"/>
                  </a:lnTo>
                  <a:lnTo>
                    <a:pt x="839116" y="15386"/>
                  </a:lnTo>
                  <a:lnTo>
                    <a:pt x="856106" y="14540"/>
                  </a:lnTo>
                  <a:lnTo>
                    <a:pt x="872588" y="13719"/>
                  </a:lnTo>
                  <a:lnTo>
                    <a:pt x="888592" y="12922"/>
                  </a:lnTo>
                  <a:lnTo>
                    <a:pt x="904146" y="12147"/>
                  </a:lnTo>
                  <a:lnTo>
                    <a:pt x="919273" y="11394"/>
                  </a:lnTo>
                  <a:lnTo>
                    <a:pt x="933997" y="10661"/>
                  </a:lnTo>
                  <a:lnTo>
                    <a:pt x="948338" y="9947"/>
                  </a:lnTo>
                  <a:lnTo>
                    <a:pt x="962317" y="9251"/>
                  </a:lnTo>
                  <a:lnTo>
                    <a:pt x="975950" y="8572"/>
                  </a:lnTo>
                  <a:lnTo>
                    <a:pt x="989254" y="7909"/>
                  </a:lnTo>
                  <a:lnTo>
                    <a:pt x="1002246" y="7262"/>
                  </a:lnTo>
                  <a:lnTo>
                    <a:pt x="1014939" y="6630"/>
                  </a:lnTo>
                  <a:lnTo>
                    <a:pt x="1027346" y="6012"/>
                  </a:lnTo>
                  <a:lnTo>
                    <a:pt x="1039481" y="5408"/>
                  </a:lnTo>
                  <a:lnTo>
                    <a:pt x="1051355" y="4817"/>
                  </a:lnTo>
                  <a:lnTo>
                    <a:pt x="1062979" y="4238"/>
                  </a:lnTo>
                  <a:lnTo>
                    <a:pt x="1074363" y="3671"/>
                  </a:lnTo>
                  <a:lnTo>
                    <a:pt x="1085517" y="3115"/>
                  </a:lnTo>
                  <a:lnTo>
                    <a:pt x="1096451" y="2571"/>
                  </a:lnTo>
                  <a:lnTo>
                    <a:pt x="1107172" y="2037"/>
                  </a:lnTo>
                  <a:lnTo>
                    <a:pt x="1117688" y="1513"/>
                  </a:lnTo>
                  <a:lnTo>
                    <a:pt x="1128009" y="999"/>
                  </a:lnTo>
                  <a:lnTo>
                    <a:pt x="1138139" y="495"/>
                  </a:lnTo>
                  <a:lnTo>
                    <a:pt x="114808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65374" y="2146197"/>
              <a:ext cx="1148088" cy="79779"/>
            </a:xfrm>
            <a:custGeom>
              <a:avLst/>
              <a:pathLst>
                <a:path w="1148088" h="79779">
                  <a:moveTo>
                    <a:pt x="0" y="0"/>
                  </a:moveTo>
                  <a:lnTo>
                    <a:pt x="73724" y="5123"/>
                  </a:lnTo>
                  <a:lnTo>
                    <a:pt x="138754" y="9641"/>
                  </a:lnTo>
                  <a:lnTo>
                    <a:pt x="196925" y="13684"/>
                  </a:lnTo>
                  <a:lnTo>
                    <a:pt x="249547" y="17340"/>
                  </a:lnTo>
                  <a:lnTo>
                    <a:pt x="297587" y="20679"/>
                  </a:lnTo>
                  <a:lnTo>
                    <a:pt x="341780" y="23749"/>
                  </a:lnTo>
                  <a:lnTo>
                    <a:pt x="382696" y="26593"/>
                  </a:lnTo>
                  <a:lnTo>
                    <a:pt x="420787" y="29240"/>
                  </a:lnTo>
                  <a:lnTo>
                    <a:pt x="456420" y="31716"/>
                  </a:lnTo>
                  <a:lnTo>
                    <a:pt x="489892" y="34042"/>
                  </a:lnTo>
                  <a:lnTo>
                    <a:pt x="521450" y="36235"/>
                  </a:lnTo>
                  <a:lnTo>
                    <a:pt x="551301" y="38309"/>
                  </a:lnTo>
                  <a:lnTo>
                    <a:pt x="579621" y="40277"/>
                  </a:lnTo>
                  <a:lnTo>
                    <a:pt x="606558" y="42149"/>
                  </a:lnTo>
                  <a:lnTo>
                    <a:pt x="632243" y="43933"/>
                  </a:lnTo>
                  <a:lnTo>
                    <a:pt x="656785" y="45639"/>
                  </a:lnTo>
                  <a:lnTo>
                    <a:pt x="680283" y="47272"/>
                  </a:lnTo>
                  <a:lnTo>
                    <a:pt x="702821" y="48838"/>
                  </a:lnTo>
                  <a:lnTo>
                    <a:pt x="724476" y="50343"/>
                  </a:lnTo>
                  <a:lnTo>
                    <a:pt x="745312" y="51791"/>
                  </a:lnTo>
                  <a:lnTo>
                    <a:pt x="765392" y="53186"/>
                  </a:lnTo>
                  <a:lnTo>
                    <a:pt x="784766" y="54532"/>
                  </a:lnTo>
                  <a:lnTo>
                    <a:pt x="803483" y="55833"/>
                  </a:lnTo>
                  <a:lnTo>
                    <a:pt x="821587" y="57091"/>
                  </a:lnTo>
                  <a:lnTo>
                    <a:pt x="839116" y="58309"/>
                  </a:lnTo>
                  <a:lnTo>
                    <a:pt x="856106" y="59490"/>
                  </a:lnTo>
                  <a:lnTo>
                    <a:pt x="872588" y="60635"/>
                  </a:lnTo>
                  <a:lnTo>
                    <a:pt x="888592" y="61747"/>
                  </a:lnTo>
                  <a:lnTo>
                    <a:pt x="904146" y="62828"/>
                  </a:lnTo>
                  <a:lnTo>
                    <a:pt x="919273" y="63879"/>
                  </a:lnTo>
                  <a:lnTo>
                    <a:pt x="933997" y="64902"/>
                  </a:lnTo>
                  <a:lnTo>
                    <a:pt x="948338" y="65899"/>
                  </a:lnTo>
                  <a:lnTo>
                    <a:pt x="962317" y="66870"/>
                  </a:lnTo>
                  <a:lnTo>
                    <a:pt x="975950" y="67817"/>
                  </a:lnTo>
                  <a:lnTo>
                    <a:pt x="989254" y="68742"/>
                  </a:lnTo>
                  <a:lnTo>
                    <a:pt x="1002246" y="69645"/>
                  </a:lnTo>
                  <a:lnTo>
                    <a:pt x="1014939" y="70527"/>
                  </a:lnTo>
                  <a:lnTo>
                    <a:pt x="1027346" y="71389"/>
                  </a:lnTo>
                  <a:lnTo>
                    <a:pt x="1039481" y="72232"/>
                  </a:lnTo>
                  <a:lnTo>
                    <a:pt x="1051355" y="73057"/>
                  </a:lnTo>
                  <a:lnTo>
                    <a:pt x="1062979" y="73865"/>
                  </a:lnTo>
                  <a:lnTo>
                    <a:pt x="1074363" y="74656"/>
                  </a:lnTo>
                  <a:lnTo>
                    <a:pt x="1085517" y="75431"/>
                  </a:lnTo>
                  <a:lnTo>
                    <a:pt x="1096451" y="76191"/>
                  </a:lnTo>
                  <a:lnTo>
                    <a:pt x="1107172" y="76936"/>
                  </a:lnTo>
                  <a:lnTo>
                    <a:pt x="1117688" y="77667"/>
                  </a:lnTo>
                  <a:lnTo>
                    <a:pt x="1128009" y="78384"/>
                  </a:lnTo>
                  <a:lnTo>
                    <a:pt x="1138139" y="79088"/>
                  </a:lnTo>
                  <a:lnTo>
                    <a:pt x="1148088" y="7977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65374" y="1979274"/>
              <a:ext cx="1148088" cy="45937"/>
            </a:xfrm>
            <a:custGeom>
              <a:avLst/>
              <a:pathLst>
                <a:path w="1148088" h="45937">
                  <a:moveTo>
                    <a:pt x="0" y="45937"/>
                  </a:moveTo>
                  <a:lnTo>
                    <a:pt x="73724" y="42987"/>
                  </a:lnTo>
                  <a:lnTo>
                    <a:pt x="138754" y="40385"/>
                  </a:lnTo>
                  <a:lnTo>
                    <a:pt x="196925" y="38058"/>
                  </a:lnTo>
                  <a:lnTo>
                    <a:pt x="249547" y="35952"/>
                  </a:lnTo>
                  <a:lnTo>
                    <a:pt x="297587" y="34030"/>
                  </a:lnTo>
                  <a:lnTo>
                    <a:pt x="341780" y="32262"/>
                  </a:lnTo>
                  <a:lnTo>
                    <a:pt x="382696" y="30625"/>
                  </a:lnTo>
                  <a:lnTo>
                    <a:pt x="420787" y="29101"/>
                  </a:lnTo>
                  <a:lnTo>
                    <a:pt x="456420" y="27675"/>
                  </a:lnTo>
                  <a:lnTo>
                    <a:pt x="489892" y="26336"/>
                  </a:lnTo>
                  <a:lnTo>
                    <a:pt x="521450" y="25073"/>
                  </a:lnTo>
                  <a:lnTo>
                    <a:pt x="551301" y="23878"/>
                  </a:lnTo>
                  <a:lnTo>
                    <a:pt x="579621" y="22745"/>
                  </a:lnTo>
                  <a:lnTo>
                    <a:pt x="606558" y="21667"/>
                  </a:lnTo>
                  <a:lnTo>
                    <a:pt x="632243" y="20640"/>
                  </a:lnTo>
                  <a:lnTo>
                    <a:pt x="656785" y="19658"/>
                  </a:lnTo>
                  <a:lnTo>
                    <a:pt x="680283" y="18718"/>
                  </a:lnTo>
                  <a:lnTo>
                    <a:pt x="702821" y="17816"/>
                  </a:lnTo>
                  <a:lnTo>
                    <a:pt x="724476" y="16949"/>
                  </a:lnTo>
                  <a:lnTo>
                    <a:pt x="745312" y="16116"/>
                  </a:lnTo>
                  <a:lnTo>
                    <a:pt x="765392" y="15312"/>
                  </a:lnTo>
                  <a:lnTo>
                    <a:pt x="784766" y="14537"/>
                  </a:lnTo>
                  <a:lnTo>
                    <a:pt x="803483" y="13788"/>
                  </a:lnTo>
                  <a:lnTo>
                    <a:pt x="821587" y="13064"/>
                  </a:lnTo>
                  <a:lnTo>
                    <a:pt x="839116" y="12362"/>
                  </a:lnTo>
                  <a:lnTo>
                    <a:pt x="856106" y="11682"/>
                  </a:lnTo>
                  <a:lnTo>
                    <a:pt x="872588" y="11023"/>
                  </a:lnTo>
                  <a:lnTo>
                    <a:pt x="888592" y="10383"/>
                  </a:lnTo>
                  <a:lnTo>
                    <a:pt x="904146" y="9760"/>
                  </a:lnTo>
                  <a:lnTo>
                    <a:pt x="919273" y="9155"/>
                  </a:lnTo>
                  <a:lnTo>
                    <a:pt x="933997" y="8566"/>
                  </a:lnTo>
                  <a:lnTo>
                    <a:pt x="948338" y="7992"/>
                  </a:lnTo>
                  <a:lnTo>
                    <a:pt x="962317" y="7433"/>
                  </a:lnTo>
                  <a:lnTo>
                    <a:pt x="975950" y="6887"/>
                  </a:lnTo>
                  <a:lnTo>
                    <a:pt x="989254" y="6355"/>
                  </a:lnTo>
                  <a:lnTo>
                    <a:pt x="1002246" y="5835"/>
                  </a:lnTo>
                  <a:lnTo>
                    <a:pt x="1014939" y="5327"/>
                  </a:lnTo>
                  <a:lnTo>
                    <a:pt x="1027346" y="4831"/>
                  </a:lnTo>
                  <a:lnTo>
                    <a:pt x="1039481" y="4345"/>
                  </a:lnTo>
                  <a:lnTo>
                    <a:pt x="1051355" y="3870"/>
                  </a:lnTo>
                  <a:lnTo>
                    <a:pt x="1062979" y="3405"/>
                  </a:lnTo>
                  <a:lnTo>
                    <a:pt x="1074363" y="2949"/>
                  </a:lnTo>
                  <a:lnTo>
                    <a:pt x="1085517" y="2503"/>
                  </a:lnTo>
                  <a:lnTo>
                    <a:pt x="1096451" y="2066"/>
                  </a:lnTo>
                  <a:lnTo>
                    <a:pt x="1107172" y="1637"/>
                  </a:lnTo>
                  <a:lnTo>
                    <a:pt x="1117688" y="1216"/>
                  </a:lnTo>
                  <a:lnTo>
                    <a:pt x="1128009" y="803"/>
                  </a:lnTo>
                  <a:lnTo>
                    <a:pt x="1138139" y="398"/>
                  </a:lnTo>
                  <a:lnTo>
                    <a:pt x="114808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rc294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186450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157982" y="21135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157982" y="17596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157982" y="14057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186450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5374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64807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03076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413462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>
              <a:off x="4186450" y="990315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6" name="rc305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668380" y="20521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666176" y="19526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690868" y="18908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658495" y="21304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660130" y="216872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10621" y="14744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675845" y="20609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656064" y="18049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686664" y="20555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665270" y="21275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64300" y="19407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87098" y="20664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55053" y="17182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85077" y="21063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42418" y="20434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61322" y="17987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64869" y="21722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86545" y="20649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84979" y="19753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57748" y="12165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44654" y="15291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88674" y="19825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47144" y="19360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48219" y="21594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57200" y="19960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55564" y="19362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76811" y="20973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70541" y="203887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29766" y="22868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53812" y="20600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53546" y="204308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26257" y="19241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22956" y="14461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46703" y="13699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51622" y="16917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24294" y="18090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58796" y="18239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40048" y="17429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65890" y="17919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35858" y="17294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62185" y="20727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39688" y="19597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59460" y="20387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66115" y="16409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56053" y="17362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43702" y="19441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51566" y="17864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45613" y="11934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36819" y="18009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00868" y="191917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14044" y="18040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03282" y="17951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44807" y="18656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99088" y="181201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43893" y="16978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04317" y="17994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02353" y="20300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21966" y="15229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04752" y="20281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41148" y="20147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35762" y="19146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45628" y="18266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42714" y="18429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45598" y="20311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34220" y="171723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40769" y="18572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09029" y="192775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08200" y="18557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25676" y="19260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21642" y="15914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99959" y="18745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23482" y="18176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711395" y="1819054"/>
              <a:ext cx="1136378" cy="146624"/>
            </a:xfrm>
            <a:custGeom>
              <a:avLst/>
              <a:pathLst>
                <a:path w="1136378" h="146624">
                  <a:moveTo>
                    <a:pt x="0" y="146624"/>
                  </a:moveTo>
                  <a:lnTo>
                    <a:pt x="72972" y="137208"/>
                  </a:lnTo>
                  <a:lnTo>
                    <a:pt x="137338" y="128903"/>
                  </a:lnTo>
                  <a:lnTo>
                    <a:pt x="194916" y="121474"/>
                  </a:lnTo>
                  <a:lnTo>
                    <a:pt x="247001" y="114754"/>
                  </a:lnTo>
                  <a:lnTo>
                    <a:pt x="294552" y="108618"/>
                  </a:lnTo>
                  <a:lnTo>
                    <a:pt x="338294" y="102974"/>
                  </a:lnTo>
                  <a:lnTo>
                    <a:pt x="378792" y="97749"/>
                  </a:lnTo>
                  <a:lnTo>
                    <a:pt x="416496" y="92884"/>
                  </a:lnTo>
                  <a:lnTo>
                    <a:pt x="451765" y="88334"/>
                  </a:lnTo>
                  <a:lnTo>
                    <a:pt x="484895" y="84059"/>
                  </a:lnTo>
                  <a:lnTo>
                    <a:pt x="516131" y="80029"/>
                  </a:lnTo>
                  <a:lnTo>
                    <a:pt x="545678" y="76216"/>
                  </a:lnTo>
                  <a:lnTo>
                    <a:pt x="573709" y="72599"/>
                  </a:lnTo>
                  <a:lnTo>
                    <a:pt x="600372" y="69159"/>
                  </a:lnTo>
                  <a:lnTo>
                    <a:pt x="625794" y="65879"/>
                  </a:lnTo>
                  <a:lnTo>
                    <a:pt x="650086" y="62745"/>
                  </a:lnTo>
                  <a:lnTo>
                    <a:pt x="673344" y="59744"/>
                  </a:lnTo>
                  <a:lnTo>
                    <a:pt x="695653" y="56865"/>
                  </a:lnTo>
                  <a:lnTo>
                    <a:pt x="717086" y="54100"/>
                  </a:lnTo>
                  <a:lnTo>
                    <a:pt x="737711" y="51439"/>
                  </a:lnTo>
                  <a:lnTo>
                    <a:pt x="757585" y="48874"/>
                  </a:lnTo>
                  <a:lnTo>
                    <a:pt x="776762" y="46400"/>
                  </a:lnTo>
                  <a:lnTo>
                    <a:pt x="795289" y="44009"/>
                  </a:lnTo>
                  <a:lnTo>
                    <a:pt x="813208" y="41697"/>
                  </a:lnTo>
                  <a:lnTo>
                    <a:pt x="830558" y="39459"/>
                  </a:lnTo>
                  <a:lnTo>
                    <a:pt x="847374" y="37289"/>
                  </a:lnTo>
                  <a:lnTo>
                    <a:pt x="863688" y="35184"/>
                  </a:lnTo>
                  <a:lnTo>
                    <a:pt x="879529" y="33140"/>
                  </a:lnTo>
                  <a:lnTo>
                    <a:pt x="894924" y="31154"/>
                  </a:lnTo>
                  <a:lnTo>
                    <a:pt x="909897" y="29222"/>
                  </a:lnTo>
                  <a:lnTo>
                    <a:pt x="924471" y="27341"/>
                  </a:lnTo>
                  <a:lnTo>
                    <a:pt x="938666" y="25510"/>
                  </a:lnTo>
                  <a:lnTo>
                    <a:pt x="952502" y="23725"/>
                  </a:lnTo>
                  <a:lnTo>
                    <a:pt x="965996" y="21984"/>
                  </a:lnTo>
                  <a:lnTo>
                    <a:pt x="979165" y="20284"/>
                  </a:lnTo>
                  <a:lnTo>
                    <a:pt x="992024" y="18625"/>
                  </a:lnTo>
                  <a:lnTo>
                    <a:pt x="1004587" y="17004"/>
                  </a:lnTo>
                  <a:lnTo>
                    <a:pt x="1016868" y="15420"/>
                  </a:lnTo>
                  <a:lnTo>
                    <a:pt x="1028879" y="13870"/>
                  </a:lnTo>
                  <a:lnTo>
                    <a:pt x="1040632" y="12353"/>
                  </a:lnTo>
                  <a:lnTo>
                    <a:pt x="1052137" y="10869"/>
                  </a:lnTo>
                  <a:lnTo>
                    <a:pt x="1063405" y="9415"/>
                  </a:lnTo>
                  <a:lnTo>
                    <a:pt x="1074446" y="7990"/>
                  </a:lnTo>
                  <a:lnTo>
                    <a:pt x="1085268" y="6594"/>
                  </a:lnTo>
                  <a:lnTo>
                    <a:pt x="1095879" y="5225"/>
                  </a:lnTo>
                  <a:lnTo>
                    <a:pt x="1106289" y="3882"/>
                  </a:lnTo>
                  <a:lnTo>
                    <a:pt x="1116504" y="2564"/>
                  </a:lnTo>
                  <a:lnTo>
                    <a:pt x="1126531" y="1270"/>
                  </a:lnTo>
                  <a:lnTo>
                    <a:pt x="113637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11395" y="1868554"/>
              <a:ext cx="1136378" cy="283731"/>
            </a:xfrm>
            <a:custGeom>
              <a:avLst/>
              <a:pathLst>
                <a:path w="1136378" h="283731">
                  <a:moveTo>
                    <a:pt x="0" y="283731"/>
                  </a:moveTo>
                  <a:lnTo>
                    <a:pt x="72972" y="265512"/>
                  </a:lnTo>
                  <a:lnTo>
                    <a:pt x="137338" y="249440"/>
                  </a:lnTo>
                  <a:lnTo>
                    <a:pt x="194916" y="235064"/>
                  </a:lnTo>
                  <a:lnTo>
                    <a:pt x="247001" y="222060"/>
                  </a:lnTo>
                  <a:lnTo>
                    <a:pt x="294552" y="210187"/>
                  </a:lnTo>
                  <a:lnTo>
                    <a:pt x="338294" y="199266"/>
                  </a:lnTo>
                  <a:lnTo>
                    <a:pt x="378792" y="189154"/>
                  </a:lnTo>
                  <a:lnTo>
                    <a:pt x="416496" y="179740"/>
                  </a:lnTo>
                  <a:lnTo>
                    <a:pt x="451765" y="170934"/>
                  </a:lnTo>
                  <a:lnTo>
                    <a:pt x="484895" y="162662"/>
                  </a:lnTo>
                  <a:lnTo>
                    <a:pt x="516131" y="154863"/>
                  </a:lnTo>
                  <a:lnTo>
                    <a:pt x="545678" y="147486"/>
                  </a:lnTo>
                  <a:lnTo>
                    <a:pt x="573709" y="140487"/>
                  </a:lnTo>
                  <a:lnTo>
                    <a:pt x="600372" y="133830"/>
                  </a:lnTo>
                  <a:lnTo>
                    <a:pt x="625794" y="127482"/>
                  </a:lnTo>
                  <a:lnTo>
                    <a:pt x="650086" y="121417"/>
                  </a:lnTo>
                  <a:lnTo>
                    <a:pt x="673344" y="115610"/>
                  </a:lnTo>
                  <a:lnTo>
                    <a:pt x="695653" y="110040"/>
                  </a:lnTo>
                  <a:lnTo>
                    <a:pt x="717086" y="104689"/>
                  </a:lnTo>
                  <a:lnTo>
                    <a:pt x="737711" y="99539"/>
                  </a:lnTo>
                  <a:lnTo>
                    <a:pt x="757585" y="94577"/>
                  </a:lnTo>
                  <a:lnTo>
                    <a:pt x="776762" y="89789"/>
                  </a:lnTo>
                  <a:lnTo>
                    <a:pt x="795289" y="85163"/>
                  </a:lnTo>
                  <a:lnTo>
                    <a:pt x="813208" y="80689"/>
                  </a:lnTo>
                  <a:lnTo>
                    <a:pt x="830558" y="76357"/>
                  </a:lnTo>
                  <a:lnTo>
                    <a:pt x="847374" y="72158"/>
                  </a:lnTo>
                  <a:lnTo>
                    <a:pt x="863688" y="68085"/>
                  </a:lnTo>
                  <a:lnTo>
                    <a:pt x="879529" y="64130"/>
                  </a:lnTo>
                  <a:lnTo>
                    <a:pt x="894924" y="60286"/>
                  </a:lnTo>
                  <a:lnTo>
                    <a:pt x="909897" y="56547"/>
                  </a:lnTo>
                  <a:lnTo>
                    <a:pt x="924471" y="52909"/>
                  </a:lnTo>
                  <a:lnTo>
                    <a:pt x="938666" y="49364"/>
                  </a:lnTo>
                  <a:lnTo>
                    <a:pt x="952502" y="45910"/>
                  </a:lnTo>
                  <a:lnTo>
                    <a:pt x="965996" y="42541"/>
                  </a:lnTo>
                  <a:lnTo>
                    <a:pt x="979165" y="39253"/>
                  </a:lnTo>
                  <a:lnTo>
                    <a:pt x="992024" y="36042"/>
                  </a:lnTo>
                  <a:lnTo>
                    <a:pt x="1004587" y="32905"/>
                  </a:lnTo>
                  <a:lnTo>
                    <a:pt x="1016868" y="29839"/>
                  </a:lnTo>
                  <a:lnTo>
                    <a:pt x="1028879" y="26840"/>
                  </a:lnTo>
                  <a:lnTo>
                    <a:pt x="1040632" y="23905"/>
                  </a:lnTo>
                  <a:lnTo>
                    <a:pt x="1052137" y="21033"/>
                  </a:lnTo>
                  <a:lnTo>
                    <a:pt x="1063405" y="18219"/>
                  </a:lnTo>
                  <a:lnTo>
                    <a:pt x="1074446" y="15463"/>
                  </a:lnTo>
                  <a:lnTo>
                    <a:pt x="1085268" y="12761"/>
                  </a:lnTo>
                  <a:lnTo>
                    <a:pt x="1095879" y="10111"/>
                  </a:lnTo>
                  <a:lnTo>
                    <a:pt x="1106289" y="7512"/>
                  </a:lnTo>
                  <a:lnTo>
                    <a:pt x="1116504" y="4962"/>
                  </a:lnTo>
                  <a:lnTo>
                    <a:pt x="1126531" y="2458"/>
                  </a:lnTo>
                  <a:lnTo>
                    <a:pt x="113637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11395" y="1918821"/>
              <a:ext cx="1136378" cy="45780"/>
            </a:xfrm>
            <a:custGeom>
              <a:avLst/>
              <a:pathLst>
                <a:path w="1136378" h="45780">
                  <a:moveTo>
                    <a:pt x="0" y="45780"/>
                  </a:moveTo>
                  <a:lnTo>
                    <a:pt x="72972" y="42840"/>
                  </a:lnTo>
                  <a:lnTo>
                    <a:pt x="137338" y="40247"/>
                  </a:lnTo>
                  <a:lnTo>
                    <a:pt x="194916" y="37928"/>
                  </a:lnTo>
                  <a:lnTo>
                    <a:pt x="247001" y="35829"/>
                  </a:lnTo>
                  <a:lnTo>
                    <a:pt x="294552" y="33914"/>
                  </a:lnTo>
                  <a:lnTo>
                    <a:pt x="338294" y="32151"/>
                  </a:lnTo>
                  <a:lnTo>
                    <a:pt x="378792" y="30520"/>
                  </a:lnTo>
                  <a:lnTo>
                    <a:pt x="416496" y="29001"/>
                  </a:lnTo>
                  <a:lnTo>
                    <a:pt x="451765" y="27580"/>
                  </a:lnTo>
                  <a:lnTo>
                    <a:pt x="484895" y="26245"/>
                  </a:lnTo>
                  <a:lnTo>
                    <a:pt x="516131" y="24987"/>
                  </a:lnTo>
                  <a:lnTo>
                    <a:pt x="545678" y="23797"/>
                  </a:lnTo>
                  <a:lnTo>
                    <a:pt x="573709" y="22667"/>
                  </a:lnTo>
                  <a:lnTo>
                    <a:pt x="600372" y="21593"/>
                  </a:lnTo>
                  <a:lnTo>
                    <a:pt x="625794" y="20569"/>
                  </a:lnTo>
                  <a:lnTo>
                    <a:pt x="650086" y="19590"/>
                  </a:lnTo>
                  <a:lnTo>
                    <a:pt x="673344" y="18653"/>
                  </a:lnTo>
                  <a:lnTo>
                    <a:pt x="695653" y="17755"/>
                  </a:lnTo>
                  <a:lnTo>
                    <a:pt x="717086" y="16891"/>
                  </a:lnTo>
                  <a:lnTo>
                    <a:pt x="737711" y="16060"/>
                  </a:lnTo>
                  <a:lnTo>
                    <a:pt x="757585" y="15260"/>
                  </a:lnTo>
                  <a:lnTo>
                    <a:pt x="776762" y="14487"/>
                  </a:lnTo>
                  <a:lnTo>
                    <a:pt x="795289" y="13741"/>
                  </a:lnTo>
                  <a:lnTo>
                    <a:pt x="813208" y="13019"/>
                  </a:lnTo>
                  <a:lnTo>
                    <a:pt x="830558" y="12320"/>
                  </a:lnTo>
                  <a:lnTo>
                    <a:pt x="847374" y="11642"/>
                  </a:lnTo>
                  <a:lnTo>
                    <a:pt x="863688" y="10985"/>
                  </a:lnTo>
                  <a:lnTo>
                    <a:pt x="879529" y="10347"/>
                  </a:lnTo>
                  <a:lnTo>
                    <a:pt x="894924" y="9727"/>
                  </a:lnTo>
                  <a:lnTo>
                    <a:pt x="909897" y="9124"/>
                  </a:lnTo>
                  <a:lnTo>
                    <a:pt x="924471" y="8536"/>
                  </a:lnTo>
                  <a:lnTo>
                    <a:pt x="938666" y="7965"/>
                  </a:lnTo>
                  <a:lnTo>
                    <a:pt x="952502" y="7407"/>
                  </a:lnTo>
                  <a:lnTo>
                    <a:pt x="965996" y="6864"/>
                  </a:lnTo>
                  <a:lnTo>
                    <a:pt x="979165" y="6333"/>
                  </a:lnTo>
                  <a:lnTo>
                    <a:pt x="992024" y="5815"/>
                  </a:lnTo>
                  <a:lnTo>
                    <a:pt x="1004587" y="5309"/>
                  </a:lnTo>
                  <a:lnTo>
                    <a:pt x="1016868" y="4814"/>
                  </a:lnTo>
                  <a:lnTo>
                    <a:pt x="1028879" y="4330"/>
                  </a:lnTo>
                  <a:lnTo>
                    <a:pt x="1040632" y="3857"/>
                  </a:lnTo>
                  <a:lnTo>
                    <a:pt x="1052137" y="3393"/>
                  </a:lnTo>
                  <a:lnTo>
                    <a:pt x="1063405" y="2939"/>
                  </a:lnTo>
                  <a:lnTo>
                    <a:pt x="1074446" y="2495"/>
                  </a:lnTo>
                  <a:lnTo>
                    <a:pt x="1085268" y="2059"/>
                  </a:lnTo>
                  <a:lnTo>
                    <a:pt x="1095879" y="1631"/>
                  </a:lnTo>
                  <a:lnTo>
                    <a:pt x="1106289" y="1212"/>
                  </a:lnTo>
                  <a:lnTo>
                    <a:pt x="1116504" y="800"/>
                  </a:lnTo>
                  <a:lnTo>
                    <a:pt x="1126531" y="396"/>
                  </a:lnTo>
                  <a:lnTo>
                    <a:pt x="113637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11395" y="1477675"/>
              <a:ext cx="1136378" cy="659942"/>
            </a:xfrm>
            <a:custGeom>
              <a:avLst/>
              <a:pathLst>
                <a:path w="1136378" h="659942">
                  <a:moveTo>
                    <a:pt x="0" y="659942"/>
                  </a:moveTo>
                  <a:lnTo>
                    <a:pt x="72972" y="617564"/>
                  </a:lnTo>
                  <a:lnTo>
                    <a:pt x="137338" y="580184"/>
                  </a:lnTo>
                  <a:lnTo>
                    <a:pt x="194916" y="546746"/>
                  </a:lnTo>
                  <a:lnTo>
                    <a:pt x="247001" y="516498"/>
                  </a:lnTo>
                  <a:lnTo>
                    <a:pt x="294552" y="488883"/>
                  </a:lnTo>
                  <a:lnTo>
                    <a:pt x="338294" y="463481"/>
                  </a:lnTo>
                  <a:lnTo>
                    <a:pt x="378792" y="439961"/>
                  </a:lnTo>
                  <a:lnTo>
                    <a:pt x="416496" y="418065"/>
                  </a:lnTo>
                  <a:lnTo>
                    <a:pt x="451765" y="397583"/>
                  </a:lnTo>
                  <a:lnTo>
                    <a:pt x="484895" y="378343"/>
                  </a:lnTo>
                  <a:lnTo>
                    <a:pt x="516131" y="360203"/>
                  </a:lnTo>
                  <a:lnTo>
                    <a:pt x="545678" y="343044"/>
                  </a:lnTo>
                  <a:lnTo>
                    <a:pt x="573709" y="326765"/>
                  </a:lnTo>
                  <a:lnTo>
                    <a:pt x="600372" y="311281"/>
                  </a:lnTo>
                  <a:lnTo>
                    <a:pt x="625794" y="296517"/>
                  </a:lnTo>
                  <a:lnTo>
                    <a:pt x="650086" y="282409"/>
                  </a:lnTo>
                  <a:lnTo>
                    <a:pt x="673344" y="268903"/>
                  </a:lnTo>
                  <a:lnTo>
                    <a:pt x="695653" y="255947"/>
                  </a:lnTo>
                  <a:lnTo>
                    <a:pt x="717086" y="243500"/>
                  </a:lnTo>
                  <a:lnTo>
                    <a:pt x="737711" y="231522"/>
                  </a:lnTo>
                  <a:lnTo>
                    <a:pt x="757585" y="219980"/>
                  </a:lnTo>
                  <a:lnTo>
                    <a:pt x="776762" y="208844"/>
                  </a:lnTo>
                  <a:lnTo>
                    <a:pt x="795289" y="198084"/>
                  </a:lnTo>
                  <a:lnTo>
                    <a:pt x="813208" y="187678"/>
                  </a:lnTo>
                  <a:lnTo>
                    <a:pt x="830558" y="177602"/>
                  </a:lnTo>
                  <a:lnTo>
                    <a:pt x="847374" y="167836"/>
                  </a:lnTo>
                  <a:lnTo>
                    <a:pt x="863688" y="158362"/>
                  </a:lnTo>
                  <a:lnTo>
                    <a:pt x="879529" y="149162"/>
                  </a:lnTo>
                  <a:lnTo>
                    <a:pt x="894924" y="140222"/>
                  </a:lnTo>
                  <a:lnTo>
                    <a:pt x="909897" y="131526"/>
                  </a:lnTo>
                  <a:lnTo>
                    <a:pt x="924471" y="123063"/>
                  </a:lnTo>
                  <a:lnTo>
                    <a:pt x="938666" y="114819"/>
                  </a:lnTo>
                  <a:lnTo>
                    <a:pt x="952502" y="106784"/>
                  </a:lnTo>
                  <a:lnTo>
                    <a:pt x="965996" y="98948"/>
                  </a:lnTo>
                  <a:lnTo>
                    <a:pt x="979165" y="91300"/>
                  </a:lnTo>
                  <a:lnTo>
                    <a:pt x="992024" y="83832"/>
                  </a:lnTo>
                  <a:lnTo>
                    <a:pt x="1004587" y="76536"/>
                  </a:lnTo>
                  <a:lnTo>
                    <a:pt x="1016868" y="69404"/>
                  </a:lnTo>
                  <a:lnTo>
                    <a:pt x="1028879" y="62429"/>
                  </a:lnTo>
                  <a:lnTo>
                    <a:pt x="1040632" y="55603"/>
                  </a:lnTo>
                  <a:lnTo>
                    <a:pt x="1052137" y="48922"/>
                  </a:lnTo>
                  <a:lnTo>
                    <a:pt x="1063405" y="42378"/>
                  </a:lnTo>
                  <a:lnTo>
                    <a:pt x="1074446" y="35966"/>
                  </a:lnTo>
                  <a:lnTo>
                    <a:pt x="1085268" y="29681"/>
                  </a:lnTo>
                  <a:lnTo>
                    <a:pt x="1095879" y="23519"/>
                  </a:lnTo>
                  <a:lnTo>
                    <a:pt x="1106289" y="17474"/>
                  </a:lnTo>
                  <a:lnTo>
                    <a:pt x="1116504" y="11541"/>
                  </a:lnTo>
                  <a:lnTo>
                    <a:pt x="1126531" y="5718"/>
                  </a:lnTo>
                  <a:lnTo>
                    <a:pt x="113637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11395" y="1823585"/>
              <a:ext cx="1136378" cy="170858"/>
            </a:xfrm>
            <a:custGeom>
              <a:avLst/>
              <a:pathLst>
                <a:path w="1136378" h="170858">
                  <a:moveTo>
                    <a:pt x="0" y="0"/>
                  </a:moveTo>
                  <a:lnTo>
                    <a:pt x="72972" y="10971"/>
                  </a:lnTo>
                  <a:lnTo>
                    <a:pt x="137338" y="20649"/>
                  </a:lnTo>
                  <a:lnTo>
                    <a:pt x="194916" y="29306"/>
                  </a:lnTo>
                  <a:lnTo>
                    <a:pt x="247001" y="37137"/>
                  </a:lnTo>
                  <a:lnTo>
                    <a:pt x="294552" y="44286"/>
                  </a:lnTo>
                  <a:lnTo>
                    <a:pt x="338294" y="50863"/>
                  </a:lnTo>
                  <a:lnTo>
                    <a:pt x="378792" y="56952"/>
                  </a:lnTo>
                  <a:lnTo>
                    <a:pt x="416496" y="62621"/>
                  </a:lnTo>
                  <a:lnTo>
                    <a:pt x="451765" y="67924"/>
                  </a:lnTo>
                  <a:lnTo>
                    <a:pt x="484895" y="72905"/>
                  </a:lnTo>
                  <a:lnTo>
                    <a:pt x="516131" y="77602"/>
                  </a:lnTo>
                  <a:lnTo>
                    <a:pt x="545678" y="82044"/>
                  </a:lnTo>
                  <a:lnTo>
                    <a:pt x="573709" y="86259"/>
                  </a:lnTo>
                  <a:lnTo>
                    <a:pt x="600372" y="90268"/>
                  </a:lnTo>
                  <a:lnTo>
                    <a:pt x="625794" y="94090"/>
                  </a:lnTo>
                  <a:lnTo>
                    <a:pt x="650086" y="97742"/>
                  </a:lnTo>
                  <a:lnTo>
                    <a:pt x="673344" y="101239"/>
                  </a:lnTo>
                  <a:lnTo>
                    <a:pt x="695653" y="104593"/>
                  </a:lnTo>
                  <a:lnTo>
                    <a:pt x="717086" y="107816"/>
                  </a:lnTo>
                  <a:lnTo>
                    <a:pt x="737711" y="110917"/>
                  </a:lnTo>
                  <a:lnTo>
                    <a:pt x="757585" y="113905"/>
                  </a:lnTo>
                  <a:lnTo>
                    <a:pt x="776762" y="116788"/>
                  </a:lnTo>
                  <a:lnTo>
                    <a:pt x="795289" y="119574"/>
                  </a:lnTo>
                  <a:lnTo>
                    <a:pt x="813208" y="122268"/>
                  </a:lnTo>
                  <a:lnTo>
                    <a:pt x="830558" y="124877"/>
                  </a:lnTo>
                  <a:lnTo>
                    <a:pt x="847374" y="127405"/>
                  </a:lnTo>
                  <a:lnTo>
                    <a:pt x="863688" y="129858"/>
                  </a:lnTo>
                  <a:lnTo>
                    <a:pt x="879529" y="132240"/>
                  </a:lnTo>
                  <a:lnTo>
                    <a:pt x="894924" y="134555"/>
                  </a:lnTo>
                  <a:lnTo>
                    <a:pt x="909897" y="136806"/>
                  </a:lnTo>
                  <a:lnTo>
                    <a:pt x="924471" y="138997"/>
                  </a:lnTo>
                  <a:lnTo>
                    <a:pt x="938666" y="141131"/>
                  </a:lnTo>
                  <a:lnTo>
                    <a:pt x="952502" y="143212"/>
                  </a:lnTo>
                  <a:lnTo>
                    <a:pt x="965996" y="145240"/>
                  </a:lnTo>
                  <a:lnTo>
                    <a:pt x="979165" y="147220"/>
                  </a:lnTo>
                  <a:lnTo>
                    <a:pt x="992024" y="149154"/>
                  </a:lnTo>
                  <a:lnTo>
                    <a:pt x="1004587" y="151043"/>
                  </a:lnTo>
                  <a:lnTo>
                    <a:pt x="1016868" y="152889"/>
                  </a:lnTo>
                  <a:lnTo>
                    <a:pt x="1028879" y="154695"/>
                  </a:lnTo>
                  <a:lnTo>
                    <a:pt x="1040632" y="156462"/>
                  </a:lnTo>
                  <a:lnTo>
                    <a:pt x="1052137" y="158192"/>
                  </a:lnTo>
                  <a:lnTo>
                    <a:pt x="1063405" y="159886"/>
                  </a:lnTo>
                  <a:lnTo>
                    <a:pt x="1074446" y="161546"/>
                  </a:lnTo>
                  <a:lnTo>
                    <a:pt x="1085268" y="163173"/>
                  </a:lnTo>
                  <a:lnTo>
                    <a:pt x="1095879" y="164769"/>
                  </a:lnTo>
                  <a:lnTo>
                    <a:pt x="1106289" y="166334"/>
                  </a:lnTo>
                  <a:lnTo>
                    <a:pt x="1116504" y="167870"/>
                  </a:lnTo>
                  <a:lnTo>
                    <a:pt x="1126531" y="169377"/>
                  </a:lnTo>
                  <a:lnTo>
                    <a:pt x="1136378" y="170858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11395" y="1444280"/>
              <a:ext cx="1136378" cy="242562"/>
            </a:xfrm>
            <a:custGeom>
              <a:avLst/>
              <a:pathLst>
                <a:path w="1136378" h="242562">
                  <a:moveTo>
                    <a:pt x="0" y="0"/>
                  </a:moveTo>
                  <a:lnTo>
                    <a:pt x="72972" y="15576"/>
                  </a:lnTo>
                  <a:lnTo>
                    <a:pt x="137338" y="29315"/>
                  </a:lnTo>
                  <a:lnTo>
                    <a:pt x="194916" y="41605"/>
                  </a:lnTo>
                  <a:lnTo>
                    <a:pt x="247001" y="52723"/>
                  </a:lnTo>
                  <a:lnTo>
                    <a:pt x="294552" y="62872"/>
                  </a:lnTo>
                  <a:lnTo>
                    <a:pt x="338294" y="72209"/>
                  </a:lnTo>
                  <a:lnTo>
                    <a:pt x="378792" y="80854"/>
                  </a:lnTo>
                  <a:lnTo>
                    <a:pt x="416496" y="88902"/>
                  </a:lnTo>
                  <a:lnTo>
                    <a:pt x="451765" y="96430"/>
                  </a:lnTo>
                  <a:lnTo>
                    <a:pt x="484895" y="103502"/>
                  </a:lnTo>
                  <a:lnTo>
                    <a:pt x="516131" y="110169"/>
                  </a:lnTo>
                  <a:lnTo>
                    <a:pt x="545678" y="116476"/>
                  </a:lnTo>
                  <a:lnTo>
                    <a:pt x="573709" y="122459"/>
                  </a:lnTo>
                  <a:lnTo>
                    <a:pt x="600372" y="128150"/>
                  </a:lnTo>
                  <a:lnTo>
                    <a:pt x="625794" y="133577"/>
                  </a:lnTo>
                  <a:lnTo>
                    <a:pt x="650086" y="138762"/>
                  </a:lnTo>
                  <a:lnTo>
                    <a:pt x="673344" y="143727"/>
                  </a:lnTo>
                  <a:lnTo>
                    <a:pt x="695653" y="148488"/>
                  </a:lnTo>
                  <a:lnTo>
                    <a:pt x="717086" y="153063"/>
                  </a:lnTo>
                  <a:lnTo>
                    <a:pt x="737711" y="157466"/>
                  </a:lnTo>
                  <a:lnTo>
                    <a:pt x="757585" y="161708"/>
                  </a:lnTo>
                  <a:lnTo>
                    <a:pt x="776762" y="165801"/>
                  </a:lnTo>
                  <a:lnTo>
                    <a:pt x="795289" y="169756"/>
                  </a:lnTo>
                  <a:lnTo>
                    <a:pt x="813208" y="173581"/>
                  </a:lnTo>
                  <a:lnTo>
                    <a:pt x="830558" y="177284"/>
                  </a:lnTo>
                  <a:lnTo>
                    <a:pt x="847374" y="180874"/>
                  </a:lnTo>
                  <a:lnTo>
                    <a:pt x="863688" y="184356"/>
                  </a:lnTo>
                  <a:lnTo>
                    <a:pt x="879529" y="187737"/>
                  </a:lnTo>
                  <a:lnTo>
                    <a:pt x="894924" y="191023"/>
                  </a:lnTo>
                  <a:lnTo>
                    <a:pt x="909897" y="194219"/>
                  </a:lnTo>
                  <a:lnTo>
                    <a:pt x="924471" y="197330"/>
                  </a:lnTo>
                  <a:lnTo>
                    <a:pt x="938666" y="200360"/>
                  </a:lnTo>
                  <a:lnTo>
                    <a:pt x="952502" y="203313"/>
                  </a:lnTo>
                  <a:lnTo>
                    <a:pt x="965996" y="206194"/>
                  </a:lnTo>
                  <a:lnTo>
                    <a:pt x="979165" y="209005"/>
                  </a:lnTo>
                  <a:lnTo>
                    <a:pt x="992024" y="211749"/>
                  </a:lnTo>
                  <a:lnTo>
                    <a:pt x="1004587" y="214431"/>
                  </a:lnTo>
                  <a:lnTo>
                    <a:pt x="1016868" y="217053"/>
                  </a:lnTo>
                  <a:lnTo>
                    <a:pt x="1028879" y="219616"/>
                  </a:lnTo>
                  <a:lnTo>
                    <a:pt x="1040632" y="222125"/>
                  </a:lnTo>
                  <a:lnTo>
                    <a:pt x="1052137" y="224581"/>
                  </a:lnTo>
                  <a:lnTo>
                    <a:pt x="1063405" y="226986"/>
                  </a:lnTo>
                  <a:lnTo>
                    <a:pt x="1074446" y="229343"/>
                  </a:lnTo>
                  <a:lnTo>
                    <a:pt x="1085268" y="231653"/>
                  </a:lnTo>
                  <a:lnTo>
                    <a:pt x="1095879" y="233918"/>
                  </a:lnTo>
                  <a:lnTo>
                    <a:pt x="1106289" y="236140"/>
                  </a:lnTo>
                  <a:lnTo>
                    <a:pt x="1116504" y="238320"/>
                  </a:lnTo>
                  <a:lnTo>
                    <a:pt x="1126531" y="240460"/>
                  </a:lnTo>
                  <a:lnTo>
                    <a:pt x="1136378" y="24256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11395" y="1864457"/>
              <a:ext cx="1136378" cy="182586"/>
            </a:xfrm>
            <a:custGeom>
              <a:avLst/>
              <a:pathLst>
                <a:path w="1136378" h="182586">
                  <a:moveTo>
                    <a:pt x="0" y="182586"/>
                  </a:moveTo>
                  <a:lnTo>
                    <a:pt x="72972" y="170861"/>
                  </a:lnTo>
                  <a:lnTo>
                    <a:pt x="137338" y="160519"/>
                  </a:lnTo>
                  <a:lnTo>
                    <a:pt x="194916" y="151268"/>
                  </a:lnTo>
                  <a:lnTo>
                    <a:pt x="247001" y="142899"/>
                  </a:lnTo>
                  <a:lnTo>
                    <a:pt x="294552" y="135259"/>
                  </a:lnTo>
                  <a:lnTo>
                    <a:pt x="338294" y="128231"/>
                  </a:lnTo>
                  <a:lnTo>
                    <a:pt x="378792" y="121724"/>
                  </a:lnTo>
                  <a:lnTo>
                    <a:pt x="416496" y="115666"/>
                  </a:lnTo>
                  <a:lnTo>
                    <a:pt x="451765" y="109999"/>
                  </a:lnTo>
                  <a:lnTo>
                    <a:pt x="484895" y="104676"/>
                  </a:lnTo>
                  <a:lnTo>
                    <a:pt x="516131" y="99657"/>
                  </a:lnTo>
                  <a:lnTo>
                    <a:pt x="545678" y="94910"/>
                  </a:lnTo>
                  <a:lnTo>
                    <a:pt x="573709" y="90406"/>
                  </a:lnTo>
                  <a:lnTo>
                    <a:pt x="600372" y="86122"/>
                  </a:lnTo>
                  <a:lnTo>
                    <a:pt x="625794" y="82037"/>
                  </a:lnTo>
                  <a:lnTo>
                    <a:pt x="650086" y="78134"/>
                  </a:lnTo>
                  <a:lnTo>
                    <a:pt x="673344" y="74397"/>
                  </a:lnTo>
                  <a:lnTo>
                    <a:pt x="695653" y="70813"/>
                  </a:lnTo>
                  <a:lnTo>
                    <a:pt x="717086" y="67369"/>
                  </a:lnTo>
                  <a:lnTo>
                    <a:pt x="737711" y="64055"/>
                  </a:lnTo>
                  <a:lnTo>
                    <a:pt x="757585" y="60862"/>
                  </a:lnTo>
                  <a:lnTo>
                    <a:pt x="776762" y="57781"/>
                  </a:lnTo>
                  <a:lnTo>
                    <a:pt x="795289" y="54804"/>
                  </a:lnTo>
                  <a:lnTo>
                    <a:pt x="813208" y="51925"/>
                  </a:lnTo>
                  <a:lnTo>
                    <a:pt x="830558" y="49137"/>
                  </a:lnTo>
                  <a:lnTo>
                    <a:pt x="847374" y="46435"/>
                  </a:lnTo>
                  <a:lnTo>
                    <a:pt x="863688" y="43814"/>
                  </a:lnTo>
                  <a:lnTo>
                    <a:pt x="879529" y="41268"/>
                  </a:lnTo>
                  <a:lnTo>
                    <a:pt x="894924" y="38795"/>
                  </a:lnTo>
                  <a:lnTo>
                    <a:pt x="909897" y="36389"/>
                  </a:lnTo>
                  <a:lnTo>
                    <a:pt x="924471" y="34047"/>
                  </a:lnTo>
                  <a:lnTo>
                    <a:pt x="938666" y="31767"/>
                  </a:lnTo>
                  <a:lnTo>
                    <a:pt x="952502" y="29544"/>
                  </a:lnTo>
                  <a:lnTo>
                    <a:pt x="965996" y="27376"/>
                  </a:lnTo>
                  <a:lnTo>
                    <a:pt x="979165" y="25260"/>
                  </a:lnTo>
                  <a:lnTo>
                    <a:pt x="992024" y="23193"/>
                  </a:lnTo>
                  <a:lnTo>
                    <a:pt x="1004587" y="21175"/>
                  </a:lnTo>
                  <a:lnTo>
                    <a:pt x="1016868" y="19202"/>
                  </a:lnTo>
                  <a:lnTo>
                    <a:pt x="1028879" y="17272"/>
                  </a:lnTo>
                  <a:lnTo>
                    <a:pt x="1040632" y="15383"/>
                  </a:lnTo>
                  <a:lnTo>
                    <a:pt x="1052137" y="13535"/>
                  </a:lnTo>
                  <a:lnTo>
                    <a:pt x="1063405" y="11724"/>
                  </a:lnTo>
                  <a:lnTo>
                    <a:pt x="1074446" y="9950"/>
                  </a:lnTo>
                  <a:lnTo>
                    <a:pt x="1085268" y="8212"/>
                  </a:lnTo>
                  <a:lnTo>
                    <a:pt x="1095879" y="6507"/>
                  </a:lnTo>
                  <a:lnTo>
                    <a:pt x="1106289" y="4834"/>
                  </a:lnTo>
                  <a:lnTo>
                    <a:pt x="1116504" y="3193"/>
                  </a:lnTo>
                  <a:lnTo>
                    <a:pt x="1126531" y="1582"/>
                  </a:lnTo>
                  <a:lnTo>
                    <a:pt x="113637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11395" y="1794764"/>
              <a:ext cx="1136378" cy="314023"/>
            </a:xfrm>
            <a:custGeom>
              <a:avLst/>
              <a:pathLst>
                <a:path w="1136378" h="314023">
                  <a:moveTo>
                    <a:pt x="0" y="314023"/>
                  </a:moveTo>
                  <a:lnTo>
                    <a:pt x="72972" y="293858"/>
                  </a:lnTo>
                  <a:lnTo>
                    <a:pt x="137338" y="276071"/>
                  </a:lnTo>
                  <a:lnTo>
                    <a:pt x="194916" y="260160"/>
                  </a:lnTo>
                  <a:lnTo>
                    <a:pt x="247001" y="245767"/>
                  </a:lnTo>
                  <a:lnTo>
                    <a:pt x="294552" y="232627"/>
                  </a:lnTo>
                  <a:lnTo>
                    <a:pt x="338294" y="220540"/>
                  </a:lnTo>
                  <a:lnTo>
                    <a:pt x="378792" y="209348"/>
                  </a:lnTo>
                  <a:lnTo>
                    <a:pt x="416496" y="198930"/>
                  </a:lnTo>
                  <a:lnTo>
                    <a:pt x="451765" y="189183"/>
                  </a:lnTo>
                  <a:lnTo>
                    <a:pt x="484895" y="180028"/>
                  </a:lnTo>
                  <a:lnTo>
                    <a:pt x="516131" y="171397"/>
                  </a:lnTo>
                  <a:lnTo>
                    <a:pt x="545678" y="163232"/>
                  </a:lnTo>
                  <a:lnTo>
                    <a:pt x="573709" y="155486"/>
                  </a:lnTo>
                  <a:lnTo>
                    <a:pt x="600372" y="148118"/>
                  </a:lnTo>
                  <a:lnTo>
                    <a:pt x="625794" y="141093"/>
                  </a:lnTo>
                  <a:lnTo>
                    <a:pt x="650086" y="134380"/>
                  </a:lnTo>
                  <a:lnTo>
                    <a:pt x="673344" y="127953"/>
                  </a:lnTo>
                  <a:lnTo>
                    <a:pt x="695653" y="121788"/>
                  </a:lnTo>
                  <a:lnTo>
                    <a:pt x="717086" y="115865"/>
                  </a:lnTo>
                  <a:lnTo>
                    <a:pt x="737711" y="110166"/>
                  </a:lnTo>
                  <a:lnTo>
                    <a:pt x="757585" y="104674"/>
                  </a:lnTo>
                  <a:lnTo>
                    <a:pt x="776762" y="99375"/>
                  </a:lnTo>
                  <a:lnTo>
                    <a:pt x="795289" y="94255"/>
                  </a:lnTo>
                  <a:lnTo>
                    <a:pt x="813208" y="89303"/>
                  </a:lnTo>
                  <a:lnTo>
                    <a:pt x="830558" y="84509"/>
                  </a:lnTo>
                  <a:lnTo>
                    <a:pt x="847374" y="79862"/>
                  </a:lnTo>
                  <a:lnTo>
                    <a:pt x="863688" y="75354"/>
                  </a:lnTo>
                  <a:lnTo>
                    <a:pt x="879529" y="70976"/>
                  </a:lnTo>
                  <a:lnTo>
                    <a:pt x="894924" y="66722"/>
                  </a:lnTo>
                  <a:lnTo>
                    <a:pt x="909897" y="62585"/>
                  </a:lnTo>
                  <a:lnTo>
                    <a:pt x="924471" y="58557"/>
                  </a:lnTo>
                  <a:lnTo>
                    <a:pt x="938666" y="54635"/>
                  </a:lnTo>
                  <a:lnTo>
                    <a:pt x="952502" y="50811"/>
                  </a:lnTo>
                  <a:lnTo>
                    <a:pt x="965996" y="47082"/>
                  </a:lnTo>
                  <a:lnTo>
                    <a:pt x="979165" y="43443"/>
                  </a:lnTo>
                  <a:lnTo>
                    <a:pt x="992024" y="39890"/>
                  </a:lnTo>
                  <a:lnTo>
                    <a:pt x="1004587" y="36418"/>
                  </a:lnTo>
                  <a:lnTo>
                    <a:pt x="1016868" y="33024"/>
                  </a:lnTo>
                  <a:lnTo>
                    <a:pt x="1028879" y="29705"/>
                  </a:lnTo>
                  <a:lnTo>
                    <a:pt x="1040632" y="26458"/>
                  </a:lnTo>
                  <a:lnTo>
                    <a:pt x="1052137" y="23278"/>
                  </a:lnTo>
                  <a:lnTo>
                    <a:pt x="1063405" y="20165"/>
                  </a:lnTo>
                  <a:lnTo>
                    <a:pt x="1074446" y="17114"/>
                  </a:lnTo>
                  <a:lnTo>
                    <a:pt x="1085268" y="14123"/>
                  </a:lnTo>
                  <a:lnTo>
                    <a:pt x="1095879" y="11191"/>
                  </a:lnTo>
                  <a:lnTo>
                    <a:pt x="1106289" y="8314"/>
                  </a:lnTo>
                  <a:lnTo>
                    <a:pt x="1116504" y="5491"/>
                  </a:lnTo>
                  <a:lnTo>
                    <a:pt x="1126531" y="2721"/>
                  </a:lnTo>
                  <a:lnTo>
                    <a:pt x="113637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11395" y="2071874"/>
              <a:ext cx="1136378" cy="72771"/>
            </a:xfrm>
            <a:custGeom>
              <a:avLst/>
              <a:pathLst>
                <a:path w="1136378" h="72771">
                  <a:moveTo>
                    <a:pt x="0" y="72771"/>
                  </a:moveTo>
                  <a:lnTo>
                    <a:pt x="72972" y="68098"/>
                  </a:lnTo>
                  <a:lnTo>
                    <a:pt x="137338" y="63976"/>
                  </a:lnTo>
                  <a:lnTo>
                    <a:pt x="194916" y="60289"/>
                  </a:lnTo>
                  <a:lnTo>
                    <a:pt x="247001" y="56953"/>
                  </a:lnTo>
                  <a:lnTo>
                    <a:pt x="294552" y="53908"/>
                  </a:lnTo>
                  <a:lnTo>
                    <a:pt x="338294" y="51107"/>
                  </a:lnTo>
                  <a:lnTo>
                    <a:pt x="378792" y="48514"/>
                  </a:lnTo>
                  <a:lnTo>
                    <a:pt x="416496" y="46099"/>
                  </a:lnTo>
                  <a:lnTo>
                    <a:pt x="451765" y="43841"/>
                  </a:lnTo>
                  <a:lnTo>
                    <a:pt x="484895" y="41719"/>
                  </a:lnTo>
                  <a:lnTo>
                    <a:pt x="516131" y="39719"/>
                  </a:lnTo>
                  <a:lnTo>
                    <a:pt x="545678" y="37827"/>
                  </a:lnTo>
                  <a:lnTo>
                    <a:pt x="573709" y="36032"/>
                  </a:lnTo>
                  <a:lnTo>
                    <a:pt x="600372" y="34324"/>
                  </a:lnTo>
                  <a:lnTo>
                    <a:pt x="625794" y="32696"/>
                  </a:lnTo>
                  <a:lnTo>
                    <a:pt x="650086" y="31141"/>
                  </a:lnTo>
                  <a:lnTo>
                    <a:pt x="673344" y="29651"/>
                  </a:lnTo>
                  <a:lnTo>
                    <a:pt x="695653" y="28223"/>
                  </a:lnTo>
                  <a:lnTo>
                    <a:pt x="717086" y="26850"/>
                  </a:lnTo>
                  <a:lnTo>
                    <a:pt x="737711" y="25529"/>
                  </a:lnTo>
                  <a:lnTo>
                    <a:pt x="757585" y="24257"/>
                  </a:lnTo>
                  <a:lnTo>
                    <a:pt x="776762" y="23029"/>
                  </a:lnTo>
                  <a:lnTo>
                    <a:pt x="795289" y="21842"/>
                  </a:lnTo>
                  <a:lnTo>
                    <a:pt x="813208" y="20695"/>
                  </a:lnTo>
                  <a:lnTo>
                    <a:pt x="830558" y="19584"/>
                  </a:lnTo>
                  <a:lnTo>
                    <a:pt x="847374" y="18507"/>
                  </a:lnTo>
                  <a:lnTo>
                    <a:pt x="863688" y="17462"/>
                  </a:lnTo>
                  <a:lnTo>
                    <a:pt x="879529" y="16448"/>
                  </a:lnTo>
                  <a:lnTo>
                    <a:pt x="894924" y="15462"/>
                  </a:lnTo>
                  <a:lnTo>
                    <a:pt x="909897" y="14503"/>
                  </a:lnTo>
                  <a:lnTo>
                    <a:pt x="924471" y="13570"/>
                  </a:lnTo>
                  <a:lnTo>
                    <a:pt x="938666" y="12661"/>
                  </a:lnTo>
                  <a:lnTo>
                    <a:pt x="952502" y="11775"/>
                  </a:lnTo>
                  <a:lnTo>
                    <a:pt x="965996" y="10910"/>
                  </a:lnTo>
                  <a:lnTo>
                    <a:pt x="979165" y="10067"/>
                  </a:lnTo>
                  <a:lnTo>
                    <a:pt x="992024" y="9244"/>
                  </a:lnTo>
                  <a:lnTo>
                    <a:pt x="1004587" y="8439"/>
                  </a:lnTo>
                  <a:lnTo>
                    <a:pt x="1016868" y="7653"/>
                  </a:lnTo>
                  <a:lnTo>
                    <a:pt x="1028879" y="6884"/>
                  </a:lnTo>
                  <a:lnTo>
                    <a:pt x="1040632" y="6131"/>
                  </a:lnTo>
                  <a:lnTo>
                    <a:pt x="1052137" y="5394"/>
                  </a:lnTo>
                  <a:lnTo>
                    <a:pt x="1063405" y="4673"/>
                  </a:lnTo>
                  <a:lnTo>
                    <a:pt x="1074446" y="3966"/>
                  </a:lnTo>
                  <a:lnTo>
                    <a:pt x="1085268" y="3273"/>
                  </a:lnTo>
                  <a:lnTo>
                    <a:pt x="1095879" y="2593"/>
                  </a:lnTo>
                  <a:lnTo>
                    <a:pt x="1106289" y="1926"/>
                  </a:lnTo>
                  <a:lnTo>
                    <a:pt x="1116504" y="1272"/>
                  </a:lnTo>
                  <a:lnTo>
                    <a:pt x="1126531" y="630"/>
                  </a:lnTo>
                  <a:lnTo>
                    <a:pt x="113637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11395" y="1923049"/>
              <a:ext cx="1136378" cy="91902"/>
            </a:xfrm>
            <a:custGeom>
              <a:avLst/>
              <a:pathLst>
                <a:path w="1136378" h="91902">
                  <a:moveTo>
                    <a:pt x="0" y="91902"/>
                  </a:moveTo>
                  <a:lnTo>
                    <a:pt x="72972" y="86000"/>
                  </a:lnTo>
                  <a:lnTo>
                    <a:pt x="137338" y="80795"/>
                  </a:lnTo>
                  <a:lnTo>
                    <a:pt x="194916" y="76138"/>
                  </a:lnTo>
                  <a:lnTo>
                    <a:pt x="247001" y="71926"/>
                  </a:lnTo>
                  <a:lnTo>
                    <a:pt x="294552" y="68081"/>
                  </a:lnTo>
                  <a:lnTo>
                    <a:pt x="338294" y="64543"/>
                  </a:lnTo>
                  <a:lnTo>
                    <a:pt x="378792" y="61268"/>
                  </a:lnTo>
                  <a:lnTo>
                    <a:pt x="416496" y="58219"/>
                  </a:lnTo>
                  <a:lnTo>
                    <a:pt x="451765" y="55366"/>
                  </a:lnTo>
                  <a:lnTo>
                    <a:pt x="484895" y="52687"/>
                  </a:lnTo>
                  <a:lnTo>
                    <a:pt x="516131" y="50161"/>
                  </a:lnTo>
                  <a:lnTo>
                    <a:pt x="545678" y="47771"/>
                  </a:lnTo>
                  <a:lnTo>
                    <a:pt x="573709" y="45504"/>
                  </a:lnTo>
                  <a:lnTo>
                    <a:pt x="600372" y="43348"/>
                  </a:lnTo>
                  <a:lnTo>
                    <a:pt x="625794" y="41292"/>
                  </a:lnTo>
                  <a:lnTo>
                    <a:pt x="650086" y="39327"/>
                  </a:lnTo>
                  <a:lnTo>
                    <a:pt x="673344" y="37446"/>
                  </a:lnTo>
                  <a:lnTo>
                    <a:pt x="695653" y="35642"/>
                  </a:lnTo>
                  <a:lnTo>
                    <a:pt x="717086" y="33909"/>
                  </a:lnTo>
                  <a:lnTo>
                    <a:pt x="737711" y="32241"/>
                  </a:lnTo>
                  <a:lnTo>
                    <a:pt x="757585" y="30634"/>
                  </a:lnTo>
                  <a:lnTo>
                    <a:pt x="776762" y="29083"/>
                  </a:lnTo>
                  <a:lnTo>
                    <a:pt x="795289" y="27584"/>
                  </a:lnTo>
                  <a:lnTo>
                    <a:pt x="813208" y="26135"/>
                  </a:lnTo>
                  <a:lnTo>
                    <a:pt x="830558" y="24732"/>
                  </a:lnTo>
                  <a:lnTo>
                    <a:pt x="847374" y="23372"/>
                  </a:lnTo>
                  <a:lnTo>
                    <a:pt x="863688" y="22053"/>
                  </a:lnTo>
                  <a:lnTo>
                    <a:pt x="879529" y="20772"/>
                  </a:lnTo>
                  <a:lnTo>
                    <a:pt x="894924" y="19527"/>
                  </a:lnTo>
                  <a:lnTo>
                    <a:pt x="909897" y="18316"/>
                  </a:lnTo>
                  <a:lnTo>
                    <a:pt x="924471" y="17137"/>
                  </a:lnTo>
                  <a:lnTo>
                    <a:pt x="938666" y="15989"/>
                  </a:lnTo>
                  <a:lnTo>
                    <a:pt x="952502" y="14870"/>
                  </a:lnTo>
                  <a:lnTo>
                    <a:pt x="965996" y="13779"/>
                  </a:lnTo>
                  <a:lnTo>
                    <a:pt x="979165" y="12714"/>
                  </a:lnTo>
                  <a:lnTo>
                    <a:pt x="992024" y="11674"/>
                  </a:lnTo>
                  <a:lnTo>
                    <a:pt x="1004587" y="10658"/>
                  </a:lnTo>
                  <a:lnTo>
                    <a:pt x="1016868" y="9665"/>
                  </a:lnTo>
                  <a:lnTo>
                    <a:pt x="1028879" y="8693"/>
                  </a:lnTo>
                  <a:lnTo>
                    <a:pt x="1040632" y="7743"/>
                  </a:lnTo>
                  <a:lnTo>
                    <a:pt x="1052137" y="6812"/>
                  </a:lnTo>
                  <a:lnTo>
                    <a:pt x="1063405" y="5901"/>
                  </a:lnTo>
                  <a:lnTo>
                    <a:pt x="1074446" y="5008"/>
                  </a:lnTo>
                  <a:lnTo>
                    <a:pt x="1085268" y="4133"/>
                  </a:lnTo>
                  <a:lnTo>
                    <a:pt x="1095879" y="3275"/>
                  </a:lnTo>
                  <a:lnTo>
                    <a:pt x="1106289" y="2433"/>
                  </a:lnTo>
                  <a:lnTo>
                    <a:pt x="1116504" y="1607"/>
                  </a:lnTo>
                  <a:lnTo>
                    <a:pt x="1126531" y="796"/>
                  </a:lnTo>
                  <a:lnTo>
                    <a:pt x="113637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rc388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624659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596191" y="2314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596191" y="20204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596191" y="17266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596191" y="14328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24659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11395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090188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46898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847773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tx399"/>
            <p:cNvSpPr/>
            <p:nvPr/>
          </p:nvSpPr>
          <p:spPr>
            <a:xfrm>
              <a:off x="5624659" y="990315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1" name="rc400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366801" y="35166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376064" y="36299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362249" y="331838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56599" y="33393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348736" y="37692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360461" y="33450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359096" y="37503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341437" y="37693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392413" y="36481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58069" y="34028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65377" y="34433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52472" y="26771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28711" y="32852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74604" y="35596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23708" y="367188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25503" y="35663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57977" y="31863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29778" y="33393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55330" y="35056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39178" y="28460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26468" y="31935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73218" y="34477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45834" y="30870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55570" y="30824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31964" y="36837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21632" y="28601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48846" y="32504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66382" y="334255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2357" y="339046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17349" y="33234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7123" y="342509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06102" y="34311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23878" y="31445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49018" y="34994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19357" y="33447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49466" y="35737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52772" y="35778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38258" y="31013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39754" y="32340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04083" y="31054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51784" y="30558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09828" y="36868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04088" y="34798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08260" y="31420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47052" y="29412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08604" y="35801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23390" y="31614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40737" y="332308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30007" y="34344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19786" y="35240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92023" y="34766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91988" y="3770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31001" y="35564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07355" y="36290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26405" y="27549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12521" y="364041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512974" y="34610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522342" y="33510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508629" y="35577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94267" y="33746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93686" y="358104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84772" y="35841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15873" y="36048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524131" y="36937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512592" y="32796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502116" y="36217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509542" y="351993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83375" y="34280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508923" y="35090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513854" y="28194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92079" y="34965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518162" y="3543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96693" y="3515704"/>
              <a:ext cx="1137739" cy="95966"/>
            </a:xfrm>
            <a:custGeom>
              <a:avLst/>
              <a:pathLst>
                <a:path w="1137739" h="95966">
                  <a:moveTo>
                    <a:pt x="0" y="0"/>
                  </a:moveTo>
                  <a:lnTo>
                    <a:pt x="73059" y="6162"/>
                  </a:lnTo>
                  <a:lnTo>
                    <a:pt x="137503" y="11598"/>
                  </a:lnTo>
                  <a:lnTo>
                    <a:pt x="195150" y="16460"/>
                  </a:lnTo>
                  <a:lnTo>
                    <a:pt x="247297" y="20859"/>
                  </a:lnTo>
                  <a:lnTo>
                    <a:pt x="294904" y="24874"/>
                  </a:lnTo>
                  <a:lnTo>
                    <a:pt x="338699" y="28568"/>
                  </a:lnTo>
                  <a:lnTo>
                    <a:pt x="379246" y="31988"/>
                  </a:lnTo>
                  <a:lnTo>
                    <a:pt x="416994" y="35172"/>
                  </a:lnTo>
                  <a:lnTo>
                    <a:pt x="452306" y="38151"/>
                  </a:lnTo>
                  <a:lnTo>
                    <a:pt x="485476" y="40948"/>
                  </a:lnTo>
                  <a:lnTo>
                    <a:pt x="516749" y="43586"/>
                  </a:lnTo>
                  <a:lnTo>
                    <a:pt x="546332" y="46082"/>
                  </a:lnTo>
                  <a:lnTo>
                    <a:pt x="574396" y="48449"/>
                  </a:lnTo>
                  <a:lnTo>
                    <a:pt x="601091" y="50700"/>
                  </a:lnTo>
                  <a:lnTo>
                    <a:pt x="626544" y="52847"/>
                  </a:lnTo>
                  <a:lnTo>
                    <a:pt x="650865" y="54899"/>
                  </a:lnTo>
                  <a:lnTo>
                    <a:pt x="674151" y="56863"/>
                  </a:lnTo>
                  <a:lnTo>
                    <a:pt x="696486" y="58747"/>
                  </a:lnTo>
                  <a:lnTo>
                    <a:pt x="717945" y="60557"/>
                  </a:lnTo>
                  <a:lnTo>
                    <a:pt x="738594" y="62299"/>
                  </a:lnTo>
                  <a:lnTo>
                    <a:pt x="758492" y="63977"/>
                  </a:lnTo>
                  <a:lnTo>
                    <a:pt x="777692" y="65596"/>
                  </a:lnTo>
                  <a:lnTo>
                    <a:pt x="796241" y="67161"/>
                  </a:lnTo>
                  <a:lnTo>
                    <a:pt x="814181" y="68674"/>
                  </a:lnTo>
                  <a:lnTo>
                    <a:pt x="831552" y="70139"/>
                  </a:lnTo>
                  <a:lnTo>
                    <a:pt x="848389" y="71559"/>
                  </a:lnTo>
                  <a:lnTo>
                    <a:pt x="864722" y="72937"/>
                  </a:lnTo>
                  <a:lnTo>
                    <a:pt x="880582" y="74275"/>
                  </a:lnTo>
                  <a:lnTo>
                    <a:pt x="895996" y="75575"/>
                  </a:lnTo>
                  <a:lnTo>
                    <a:pt x="910987" y="76840"/>
                  </a:lnTo>
                  <a:lnTo>
                    <a:pt x="925578" y="78070"/>
                  </a:lnTo>
                  <a:lnTo>
                    <a:pt x="939790" y="79269"/>
                  </a:lnTo>
                  <a:lnTo>
                    <a:pt x="953642" y="80437"/>
                  </a:lnTo>
                  <a:lnTo>
                    <a:pt x="967153" y="81577"/>
                  </a:lnTo>
                  <a:lnTo>
                    <a:pt x="980337" y="82689"/>
                  </a:lnTo>
                  <a:lnTo>
                    <a:pt x="993212" y="83775"/>
                  </a:lnTo>
                  <a:lnTo>
                    <a:pt x="1005790" y="84836"/>
                  </a:lnTo>
                  <a:lnTo>
                    <a:pt x="1018086" y="85873"/>
                  </a:lnTo>
                  <a:lnTo>
                    <a:pt x="1030111" y="86887"/>
                  </a:lnTo>
                  <a:lnTo>
                    <a:pt x="1041878" y="87880"/>
                  </a:lnTo>
                  <a:lnTo>
                    <a:pt x="1053397" y="88852"/>
                  </a:lnTo>
                  <a:lnTo>
                    <a:pt x="1064679" y="89803"/>
                  </a:lnTo>
                  <a:lnTo>
                    <a:pt x="1075732" y="90736"/>
                  </a:lnTo>
                  <a:lnTo>
                    <a:pt x="1086567" y="91649"/>
                  </a:lnTo>
                  <a:lnTo>
                    <a:pt x="1097192" y="92546"/>
                  </a:lnTo>
                  <a:lnTo>
                    <a:pt x="1107614" y="93425"/>
                  </a:lnTo>
                  <a:lnTo>
                    <a:pt x="1117841" y="94287"/>
                  </a:lnTo>
                  <a:lnTo>
                    <a:pt x="1127880" y="95134"/>
                  </a:lnTo>
                  <a:lnTo>
                    <a:pt x="1137739" y="9596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396693" y="3390717"/>
              <a:ext cx="1137739" cy="56271"/>
            </a:xfrm>
            <a:custGeom>
              <a:avLst/>
              <a:pathLst>
                <a:path w="1137739" h="56271">
                  <a:moveTo>
                    <a:pt x="0" y="0"/>
                  </a:moveTo>
                  <a:lnTo>
                    <a:pt x="73059" y="3613"/>
                  </a:lnTo>
                  <a:lnTo>
                    <a:pt x="137503" y="6800"/>
                  </a:lnTo>
                  <a:lnTo>
                    <a:pt x="195150" y="9651"/>
                  </a:lnTo>
                  <a:lnTo>
                    <a:pt x="247297" y="12231"/>
                  </a:lnTo>
                  <a:lnTo>
                    <a:pt x="294904" y="14585"/>
                  </a:lnTo>
                  <a:lnTo>
                    <a:pt x="338699" y="16751"/>
                  </a:lnTo>
                  <a:lnTo>
                    <a:pt x="379246" y="18757"/>
                  </a:lnTo>
                  <a:lnTo>
                    <a:pt x="416994" y="20624"/>
                  </a:lnTo>
                  <a:lnTo>
                    <a:pt x="452306" y="22370"/>
                  </a:lnTo>
                  <a:lnTo>
                    <a:pt x="485476" y="24011"/>
                  </a:lnTo>
                  <a:lnTo>
                    <a:pt x="516749" y="25557"/>
                  </a:lnTo>
                  <a:lnTo>
                    <a:pt x="546332" y="27020"/>
                  </a:lnTo>
                  <a:lnTo>
                    <a:pt x="574396" y="28408"/>
                  </a:lnTo>
                  <a:lnTo>
                    <a:pt x="601091" y="29729"/>
                  </a:lnTo>
                  <a:lnTo>
                    <a:pt x="626544" y="30988"/>
                  </a:lnTo>
                  <a:lnTo>
                    <a:pt x="650865" y="32191"/>
                  </a:lnTo>
                  <a:lnTo>
                    <a:pt x="674151" y="33342"/>
                  </a:lnTo>
                  <a:lnTo>
                    <a:pt x="696486" y="34447"/>
                  </a:lnTo>
                  <a:lnTo>
                    <a:pt x="717945" y="35508"/>
                  </a:lnTo>
                  <a:lnTo>
                    <a:pt x="738594" y="36530"/>
                  </a:lnTo>
                  <a:lnTo>
                    <a:pt x="758492" y="37514"/>
                  </a:lnTo>
                  <a:lnTo>
                    <a:pt x="777692" y="38463"/>
                  </a:lnTo>
                  <a:lnTo>
                    <a:pt x="796241" y="39381"/>
                  </a:lnTo>
                  <a:lnTo>
                    <a:pt x="814181" y="40268"/>
                  </a:lnTo>
                  <a:lnTo>
                    <a:pt x="831552" y="41127"/>
                  </a:lnTo>
                  <a:lnTo>
                    <a:pt x="848389" y="41960"/>
                  </a:lnTo>
                  <a:lnTo>
                    <a:pt x="864722" y="42768"/>
                  </a:lnTo>
                  <a:lnTo>
                    <a:pt x="880582" y="43552"/>
                  </a:lnTo>
                  <a:lnTo>
                    <a:pt x="895996" y="44314"/>
                  </a:lnTo>
                  <a:lnTo>
                    <a:pt x="910987" y="45056"/>
                  </a:lnTo>
                  <a:lnTo>
                    <a:pt x="925578" y="45777"/>
                  </a:lnTo>
                  <a:lnTo>
                    <a:pt x="939790" y="46480"/>
                  </a:lnTo>
                  <a:lnTo>
                    <a:pt x="953642" y="47166"/>
                  </a:lnTo>
                  <a:lnTo>
                    <a:pt x="967153" y="47834"/>
                  </a:lnTo>
                  <a:lnTo>
                    <a:pt x="980337" y="48486"/>
                  </a:lnTo>
                  <a:lnTo>
                    <a:pt x="993212" y="49123"/>
                  </a:lnTo>
                  <a:lnTo>
                    <a:pt x="1005790" y="49745"/>
                  </a:lnTo>
                  <a:lnTo>
                    <a:pt x="1018086" y="50353"/>
                  </a:lnTo>
                  <a:lnTo>
                    <a:pt x="1030111" y="50948"/>
                  </a:lnTo>
                  <a:lnTo>
                    <a:pt x="1041878" y="51530"/>
                  </a:lnTo>
                  <a:lnTo>
                    <a:pt x="1053397" y="52099"/>
                  </a:lnTo>
                  <a:lnTo>
                    <a:pt x="1064679" y="52657"/>
                  </a:lnTo>
                  <a:lnTo>
                    <a:pt x="1075732" y="53204"/>
                  </a:lnTo>
                  <a:lnTo>
                    <a:pt x="1086567" y="53740"/>
                  </a:lnTo>
                  <a:lnTo>
                    <a:pt x="1097192" y="54265"/>
                  </a:lnTo>
                  <a:lnTo>
                    <a:pt x="1107614" y="54781"/>
                  </a:lnTo>
                  <a:lnTo>
                    <a:pt x="1117841" y="55287"/>
                  </a:lnTo>
                  <a:lnTo>
                    <a:pt x="1127880" y="55783"/>
                  </a:lnTo>
                  <a:lnTo>
                    <a:pt x="1137739" y="5627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396693" y="3323320"/>
              <a:ext cx="1137739" cy="298889"/>
            </a:xfrm>
            <a:custGeom>
              <a:avLst/>
              <a:pathLst>
                <a:path w="1137739" h="298889">
                  <a:moveTo>
                    <a:pt x="0" y="0"/>
                  </a:moveTo>
                  <a:lnTo>
                    <a:pt x="73059" y="19193"/>
                  </a:lnTo>
                  <a:lnTo>
                    <a:pt x="137503" y="36122"/>
                  </a:lnTo>
                  <a:lnTo>
                    <a:pt x="195150" y="51266"/>
                  </a:lnTo>
                  <a:lnTo>
                    <a:pt x="247297" y="64966"/>
                  </a:lnTo>
                  <a:lnTo>
                    <a:pt x="294904" y="77472"/>
                  </a:lnTo>
                  <a:lnTo>
                    <a:pt x="338699" y="88977"/>
                  </a:lnTo>
                  <a:lnTo>
                    <a:pt x="379246" y="99629"/>
                  </a:lnTo>
                  <a:lnTo>
                    <a:pt x="416994" y="109546"/>
                  </a:lnTo>
                  <a:lnTo>
                    <a:pt x="452306" y="118822"/>
                  </a:lnTo>
                  <a:lnTo>
                    <a:pt x="485476" y="127536"/>
                  </a:lnTo>
                  <a:lnTo>
                    <a:pt x="516749" y="135752"/>
                  </a:lnTo>
                  <a:lnTo>
                    <a:pt x="546332" y="143523"/>
                  </a:lnTo>
                  <a:lnTo>
                    <a:pt x="574396" y="150896"/>
                  </a:lnTo>
                  <a:lnTo>
                    <a:pt x="601091" y="157909"/>
                  </a:lnTo>
                  <a:lnTo>
                    <a:pt x="626544" y="164595"/>
                  </a:lnTo>
                  <a:lnTo>
                    <a:pt x="650865" y="170985"/>
                  </a:lnTo>
                  <a:lnTo>
                    <a:pt x="674151" y="177102"/>
                  </a:lnTo>
                  <a:lnTo>
                    <a:pt x="696486" y="182970"/>
                  </a:lnTo>
                  <a:lnTo>
                    <a:pt x="717945" y="188607"/>
                  </a:lnTo>
                  <a:lnTo>
                    <a:pt x="738594" y="194032"/>
                  </a:lnTo>
                  <a:lnTo>
                    <a:pt x="758492" y="199259"/>
                  </a:lnTo>
                  <a:lnTo>
                    <a:pt x="777692" y="204303"/>
                  </a:lnTo>
                  <a:lnTo>
                    <a:pt x="796241" y="209176"/>
                  </a:lnTo>
                  <a:lnTo>
                    <a:pt x="814181" y="213889"/>
                  </a:lnTo>
                  <a:lnTo>
                    <a:pt x="831552" y="218452"/>
                  </a:lnTo>
                  <a:lnTo>
                    <a:pt x="848389" y="222875"/>
                  </a:lnTo>
                  <a:lnTo>
                    <a:pt x="864722" y="227166"/>
                  </a:lnTo>
                  <a:lnTo>
                    <a:pt x="880582" y="231333"/>
                  </a:lnTo>
                  <a:lnTo>
                    <a:pt x="895996" y="235382"/>
                  </a:lnTo>
                  <a:lnTo>
                    <a:pt x="910987" y="239320"/>
                  </a:lnTo>
                  <a:lnTo>
                    <a:pt x="925578" y="243153"/>
                  </a:lnTo>
                  <a:lnTo>
                    <a:pt x="939790" y="246887"/>
                  </a:lnTo>
                  <a:lnTo>
                    <a:pt x="953642" y="250526"/>
                  </a:lnTo>
                  <a:lnTo>
                    <a:pt x="967153" y="254075"/>
                  </a:lnTo>
                  <a:lnTo>
                    <a:pt x="980337" y="257539"/>
                  </a:lnTo>
                  <a:lnTo>
                    <a:pt x="993212" y="260921"/>
                  </a:lnTo>
                  <a:lnTo>
                    <a:pt x="1005790" y="264225"/>
                  </a:lnTo>
                  <a:lnTo>
                    <a:pt x="1018086" y="267455"/>
                  </a:lnTo>
                  <a:lnTo>
                    <a:pt x="1030111" y="270614"/>
                  </a:lnTo>
                  <a:lnTo>
                    <a:pt x="1041878" y="273706"/>
                  </a:lnTo>
                  <a:lnTo>
                    <a:pt x="1053397" y="276732"/>
                  </a:lnTo>
                  <a:lnTo>
                    <a:pt x="1064679" y="279695"/>
                  </a:lnTo>
                  <a:lnTo>
                    <a:pt x="1075732" y="282599"/>
                  </a:lnTo>
                  <a:lnTo>
                    <a:pt x="1086567" y="285446"/>
                  </a:lnTo>
                  <a:lnTo>
                    <a:pt x="1097192" y="288237"/>
                  </a:lnTo>
                  <a:lnTo>
                    <a:pt x="1107614" y="290975"/>
                  </a:lnTo>
                  <a:lnTo>
                    <a:pt x="1117841" y="293661"/>
                  </a:lnTo>
                  <a:lnTo>
                    <a:pt x="1127880" y="296299"/>
                  </a:lnTo>
                  <a:lnTo>
                    <a:pt x="1137739" y="29888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396693" y="3233464"/>
              <a:ext cx="1137739" cy="446458"/>
            </a:xfrm>
            <a:custGeom>
              <a:avLst/>
              <a:pathLst>
                <a:path w="1137739" h="446458">
                  <a:moveTo>
                    <a:pt x="0" y="446458"/>
                  </a:moveTo>
                  <a:lnTo>
                    <a:pt x="73059" y="417789"/>
                  </a:lnTo>
                  <a:lnTo>
                    <a:pt x="137503" y="392501"/>
                  </a:lnTo>
                  <a:lnTo>
                    <a:pt x="195150" y="369880"/>
                  </a:lnTo>
                  <a:lnTo>
                    <a:pt x="247297" y="349417"/>
                  </a:lnTo>
                  <a:lnTo>
                    <a:pt x="294904" y="330735"/>
                  </a:lnTo>
                  <a:lnTo>
                    <a:pt x="338699" y="313550"/>
                  </a:lnTo>
                  <a:lnTo>
                    <a:pt x="379246" y="297639"/>
                  </a:lnTo>
                  <a:lnTo>
                    <a:pt x="416994" y="282826"/>
                  </a:lnTo>
                  <a:lnTo>
                    <a:pt x="452306" y="268969"/>
                  </a:lnTo>
                  <a:lnTo>
                    <a:pt x="485476" y="255953"/>
                  </a:lnTo>
                  <a:lnTo>
                    <a:pt x="516749" y="243681"/>
                  </a:lnTo>
                  <a:lnTo>
                    <a:pt x="546332" y="232073"/>
                  </a:lnTo>
                  <a:lnTo>
                    <a:pt x="574396" y="221060"/>
                  </a:lnTo>
                  <a:lnTo>
                    <a:pt x="601091" y="210585"/>
                  </a:lnTo>
                  <a:lnTo>
                    <a:pt x="626544" y="200597"/>
                  </a:lnTo>
                  <a:lnTo>
                    <a:pt x="650865" y="191053"/>
                  </a:lnTo>
                  <a:lnTo>
                    <a:pt x="674151" y="181915"/>
                  </a:lnTo>
                  <a:lnTo>
                    <a:pt x="696486" y="173151"/>
                  </a:lnTo>
                  <a:lnTo>
                    <a:pt x="717945" y="164730"/>
                  </a:lnTo>
                  <a:lnTo>
                    <a:pt x="738594" y="156627"/>
                  </a:lnTo>
                  <a:lnTo>
                    <a:pt x="758492" y="148819"/>
                  </a:lnTo>
                  <a:lnTo>
                    <a:pt x="777692" y="141285"/>
                  </a:lnTo>
                  <a:lnTo>
                    <a:pt x="796241" y="134006"/>
                  </a:lnTo>
                  <a:lnTo>
                    <a:pt x="814181" y="126966"/>
                  </a:lnTo>
                  <a:lnTo>
                    <a:pt x="831552" y="120150"/>
                  </a:lnTo>
                  <a:lnTo>
                    <a:pt x="848389" y="113543"/>
                  </a:lnTo>
                  <a:lnTo>
                    <a:pt x="864722" y="107134"/>
                  </a:lnTo>
                  <a:lnTo>
                    <a:pt x="880582" y="100910"/>
                  </a:lnTo>
                  <a:lnTo>
                    <a:pt x="895996" y="94862"/>
                  </a:lnTo>
                  <a:lnTo>
                    <a:pt x="910987" y="88979"/>
                  </a:lnTo>
                  <a:lnTo>
                    <a:pt x="925578" y="83253"/>
                  </a:lnTo>
                  <a:lnTo>
                    <a:pt x="939790" y="77676"/>
                  </a:lnTo>
                  <a:lnTo>
                    <a:pt x="953642" y="72241"/>
                  </a:lnTo>
                  <a:lnTo>
                    <a:pt x="967153" y="66939"/>
                  </a:lnTo>
                  <a:lnTo>
                    <a:pt x="980337" y="61765"/>
                  </a:lnTo>
                  <a:lnTo>
                    <a:pt x="993212" y="56713"/>
                  </a:lnTo>
                  <a:lnTo>
                    <a:pt x="1005790" y="51777"/>
                  </a:lnTo>
                  <a:lnTo>
                    <a:pt x="1018086" y="46952"/>
                  </a:lnTo>
                  <a:lnTo>
                    <a:pt x="1030111" y="42233"/>
                  </a:lnTo>
                  <a:lnTo>
                    <a:pt x="1041878" y="37616"/>
                  </a:lnTo>
                  <a:lnTo>
                    <a:pt x="1053397" y="33096"/>
                  </a:lnTo>
                  <a:lnTo>
                    <a:pt x="1064679" y="28669"/>
                  </a:lnTo>
                  <a:lnTo>
                    <a:pt x="1075732" y="24331"/>
                  </a:lnTo>
                  <a:lnTo>
                    <a:pt x="1086567" y="20080"/>
                  </a:lnTo>
                  <a:lnTo>
                    <a:pt x="1097192" y="15911"/>
                  </a:lnTo>
                  <a:lnTo>
                    <a:pt x="1107614" y="11821"/>
                  </a:lnTo>
                  <a:lnTo>
                    <a:pt x="1117841" y="7808"/>
                  </a:lnTo>
                  <a:lnTo>
                    <a:pt x="1127880" y="3868"/>
                  </a:lnTo>
                  <a:lnTo>
                    <a:pt x="113773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396693" y="3505996"/>
              <a:ext cx="1137739" cy="5172"/>
            </a:xfrm>
            <a:custGeom>
              <a:avLst/>
              <a:pathLst>
                <a:path w="1137739" h="5172">
                  <a:moveTo>
                    <a:pt x="0" y="5172"/>
                  </a:moveTo>
                  <a:lnTo>
                    <a:pt x="73059" y="4840"/>
                  </a:lnTo>
                  <a:lnTo>
                    <a:pt x="137503" y="4547"/>
                  </a:lnTo>
                  <a:lnTo>
                    <a:pt x="195150" y="4285"/>
                  </a:lnTo>
                  <a:lnTo>
                    <a:pt x="247297" y="4048"/>
                  </a:lnTo>
                  <a:lnTo>
                    <a:pt x="294904" y="3831"/>
                  </a:lnTo>
                  <a:lnTo>
                    <a:pt x="338699" y="3632"/>
                  </a:lnTo>
                  <a:lnTo>
                    <a:pt x="379246" y="3448"/>
                  </a:lnTo>
                  <a:lnTo>
                    <a:pt x="416994" y="3276"/>
                  </a:lnTo>
                  <a:lnTo>
                    <a:pt x="452306" y="3116"/>
                  </a:lnTo>
                  <a:lnTo>
                    <a:pt x="485476" y="2965"/>
                  </a:lnTo>
                  <a:lnTo>
                    <a:pt x="516749" y="2823"/>
                  </a:lnTo>
                  <a:lnTo>
                    <a:pt x="546332" y="2688"/>
                  </a:lnTo>
                  <a:lnTo>
                    <a:pt x="574396" y="2561"/>
                  </a:lnTo>
                  <a:lnTo>
                    <a:pt x="601091" y="2439"/>
                  </a:lnTo>
                  <a:lnTo>
                    <a:pt x="626544" y="2324"/>
                  </a:lnTo>
                  <a:lnTo>
                    <a:pt x="650865" y="2213"/>
                  </a:lnTo>
                  <a:lnTo>
                    <a:pt x="674151" y="2107"/>
                  </a:lnTo>
                  <a:lnTo>
                    <a:pt x="696486" y="2006"/>
                  </a:lnTo>
                  <a:lnTo>
                    <a:pt x="717945" y="1908"/>
                  </a:lnTo>
                  <a:lnTo>
                    <a:pt x="738594" y="1814"/>
                  </a:lnTo>
                  <a:lnTo>
                    <a:pt x="758492" y="1724"/>
                  </a:lnTo>
                  <a:lnTo>
                    <a:pt x="777692" y="1636"/>
                  </a:lnTo>
                  <a:lnTo>
                    <a:pt x="796241" y="1552"/>
                  </a:lnTo>
                  <a:lnTo>
                    <a:pt x="814181" y="1470"/>
                  </a:lnTo>
                  <a:lnTo>
                    <a:pt x="831552" y="1392"/>
                  </a:lnTo>
                  <a:lnTo>
                    <a:pt x="848389" y="1315"/>
                  </a:lnTo>
                  <a:lnTo>
                    <a:pt x="864722" y="1241"/>
                  </a:lnTo>
                  <a:lnTo>
                    <a:pt x="880582" y="1169"/>
                  </a:lnTo>
                  <a:lnTo>
                    <a:pt x="895996" y="1099"/>
                  </a:lnTo>
                  <a:lnTo>
                    <a:pt x="910987" y="1030"/>
                  </a:lnTo>
                  <a:lnTo>
                    <a:pt x="925578" y="964"/>
                  </a:lnTo>
                  <a:lnTo>
                    <a:pt x="939790" y="899"/>
                  </a:lnTo>
                  <a:lnTo>
                    <a:pt x="953642" y="836"/>
                  </a:lnTo>
                  <a:lnTo>
                    <a:pt x="967153" y="775"/>
                  </a:lnTo>
                  <a:lnTo>
                    <a:pt x="980337" y="715"/>
                  </a:lnTo>
                  <a:lnTo>
                    <a:pt x="993212" y="657"/>
                  </a:lnTo>
                  <a:lnTo>
                    <a:pt x="1005790" y="599"/>
                  </a:lnTo>
                  <a:lnTo>
                    <a:pt x="1018086" y="543"/>
                  </a:lnTo>
                  <a:lnTo>
                    <a:pt x="1030111" y="489"/>
                  </a:lnTo>
                  <a:lnTo>
                    <a:pt x="1041878" y="435"/>
                  </a:lnTo>
                  <a:lnTo>
                    <a:pt x="1053397" y="383"/>
                  </a:lnTo>
                  <a:lnTo>
                    <a:pt x="1064679" y="332"/>
                  </a:lnTo>
                  <a:lnTo>
                    <a:pt x="1075732" y="281"/>
                  </a:lnTo>
                  <a:lnTo>
                    <a:pt x="1086567" y="232"/>
                  </a:lnTo>
                  <a:lnTo>
                    <a:pt x="1097192" y="184"/>
                  </a:lnTo>
                  <a:lnTo>
                    <a:pt x="1107614" y="136"/>
                  </a:lnTo>
                  <a:lnTo>
                    <a:pt x="1117841" y="90"/>
                  </a:lnTo>
                  <a:lnTo>
                    <a:pt x="1127880" y="44"/>
                  </a:lnTo>
                  <a:lnTo>
                    <a:pt x="113773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396693" y="2989401"/>
              <a:ext cx="1137739" cy="228969"/>
            </a:xfrm>
            <a:custGeom>
              <a:avLst/>
              <a:pathLst>
                <a:path w="1137739" h="228969">
                  <a:moveTo>
                    <a:pt x="0" y="228969"/>
                  </a:moveTo>
                  <a:lnTo>
                    <a:pt x="73059" y="214266"/>
                  </a:lnTo>
                  <a:lnTo>
                    <a:pt x="137503" y="201296"/>
                  </a:lnTo>
                  <a:lnTo>
                    <a:pt x="195150" y="189695"/>
                  </a:lnTo>
                  <a:lnTo>
                    <a:pt x="247297" y="179200"/>
                  </a:lnTo>
                  <a:lnTo>
                    <a:pt x="294904" y="169619"/>
                  </a:lnTo>
                  <a:lnTo>
                    <a:pt x="338699" y="160806"/>
                  </a:lnTo>
                  <a:lnTo>
                    <a:pt x="379246" y="152646"/>
                  </a:lnTo>
                  <a:lnTo>
                    <a:pt x="416994" y="145049"/>
                  </a:lnTo>
                  <a:lnTo>
                    <a:pt x="452306" y="137943"/>
                  </a:lnTo>
                  <a:lnTo>
                    <a:pt x="485476" y="131267"/>
                  </a:lnTo>
                  <a:lnTo>
                    <a:pt x="516749" y="124973"/>
                  </a:lnTo>
                  <a:lnTo>
                    <a:pt x="546332" y="119020"/>
                  </a:lnTo>
                  <a:lnTo>
                    <a:pt x="574396" y="113372"/>
                  </a:lnTo>
                  <a:lnTo>
                    <a:pt x="601091" y="108000"/>
                  </a:lnTo>
                  <a:lnTo>
                    <a:pt x="626544" y="102877"/>
                  </a:lnTo>
                  <a:lnTo>
                    <a:pt x="650865" y="97983"/>
                  </a:lnTo>
                  <a:lnTo>
                    <a:pt x="674151" y="93296"/>
                  </a:lnTo>
                  <a:lnTo>
                    <a:pt x="696486" y="88801"/>
                  </a:lnTo>
                  <a:lnTo>
                    <a:pt x="717945" y="84483"/>
                  </a:lnTo>
                  <a:lnTo>
                    <a:pt x="738594" y="80327"/>
                  </a:lnTo>
                  <a:lnTo>
                    <a:pt x="758492" y="76323"/>
                  </a:lnTo>
                  <a:lnTo>
                    <a:pt x="777692" y="72459"/>
                  </a:lnTo>
                  <a:lnTo>
                    <a:pt x="796241" y="68726"/>
                  </a:lnTo>
                  <a:lnTo>
                    <a:pt x="814181" y="65115"/>
                  </a:lnTo>
                  <a:lnTo>
                    <a:pt x="831552" y="61619"/>
                  </a:lnTo>
                  <a:lnTo>
                    <a:pt x="848389" y="58231"/>
                  </a:lnTo>
                  <a:lnTo>
                    <a:pt x="864722" y="54944"/>
                  </a:lnTo>
                  <a:lnTo>
                    <a:pt x="880582" y="51752"/>
                  </a:lnTo>
                  <a:lnTo>
                    <a:pt x="895996" y="48650"/>
                  </a:lnTo>
                  <a:lnTo>
                    <a:pt x="910987" y="45633"/>
                  </a:lnTo>
                  <a:lnTo>
                    <a:pt x="925578" y="42697"/>
                  </a:lnTo>
                  <a:lnTo>
                    <a:pt x="939790" y="39837"/>
                  </a:lnTo>
                  <a:lnTo>
                    <a:pt x="953642" y="37049"/>
                  </a:lnTo>
                  <a:lnTo>
                    <a:pt x="967153" y="34330"/>
                  </a:lnTo>
                  <a:lnTo>
                    <a:pt x="980337" y="31676"/>
                  </a:lnTo>
                  <a:lnTo>
                    <a:pt x="993212" y="29086"/>
                  </a:lnTo>
                  <a:lnTo>
                    <a:pt x="1005790" y="26554"/>
                  </a:lnTo>
                  <a:lnTo>
                    <a:pt x="1018086" y="24080"/>
                  </a:lnTo>
                  <a:lnTo>
                    <a:pt x="1030111" y="21659"/>
                  </a:lnTo>
                  <a:lnTo>
                    <a:pt x="1041878" y="19291"/>
                  </a:lnTo>
                  <a:lnTo>
                    <a:pt x="1053397" y="16973"/>
                  </a:lnTo>
                  <a:lnTo>
                    <a:pt x="1064679" y="14703"/>
                  </a:lnTo>
                  <a:lnTo>
                    <a:pt x="1075732" y="12478"/>
                  </a:lnTo>
                  <a:lnTo>
                    <a:pt x="1086567" y="10298"/>
                  </a:lnTo>
                  <a:lnTo>
                    <a:pt x="1097192" y="8160"/>
                  </a:lnTo>
                  <a:lnTo>
                    <a:pt x="1107614" y="6062"/>
                  </a:lnTo>
                  <a:lnTo>
                    <a:pt x="1117841" y="4004"/>
                  </a:lnTo>
                  <a:lnTo>
                    <a:pt x="1127880" y="1984"/>
                  </a:lnTo>
                  <a:lnTo>
                    <a:pt x="113773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396693" y="3217287"/>
              <a:ext cx="1137739" cy="204979"/>
            </a:xfrm>
            <a:custGeom>
              <a:avLst/>
              <a:pathLst>
                <a:path w="1137739" h="204979">
                  <a:moveTo>
                    <a:pt x="0" y="0"/>
                  </a:moveTo>
                  <a:lnTo>
                    <a:pt x="73059" y="13162"/>
                  </a:lnTo>
                  <a:lnTo>
                    <a:pt x="137503" y="24773"/>
                  </a:lnTo>
                  <a:lnTo>
                    <a:pt x="195150" y="35158"/>
                  </a:lnTo>
                  <a:lnTo>
                    <a:pt x="247297" y="44554"/>
                  </a:lnTo>
                  <a:lnTo>
                    <a:pt x="294904" y="53131"/>
                  </a:lnTo>
                  <a:lnTo>
                    <a:pt x="338699" y="61021"/>
                  </a:lnTo>
                  <a:lnTo>
                    <a:pt x="379246" y="68326"/>
                  </a:lnTo>
                  <a:lnTo>
                    <a:pt x="416994" y="75127"/>
                  </a:lnTo>
                  <a:lnTo>
                    <a:pt x="452306" y="81489"/>
                  </a:lnTo>
                  <a:lnTo>
                    <a:pt x="485476" y="87465"/>
                  </a:lnTo>
                  <a:lnTo>
                    <a:pt x="516749" y="93099"/>
                  </a:lnTo>
                  <a:lnTo>
                    <a:pt x="546332" y="98429"/>
                  </a:lnTo>
                  <a:lnTo>
                    <a:pt x="574396" y="103485"/>
                  </a:lnTo>
                  <a:lnTo>
                    <a:pt x="601091" y="108294"/>
                  </a:lnTo>
                  <a:lnTo>
                    <a:pt x="626544" y="112880"/>
                  </a:lnTo>
                  <a:lnTo>
                    <a:pt x="650865" y="117262"/>
                  </a:lnTo>
                  <a:lnTo>
                    <a:pt x="674151" y="121457"/>
                  </a:lnTo>
                  <a:lnTo>
                    <a:pt x="696486" y="125481"/>
                  </a:lnTo>
                  <a:lnTo>
                    <a:pt x="717945" y="129347"/>
                  </a:lnTo>
                  <a:lnTo>
                    <a:pt x="738594" y="133067"/>
                  </a:lnTo>
                  <a:lnTo>
                    <a:pt x="758492" y="136652"/>
                  </a:lnTo>
                  <a:lnTo>
                    <a:pt x="777692" y="140111"/>
                  </a:lnTo>
                  <a:lnTo>
                    <a:pt x="796241" y="143453"/>
                  </a:lnTo>
                  <a:lnTo>
                    <a:pt x="814181" y="146686"/>
                  </a:lnTo>
                  <a:lnTo>
                    <a:pt x="831552" y="149815"/>
                  </a:lnTo>
                  <a:lnTo>
                    <a:pt x="848389" y="152848"/>
                  </a:lnTo>
                  <a:lnTo>
                    <a:pt x="864722" y="155791"/>
                  </a:lnTo>
                  <a:lnTo>
                    <a:pt x="880582" y="158649"/>
                  </a:lnTo>
                  <a:lnTo>
                    <a:pt x="895996" y="161426"/>
                  </a:lnTo>
                  <a:lnTo>
                    <a:pt x="910987" y="164126"/>
                  </a:lnTo>
                  <a:lnTo>
                    <a:pt x="925578" y="166755"/>
                  </a:lnTo>
                  <a:lnTo>
                    <a:pt x="939790" y="169316"/>
                  </a:lnTo>
                  <a:lnTo>
                    <a:pt x="953642" y="171811"/>
                  </a:lnTo>
                  <a:lnTo>
                    <a:pt x="967153" y="174245"/>
                  </a:lnTo>
                  <a:lnTo>
                    <a:pt x="980337" y="176621"/>
                  </a:lnTo>
                  <a:lnTo>
                    <a:pt x="993212" y="178940"/>
                  </a:lnTo>
                  <a:lnTo>
                    <a:pt x="1005790" y="181206"/>
                  </a:lnTo>
                  <a:lnTo>
                    <a:pt x="1018086" y="183422"/>
                  </a:lnTo>
                  <a:lnTo>
                    <a:pt x="1030111" y="185588"/>
                  </a:lnTo>
                  <a:lnTo>
                    <a:pt x="1041878" y="187708"/>
                  </a:lnTo>
                  <a:lnTo>
                    <a:pt x="1053397" y="189784"/>
                  </a:lnTo>
                  <a:lnTo>
                    <a:pt x="1064679" y="191816"/>
                  </a:lnTo>
                  <a:lnTo>
                    <a:pt x="1075732" y="193808"/>
                  </a:lnTo>
                  <a:lnTo>
                    <a:pt x="1086567" y="195760"/>
                  </a:lnTo>
                  <a:lnTo>
                    <a:pt x="1097192" y="197674"/>
                  </a:lnTo>
                  <a:lnTo>
                    <a:pt x="1107614" y="199551"/>
                  </a:lnTo>
                  <a:lnTo>
                    <a:pt x="1117841" y="201394"/>
                  </a:lnTo>
                  <a:lnTo>
                    <a:pt x="1127880" y="203203"/>
                  </a:lnTo>
                  <a:lnTo>
                    <a:pt x="1137739" y="20497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396693" y="3482416"/>
              <a:ext cx="1137739" cy="92644"/>
            </a:xfrm>
            <a:custGeom>
              <a:avLst/>
              <a:pathLst>
                <a:path w="1137739" h="92644">
                  <a:moveTo>
                    <a:pt x="0" y="0"/>
                  </a:moveTo>
                  <a:lnTo>
                    <a:pt x="73059" y="5949"/>
                  </a:lnTo>
                  <a:lnTo>
                    <a:pt x="137503" y="11196"/>
                  </a:lnTo>
                  <a:lnTo>
                    <a:pt x="195150" y="15890"/>
                  </a:lnTo>
                  <a:lnTo>
                    <a:pt x="247297" y="20137"/>
                  </a:lnTo>
                  <a:lnTo>
                    <a:pt x="294904" y="24013"/>
                  </a:lnTo>
                  <a:lnTo>
                    <a:pt x="338699" y="27579"/>
                  </a:lnTo>
                  <a:lnTo>
                    <a:pt x="379246" y="30881"/>
                  </a:lnTo>
                  <a:lnTo>
                    <a:pt x="416994" y="33955"/>
                  </a:lnTo>
                  <a:lnTo>
                    <a:pt x="452306" y="36830"/>
                  </a:lnTo>
                  <a:lnTo>
                    <a:pt x="485476" y="39531"/>
                  </a:lnTo>
                  <a:lnTo>
                    <a:pt x="516749" y="42078"/>
                  </a:lnTo>
                  <a:lnTo>
                    <a:pt x="546332" y="44487"/>
                  </a:lnTo>
                  <a:lnTo>
                    <a:pt x="574396" y="46772"/>
                  </a:lnTo>
                  <a:lnTo>
                    <a:pt x="601091" y="48946"/>
                  </a:lnTo>
                  <a:lnTo>
                    <a:pt x="626544" y="51018"/>
                  </a:lnTo>
                  <a:lnTo>
                    <a:pt x="650865" y="52999"/>
                  </a:lnTo>
                  <a:lnTo>
                    <a:pt x="674151" y="54895"/>
                  </a:lnTo>
                  <a:lnTo>
                    <a:pt x="696486" y="56714"/>
                  </a:lnTo>
                  <a:lnTo>
                    <a:pt x="717945" y="58461"/>
                  </a:lnTo>
                  <a:lnTo>
                    <a:pt x="738594" y="60142"/>
                  </a:lnTo>
                  <a:lnTo>
                    <a:pt x="758492" y="61763"/>
                  </a:lnTo>
                  <a:lnTo>
                    <a:pt x="777692" y="63326"/>
                  </a:lnTo>
                  <a:lnTo>
                    <a:pt x="796241" y="64836"/>
                  </a:lnTo>
                  <a:lnTo>
                    <a:pt x="814181" y="66297"/>
                  </a:lnTo>
                  <a:lnTo>
                    <a:pt x="831552" y="67712"/>
                  </a:lnTo>
                  <a:lnTo>
                    <a:pt x="848389" y="69083"/>
                  </a:lnTo>
                  <a:lnTo>
                    <a:pt x="864722" y="70413"/>
                  </a:lnTo>
                  <a:lnTo>
                    <a:pt x="880582" y="71704"/>
                  </a:lnTo>
                  <a:lnTo>
                    <a:pt x="895996" y="72959"/>
                  </a:lnTo>
                  <a:lnTo>
                    <a:pt x="910987" y="74180"/>
                  </a:lnTo>
                  <a:lnTo>
                    <a:pt x="925578" y="75368"/>
                  </a:lnTo>
                  <a:lnTo>
                    <a:pt x="939790" y="76526"/>
                  </a:lnTo>
                  <a:lnTo>
                    <a:pt x="953642" y="77654"/>
                  </a:lnTo>
                  <a:lnTo>
                    <a:pt x="967153" y="78754"/>
                  </a:lnTo>
                  <a:lnTo>
                    <a:pt x="980337" y="79827"/>
                  </a:lnTo>
                  <a:lnTo>
                    <a:pt x="993212" y="80876"/>
                  </a:lnTo>
                  <a:lnTo>
                    <a:pt x="1005790" y="81900"/>
                  </a:lnTo>
                  <a:lnTo>
                    <a:pt x="1018086" y="82901"/>
                  </a:lnTo>
                  <a:lnTo>
                    <a:pt x="1030111" y="83880"/>
                  </a:lnTo>
                  <a:lnTo>
                    <a:pt x="1041878" y="84838"/>
                  </a:lnTo>
                  <a:lnTo>
                    <a:pt x="1053397" y="85776"/>
                  </a:lnTo>
                  <a:lnTo>
                    <a:pt x="1064679" y="86695"/>
                  </a:lnTo>
                  <a:lnTo>
                    <a:pt x="1075732" y="87595"/>
                  </a:lnTo>
                  <a:lnTo>
                    <a:pt x="1086567" y="88477"/>
                  </a:lnTo>
                  <a:lnTo>
                    <a:pt x="1097192" y="89343"/>
                  </a:lnTo>
                  <a:lnTo>
                    <a:pt x="1107614" y="90191"/>
                  </a:lnTo>
                  <a:lnTo>
                    <a:pt x="1117841" y="91024"/>
                  </a:lnTo>
                  <a:lnTo>
                    <a:pt x="1127880" y="91841"/>
                  </a:lnTo>
                  <a:lnTo>
                    <a:pt x="1137739" y="9264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96693" y="3316836"/>
              <a:ext cx="1137739" cy="197304"/>
            </a:xfrm>
            <a:custGeom>
              <a:avLst/>
              <a:pathLst>
                <a:path w="1137739" h="197304">
                  <a:moveTo>
                    <a:pt x="0" y="0"/>
                  </a:moveTo>
                  <a:lnTo>
                    <a:pt x="73059" y="12669"/>
                  </a:lnTo>
                  <a:lnTo>
                    <a:pt x="137503" y="23845"/>
                  </a:lnTo>
                  <a:lnTo>
                    <a:pt x="195150" y="33842"/>
                  </a:lnTo>
                  <a:lnTo>
                    <a:pt x="247297" y="42885"/>
                  </a:lnTo>
                  <a:lnTo>
                    <a:pt x="294904" y="51141"/>
                  </a:lnTo>
                  <a:lnTo>
                    <a:pt x="338699" y="58736"/>
                  </a:lnTo>
                  <a:lnTo>
                    <a:pt x="379246" y="65768"/>
                  </a:lnTo>
                  <a:lnTo>
                    <a:pt x="416994" y="72314"/>
                  </a:lnTo>
                  <a:lnTo>
                    <a:pt x="452306" y="78437"/>
                  </a:lnTo>
                  <a:lnTo>
                    <a:pt x="485476" y="84190"/>
                  </a:lnTo>
                  <a:lnTo>
                    <a:pt x="516749" y="89613"/>
                  </a:lnTo>
                  <a:lnTo>
                    <a:pt x="546332" y="94743"/>
                  </a:lnTo>
                  <a:lnTo>
                    <a:pt x="574396" y="99610"/>
                  </a:lnTo>
                  <a:lnTo>
                    <a:pt x="601091" y="104239"/>
                  </a:lnTo>
                  <a:lnTo>
                    <a:pt x="626544" y="108653"/>
                  </a:lnTo>
                  <a:lnTo>
                    <a:pt x="650865" y="112871"/>
                  </a:lnTo>
                  <a:lnTo>
                    <a:pt x="674151" y="116909"/>
                  </a:lnTo>
                  <a:lnTo>
                    <a:pt x="696486" y="120783"/>
                  </a:lnTo>
                  <a:lnTo>
                    <a:pt x="717945" y="124504"/>
                  </a:lnTo>
                  <a:lnTo>
                    <a:pt x="738594" y="128085"/>
                  </a:lnTo>
                  <a:lnTo>
                    <a:pt x="758492" y="131536"/>
                  </a:lnTo>
                  <a:lnTo>
                    <a:pt x="777692" y="134865"/>
                  </a:lnTo>
                  <a:lnTo>
                    <a:pt x="796241" y="138082"/>
                  </a:lnTo>
                  <a:lnTo>
                    <a:pt x="814181" y="141193"/>
                  </a:lnTo>
                  <a:lnTo>
                    <a:pt x="831552" y="144205"/>
                  </a:lnTo>
                  <a:lnTo>
                    <a:pt x="848389" y="147125"/>
                  </a:lnTo>
                  <a:lnTo>
                    <a:pt x="864722" y="149958"/>
                  </a:lnTo>
                  <a:lnTo>
                    <a:pt x="880582" y="152708"/>
                  </a:lnTo>
                  <a:lnTo>
                    <a:pt x="895996" y="155381"/>
                  </a:lnTo>
                  <a:lnTo>
                    <a:pt x="910987" y="157981"/>
                  </a:lnTo>
                  <a:lnTo>
                    <a:pt x="925578" y="160511"/>
                  </a:lnTo>
                  <a:lnTo>
                    <a:pt x="939790" y="162976"/>
                  </a:lnTo>
                  <a:lnTo>
                    <a:pt x="953642" y="165378"/>
                  </a:lnTo>
                  <a:lnTo>
                    <a:pt x="967153" y="167721"/>
                  </a:lnTo>
                  <a:lnTo>
                    <a:pt x="980337" y="170007"/>
                  </a:lnTo>
                  <a:lnTo>
                    <a:pt x="993212" y="172240"/>
                  </a:lnTo>
                  <a:lnTo>
                    <a:pt x="1005790" y="174421"/>
                  </a:lnTo>
                  <a:lnTo>
                    <a:pt x="1018086" y="176554"/>
                  </a:lnTo>
                  <a:lnTo>
                    <a:pt x="1030111" y="178639"/>
                  </a:lnTo>
                  <a:lnTo>
                    <a:pt x="1041878" y="180680"/>
                  </a:lnTo>
                  <a:lnTo>
                    <a:pt x="1053397" y="182677"/>
                  </a:lnTo>
                  <a:lnTo>
                    <a:pt x="1064679" y="184634"/>
                  </a:lnTo>
                  <a:lnTo>
                    <a:pt x="1075732" y="186551"/>
                  </a:lnTo>
                  <a:lnTo>
                    <a:pt x="1086567" y="188430"/>
                  </a:lnTo>
                  <a:lnTo>
                    <a:pt x="1097192" y="190272"/>
                  </a:lnTo>
                  <a:lnTo>
                    <a:pt x="1107614" y="192079"/>
                  </a:lnTo>
                  <a:lnTo>
                    <a:pt x="1117841" y="193853"/>
                  </a:lnTo>
                  <a:lnTo>
                    <a:pt x="1127880" y="195594"/>
                  </a:lnTo>
                  <a:lnTo>
                    <a:pt x="1137739" y="197304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396693" y="3271419"/>
              <a:ext cx="1137739" cy="162873"/>
            </a:xfrm>
            <a:custGeom>
              <a:avLst/>
              <a:pathLst>
                <a:path w="1137739" h="162873">
                  <a:moveTo>
                    <a:pt x="0" y="0"/>
                  </a:moveTo>
                  <a:lnTo>
                    <a:pt x="73059" y="10458"/>
                  </a:lnTo>
                  <a:lnTo>
                    <a:pt x="137503" y="19684"/>
                  </a:lnTo>
                  <a:lnTo>
                    <a:pt x="195150" y="27936"/>
                  </a:lnTo>
                  <a:lnTo>
                    <a:pt x="247297" y="35401"/>
                  </a:lnTo>
                  <a:lnTo>
                    <a:pt x="294904" y="42217"/>
                  </a:lnTo>
                  <a:lnTo>
                    <a:pt x="338699" y="48486"/>
                  </a:lnTo>
                  <a:lnTo>
                    <a:pt x="379246" y="54291"/>
                  </a:lnTo>
                  <a:lnTo>
                    <a:pt x="416994" y="59695"/>
                  </a:lnTo>
                  <a:lnTo>
                    <a:pt x="452306" y="64750"/>
                  </a:lnTo>
                  <a:lnTo>
                    <a:pt x="485476" y="69498"/>
                  </a:lnTo>
                  <a:lnTo>
                    <a:pt x="516749" y="73975"/>
                  </a:lnTo>
                  <a:lnTo>
                    <a:pt x="546332" y="78210"/>
                  </a:lnTo>
                  <a:lnTo>
                    <a:pt x="574396" y="82227"/>
                  </a:lnTo>
                  <a:lnTo>
                    <a:pt x="601091" y="86049"/>
                  </a:lnTo>
                  <a:lnTo>
                    <a:pt x="626544" y="89693"/>
                  </a:lnTo>
                  <a:lnTo>
                    <a:pt x="650865" y="93174"/>
                  </a:lnTo>
                  <a:lnTo>
                    <a:pt x="674151" y="96508"/>
                  </a:lnTo>
                  <a:lnTo>
                    <a:pt x="696486" y="99705"/>
                  </a:lnTo>
                  <a:lnTo>
                    <a:pt x="717945" y="102777"/>
                  </a:lnTo>
                  <a:lnTo>
                    <a:pt x="738594" y="105733"/>
                  </a:lnTo>
                  <a:lnTo>
                    <a:pt x="758492" y="108582"/>
                  </a:lnTo>
                  <a:lnTo>
                    <a:pt x="777692" y="111330"/>
                  </a:lnTo>
                  <a:lnTo>
                    <a:pt x="796241" y="113986"/>
                  </a:lnTo>
                  <a:lnTo>
                    <a:pt x="814181" y="116554"/>
                  </a:lnTo>
                  <a:lnTo>
                    <a:pt x="831552" y="119041"/>
                  </a:lnTo>
                  <a:lnTo>
                    <a:pt x="848389" y="121451"/>
                  </a:lnTo>
                  <a:lnTo>
                    <a:pt x="864722" y="123789"/>
                  </a:lnTo>
                  <a:lnTo>
                    <a:pt x="880582" y="126060"/>
                  </a:lnTo>
                  <a:lnTo>
                    <a:pt x="895996" y="128266"/>
                  </a:lnTo>
                  <a:lnTo>
                    <a:pt x="910987" y="130412"/>
                  </a:lnTo>
                  <a:lnTo>
                    <a:pt x="925578" y="132501"/>
                  </a:lnTo>
                  <a:lnTo>
                    <a:pt x="939790" y="134536"/>
                  </a:lnTo>
                  <a:lnTo>
                    <a:pt x="953642" y="136519"/>
                  </a:lnTo>
                  <a:lnTo>
                    <a:pt x="967153" y="138453"/>
                  </a:lnTo>
                  <a:lnTo>
                    <a:pt x="980337" y="140340"/>
                  </a:lnTo>
                  <a:lnTo>
                    <a:pt x="993212" y="142183"/>
                  </a:lnTo>
                  <a:lnTo>
                    <a:pt x="1005790" y="143984"/>
                  </a:lnTo>
                  <a:lnTo>
                    <a:pt x="1018086" y="145744"/>
                  </a:lnTo>
                  <a:lnTo>
                    <a:pt x="1030111" y="147465"/>
                  </a:lnTo>
                  <a:lnTo>
                    <a:pt x="1041878" y="149150"/>
                  </a:lnTo>
                  <a:lnTo>
                    <a:pt x="1053397" y="150799"/>
                  </a:lnTo>
                  <a:lnTo>
                    <a:pt x="1064679" y="152414"/>
                  </a:lnTo>
                  <a:lnTo>
                    <a:pt x="1075732" y="153996"/>
                  </a:lnTo>
                  <a:lnTo>
                    <a:pt x="1086567" y="155547"/>
                  </a:lnTo>
                  <a:lnTo>
                    <a:pt x="1097192" y="157068"/>
                  </a:lnTo>
                  <a:lnTo>
                    <a:pt x="1107614" y="158560"/>
                  </a:lnTo>
                  <a:lnTo>
                    <a:pt x="1117841" y="160024"/>
                  </a:lnTo>
                  <a:lnTo>
                    <a:pt x="1127880" y="161462"/>
                  </a:lnTo>
                  <a:lnTo>
                    <a:pt x="1137739" y="16287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rc483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310032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5"/>
            <p:cNvSpPr/>
            <p:nvPr/>
          </p:nvSpPr>
          <p:spPr>
            <a:xfrm rot="-5400000">
              <a:off x="1140466" y="37138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343155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314922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286689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0" name="pl489"/>
            <p:cNvSpPr/>
            <p:nvPr/>
          </p:nvSpPr>
          <p:spPr>
            <a:xfrm>
              <a:off x="1281564" y="37503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281564" y="34679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31856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29033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0032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9669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775940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155186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53443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tx498"/>
            <p:cNvSpPr/>
            <p:nvPr/>
          </p:nvSpPr>
          <p:spPr>
            <a:xfrm rot="-5400000">
              <a:off x="129703" y="3206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1310032" y="2473969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1" name="rc500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21159" y="34334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25134" y="32248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08709" y="338370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04486" y="33916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779646" y="35566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793437" y="33639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11139" y="349007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799366" y="34249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25618" y="35925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04325" y="36046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164105" y="36872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73441" y="365731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156654" y="35074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99502" y="36362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04656" y="35197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192952" y="33123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156590" y="36628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166034" y="36532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165088" y="35040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01661" y="33488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195133" y="34415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198456" y="36567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157364" y="32675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208695" y="35273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171115" y="33983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81261" y="33837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205432" y="316000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165007" y="32923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70624" y="33164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71397" y="37370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44190" y="336424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62921" y="35927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62578" y="36248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63108" y="3770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87853" y="31008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41359" y="33004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75083" y="34879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58460" y="34111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84320" y="37076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84535" y="35848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76669" y="35756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78142" y="35962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42493" y="34289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43005" y="36416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50441" y="35599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83104" y="32575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66792" y="34966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52681" y="26771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23496" y="34721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45342" y="352976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67074" y="31222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41375" y="36490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51834" y="32299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25232" y="35777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67013" y="35418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64160" y="331620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69003" y="31662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955495" y="35948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963534" y="33942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57717" y="35082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50703" y="33347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68663" y="36348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934431" y="32785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20262" y="32426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44128" y="35132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969210" y="32949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25199" y="32428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48883" y="34858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62816" y="32511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61299" y="36660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55666" y="35779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922170" y="37296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l573"/>
            <p:cNvSpPr/>
            <p:nvPr/>
          </p:nvSpPr>
          <p:spPr>
            <a:xfrm>
              <a:off x="2831346" y="3379685"/>
              <a:ext cx="1141600" cy="10476"/>
            </a:xfrm>
            <a:custGeom>
              <a:avLst/>
              <a:pathLst>
                <a:path w="1141600" h="10476">
                  <a:moveTo>
                    <a:pt x="0" y="10476"/>
                  </a:moveTo>
                  <a:lnTo>
                    <a:pt x="73307" y="9804"/>
                  </a:lnTo>
                  <a:lnTo>
                    <a:pt x="137970" y="9210"/>
                  </a:lnTo>
                  <a:lnTo>
                    <a:pt x="195812" y="8679"/>
                  </a:lnTo>
                  <a:lnTo>
                    <a:pt x="248136" y="8199"/>
                  </a:lnTo>
                  <a:lnTo>
                    <a:pt x="295905" y="7761"/>
                  </a:lnTo>
                  <a:lnTo>
                    <a:pt x="339848" y="7357"/>
                  </a:lnTo>
                  <a:lnTo>
                    <a:pt x="380533" y="6984"/>
                  </a:lnTo>
                  <a:lnTo>
                    <a:pt x="418410" y="6636"/>
                  </a:lnTo>
                  <a:lnTo>
                    <a:pt x="453841" y="6311"/>
                  </a:lnTo>
                  <a:lnTo>
                    <a:pt x="487123" y="6006"/>
                  </a:lnTo>
                  <a:lnTo>
                    <a:pt x="518503" y="5718"/>
                  </a:lnTo>
                  <a:lnTo>
                    <a:pt x="548186" y="5445"/>
                  </a:lnTo>
                  <a:lnTo>
                    <a:pt x="576345" y="5187"/>
                  </a:lnTo>
                  <a:lnTo>
                    <a:pt x="603131" y="4941"/>
                  </a:lnTo>
                  <a:lnTo>
                    <a:pt x="628670" y="4707"/>
                  </a:lnTo>
                  <a:lnTo>
                    <a:pt x="653074" y="4483"/>
                  </a:lnTo>
                  <a:lnTo>
                    <a:pt x="676439" y="4268"/>
                  </a:lnTo>
                  <a:lnTo>
                    <a:pt x="698850" y="4063"/>
                  </a:lnTo>
                  <a:lnTo>
                    <a:pt x="720382" y="3865"/>
                  </a:lnTo>
                  <a:lnTo>
                    <a:pt x="741101" y="3675"/>
                  </a:lnTo>
                  <a:lnTo>
                    <a:pt x="761066" y="3492"/>
                  </a:lnTo>
                  <a:lnTo>
                    <a:pt x="780331" y="3315"/>
                  </a:lnTo>
                  <a:lnTo>
                    <a:pt x="798943" y="3144"/>
                  </a:lnTo>
                  <a:lnTo>
                    <a:pt x="816944" y="2979"/>
                  </a:lnTo>
                  <a:lnTo>
                    <a:pt x="834374" y="2819"/>
                  </a:lnTo>
                  <a:lnTo>
                    <a:pt x="851268" y="2664"/>
                  </a:lnTo>
                  <a:lnTo>
                    <a:pt x="867657" y="2514"/>
                  </a:lnTo>
                  <a:lnTo>
                    <a:pt x="883571" y="2368"/>
                  </a:lnTo>
                  <a:lnTo>
                    <a:pt x="899036" y="2226"/>
                  </a:lnTo>
                  <a:lnTo>
                    <a:pt x="914078" y="2088"/>
                  </a:lnTo>
                  <a:lnTo>
                    <a:pt x="928719" y="1953"/>
                  </a:lnTo>
                  <a:lnTo>
                    <a:pt x="942979" y="1822"/>
                  </a:lnTo>
                  <a:lnTo>
                    <a:pt x="956879" y="1695"/>
                  </a:lnTo>
                  <a:lnTo>
                    <a:pt x="970435" y="1570"/>
                  </a:lnTo>
                  <a:lnTo>
                    <a:pt x="983664" y="1449"/>
                  </a:lnTo>
                  <a:lnTo>
                    <a:pt x="996582" y="1330"/>
                  </a:lnTo>
                  <a:lnTo>
                    <a:pt x="1009203" y="1215"/>
                  </a:lnTo>
                  <a:lnTo>
                    <a:pt x="1021541" y="1101"/>
                  </a:lnTo>
                  <a:lnTo>
                    <a:pt x="1033607" y="991"/>
                  </a:lnTo>
                  <a:lnTo>
                    <a:pt x="1045414" y="882"/>
                  </a:lnTo>
                  <a:lnTo>
                    <a:pt x="1056972" y="776"/>
                  </a:lnTo>
                  <a:lnTo>
                    <a:pt x="1068292" y="672"/>
                  </a:lnTo>
                  <a:lnTo>
                    <a:pt x="1079383" y="570"/>
                  </a:lnTo>
                  <a:lnTo>
                    <a:pt x="1090255" y="471"/>
                  </a:lnTo>
                  <a:lnTo>
                    <a:pt x="1100915" y="373"/>
                  </a:lnTo>
                  <a:lnTo>
                    <a:pt x="1111372" y="277"/>
                  </a:lnTo>
                  <a:lnTo>
                    <a:pt x="1121634" y="183"/>
                  </a:lnTo>
                  <a:lnTo>
                    <a:pt x="1131708" y="90"/>
                  </a:lnTo>
                  <a:lnTo>
                    <a:pt x="11416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831346" y="3510296"/>
              <a:ext cx="1141600" cy="32021"/>
            </a:xfrm>
            <a:custGeom>
              <a:avLst/>
              <a:pathLst>
                <a:path w="1141600" h="32021">
                  <a:moveTo>
                    <a:pt x="0" y="0"/>
                  </a:moveTo>
                  <a:lnTo>
                    <a:pt x="73307" y="2056"/>
                  </a:lnTo>
                  <a:lnTo>
                    <a:pt x="137970" y="3870"/>
                  </a:lnTo>
                  <a:lnTo>
                    <a:pt x="195812" y="5492"/>
                  </a:lnTo>
                  <a:lnTo>
                    <a:pt x="248136" y="6960"/>
                  </a:lnTo>
                  <a:lnTo>
                    <a:pt x="295905" y="8300"/>
                  </a:lnTo>
                  <a:lnTo>
                    <a:pt x="339848" y="9532"/>
                  </a:lnTo>
                  <a:lnTo>
                    <a:pt x="380533" y="10673"/>
                  </a:lnTo>
                  <a:lnTo>
                    <a:pt x="418410" y="11736"/>
                  </a:lnTo>
                  <a:lnTo>
                    <a:pt x="453841" y="12730"/>
                  </a:lnTo>
                  <a:lnTo>
                    <a:pt x="487123" y="13663"/>
                  </a:lnTo>
                  <a:lnTo>
                    <a:pt x="518503" y="14543"/>
                  </a:lnTo>
                  <a:lnTo>
                    <a:pt x="548186" y="15376"/>
                  </a:lnTo>
                  <a:lnTo>
                    <a:pt x="576345" y="16166"/>
                  </a:lnTo>
                  <a:lnTo>
                    <a:pt x="603131" y="16917"/>
                  </a:lnTo>
                  <a:lnTo>
                    <a:pt x="628670" y="17634"/>
                  </a:lnTo>
                  <a:lnTo>
                    <a:pt x="653074" y="18318"/>
                  </a:lnTo>
                  <a:lnTo>
                    <a:pt x="676439" y="18974"/>
                  </a:lnTo>
                  <a:lnTo>
                    <a:pt x="698850" y="19602"/>
                  </a:lnTo>
                  <a:lnTo>
                    <a:pt x="720382" y="20206"/>
                  </a:lnTo>
                  <a:lnTo>
                    <a:pt x="741101" y="20787"/>
                  </a:lnTo>
                  <a:lnTo>
                    <a:pt x="761066" y="21347"/>
                  </a:lnTo>
                  <a:lnTo>
                    <a:pt x="780331" y="21888"/>
                  </a:lnTo>
                  <a:lnTo>
                    <a:pt x="798943" y="22410"/>
                  </a:lnTo>
                  <a:lnTo>
                    <a:pt x="816944" y="22915"/>
                  </a:lnTo>
                  <a:lnTo>
                    <a:pt x="834374" y="23404"/>
                  </a:lnTo>
                  <a:lnTo>
                    <a:pt x="851268" y="23877"/>
                  </a:lnTo>
                  <a:lnTo>
                    <a:pt x="867657" y="24337"/>
                  </a:lnTo>
                  <a:lnTo>
                    <a:pt x="883571" y="24784"/>
                  </a:lnTo>
                  <a:lnTo>
                    <a:pt x="899036" y="25217"/>
                  </a:lnTo>
                  <a:lnTo>
                    <a:pt x="914078" y="25639"/>
                  </a:lnTo>
                  <a:lnTo>
                    <a:pt x="928719" y="26050"/>
                  </a:lnTo>
                  <a:lnTo>
                    <a:pt x="942979" y="26450"/>
                  </a:lnTo>
                  <a:lnTo>
                    <a:pt x="956879" y="26840"/>
                  </a:lnTo>
                  <a:lnTo>
                    <a:pt x="970435" y="27220"/>
                  </a:lnTo>
                  <a:lnTo>
                    <a:pt x="983664" y="27591"/>
                  </a:lnTo>
                  <a:lnTo>
                    <a:pt x="996582" y="27954"/>
                  </a:lnTo>
                  <a:lnTo>
                    <a:pt x="1009203" y="28308"/>
                  </a:lnTo>
                  <a:lnTo>
                    <a:pt x="1021541" y="28654"/>
                  </a:lnTo>
                  <a:lnTo>
                    <a:pt x="1033607" y="28992"/>
                  </a:lnTo>
                  <a:lnTo>
                    <a:pt x="1045414" y="29323"/>
                  </a:lnTo>
                  <a:lnTo>
                    <a:pt x="1056972" y="29647"/>
                  </a:lnTo>
                  <a:lnTo>
                    <a:pt x="1068292" y="29965"/>
                  </a:lnTo>
                  <a:lnTo>
                    <a:pt x="1079383" y="30276"/>
                  </a:lnTo>
                  <a:lnTo>
                    <a:pt x="1090255" y="30581"/>
                  </a:lnTo>
                  <a:lnTo>
                    <a:pt x="1100915" y="30880"/>
                  </a:lnTo>
                  <a:lnTo>
                    <a:pt x="1111372" y="31173"/>
                  </a:lnTo>
                  <a:lnTo>
                    <a:pt x="1121634" y="31461"/>
                  </a:lnTo>
                  <a:lnTo>
                    <a:pt x="1131708" y="31744"/>
                  </a:lnTo>
                  <a:lnTo>
                    <a:pt x="1141600" y="3202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831346" y="3355222"/>
              <a:ext cx="1141600" cy="62038"/>
            </a:xfrm>
            <a:custGeom>
              <a:avLst/>
              <a:pathLst>
                <a:path w="1141600" h="62038">
                  <a:moveTo>
                    <a:pt x="0" y="62038"/>
                  </a:moveTo>
                  <a:lnTo>
                    <a:pt x="73307" y="58054"/>
                  </a:lnTo>
                  <a:lnTo>
                    <a:pt x="137970" y="54540"/>
                  </a:lnTo>
                  <a:lnTo>
                    <a:pt x="195812" y="51397"/>
                  </a:lnTo>
                  <a:lnTo>
                    <a:pt x="248136" y="48553"/>
                  </a:lnTo>
                  <a:lnTo>
                    <a:pt x="295905" y="45957"/>
                  </a:lnTo>
                  <a:lnTo>
                    <a:pt x="339848" y="43569"/>
                  </a:lnTo>
                  <a:lnTo>
                    <a:pt x="380533" y="41358"/>
                  </a:lnTo>
                  <a:lnTo>
                    <a:pt x="418410" y="39300"/>
                  </a:lnTo>
                  <a:lnTo>
                    <a:pt x="453841" y="37375"/>
                  </a:lnTo>
                  <a:lnTo>
                    <a:pt x="487123" y="35566"/>
                  </a:lnTo>
                  <a:lnTo>
                    <a:pt x="518503" y="33861"/>
                  </a:lnTo>
                  <a:lnTo>
                    <a:pt x="548186" y="32248"/>
                  </a:lnTo>
                  <a:lnTo>
                    <a:pt x="576345" y="30717"/>
                  </a:lnTo>
                  <a:lnTo>
                    <a:pt x="603131" y="29262"/>
                  </a:lnTo>
                  <a:lnTo>
                    <a:pt x="628670" y="27874"/>
                  </a:lnTo>
                  <a:lnTo>
                    <a:pt x="653074" y="26548"/>
                  </a:lnTo>
                  <a:lnTo>
                    <a:pt x="676439" y="25278"/>
                  </a:lnTo>
                  <a:lnTo>
                    <a:pt x="698850" y="24060"/>
                  </a:lnTo>
                  <a:lnTo>
                    <a:pt x="720382" y="22890"/>
                  </a:lnTo>
                  <a:lnTo>
                    <a:pt x="741101" y="21764"/>
                  </a:lnTo>
                  <a:lnTo>
                    <a:pt x="761066" y="20679"/>
                  </a:lnTo>
                  <a:lnTo>
                    <a:pt x="780331" y="19632"/>
                  </a:lnTo>
                  <a:lnTo>
                    <a:pt x="798943" y="18621"/>
                  </a:lnTo>
                  <a:lnTo>
                    <a:pt x="816944" y="17642"/>
                  </a:lnTo>
                  <a:lnTo>
                    <a:pt x="834374" y="16695"/>
                  </a:lnTo>
                  <a:lnTo>
                    <a:pt x="851268" y="15777"/>
                  </a:lnTo>
                  <a:lnTo>
                    <a:pt x="867657" y="14886"/>
                  </a:lnTo>
                  <a:lnTo>
                    <a:pt x="883571" y="14022"/>
                  </a:lnTo>
                  <a:lnTo>
                    <a:pt x="899036" y="13181"/>
                  </a:lnTo>
                  <a:lnTo>
                    <a:pt x="914078" y="12364"/>
                  </a:lnTo>
                  <a:lnTo>
                    <a:pt x="928719" y="11568"/>
                  </a:lnTo>
                  <a:lnTo>
                    <a:pt x="942979" y="10793"/>
                  </a:lnTo>
                  <a:lnTo>
                    <a:pt x="956879" y="10038"/>
                  </a:lnTo>
                  <a:lnTo>
                    <a:pt x="970435" y="9301"/>
                  </a:lnTo>
                  <a:lnTo>
                    <a:pt x="983664" y="8582"/>
                  </a:lnTo>
                  <a:lnTo>
                    <a:pt x="996582" y="7880"/>
                  </a:lnTo>
                  <a:lnTo>
                    <a:pt x="1009203" y="7194"/>
                  </a:lnTo>
                  <a:lnTo>
                    <a:pt x="1021541" y="6524"/>
                  </a:lnTo>
                  <a:lnTo>
                    <a:pt x="1033607" y="5868"/>
                  </a:lnTo>
                  <a:lnTo>
                    <a:pt x="1045414" y="5227"/>
                  </a:lnTo>
                  <a:lnTo>
                    <a:pt x="1056972" y="4598"/>
                  </a:lnTo>
                  <a:lnTo>
                    <a:pt x="1068292" y="3983"/>
                  </a:lnTo>
                  <a:lnTo>
                    <a:pt x="1079383" y="3381"/>
                  </a:lnTo>
                  <a:lnTo>
                    <a:pt x="1090255" y="2790"/>
                  </a:lnTo>
                  <a:lnTo>
                    <a:pt x="1100915" y="2210"/>
                  </a:lnTo>
                  <a:lnTo>
                    <a:pt x="1111372" y="1642"/>
                  </a:lnTo>
                  <a:lnTo>
                    <a:pt x="1121634" y="1084"/>
                  </a:lnTo>
                  <a:lnTo>
                    <a:pt x="1131708" y="537"/>
                  </a:lnTo>
                  <a:lnTo>
                    <a:pt x="11416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831346" y="3176080"/>
              <a:ext cx="1141600" cy="223610"/>
            </a:xfrm>
            <a:custGeom>
              <a:avLst/>
              <a:pathLst>
                <a:path w="1141600" h="223610">
                  <a:moveTo>
                    <a:pt x="0" y="223610"/>
                  </a:moveTo>
                  <a:lnTo>
                    <a:pt x="73307" y="209251"/>
                  </a:lnTo>
                  <a:lnTo>
                    <a:pt x="137970" y="196585"/>
                  </a:lnTo>
                  <a:lnTo>
                    <a:pt x="195812" y="185256"/>
                  </a:lnTo>
                  <a:lnTo>
                    <a:pt x="248136" y="175006"/>
                  </a:lnTo>
                  <a:lnTo>
                    <a:pt x="295905" y="165650"/>
                  </a:lnTo>
                  <a:lnTo>
                    <a:pt x="339848" y="157042"/>
                  </a:lnTo>
                  <a:lnTo>
                    <a:pt x="380533" y="149073"/>
                  </a:lnTo>
                  <a:lnTo>
                    <a:pt x="418410" y="141654"/>
                  </a:lnTo>
                  <a:lnTo>
                    <a:pt x="453841" y="134714"/>
                  </a:lnTo>
                  <a:lnTo>
                    <a:pt x="487123" y="128195"/>
                  </a:lnTo>
                  <a:lnTo>
                    <a:pt x="518503" y="122048"/>
                  </a:lnTo>
                  <a:lnTo>
                    <a:pt x="548186" y="116234"/>
                  </a:lnTo>
                  <a:lnTo>
                    <a:pt x="576345" y="110719"/>
                  </a:lnTo>
                  <a:lnTo>
                    <a:pt x="603131" y="105472"/>
                  </a:lnTo>
                  <a:lnTo>
                    <a:pt x="628670" y="100470"/>
                  </a:lnTo>
                  <a:lnTo>
                    <a:pt x="653074" y="95689"/>
                  </a:lnTo>
                  <a:lnTo>
                    <a:pt x="676439" y="91113"/>
                  </a:lnTo>
                  <a:lnTo>
                    <a:pt x="698850" y="86723"/>
                  </a:lnTo>
                  <a:lnTo>
                    <a:pt x="720382" y="82506"/>
                  </a:lnTo>
                  <a:lnTo>
                    <a:pt x="741101" y="78447"/>
                  </a:lnTo>
                  <a:lnTo>
                    <a:pt x="761066" y="74536"/>
                  </a:lnTo>
                  <a:lnTo>
                    <a:pt x="780331" y="70763"/>
                  </a:lnTo>
                  <a:lnTo>
                    <a:pt x="798943" y="67117"/>
                  </a:lnTo>
                  <a:lnTo>
                    <a:pt x="816944" y="63591"/>
                  </a:lnTo>
                  <a:lnTo>
                    <a:pt x="834374" y="60177"/>
                  </a:lnTo>
                  <a:lnTo>
                    <a:pt x="851268" y="56868"/>
                  </a:lnTo>
                  <a:lnTo>
                    <a:pt x="867657" y="53658"/>
                  </a:lnTo>
                  <a:lnTo>
                    <a:pt x="883571" y="50541"/>
                  </a:lnTo>
                  <a:lnTo>
                    <a:pt x="899036" y="47512"/>
                  </a:lnTo>
                  <a:lnTo>
                    <a:pt x="914078" y="44565"/>
                  </a:lnTo>
                  <a:lnTo>
                    <a:pt x="928719" y="41697"/>
                  </a:lnTo>
                  <a:lnTo>
                    <a:pt x="942979" y="38904"/>
                  </a:lnTo>
                  <a:lnTo>
                    <a:pt x="956879" y="36182"/>
                  </a:lnTo>
                  <a:lnTo>
                    <a:pt x="970435" y="33526"/>
                  </a:lnTo>
                  <a:lnTo>
                    <a:pt x="983664" y="30935"/>
                  </a:lnTo>
                  <a:lnTo>
                    <a:pt x="996582" y="28405"/>
                  </a:lnTo>
                  <a:lnTo>
                    <a:pt x="1009203" y="25933"/>
                  </a:lnTo>
                  <a:lnTo>
                    <a:pt x="1021541" y="23516"/>
                  </a:lnTo>
                  <a:lnTo>
                    <a:pt x="1033607" y="21153"/>
                  </a:lnTo>
                  <a:lnTo>
                    <a:pt x="1045414" y="18840"/>
                  </a:lnTo>
                  <a:lnTo>
                    <a:pt x="1056972" y="16576"/>
                  </a:lnTo>
                  <a:lnTo>
                    <a:pt x="1068292" y="14359"/>
                  </a:lnTo>
                  <a:lnTo>
                    <a:pt x="1079383" y="12186"/>
                  </a:lnTo>
                  <a:lnTo>
                    <a:pt x="1090255" y="10057"/>
                  </a:lnTo>
                  <a:lnTo>
                    <a:pt x="1100915" y="7969"/>
                  </a:lnTo>
                  <a:lnTo>
                    <a:pt x="1111372" y="5920"/>
                  </a:lnTo>
                  <a:lnTo>
                    <a:pt x="1121634" y="3910"/>
                  </a:lnTo>
                  <a:lnTo>
                    <a:pt x="1131708" y="1937"/>
                  </a:lnTo>
                  <a:lnTo>
                    <a:pt x="11416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831346" y="3260455"/>
              <a:ext cx="1141600" cy="211322"/>
            </a:xfrm>
            <a:custGeom>
              <a:avLst/>
              <a:pathLst>
                <a:path w="1141600" h="211322">
                  <a:moveTo>
                    <a:pt x="0" y="211322"/>
                  </a:moveTo>
                  <a:lnTo>
                    <a:pt x="73307" y="197752"/>
                  </a:lnTo>
                  <a:lnTo>
                    <a:pt x="137970" y="185782"/>
                  </a:lnTo>
                  <a:lnTo>
                    <a:pt x="195812" y="175075"/>
                  </a:lnTo>
                  <a:lnTo>
                    <a:pt x="248136" y="165389"/>
                  </a:lnTo>
                  <a:lnTo>
                    <a:pt x="295905" y="156547"/>
                  </a:lnTo>
                  <a:lnTo>
                    <a:pt x="339848" y="148412"/>
                  </a:lnTo>
                  <a:lnTo>
                    <a:pt x="380533" y="140881"/>
                  </a:lnTo>
                  <a:lnTo>
                    <a:pt x="418410" y="133870"/>
                  </a:lnTo>
                  <a:lnTo>
                    <a:pt x="453841" y="127311"/>
                  </a:lnTo>
                  <a:lnTo>
                    <a:pt x="487123" y="121150"/>
                  </a:lnTo>
                  <a:lnTo>
                    <a:pt x="518503" y="115342"/>
                  </a:lnTo>
                  <a:lnTo>
                    <a:pt x="548186" y="109847"/>
                  </a:lnTo>
                  <a:lnTo>
                    <a:pt x="576345" y="104634"/>
                  </a:lnTo>
                  <a:lnTo>
                    <a:pt x="603131" y="99676"/>
                  </a:lnTo>
                  <a:lnTo>
                    <a:pt x="628670" y="94948"/>
                  </a:lnTo>
                  <a:lnTo>
                    <a:pt x="653074" y="90431"/>
                  </a:lnTo>
                  <a:lnTo>
                    <a:pt x="676439" y="86106"/>
                  </a:lnTo>
                  <a:lnTo>
                    <a:pt x="698850" y="81957"/>
                  </a:lnTo>
                  <a:lnTo>
                    <a:pt x="720382" y="77972"/>
                  </a:lnTo>
                  <a:lnTo>
                    <a:pt x="741101" y="74136"/>
                  </a:lnTo>
                  <a:lnTo>
                    <a:pt x="761066" y="70440"/>
                  </a:lnTo>
                  <a:lnTo>
                    <a:pt x="780331" y="66874"/>
                  </a:lnTo>
                  <a:lnTo>
                    <a:pt x="798943" y="63429"/>
                  </a:lnTo>
                  <a:lnTo>
                    <a:pt x="816944" y="60097"/>
                  </a:lnTo>
                  <a:lnTo>
                    <a:pt x="834374" y="56870"/>
                  </a:lnTo>
                  <a:lnTo>
                    <a:pt x="851268" y="53743"/>
                  </a:lnTo>
                  <a:lnTo>
                    <a:pt x="867657" y="50709"/>
                  </a:lnTo>
                  <a:lnTo>
                    <a:pt x="883571" y="47763"/>
                  </a:lnTo>
                  <a:lnTo>
                    <a:pt x="899036" y="44901"/>
                  </a:lnTo>
                  <a:lnTo>
                    <a:pt x="914078" y="42116"/>
                  </a:lnTo>
                  <a:lnTo>
                    <a:pt x="928719" y="39406"/>
                  </a:lnTo>
                  <a:lnTo>
                    <a:pt x="942979" y="36766"/>
                  </a:lnTo>
                  <a:lnTo>
                    <a:pt x="956879" y="34193"/>
                  </a:lnTo>
                  <a:lnTo>
                    <a:pt x="970435" y="31684"/>
                  </a:lnTo>
                  <a:lnTo>
                    <a:pt x="983664" y="29235"/>
                  </a:lnTo>
                  <a:lnTo>
                    <a:pt x="996582" y="26844"/>
                  </a:lnTo>
                  <a:lnTo>
                    <a:pt x="1009203" y="24508"/>
                  </a:lnTo>
                  <a:lnTo>
                    <a:pt x="1021541" y="22224"/>
                  </a:lnTo>
                  <a:lnTo>
                    <a:pt x="1033607" y="19990"/>
                  </a:lnTo>
                  <a:lnTo>
                    <a:pt x="1045414" y="17805"/>
                  </a:lnTo>
                  <a:lnTo>
                    <a:pt x="1056972" y="15665"/>
                  </a:lnTo>
                  <a:lnTo>
                    <a:pt x="1068292" y="13570"/>
                  </a:lnTo>
                  <a:lnTo>
                    <a:pt x="1079383" y="11516"/>
                  </a:lnTo>
                  <a:lnTo>
                    <a:pt x="1090255" y="9504"/>
                  </a:lnTo>
                  <a:lnTo>
                    <a:pt x="1100915" y="7531"/>
                  </a:lnTo>
                  <a:lnTo>
                    <a:pt x="1111372" y="5595"/>
                  </a:lnTo>
                  <a:lnTo>
                    <a:pt x="1121634" y="3695"/>
                  </a:lnTo>
                  <a:lnTo>
                    <a:pt x="1131708" y="1831"/>
                  </a:lnTo>
                  <a:lnTo>
                    <a:pt x="11416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831346" y="3362649"/>
              <a:ext cx="1141600" cy="272220"/>
            </a:xfrm>
            <a:custGeom>
              <a:avLst/>
              <a:pathLst>
                <a:path w="1141600" h="272220">
                  <a:moveTo>
                    <a:pt x="0" y="0"/>
                  </a:moveTo>
                  <a:lnTo>
                    <a:pt x="73307" y="17480"/>
                  </a:lnTo>
                  <a:lnTo>
                    <a:pt x="137970" y="32899"/>
                  </a:lnTo>
                  <a:lnTo>
                    <a:pt x="195812" y="46692"/>
                  </a:lnTo>
                  <a:lnTo>
                    <a:pt x="248136" y="59169"/>
                  </a:lnTo>
                  <a:lnTo>
                    <a:pt x="295905" y="70560"/>
                  </a:lnTo>
                  <a:lnTo>
                    <a:pt x="339848" y="81038"/>
                  </a:lnTo>
                  <a:lnTo>
                    <a:pt x="380533" y="90740"/>
                  </a:lnTo>
                  <a:lnTo>
                    <a:pt x="418410" y="99772"/>
                  </a:lnTo>
                  <a:lnTo>
                    <a:pt x="453841" y="108220"/>
                  </a:lnTo>
                  <a:lnTo>
                    <a:pt x="487123" y="116157"/>
                  </a:lnTo>
                  <a:lnTo>
                    <a:pt x="518503" y="123639"/>
                  </a:lnTo>
                  <a:lnTo>
                    <a:pt x="548186" y="130717"/>
                  </a:lnTo>
                  <a:lnTo>
                    <a:pt x="576345" y="137432"/>
                  </a:lnTo>
                  <a:lnTo>
                    <a:pt x="603131" y="143819"/>
                  </a:lnTo>
                  <a:lnTo>
                    <a:pt x="628670" y="149909"/>
                  </a:lnTo>
                  <a:lnTo>
                    <a:pt x="653074" y="155728"/>
                  </a:lnTo>
                  <a:lnTo>
                    <a:pt x="676439" y="161300"/>
                  </a:lnTo>
                  <a:lnTo>
                    <a:pt x="698850" y="166644"/>
                  </a:lnTo>
                  <a:lnTo>
                    <a:pt x="720382" y="171778"/>
                  </a:lnTo>
                  <a:lnTo>
                    <a:pt x="741101" y="176719"/>
                  </a:lnTo>
                  <a:lnTo>
                    <a:pt x="761066" y="181480"/>
                  </a:lnTo>
                  <a:lnTo>
                    <a:pt x="780331" y="186074"/>
                  </a:lnTo>
                  <a:lnTo>
                    <a:pt x="798943" y="190512"/>
                  </a:lnTo>
                  <a:lnTo>
                    <a:pt x="816944" y="194804"/>
                  </a:lnTo>
                  <a:lnTo>
                    <a:pt x="834374" y="198961"/>
                  </a:lnTo>
                  <a:lnTo>
                    <a:pt x="851268" y="202989"/>
                  </a:lnTo>
                  <a:lnTo>
                    <a:pt x="867657" y="206897"/>
                  </a:lnTo>
                  <a:lnTo>
                    <a:pt x="883571" y="210692"/>
                  </a:lnTo>
                  <a:lnTo>
                    <a:pt x="899036" y="214380"/>
                  </a:lnTo>
                  <a:lnTo>
                    <a:pt x="914078" y="217966"/>
                  </a:lnTo>
                  <a:lnTo>
                    <a:pt x="928719" y="221458"/>
                  </a:lnTo>
                  <a:lnTo>
                    <a:pt x="942979" y="224858"/>
                  </a:lnTo>
                  <a:lnTo>
                    <a:pt x="956879" y="228172"/>
                  </a:lnTo>
                  <a:lnTo>
                    <a:pt x="970435" y="231405"/>
                  </a:lnTo>
                  <a:lnTo>
                    <a:pt x="983664" y="234559"/>
                  </a:lnTo>
                  <a:lnTo>
                    <a:pt x="996582" y="237640"/>
                  </a:lnTo>
                  <a:lnTo>
                    <a:pt x="1009203" y="240649"/>
                  </a:lnTo>
                  <a:lnTo>
                    <a:pt x="1021541" y="243591"/>
                  </a:lnTo>
                  <a:lnTo>
                    <a:pt x="1033607" y="246469"/>
                  </a:lnTo>
                  <a:lnTo>
                    <a:pt x="1045414" y="249284"/>
                  </a:lnTo>
                  <a:lnTo>
                    <a:pt x="1056972" y="252040"/>
                  </a:lnTo>
                  <a:lnTo>
                    <a:pt x="1068292" y="254739"/>
                  </a:lnTo>
                  <a:lnTo>
                    <a:pt x="1079383" y="257384"/>
                  </a:lnTo>
                  <a:lnTo>
                    <a:pt x="1090255" y="259977"/>
                  </a:lnTo>
                  <a:lnTo>
                    <a:pt x="1100915" y="262519"/>
                  </a:lnTo>
                  <a:lnTo>
                    <a:pt x="1111372" y="265012"/>
                  </a:lnTo>
                  <a:lnTo>
                    <a:pt x="1121634" y="267459"/>
                  </a:lnTo>
                  <a:lnTo>
                    <a:pt x="1131708" y="269861"/>
                  </a:lnTo>
                  <a:lnTo>
                    <a:pt x="1141600" y="27222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31346" y="3427254"/>
              <a:ext cx="1141600" cy="252722"/>
            </a:xfrm>
            <a:custGeom>
              <a:avLst/>
              <a:pathLst>
                <a:path w="1141600" h="252722">
                  <a:moveTo>
                    <a:pt x="0" y="252722"/>
                  </a:moveTo>
                  <a:lnTo>
                    <a:pt x="73307" y="236493"/>
                  </a:lnTo>
                  <a:lnTo>
                    <a:pt x="137970" y="222178"/>
                  </a:lnTo>
                  <a:lnTo>
                    <a:pt x="195812" y="209374"/>
                  </a:lnTo>
                  <a:lnTo>
                    <a:pt x="248136" y="197790"/>
                  </a:lnTo>
                  <a:lnTo>
                    <a:pt x="295905" y="187215"/>
                  </a:lnTo>
                  <a:lnTo>
                    <a:pt x="339848" y="177488"/>
                  </a:lnTo>
                  <a:lnTo>
                    <a:pt x="380533" y="168481"/>
                  </a:lnTo>
                  <a:lnTo>
                    <a:pt x="418410" y="160096"/>
                  </a:lnTo>
                  <a:lnTo>
                    <a:pt x="453841" y="152252"/>
                  </a:lnTo>
                  <a:lnTo>
                    <a:pt x="487123" y="144884"/>
                  </a:lnTo>
                  <a:lnTo>
                    <a:pt x="518503" y="137938"/>
                  </a:lnTo>
                  <a:lnTo>
                    <a:pt x="548186" y="131367"/>
                  </a:lnTo>
                  <a:lnTo>
                    <a:pt x="576345" y="125133"/>
                  </a:lnTo>
                  <a:lnTo>
                    <a:pt x="603131" y="119203"/>
                  </a:lnTo>
                  <a:lnTo>
                    <a:pt x="628670" y="113550"/>
                  </a:lnTo>
                  <a:lnTo>
                    <a:pt x="653074" y="108147"/>
                  </a:lnTo>
                  <a:lnTo>
                    <a:pt x="676439" y="102975"/>
                  </a:lnTo>
                  <a:lnTo>
                    <a:pt x="698850" y="98013"/>
                  </a:lnTo>
                  <a:lnTo>
                    <a:pt x="720382" y="93247"/>
                  </a:lnTo>
                  <a:lnTo>
                    <a:pt x="741101" y="88660"/>
                  </a:lnTo>
                  <a:lnTo>
                    <a:pt x="761066" y="84240"/>
                  </a:lnTo>
                  <a:lnTo>
                    <a:pt x="780331" y="79975"/>
                  </a:lnTo>
                  <a:lnTo>
                    <a:pt x="798943" y="75855"/>
                  </a:lnTo>
                  <a:lnTo>
                    <a:pt x="816944" y="71870"/>
                  </a:lnTo>
                  <a:lnTo>
                    <a:pt x="834374" y="68012"/>
                  </a:lnTo>
                  <a:lnTo>
                    <a:pt x="851268" y="64272"/>
                  </a:lnTo>
                  <a:lnTo>
                    <a:pt x="867657" y="60644"/>
                  </a:lnTo>
                  <a:lnTo>
                    <a:pt x="883571" y="57121"/>
                  </a:lnTo>
                  <a:lnTo>
                    <a:pt x="899036" y="53697"/>
                  </a:lnTo>
                  <a:lnTo>
                    <a:pt x="914078" y="50367"/>
                  </a:lnTo>
                  <a:lnTo>
                    <a:pt x="928719" y="47126"/>
                  </a:lnTo>
                  <a:lnTo>
                    <a:pt x="942979" y="43969"/>
                  </a:lnTo>
                  <a:lnTo>
                    <a:pt x="956879" y="40892"/>
                  </a:lnTo>
                  <a:lnTo>
                    <a:pt x="970435" y="37891"/>
                  </a:lnTo>
                  <a:lnTo>
                    <a:pt x="983664" y="34963"/>
                  </a:lnTo>
                  <a:lnTo>
                    <a:pt x="996582" y="32103"/>
                  </a:lnTo>
                  <a:lnTo>
                    <a:pt x="1009203" y="29309"/>
                  </a:lnTo>
                  <a:lnTo>
                    <a:pt x="1021541" y="26578"/>
                  </a:lnTo>
                  <a:lnTo>
                    <a:pt x="1033607" y="23906"/>
                  </a:lnTo>
                  <a:lnTo>
                    <a:pt x="1045414" y="21293"/>
                  </a:lnTo>
                  <a:lnTo>
                    <a:pt x="1056972" y="18734"/>
                  </a:lnTo>
                  <a:lnTo>
                    <a:pt x="1068292" y="16228"/>
                  </a:lnTo>
                  <a:lnTo>
                    <a:pt x="1079383" y="13773"/>
                  </a:lnTo>
                  <a:lnTo>
                    <a:pt x="1090255" y="11366"/>
                  </a:lnTo>
                  <a:lnTo>
                    <a:pt x="1100915" y="9006"/>
                  </a:lnTo>
                  <a:lnTo>
                    <a:pt x="1111372" y="6691"/>
                  </a:lnTo>
                  <a:lnTo>
                    <a:pt x="1121634" y="4419"/>
                  </a:lnTo>
                  <a:lnTo>
                    <a:pt x="1131708" y="2189"/>
                  </a:lnTo>
                  <a:lnTo>
                    <a:pt x="11416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31346" y="3635358"/>
              <a:ext cx="1141600" cy="90037"/>
            </a:xfrm>
            <a:custGeom>
              <a:avLst/>
              <a:pathLst>
                <a:path w="1141600" h="90037">
                  <a:moveTo>
                    <a:pt x="0" y="0"/>
                  </a:moveTo>
                  <a:lnTo>
                    <a:pt x="73307" y="5781"/>
                  </a:lnTo>
                  <a:lnTo>
                    <a:pt x="137970" y="10881"/>
                  </a:lnTo>
                  <a:lnTo>
                    <a:pt x="195812" y="15443"/>
                  </a:lnTo>
                  <a:lnTo>
                    <a:pt x="248136" y="19570"/>
                  </a:lnTo>
                  <a:lnTo>
                    <a:pt x="295905" y="23337"/>
                  </a:lnTo>
                  <a:lnTo>
                    <a:pt x="339848" y="26803"/>
                  </a:lnTo>
                  <a:lnTo>
                    <a:pt x="380533" y="30012"/>
                  </a:lnTo>
                  <a:lnTo>
                    <a:pt x="418410" y="32999"/>
                  </a:lnTo>
                  <a:lnTo>
                    <a:pt x="453841" y="35794"/>
                  </a:lnTo>
                  <a:lnTo>
                    <a:pt x="487123" y="38419"/>
                  </a:lnTo>
                  <a:lnTo>
                    <a:pt x="518503" y="40893"/>
                  </a:lnTo>
                  <a:lnTo>
                    <a:pt x="548186" y="43234"/>
                  </a:lnTo>
                  <a:lnTo>
                    <a:pt x="576345" y="45455"/>
                  </a:lnTo>
                  <a:lnTo>
                    <a:pt x="603131" y="47568"/>
                  </a:lnTo>
                  <a:lnTo>
                    <a:pt x="628670" y="49582"/>
                  </a:lnTo>
                  <a:lnTo>
                    <a:pt x="653074" y="51507"/>
                  </a:lnTo>
                  <a:lnTo>
                    <a:pt x="676439" y="53350"/>
                  </a:lnTo>
                  <a:lnTo>
                    <a:pt x="698850" y="55117"/>
                  </a:lnTo>
                  <a:lnTo>
                    <a:pt x="720382" y="56815"/>
                  </a:lnTo>
                  <a:lnTo>
                    <a:pt x="741101" y="58450"/>
                  </a:lnTo>
                  <a:lnTo>
                    <a:pt x="761066" y="60024"/>
                  </a:lnTo>
                  <a:lnTo>
                    <a:pt x="780331" y="61544"/>
                  </a:lnTo>
                  <a:lnTo>
                    <a:pt x="798943" y="63011"/>
                  </a:lnTo>
                  <a:lnTo>
                    <a:pt x="816944" y="64431"/>
                  </a:lnTo>
                  <a:lnTo>
                    <a:pt x="834374" y="65806"/>
                  </a:lnTo>
                  <a:lnTo>
                    <a:pt x="851268" y="67138"/>
                  </a:lnTo>
                  <a:lnTo>
                    <a:pt x="867657" y="68431"/>
                  </a:lnTo>
                  <a:lnTo>
                    <a:pt x="883571" y="69686"/>
                  </a:lnTo>
                  <a:lnTo>
                    <a:pt x="899036" y="70906"/>
                  </a:lnTo>
                  <a:lnTo>
                    <a:pt x="914078" y="72092"/>
                  </a:lnTo>
                  <a:lnTo>
                    <a:pt x="928719" y="73247"/>
                  </a:lnTo>
                  <a:lnTo>
                    <a:pt x="942979" y="74371"/>
                  </a:lnTo>
                  <a:lnTo>
                    <a:pt x="956879" y="75468"/>
                  </a:lnTo>
                  <a:lnTo>
                    <a:pt x="970435" y="76537"/>
                  </a:lnTo>
                  <a:lnTo>
                    <a:pt x="983664" y="77580"/>
                  </a:lnTo>
                  <a:lnTo>
                    <a:pt x="996582" y="78599"/>
                  </a:lnTo>
                  <a:lnTo>
                    <a:pt x="1009203" y="79595"/>
                  </a:lnTo>
                  <a:lnTo>
                    <a:pt x="1021541" y="80568"/>
                  </a:lnTo>
                  <a:lnTo>
                    <a:pt x="1033607" y="81519"/>
                  </a:lnTo>
                  <a:lnTo>
                    <a:pt x="1045414" y="82450"/>
                  </a:lnTo>
                  <a:lnTo>
                    <a:pt x="1056972" y="83362"/>
                  </a:lnTo>
                  <a:lnTo>
                    <a:pt x="1068292" y="84255"/>
                  </a:lnTo>
                  <a:lnTo>
                    <a:pt x="1079383" y="85130"/>
                  </a:lnTo>
                  <a:lnTo>
                    <a:pt x="1090255" y="85987"/>
                  </a:lnTo>
                  <a:lnTo>
                    <a:pt x="1100915" y="86828"/>
                  </a:lnTo>
                  <a:lnTo>
                    <a:pt x="1111372" y="87652"/>
                  </a:lnTo>
                  <a:lnTo>
                    <a:pt x="1121634" y="88462"/>
                  </a:lnTo>
                  <a:lnTo>
                    <a:pt x="1131708" y="89256"/>
                  </a:lnTo>
                  <a:lnTo>
                    <a:pt x="1141600" y="9003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831346" y="3401584"/>
              <a:ext cx="1141600" cy="184331"/>
            </a:xfrm>
            <a:custGeom>
              <a:avLst/>
              <a:pathLst>
                <a:path w="1141600" h="184331">
                  <a:moveTo>
                    <a:pt x="0" y="184331"/>
                  </a:moveTo>
                  <a:lnTo>
                    <a:pt x="73307" y="172494"/>
                  </a:lnTo>
                  <a:lnTo>
                    <a:pt x="137970" y="162053"/>
                  </a:lnTo>
                  <a:lnTo>
                    <a:pt x="195812" y="152714"/>
                  </a:lnTo>
                  <a:lnTo>
                    <a:pt x="248136" y="144265"/>
                  </a:lnTo>
                  <a:lnTo>
                    <a:pt x="295905" y="136552"/>
                  </a:lnTo>
                  <a:lnTo>
                    <a:pt x="339848" y="129456"/>
                  </a:lnTo>
                  <a:lnTo>
                    <a:pt x="380533" y="122887"/>
                  </a:lnTo>
                  <a:lnTo>
                    <a:pt x="418410" y="116771"/>
                  </a:lnTo>
                  <a:lnTo>
                    <a:pt x="453841" y="111050"/>
                  </a:lnTo>
                  <a:lnTo>
                    <a:pt x="487123" y="105676"/>
                  </a:lnTo>
                  <a:lnTo>
                    <a:pt x="518503" y="100609"/>
                  </a:lnTo>
                  <a:lnTo>
                    <a:pt x="548186" y="95817"/>
                  </a:lnTo>
                  <a:lnTo>
                    <a:pt x="576345" y="91270"/>
                  </a:lnTo>
                  <a:lnTo>
                    <a:pt x="603131" y="86945"/>
                  </a:lnTo>
                  <a:lnTo>
                    <a:pt x="628670" y="82821"/>
                  </a:lnTo>
                  <a:lnTo>
                    <a:pt x="653074" y="78881"/>
                  </a:lnTo>
                  <a:lnTo>
                    <a:pt x="676439" y="75108"/>
                  </a:lnTo>
                  <a:lnTo>
                    <a:pt x="698850" y="71489"/>
                  </a:lnTo>
                  <a:lnTo>
                    <a:pt x="720382" y="68013"/>
                  </a:lnTo>
                  <a:lnTo>
                    <a:pt x="741101" y="64667"/>
                  </a:lnTo>
                  <a:lnTo>
                    <a:pt x="761066" y="61443"/>
                  </a:lnTo>
                  <a:lnTo>
                    <a:pt x="780331" y="58333"/>
                  </a:lnTo>
                  <a:lnTo>
                    <a:pt x="798943" y="55327"/>
                  </a:lnTo>
                  <a:lnTo>
                    <a:pt x="816944" y="52421"/>
                  </a:lnTo>
                  <a:lnTo>
                    <a:pt x="834374" y="49606"/>
                  </a:lnTo>
                  <a:lnTo>
                    <a:pt x="851268" y="46879"/>
                  </a:lnTo>
                  <a:lnTo>
                    <a:pt x="867657" y="44232"/>
                  </a:lnTo>
                  <a:lnTo>
                    <a:pt x="883571" y="41663"/>
                  </a:lnTo>
                  <a:lnTo>
                    <a:pt x="899036" y="39166"/>
                  </a:lnTo>
                  <a:lnTo>
                    <a:pt x="914078" y="36737"/>
                  </a:lnTo>
                  <a:lnTo>
                    <a:pt x="928719" y="34373"/>
                  </a:lnTo>
                  <a:lnTo>
                    <a:pt x="942979" y="32070"/>
                  </a:lnTo>
                  <a:lnTo>
                    <a:pt x="956879" y="29826"/>
                  </a:lnTo>
                  <a:lnTo>
                    <a:pt x="970435" y="27637"/>
                  </a:lnTo>
                  <a:lnTo>
                    <a:pt x="983664" y="25501"/>
                  </a:lnTo>
                  <a:lnTo>
                    <a:pt x="996582" y="23415"/>
                  </a:lnTo>
                  <a:lnTo>
                    <a:pt x="1009203" y="21377"/>
                  </a:lnTo>
                  <a:lnTo>
                    <a:pt x="1021541" y="19385"/>
                  </a:lnTo>
                  <a:lnTo>
                    <a:pt x="1033607" y="17437"/>
                  </a:lnTo>
                  <a:lnTo>
                    <a:pt x="1045414" y="15530"/>
                  </a:lnTo>
                  <a:lnTo>
                    <a:pt x="1056972" y="13664"/>
                  </a:lnTo>
                  <a:lnTo>
                    <a:pt x="1068292" y="11836"/>
                  </a:lnTo>
                  <a:lnTo>
                    <a:pt x="1079383" y="10045"/>
                  </a:lnTo>
                  <a:lnTo>
                    <a:pt x="1090255" y="8290"/>
                  </a:lnTo>
                  <a:lnTo>
                    <a:pt x="1100915" y="6569"/>
                  </a:lnTo>
                  <a:lnTo>
                    <a:pt x="1111372" y="4880"/>
                  </a:lnTo>
                  <a:lnTo>
                    <a:pt x="1121634" y="3223"/>
                  </a:lnTo>
                  <a:lnTo>
                    <a:pt x="1131708" y="1597"/>
                  </a:lnTo>
                  <a:lnTo>
                    <a:pt x="114160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831346" y="3290138"/>
              <a:ext cx="1141600" cy="81126"/>
            </a:xfrm>
            <a:custGeom>
              <a:avLst/>
              <a:pathLst>
                <a:path w="1141600" h="81126">
                  <a:moveTo>
                    <a:pt x="0" y="0"/>
                  </a:moveTo>
                  <a:lnTo>
                    <a:pt x="73307" y="5209"/>
                  </a:lnTo>
                  <a:lnTo>
                    <a:pt x="137970" y="9804"/>
                  </a:lnTo>
                  <a:lnTo>
                    <a:pt x="195812" y="13915"/>
                  </a:lnTo>
                  <a:lnTo>
                    <a:pt x="248136" y="17633"/>
                  </a:lnTo>
                  <a:lnTo>
                    <a:pt x="295905" y="21028"/>
                  </a:lnTo>
                  <a:lnTo>
                    <a:pt x="339848" y="24151"/>
                  </a:lnTo>
                  <a:lnTo>
                    <a:pt x="380533" y="27042"/>
                  </a:lnTo>
                  <a:lnTo>
                    <a:pt x="418410" y="29733"/>
                  </a:lnTo>
                  <a:lnTo>
                    <a:pt x="453841" y="32251"/>
                  </a:lnTo>
                  <a:lnTo>
                    <a:pt x="487123" y="34617"/>
                  </a:lnTo>
                  <a:lnTo>
                    <a:pt x="518503" y="36847"/>
                  </a:lnTo>
                  <a:lnTo>
                    <a:pt x="548186" y="38956"/>
                  </a:lnTo>
                  <a:lnTo>
                    <a:pt x="576345" y="40957"/>
                  </a:lnTo>
                  <a:lnTo>
                    <a:pt x="603131" y="42861"/>
                  </a:lnTo>
                  <a:lnTo>
                    <a:pt x="628670" y="44675"/>
                  </a:lnTo>
                  <a:lnTo>
                    <a:pt x="653074" y="46410"/>
                  </a:lnTo>
                  <a:lnTo>
                    <a:pt x="676439" y="48070"/>
                  </a:lnTo>
                  <a:lnTo>
                    <a:pt x="698850" y="49663"/>
                  </a:lnTo>
                  <a:lnTo>
                    <a:pt x="720382" y="51193"/>
                  </a:lnTo>
                  <a:lnTo>
                    <a:pt x="741101" y="52665"/>
                  </a:lnTo>
                  <a:lnTo>
                    <a:pt x="761066" y="54084"/>
                  </a:lnTo>
                  <a:lnTo>
                    <a:pt x="780331" y="55453"/>
                  </a:lnTo>
                  <a:lnTo>
                    <a:pt x="798943" y="56776"/>
                  </a:lnTo>
                  <a:lnTo>
                    <a:pt x="816944" y="58055"/>
                  </a:lnTo>
                  <a:lnTo>
                    <a:pt x="834374" y="59294"/>
                  </a:lnTo>
                  <a:lnTo>
                    <a:pt x="851268" y="60494"/>
                  </a:lnTo>
                  <a:lnTo>
                    <a:pt x="867657" y="61659"/>
                  </a:lnTo>
                  <a:lnTo>
                    <a:pt x="883571" y="62790"/>
                  </a:lnTo>
                  <a:lnTo>
                    <a:pt x="899036" y="63889"/>
                  </a:lnTo>
                  <a:lnTo>
                    <a:pt x="914078" y="64958"/>
                  </a:lnTo>
                  <a:lnTo>
                    <a:pt x="928719" y="65998"/>
                  </a:lnTo>
                  <a:lnTo>
                    <a:pt x="942979" y="67012"/>
                  </a:lnTo>
                  <a:lnTo>
                    <a:pt x="956879" y="67999"/>
                  </a:lnTo>
                  <a:lnTo>
                    <a:pt x="970435" y="68963"/>
                  </a:lnTo>
                  <a:lnTo>
                    <a:pt x="983664" y="69903"/>
                  </a:lnTo>
                  <a:lnTo>
                    <a:pt x="996582" y="70821"/>
                  </a:lnTo>
                  <a:lnTo>
                    <a:pt x="1009203" y="71718"/>
                  </a:lnTo>
                  <a:lnTo>
                    <a:pt x="1021541" y="72595"/>
                  </a:lnTo>
                  <a:lnTo>
                    <a:pt x="1033607" y="73452"/>
                  </a:lnTo>
                  <a:lnTo>
                    <a:pt x="1045414" y="74291"/>
                  </a:lnTo>
                  <a:lnTo>
                    <a:pt x="1056972" y="75112"/>
                  </a:lnTo>
                  <a:lnTo>
                    <a:pt x="1068292" y="75917"/>
                  </a:lnTo>
                  <a:lnTo>
                    <a:pt x="1079383" y="76705"/>
                  </a:lnTo>
                  <a:lnTo>
                    <a:pt x="1090255" y="77478"/>
                  </a:lnTo>
                  <a:lnTo>
                    <a:pt x="1100915" y="78235"/>
                  </a:lnTo>
                  <a:lnTo>
                    <a:pt x="1111372" y="78978"/>
                  </a:lnTo>
                  <a:lnTo>
                    <a:pt x="1121634" y="79708"/>
                  </a:lnTo>
                  <a:lnTo>
                    <a:pt x="1131708" y="80423"/>
                  </a:lnTo>
                  <a:lnTo>
                    <a:pt x="1141600" y="8112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rc583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748241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719773" y="38122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719773" y="34716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719773" y="31311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719773" y="27905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748241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1346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3211879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59241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972946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tx594"/>
            <p:cNvSpPr/>
            <p:nvPr/>
          </p:nvSpPr>
          <p:spPr>
            <a:xfrm>
              <a:off x="2748241" y="2473969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6" name="rc595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247728" y="35299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35143" y="29183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69557" y="328061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29488" y="35513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17855" y="34077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66421" y="34126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49728" y="30803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37070" y="35401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64407" y="37704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48357" y="35273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48754" y="36703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47186" y="26771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599554" y="33674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21054" y="36177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44544" y="35310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599969" y="34676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33950" y="35560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29929" y="37087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598561" y="32911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00357" y="34280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21618" y="31423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35677" y="35129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599276" y="31996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26097" y="33648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24429" y="35509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03376" y="32837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20470" y="30767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09137" y="28051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026193" y="35914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91196" y="34939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91496" y="32568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019887" y="34669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025303" y="33884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021165" y="36715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014242" y="36223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96097" y="34120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005239" y="33826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007899" y="30609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005086" y="35090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80805" y="30601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77421" y="35579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79624" y="36980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87179" y="33366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008338" y="32192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017559" y="36080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75720" y="33366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011948" y="30404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981477" y="33248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97237" y="32764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62408" y="33459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400668" y="34873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402910" y="35515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98275" y="35369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83441" y="35059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82432" y="32148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403719" y="330480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65741" y="32281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405986" y="29600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56512" y="35545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93847" y="30899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89695" y="28778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93804" y="36568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407419" y="32529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62583" y="35645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72013" y="27975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96540" y="32782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407409" y="31685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407032" y="34003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93371" y="32887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83799" y="35295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72113" y="32120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78760" y="35622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l668"/>
            <p:cNvSpPr/>
            <p:nvPr/>
          </p:nvSpPr>
          <p:spPr>
            <a:xfrm>
              <a:off x="4273153" y="3401009"/>
              <a:ext cx="1136582" cy="183909"/>
            </a:xfrm>
            <a:custGeom>
              <a:avLst/>
              <a:pathLst>
                <a:path w="1136582" h="183909">
                  <a:moveTo>
                    <a:pt x="0" y="183909"/>
                  </a:moveTo>
                  <a:lnTo>
                    <a:pt x="72985" y="172099"/>
                  </a:lnTo>
                  <a:lnTo>
                    <a:pt x="137363" y="161682"/>
                  </a:lnTo>
                  <a:lnTo>
                    <a:pt x="194951" y="152364"/>
                  </a:lnTo>
                  <a:lnTo>
                    <a:pt x="247046" y="143935"/>
                  </a:lnTo>
                  <a:lnTo>
                    <a:pt x="294605" y="136239"/>
                  </a:lnTo>
                  <a:lnTo>
                    <a:pt x="338354" y="129160"/>
                  </a:lnTo>
                  <a:lnTo>
                    <a:pt x="378860" y="122606"/>
                  </a:lnTo>
                  <a:lnTo>
                    <a:pt x="416571" y="116504"/>
                  </a:lnTo>
                  <a:lnTo>
                    <a:pt x="451846" y="110796"/>
                  </a:lnTo>
                  <a:lnTo>
                    <a:pt x="484982" y="105434"/>
                  </a:lnTo>
                  <a:lnTo>
                    <a:pt x="516224" y="100379"/>
                  </a:lnTo>
                  <a:lnTo>
                    <a:pt x="545776" y="95597"/>
                  </a:lnTo>
                  <a:lnTo>
                    <a:pt x="573812" y="91061"/>
                  </a:lnTo>
                  <a:lnTo>
                    <a:pt x="600480" y="86746"/>
                  </a:lnTo>
                  <a:lnTo>
                    <a:pt x="625907" y="82631"/>
                  </a:lnTo>
                  <a:lnTo>
                    <a:pt x="650203" y="78700"/>
                  </a:lnTo>
                  <a:lnTo>
                    <a:pt x="673466" y="74936"/>
                  </a:lnTo>
                  <a:lnTo>
                    <a:pt x="695778" y="71326"/>
                  </a:lnTo>
                  <a:lnTo>
                    <a:pt x="717215" y="67857"/>
                  </a:lnTo>
                  <a:lnTo>
                    <a:pt x="737844" y="64519"/>
                  </a:lnTo>
                  <a:lnTo>
                    <a:pt x="757721" y="61303"/>
                  </a:lnTo>
                  <a:lnTo>
                    <a:pt x="776902" y="58199"/>
                  </a:lnTo>
                  <a:lnTo>
                    <a:pt x="795432" y="55201"/>
                  </a:lnTo>
                  <a:lnTo>
                    <a:pt x="813354" y="52301"/>
                  </a:lnTo>
                  <a:lnTo>
                    <a:pt x="830707" y="49493"/>
                  </a:lnTo>
                  <a:lnTo>
                    <a:pt x="847526" y="46771"/>
                  </a:lnTo>
                  <a:lnTo>
                    <a:pt x="863843" y="44131"/>
                  </a:lnTo>
                  <a:lnTo>
                    <a:pt x="879687" y="41567"/>
                  </a:lnTo>
                  <a:lnTo>
                    <a:pt x="895085" y="39076"/>
                  </a:lnTo>
                  <a:lnTo>
                    <a:pt x="910061" y="36653"/>
                  </a:lnTo>
                  <a:lnTo>
                    <a:pt x="924637" y="34294"/>
                  </a:lnTo>
                  <a:lnTo>
                    <a:pt x="938835" y="31997"/>
                  </a:lnTo>
                  <a:lnTo>
                    <a:pt x="952673" y="29758"/>
                  </a:lnTo>
                  <a:lnTo>
                    <a:pt x="966170" y="27574"/>
                  </a:lnTo>
                  <a:lnTo>
                    <a:pt x="979341" y="25443"/>
                  </a:lnTo>
                  <a:lnTo>
                    <a:pt x="992202" y="23362"/>
                  </a:lnTo>
                  <a:lnTo>
                    <a:pt x="1004768" y="21328"/>
                  </a:lnTo>
                  <a:lnTo>
                    <a:pt x="1017051" y="19341"/>
                  </a:lnTo>
                  <a:lnTo>
                    <a:pt x="1029064" y="17397"/>
                  </a:lnTo>
                  <a:lnTo>
                    <a:pt x="1040819" y="15495"/>
                  </a:lnTo>
                  <a:lnTo>
                    <a:pt x="1052327" y="13633"/>
                  </a:lnTo>
                  <a:lnTo>
                    <a:pt x="1063597" y="11809"/>
                  </a:lnTo>
                  <a:lnTo>
                    <a:pt x="1074639" y="10022"/>
                  </a:lnTo>
                  <a:lnTo>
                    <a:pt x="1085463" y="8271"/>
                  </a:lnTo>
                  <a:lnTo>
                    <a:pt x="1096076" y="6554"/>
                  </a:lnTo>
                  <a:lnTo>
                    <a:pt x="1106488" y="4869"/>
                  </a:lnTo>
                  <a:lnTo>
                    <a:pt x="1116705" y="3216"/>
                  </a:lnTo>
                  <a:lnTo>
                    <a:pt x="1126734" y="1593"/>
                  </a:lnTo>
                  <a:lnTo>
                    <a:pt x="113658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273153" y="3202550"/>
              <a:ext cx="1136582" cy="431049"/>
            </a:xfrm>
            <a:custGeom>
              <a:avLst/>
              <a:pathLst>
                <a:path w="1136582" h="431049">
                  <a:moveTo>
                    <a:pt x="0" y="431049"/>
                  </a:moveTo>
                  <a:lnTo>
                    <a:pt x="72985" y="403369"/>
                  </a:lnTo>
                  <a:lnTo>
                    <a:pt x="137363" y="378954"/>
                  </a:lnTo>
                  <a:lnTo>
                    <a:pt x="194951" y="357114"/>
                  </a:lnTo>
                  <a:lnTo>
                    <a:pt x="247046" y="337357"/>
                  </a:lnTo>
                  <a:lnTo>
                    <a:pt x="294605" y="319320"/>
                  </a:lnTo>
                  <a:lnTo>
                    <a:pt x="338354" y="302728"/>
                  </a:lnTo>
                  <a:lnTo>
                    <a:pt x="378860" y="287366"/>
                  </a:lnTo>
                  <a:lnTo>
                    <a:pt x="416571" y="273064"/>
                  </a:lnTo>
                  <a:lnTo>
                    <a:pt x="451846" y="259686"/>
                  </a:lnTo>
                  <a:lnTo>
                    <a:pt x="484982" y="247119"/>
                  </a:lnTo>
                  <a:lnTo>
                    <a:pt x="516224" y="235271"/>
                  </a:lnTo>
                  <a:lnTo>
                    <a:pt x="545776" y="224063"/>
                  </a:lnTo>
                  <a:lnTo>
                    <a:pt x="573812" y="213430"/>
                  </a:lnTo>
                  <a:lnTo>
                    <a:pt x="600480" y="203317"/>
                  </a:lnTo>
                  <a:lnTo>
                    <a:pt x="625907" y="193673"/>
                  </a:lnTo>
                  <a:lnTo>
                    <a:pt x="650203" y="184459"/>
                  </a:lnTo>
                  <a:lnTo>
                    <a:pt x="673466" y="175637"/>
                  </a:lnTo>
                  <a:lnTo>
                    <a:pt x="695778" y="167175"/>
                  </a:lnTo>
                  <a:lnTo>
                    <a:pt x="717215" y="159045"/>
                  </a:lnTo>
                  <a:lnTo>
                    <a:pt x="737844" y="151221"/>
                  </a:lnTo>
                  <a:lnTo>
                    <a:pt x="757721" y="143683"/>
                  </a:lnTo>
                  <a:lnTo>
                    <a:pt x="776902" y="136409"/>
                  </a:lnTo>
                  <a:lnTo>
                    <a:pt x="795432" y="129381"/>
                  </a:lnTo>
                  <a:lnTo>
                    <a:pt x="813354" y="122584"/>
                  </a:lnTo>
                  <a:lnTo>
                    <a:pt x="830707" y="116003"/>
                  </a:lnTo>
                  <a:lnTo>
                    <a:pt x="847526" y="109624"/>
                  </a:lnTo>
                  <a:lnTo>
                    <a:pt x="863843" y="103436"/>
                  </a:lnTo>
                  <a:lnTo>
                    <a:pt x="879687" y="97427"/>
                  </a:lnTo>
                  <a:lnTo>
                    <a:pt x="895085" y="91587"/>
                  </a:lnTo>
                  <a:lnTo>
                    <a:pt x="910061" y="85908"/>
                  </a:lnTo>
                  <a:lnTo>
                    <a:pt x="924637" y="80380"/>
                  </a:lnTo>
                  <a:lnTo>
                    <a:pt x="938835" y="74995"/>
                  </a:lnTo>
                  <a:lnTo>
                    <a:pt x="952673" y="69747"/>
                  </a:lnTo>
                  <a:lnTo>
                    <a:pt x="966170" y="64629"/>
                  </a:lnTo>
                  <a:lnTo>
                    <a:pt x="979341" y="59633"/>
                  </a:lnTo>
                  <a:lnTo>
                    <a:pt x="992202" y="54756"/>
                  </a:lnTo>
                  <a:lnTo>
                    <a:pt x="1004768" y="49990"/>
                  </a:lnTo>
                  <a:lnTo>
                    <a:pt x="1017051" y="45332"/>
                  </a:lnTo>
                  <a:lnTo>
                    <a:pt x="1029064" y="40776"/>
                  </a:lnTo>
                  <a:lnTo>
                    <a:pt x="1040819" y="36318"/>
                  </a:lnTo>
                  <a:lnTo>
                    <a:pt x="1052327" y="31954"/>
                  </a:lnTo>
                  <a:lnTo>
                    <a:pt x="1063597" y="27679"/>
                  </a:lnTo>
                  <a:lnTo>
                    <a:pt x="1074639" y="23492"/>
                  </a:lnTo>
                  <a:lnTo>
                    <a:pt x="1085463" y="19387"/>
                  </a:lnTo>
                  <a:lnTo>
                    <a:pt x="1096076" y="15361"/>
                  </a:lnTo>
                  <a:lnTo>
                    <a:pt x="1106488" y="11413"/>
                  </a:lnTo>
                  <a:lnTo>
                    <a:pt x="1116705" y="7538"/>
                  </a:lnTo>
                  <a:lnTo>
                    <a:pt x="1126734" y="3735"/>
                  </a:lnTo>
                  <a:lnTo>
                    <a:pt x="113658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73153" y="3300145"/>
              <a:ext cx="1136582" cy="15645"/>
            </a:xfrm>
            <a:custGeom>
              <a:avLst/>
              <a:pathLst>
                <a:path w="1136582" h="15645">
                  <a:moveTo>
                    <a:pt x="0" y="0"/>
                  </a:moveTo>
                  <a:lnTo>
                    <a:pt x="72985" y="1004"/>
                  </a:lnTo>
                  <a:lnTo>
                    <a:pt x="137363" y="1890"/>
                  </a:lnTo>
                  <a:lnTo>
                    <a:pt x="194951" y="2683"/>
                  </a:lnTo>
                  <a:lnTo>
                    <a:pt x="247046" y="3400"/>
                  </a:lnTo>
                  <a:lnTo>
                    <a:pt x="294605" y="4055"/>
                  </a:lnTo>
                  <a:lnTo>
                    <a:pt x="338354" y="4657"/>
                  </a:lnTo>
                  <a:lnTo>
                    <a:pt x="378860" y="5215"/>
                  </a:lnTo>
                  <a:lnTo>
                    <a:pt x="416571" y="5734"/>
                  </a:lnTo>
                  <a:lnTo>
                    <a:pt x="451846" y="6219"/>
                  </a:lnTo>
                  <a:lnTo>
                    <a:pt x="484982" y="6675"/>
                  </a:lnTo>
                  <a:lnTo>
                    <a:pt x="516224" y="7105"/>
                  </a:lnTo>
                  <a:lnTo>
                    <a:pt x="545776" y="7512"/>
                  </a:lnTo>
                  <a:lnTo>
                    <a:pt x="573812" y="7898"/>
                  </a:lnTo>
                  <a:lnTo>
                    <a:pt x="600480" y="8265"/>
                  </a:lnTo>
                  <a:lnTo>
                    <a:pt x="625907" y="8615"/>
                  </a:lnTo>
                  <a:lnTo>
                    <a:pt x="650203" y="8950"/>
                  </a:lnTo>
                  <a:lnTo>
                    <a:pt x="673466" y="9270"/>
                  </a:lnTo>
                  <a:lnTo>
                    <a:pt x="695778" y="9577"/>
                  </a:lnTo>
                  <a:lnTo>
                    <a:pt x="717215" y="9872"/>
                  </a:lnTo>
                  <a:lnTo>
                    <a:pt x="737844" y="10156"/>
                  </a:lnTo>
                  <a:lnTo>
                    <a:pt x="757721" y="10430"/>
                  </a:lnTo>
                  <a:lnTo>
                    <a:pt x="776902" y="10694"/>
                  </a:lnTo>
                  <a:lnTo>
                    <a:pt x="795432" y="10949"/>
                  </a:lnTo>
                  <a:lnTo>
                    <a:pt x="813354" y="11195"/>
                  </a:lnTo>
                  <a:lnTo>
                    <a:pt x="830707" y="11434"/>
                  </a:lnTo>
                  <a:lnTo>
                    <a:pt x="847526" y="11666"/>
                  </a:lnTo>
                  <a:lnTo>
                    <a:pt x="863843" y="11890"/>
                  </a:lnTo>
                  <a:lnTo>
                    <a:pt x="879687" y="12108"/>
                  </a:lnTo>
                  <a:lnTo>
                    <a:pt x="895085" y="12320"/>
                  </a:lnTo>
                  <a:lnTo>
                    <a:pt x="910061" y="12527"/>
                  </a:lnTo>
                  <a:lnTo>
                    <a:pt x="924637" y="12727"/>
                  </a:lnTo>
                  <a:lnTo>
                    <a:pt x="938835" y="12923"/>
                  </a:lnTo>
                  <a:lnTo>
                    <a:pt x="952673" y="13113"/>
                  </a:lnTo>
                  <a:lnTo>
                    <a:pt x="966170" y="13299"/>
                  </a:lnTo>
                  <a:lnTo>
                    <a:pt x="979341" y="13480"/>
                  </a:lnTo>
                  <a:lnTo>
                    <a:pt x="992202" y="13657"/>
                  </a:lnTo>
                  <a:lnTo>
                    <a:pt x="1004768" y="13830"/>
                  </a:lnTo>
                  <a:lnTo>
                    <a:pt x="1017051" y="13999"/>
                  </a:lnTo>
                  <a:lnTo>
                    <a:pt x="1029064" y="14165"/>
                  </a:lnTo>
                  <a:lnTo>
                    <a:pt x="1040819" y="14326"/>
                  </a:lnTo>
                  <a:lnTo>
                    <a:pt x="1052327" y="14485"/>
                  </a:lnTo>
                  <a:lnTo>
                    <a:pt x="1063597" y="14640"/>
                  </a:lnTo>
                  <a:lnTo>
                    <a:pt x="1074639" y="14792"/>
                  </a:lnTo>
                  <a:lnTo>
                    <a:pt x="1085463" y="14941"/>
                  </a:lnTo>
                  <a:lnTo>
                    <a:pt x="1096076" y="15087"/>
                  </a:lnTo>
                  <a:lnTo>
                    <a:pt x="1106488" y="15230"/>
                  </a:lnTo>
                  <a:lnTo>
                    <a:pt x="1116705" y="15371"/>
                  </a:lnTo>
                  <a:lnTo>
                    <a:pt x="1126734" y="15509"/>
                  </a:lnTo>
                  <a:lnTo>
                    <a:pt x="1136582" y="1564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73153" y="2915225"/>
              <a:ext cx="1136582" cy="393315"/>
            </a:xfrm>
            <a:custGeom>
              <a:avLst/>
              <a:pathLst>
                <a:path w="1136582" h="393315">
                  <a:moveTo>
                    <a:pt x="0" y="393315"/>
                  </a:moveTo>
                  <a:lnTo>
                    <a:pt x="72985" y="368058"/>
                  </a:lnTo>
                  <a:lnTo>
                    <a:pt x="137363" y="345780"/>
                  </a:lnTo>
                  <a:lnTo>
                    <a:pt x="194951" y="325852"/>
                  </a:lnTo>
                  <a:lnTo>
                    <a:pt x="247046" y="307824"/>
                  </a:lnTo>
                  <a:lnTo>
                    <a:pt x="294605" y="291367"/>
                  </a:lnTo>
                  <a:lnTo>
                    <a:pt x="338354" y="276227"/>
                  </a:lnTo>
                  <a:lnTo>
                    <a:pt x="378860" y="262210"/>
                  </a:lnTo>
                  <a:lnTo>
                    <a:pt x="416571" y="249160"/>
                  </a:lnTo>
                  <a:lnTo>
                    <a:pt x="451846" y="236953"/>
                  </a:lnTo>
                  <a:lnTo>
                    <a:pt x="484982" y="225486"/>
                  </a:lnTo>
                  <a:lnTo>
                    <a:pt x="516224" y="214675"/>
                  </a:lnTo>
                  <a:lnTo>
                    <a:pt x="545776" y="204448"/>
                  </a:lnTo>
                  <a:lnTo>
                    <a:pt x="573812" y="194747"/>
                  </a:lnTo>
                  <a:lnTo>
                    <a:pt x="600480" y="185518"/>
                  </a:lnTo>
                  <a:lnTo>
                    <a:pt x="625907" y="176719"/>
                  </a:lnTo>
                  <a:lnTo>
                    <a:pt x="650203" y="168311"/>
                  </a:lnTo>
                  <a:lnTo>
                    <a:pt x="673466" y="160261"/>
                  </a:lnTo>
                  <a:lnTo>
                    <a:pt x="695778" y="152540"/>
                  </a:lnTo>
                  <a:lnTo>
                    <a:pt x="717215" y="145122"/>
                  </a:lnTo>
                  <a:lnTo>
                    <a:pt x="737844" y="137983"/>
                  </a:lnTo>
                  <a:lnTo>
                    <a:pt x="757721" y="131105"/>
                  </a:lnTo>
                  <a:lnTo>
                    <a:pt x="776902" y="124467"/>
                  </a:lnTo>
                  <a:lnTo>
                    <a:pt x="795432" y="118055"/>
                  </a:lnTo>
                  <a:lnTo>
                    <a:pt x="813354" y="111853"/>
                  </a:lnTo>
                  <a:lnTo>
                    <a:pt x="830707" y="105848"/>
                  </a:lnTo>
                  <a:lnTo>
                    <a:pt x="847526" y="100028"/>
                  </a:lnTo>
                  <a:lnTo>
                    <a:pt x="863843" y="94381"/>
                  </a:lnTo>
                  <a:lnTo>
                    <a:pt x="879687" y="88898"/>
                  </a:lnTo>
                  <a:lnTo>
                    <a:pt x="895085" y="83570"/>
                  </a:lnTo>
                  <a:lnTo>
                    <a:pt x="910061" y="78387"/>
                  </a:lnTo>
                  <a:lnTo>
                    <a:pt x="924637" y="73343"/>
                  </a:lnTo>
                  <a:lnTo>
                    <a:pt x="938835" y="68430"/>
                  </a:lnTo>
                  <a:lnTo>
                    <a:pt x="952673" y="63641"/>
                  </a:lnTo>
                  <a:lnTo>
                    <a:pt x="966170" y="58971"/>
                  </a:lnTo>
                  <a:lnTo>
                    <a:pt x="979341" y="54413"/>
                  </a:lnTo>
                  <a:lnTo>
                    <a:pt x="992202" y="49962"/>
                  </a:lnTo>
                  <a:lnTo>
                    <a:pt x="1004768" y="45614"/>
                  </a:lnTo>
                  <a:lnTo>
                    <a:pt x="1017051" y="41363"/>
                  </a:lnTo>
                  <a:lnTo>
                    <a:pt x="1029064" y="37206"/>
                  </a:lnTo>
                  <a:lnTo>
                    <a:pt x="1040819" y="33138"/>
                  </a:lnTo>
                  <a:lnTo>
                    <a:pt x="1052327" y="29156"/>
                  </a:lnTo>
                  <a:lnTo>
                    <a:pt x="1063597" y="25256"/>
                  </a:lnTo>
                  <a:lnTo>
                    <a:pt x="1074639" y="21435"/>
                  </a:lnTo>
                  <a:lnTo>
                    <a:pt x="1085463" y="17689"/>
                  </a:lnTo>
                  <a:lnTo>
                    <a:pt x="1096076" y="14017"/>
                  </a:lnTo>
                  <a:lnTo>
                    <a:pt x="1106488" y="10414"/>
                  </a:lnTo>
                  <a:lnTo>
                    <a:pt x="1116705" y="6878"/>
                  </a:lnTo>
                  <a:lnTo>
                    <a:pt x="1126734" y="3408"/>
                  </a:lnTo>
                  <a:lnTo>
                    <a:pt x="113658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73153" y="3351433"/>
              <a:ext cx="1136582" cy="68172"/>
            </a:xfrm>
            <a:custGeom>
              <a:avLst/>
              <a:pathLst>
                <a:path w="1136582" h="68172">
                  <a:moveTo>
                    <a:pt x="0" y="68172"/>
                  </a:moveTo>
                  <a:lnTo>
                    <a:pt x="72985" y="63795"/>
                  </a:lnTo>
                  <a:lnTo>
                    <a:pt x="137363" y="59933"/>
                  </a:lnTo>
                  <a:lnTo>
                    <a:pt x="194951" y="56479"/>
                  </a:lnTo>
                  <a:lnTo>
                    <a:pt x="247046" y="53354"/>
                  </a:lnTo>
                  <a:lnTo>
                    <a:pt x="294605" y="50502"/>
                  </a:lnTo>
                  <a:lnTo>
                    <a:pt x="338354" y="47878"/>
                  </a:lnTo>
                  <a:lnTo>
                    <a:pt x="378860" y="45448"/>
                  </a:lnTo>
                  <a:lnTo>
                    <a:pt x="416571" y="43186"/>
                  </a:lnTo>
                  <a:lnTo>
                    <a:pt x="451846" y="41070"/>
                  </a:lnTo>
                  <a:lnTo>
                    <a:pt x="484982" y="39083"/>
                  </a:lnTo>
                  <a:lnTo>
                    <a:pt x="516224" y="37209"/>
                  </a:lnTo>
                  <a:lnTo>
                    <a:pt x="545776" y="35436"/>
                  </a:lnTo>
                  <a:lnTo>
                    <a:pt x="573812" y="33755"/>
                  </a:lnTo>
                  <a:lnTo>
                    <a:pt x="600480" y="32155"/>
                  </a:lnTo>
                  <a:lnTo>
                    <a:pt x="625907" y="30630"/>
                  </a:lnTo>
                  <a:lnTo>
                    <a:pt x="650203" y="29173"/>
                  </a:lnTo>
                  <a:lnTo>
                    <a:pt x="673466" y="27777"/>
                  </a:lnTo>
                  <a:lnTo>
                    <a:pt x="695778" y="26439"/>
                  </a:lnTo>
                  <a:lnTo>
                    <a:pt x="717215" y="25153"/>
                  </a:lnTo>
                  <a:lnTo>
                    <a:pt x="737844" y="23916"/>
                  </a:lnTo>
                  <a:lnTo>
                    <a:pt x="757721" y="22724"/>
                  </a:lnTo>
                  <a:lnTo>
                    <a:pt x="776902" y="21573"/>
                  </a:lnTo>
                  <a:lnTo>
                    <a:pt x="795432" y="20462"/>
                  </a:lnTo>
                  <a:lnTo>
                    <a:pt x="813354" y="19387"/>
                  </a:lnTo>
                  <a:lnTo>
                    <a:pt x="830707" y="18346"/>
                  </a:lnTo>
                  <a:lnTo>
                    <a:pt x="847526" y="17337"/>
                  </a:lnTo>
                  <a:lnTo>
                    <a:pt x="863843" y="16359"/>
                  </a:lnTo>
                  <a:lnTo>
                    <a:pt x="879687" y="15408"/>
                  </a:lnTo>
                  <a:lnTo>
                    <a:pt x="895085" y="14485"/>
                  </a:lnTo>
                  <a:lnTo>
                    <a:pt x="910061" y="13586"/>
                  </a:lnTo>
                  <a:lnTo>
                    <a:pt x="924637" y="12712"/>
                  </a:lnTo>
                  <a:lnTo>
                    <a:pt x="938835" y="11860"/>
                  </a:lnTo>
                  <a:lnTo>
                    <a:pt x="952673" y="11030"/>
                  </a:lnTo>
                  <a:lnTo>
                    <a:pt x="966170" y="10221"/>
                  </a:lnTo>
                  <a:lnTo>
                    <a:pt x="979341" y="9431"/>
                  </a:lnTo>
                  <a:lnTo>
                    <a:pt x="992202" y="8659"/>
                  </a:lnTo>
                  <a:lnTo>
                    <a:pt x="1004768" y="7906"/>
                  </a:lnTo>
                  <a:lnTo>
                    <a:pt x="1017051" y="7169"/>
                  </a:lnTo>
                  <a:lnTo>
                    <a:pt x="1029064" y="6448"/>
                  </a:lnTo>
                  <a:lnTo>
                    <a:pt x="1040819" y="5743"/>
                  </a:lnTo>
                  <a:lnTo>
                    <a:pt x="1052327" y="5053"/>
                  </a:lnTo>
                  <a:lnTo>
                    <a:pt x="1063597" y="4377"/>
                  </a:lnTo>
                  <a:lnTo>
                    <a:pt x="1074639" y="3715"/>
                  </a:lnTo>
                  <a:lnTo>
                    <a:pt x="1085463" y="3066"/>
                  </a:lnTo>
                  <a:lnTo>
                    <a:pt x="1096076" y="2429"/>
                  </a:lnTo>
                  <a:lnTo>
                    <a:pt x="1106488" y="1805"/>
                  </a:lnTo>
                  <a:lnTo>
                    <a:pt x="1116705" y="1192"/>
                  </a:lnTo>
                  <a:lnTo>
                    <a:pt x="1126734" y="590"/>
                  </a:lnTo>
                  <a:lnTo>
                    <a:pt x="113658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273153" y="3263629"/>
              <a:ext cx="1136582" cy="205829"/>
            </a:xfrm>
            <a:custGeom>
              <a:avLst/>
              <a:pathLst>
                <a:path w="1136582" h="205829">
                  <a:moveTo>
                    <a:pt x="0" y="205829"/>
                  </a:moveTo>
                  <a:lnTo>
                    <a:pt x="72985" y="192612"/>
                  </a:lnTo>
                  <a:lnTo>
                    <a:pt x="137363" y="180953"/>
                  </a:lnTo>
                  <a:lnTo>
                    <a:pt x="194951" y="170524"/>
                  </a:lnTo>
                  <a:lnTo>
                    <a:pt x="247046" y="161090"/>
                  </a:lnTo>
                  <a:lnTo>
                    <a:pt x="294605" y="152477"/>
                  </a:lnTo>
                  <a:lnTo>
                    <a:pt x="338354" y="144555"/>
                  </a:lnTo>
                  <a:lnTo>
                    <a:pt x="378860" y="137219"/>
                  </a:lnTo>
                  <a:lnTo>
                    <a:pt x="416571" y="130390"/>
                  </a:lnTo>
                  <a:lnTo>
                    <a:pt x="451846" y="124002"/>
                  </a:lnTo>
                  <a:lnTo>
                    <a:pt x="484982" y="118001"/>
                  </a:lnTo>
                  <a:lnTo>
                    <a:pt x="516224" y="112343"/>
                  </a:lnTo>
                  <a:lnTo>
                    <a:pt x="545776" y="106992"/>
                  </a:lnTo>
                  <a:lnTo>
                    <a:pt x="573812" y="101914"/>
                  </a:lnTo>
                  <a:lnTo>
                    <a:pt x="600480" y="97085"/>
                  </a:lnTo>
                  <a:lnTo>
                    <a:pt x="625907" y="92480"/>
                  </a:lnTo>
                  <a:lnTo>
                    <a:pt x="650203" y="88080"/>
                  </a:lnTo>
                  <a:lnTo>
                    <a:pt x="673466" y="83868"/>
                  </a:lnTo>
                  <a:lnTo>
                    <a:pt x="695778" y="79827"/>
                  </a:lnTo>
                  <a:lnTo>
                    <a:pt x="717215" y="75945"/>
                  </a:lnTo>
                  <a:lnTo>
                    <a:pt x="737844" y="72209"/>
                  </a:lnTo>
                  <a:lnTo>
                    <a:pt x="757721" y="68609"/>
                  </a:lnTo>
                  <a:lnTo>
                    <a:pt x="776902" y="65136"/>
                  </a:lnTo>
                  <a:lnTo>
                    <a:pt x="795432" y="61780"/>
                  </a:lnTo>
                  <a:lnTo>
                    <a:pt x="813354" y="58535"/>
                  </a:lnTo>
                  <a:lnTo>
                    <a:pt x="830707" y="55392"/>
                  </a:lnTo>
                  <a:lnTo>
                    <a:pt x="847526" y="52346"/>
                  </a:lnTo>
                  <a:lnTo>
                    <a:pt x="863843" y="49391"/>
                  </a:lnTo>
                  <a:lnTo>
                    <a:pt x="879687" y="46522"/>
                  </a:lnTo>
                  <a:lnTo>
                    <a:pt x="895085" y="43733"/>
                  </a:lnTo>
                  <a:lnTo>
                    <a:pt x="910061" y="41021"/>
                  </a:lnTo>
                  <a:lnTo>
                    <a:pt x="924637" y="38382"/>
                  </a:lnTo>
                  <a:lnTo>
                    <a:pt x="938835" y="35811"/>
                  </a:lnTo>
                  <a:lnTo>
                    <a:pt x="952673" y="33305"/>
                  </a:lnTo>
                  <a:lnTo>
                    <a:pt x="966170" y="30860"/>
                  </a:lnTo>
                  <a:lnTo>
                    <a:pt x="979341" y="28475"/>
                  </a:lnTo>
                  <a:lnTo>
                    <a:pt x="992202" y="26146"/>
                  </a:lnTo>
                  <a:lnTo>
                    <a:pt x="1004768" y="23870"/>
                  </a:lnTo>
                  <a:lnTo>
                    <a:pt x="1017051" y="21646"/>
                  </a:lnTo>
                  <a:lnTo>
                    <a:pt x="1029064" y="19470"/>
                  </a:lnTo>
                  <a:lnTo>
                    <a:pt x="1040819" y="17342"/>
                  </a:lnTo>
                  <a:lnTo>
                    <a:pt x="1052327" y="15258"/>
                  </a:lnTo>
                  <a:lnTo>
                    <a:pt x="1063597" y="13217"/>
                  </a:lnTo>
                  <a:lnTo>
                    <a:pt x="1074639" y="11217"/>
                  </a:lnTo>
                  <a:lnTo>
                    <a:pt x="1085463" y="9257"/>
                  </a:lnTo>
                  <a:lnTo>
                    <a:pt x="1096076" y="7335"/>
                  </a:lnTo>
                  <a:lnTo>
                    <a:pt x="1106488" y="5449"/>
                  </a:lnTo>
                  <a:lnTo>
                    <a:pt x="1116705" y="3599"/>
                  </a:lnTo>
                  <a:lnTo>
                    <a:pt x="1126734" y="1783"/>
                  </a:lnTo>
                  <a:lnTo>
                    <a:pt x="113658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273153" y="3461420"/>
              <a:ext cx="1136582" cy="37955"/>
            </a:xfrm>
            <a:custGeom>
              <a:avLst/>
              <a:pathLst>
                <a:path w="1136582" h="37955">
                  <a:moveTo>
                    <a:pt x="0" y="0"/>
                  </a:moveTo>
                  <a:lnTo>
                    <a:pt x="72985" y="2437"/>
                  </a:lnTo>
                  <a:lnTo>
                    <a:pt x="137363" y="4587"/>
                  </a:lnTo>
                  <a:lnTo>
                    <a:pt x="194951" y="6510"/>
                  </a:lnTo>
                  <a:lnTo>
                    <a:pt x="247046" y="8250"/>
                  </a:lnTo>
                  <a:lnTo>
                    <a:pt x="294605" y="9838"/>
                  </a:lnTo>
                  <a:lnTo>
                    <a:pt x="338354" y="11299"/>
                  </a:lnTo>
                  <a:lnTo>
                    <a:pt x="378860" y="12651"/>
                  </a:lnTo>
                  <a:lnTo>
                    <a:pt x="416571" y="13911"/>
                  </a:lnTo>
                  <a:lnTo>
                    <a:pt x="451846" y="15089"/>
                  </a:lnTo>
                  <a:lnTo>
                    <a:pt x="484982" y="16195"/>
                  </a:lnTo>
                  <a:lnTo>
                    <a:pt x="516224" y="17239"/>
                  </a:lnTo>
                  <a:lnTo>
                    <a:pt x="545776" y="18226"/>
                  </a:lnTo>
                  <a:lnTo>
                    <a:pt x="573812" y="19162"/>
                  </a:lnTo>
                  <a:lnTo>
                    <a:pt x="600480" y="20052"/>
                  </a:lnTo>
                  <a:lnTo>
                    <a:pt x="625907" y="20901"/>
                  </a:lnTo>
                  <a:lnTo>
                    <a:pt x="650203" y="21713"/>
                  </a:lnTo>
                  <a:lnTo>
                    <a:pt x="673466" y="22490"/>
                  </a:lnTo>
                  <a:lnTo>
                    <a:pt x="695778" y="23235"/>
                  </a:lnTo>
                  <a:lnTo>
                    <a:pt x="717215" y="23951"/>
                  </a:lnTo>
                  <a:lnTo>
                    <a:pt x="737844" y="24640"/>
                  </a:lnTo>
                  <a:lnTo>
                    <a:pt x="757721" y="25303"/>
                  </a:lnTo>
                  <a:lnTo>
                    <a:pt x="776902" y="25944"/>
                  </a:lnTo>
                  <a:lnTo>
                    <a:pt x="795432" y="26563"/>
                  </a:lnTo>
                  <a:lnTo>
                    <a:pt x="813354" y="27161"/>
                  </a:lnTo>
                  <a:lnTo>
                    <a:pt x="830707" y="27741"/>
                  </a:lnTo>
                  <a:lnTo>
                    <a:pt x="847526" y="28302"/>
                  </a:lnTo>
                  <a:lnTo>
                    <a:pt x="863843" y="28847"/>
                  </a:lnTo>
                  <a:lnTo>
                    <a:pt x="879687" y="29376"/>
                  </a:lnTo>
                  <a:lnTo>
                    <a:pt x="895085" y="29891"/>
                  </a:lnTo>
                  <a:lnTo>
                    <a:pt x="910061" y="30391"/>
                  </a:lnTo>
                  <a:lnTo>
                    <a:pt x="924637" y="30878"/>
                  </a:lnTo>
                  <a:lnTo>
                    <a:pt x="938835" y="31352"/>
                  </a:lnTo>
                  <a:lnTo>
                    <a:pt x="952673" y="31814"/>
                  </a:lnTo>
                  <a:lnTo>
                    <a:pt x="966170" y="32264"/>
                  </a:lnTo>
                  <a:lnTo>
                    <a:pt x="979341" y="32704"/>
                  </a:lnTo>
                  <a:lnTo>
                    <a:pt x="992202" y="33134"/>
                  </a:lnTo>
                  <a:lnTo>
                    <a:pt x="1004768" y="33553"/>
                  </a:lnTo>
                  <a:lnTo>
                    <a:pt x="1017051" y="33964"/>
                  </a:lnTo>
                  <a:lnTo>
                    <a:pt x="1029064" y="34365"/>
                  </a:lnTo>
                  <a:lnTo>
                    <a:pt x="1040819" y="34757"/>
                  </a:lnTo>
                  <a:lnTo>
                    <a:pt x="1052327" y="35142"/>
                  </a:lnTo>
                  <a:lnTo>
                    <a:pt x="1063597" y="35518"/>
                  </a:lnTo>
                  <a:lnTo>
                    <a:pt x="1074639" y="35887"/>
                  </a:lnTo>
                  <a:lnTo>
                    <a:pt x="1085463" y="36248"/>
                  </a:lnTo>
                  <a:lnTo>
                    <a:pt x="1096076" y="36603"/>
                  </a:lnTo>
                  <a:lnTo>
                    <a:pt x="1106488" y="36950"/>
                  </a:lnTo>
                  <a:lnTo>
                    <a:pt x="1116705" y="37292"/>
                  </a:lnTo>
                  <a:lnTo>
                    <a:pt x="1126734" y="37626"/>
                  </a:lnTo>
                  <a:lnTo>
                    <a:pt x="1136582" y="3795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273153" y="3597507"/>
              <a:ext cx="1136582" cy="55055"/>
            </a:xfrm>
            <a:custGeom>
              <a:avLst/>
              <a:pathLst>
                <a:path w="1136582" h="55055">
                  <a:moveTo>
                    <a:pt x="0" y="55055"/>
                  </a:moveTo>
                  <a:lnTo>
                    <a:pt x="72985" y="51520"/>
                  </a:lnTo>
                  <a:lnTo>
                    <a:pt x="137363" y="48402"/>
                  </a:lnTo>
                  <a:lnTo>
                    <a:pt x="194951" y="45612"/>
                  </a:lnTo>
                  <a:lnTo>
                    <a:pt x="247046" y="43089"/>
                  </a:lnTo>
                  <a:lnTo>
                    <a:pt x="294605" y="40785"/>
                  </a:lnTo>
                  <a:lnTo>
                    <a:pt x="338354" y="38666"/>
                  </a:lnTo>
                  <a:lnTo>
                    <a:pt x="378860" y="36703"/>
                  </a:lnTo>
                  <a:lnTo>
                    <a:pt x="416571" y="34877"/>
                  </a:lnTo>
                  <a:lnTo>
                    <a:pt x="451846" y="33168"/>
                  </a:lnTo>
                  <a:lnTo>
                    <a:pt x="484982" y="31563"/>
                  </a:lnTo>
                  <a:lnTo>
                    <a:pt x="516224" y="30050"/>
                  </a:lnTo>
                  <a:lnTo>
                    <a:pt x="545776" y="28618"/>
                  </a:lnTo>
                  <a:lnTo>
                    <a:pt x="573812" y="27260"/>
                  </a:lnTo>
                  <a:lnTo>
                    <a:pt x="600480" y="25968"/>
                  </a:lnTo>
                  <a:lnTo>
                    <a:pt x="625907" y="24737"/>
                  </a:lnTo>
                  <a:lnTo>
                    <a:pt x="650203" y="23560"/>
                  </a:lnTo>
                  <a:lnTo>
                    <a:pt x="673466" y="22433"/>
                  </a:lnTo>
                  <a:lnTo>
                    <a:pt x="695778" y="21352"/>
                  </a:lnTo>
                  <a:lnTo>
                    <a:pt x="717215" y="20314"/>
                  </a:lnTo>
                  <a:lnTo>
                    <a:pt x="737844" y="19314"/>
                  </a:lnTo>
                  <a:lnTo>
                    <a:pt x="757721" y="18351"/>
                  </a:lnTo>
                  <a:lnTo>
                    <a:pt x="776902" y="17422"/>
                  </a:lnTo>
                  <a:lnTo>
                    <a:pt x="795432" y="16525"/>
                  </a:lnTo>
                  <a:lnTo>
                    <a:pt x="813354" y="15657"/>
                  </a:lnTo>
                  <a:lnTo>
                    <a:pt x="830707" y="14816"/>
                  </a:lnTo>
                  <a:lnTo>
                    <a:pt x="847526" y="14001"/>
                  </a:lnTo>
                  <a:lnTo>
                    <a:pt x="863843" y="13211"/>
                  </a:lnTo>
                  <a:lnTo>
                    <a:pt x="879687" y="12443"/>
                  </a:lnTo>
                  <a:lnTo>
                    <a:pt x="895085" y="11698"/>
                  </a:lnTo>
                  <a:lnTo>
                    <a:pt x="910061" y="10972"/>
                  </a:lnTo>
                  <a:lnTo>
                    <a:pt x="924637" y="10266"/>
                  </a:lnTo>
                  <a:lnTo>
                    <a:pt x="938835" y="9578"/>
                  </a:lnTo>
                  <a:lnTo>
                    <a:pt x="952673" y="8908"/>
                  </a:lnTo>
                  <a:lnTo>
                    <a:pt x="966170" y="8254"/>
                  </a:lnTo>
                  <a:lnTo>
                    <a:pt x="979341" y="7616"/>
                  </a:lnTo>
                  <a:lnTo>
                    <a:pt x="992202" y="6993"/>
                  </a:lnTo>
                  <a:lnTo>
                    <a:pt x="1004768" y="6385"/>
                  </a:lnTo>
                  <a:lnTo>
                    <a:pt x="1017051" y="5790"/>
                  </a:lnTo>
                  <a:lnTo>
                    <a:pt x="1029064" y="5208"/>
                  </a:lnTo>
                  <a:lnTo>
                    <a:pt x="1040819" y="4638"/>
                  </a:lnTo>
                  <a:lnTo>
                    <a:pt x="1052327" y="4081"/>
                  </a:lnTo>
                  <a:lnTo>
                    <a:pt x="1063597" y="3535"/>
                  </a:lnTo>
                  <a:lnTo>
                    <a:pt x="1074639" y="3000"/>
                  </a:lnTo>
                  <a:lnTo>
                    <a:pt x="1085463" y="2476"/>
                  </a:lnTo>
                  <a:lnTo>
                    <a:pt x="1096076" y="1962"/>
                  </a:lnTo>
                  <a:lnTo>
                    <a:pt x="1106488" y="1457"/>
                  </a:lnTo>
                  <a:lnTo>
                    <a:pt x="1116705" y="962"/>
                  </a:lnTo>
                  <a:lnTo>
                    <a:pt x="1126734" y="477"/>
                  </a:lnTo>
                  <a:lnTo>
                    <a:pt x="113658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273153" y="2929324"/>
              <a:ext cx="1136582" cy="584345"/>
            </a:xfrm>
            <a:custGeom>
              <a:avLst/>
              <a:pathLst>
                <a:path w="1136582" h="584345">
                  <a:moveTo>
                    <a:pt x="0" y="0"/>
                  </a:moveTo>
                  <a:lnTo>
                    <a:pt x="72985" y="37523"/>
                  </a:lnTo>
                  <a:lnTo>
                    <a:pt x="137363" y="70622"/>
                  </a:lnTo>
                  <a:lnTo>
                    <a:pt x="194951" y="100229"/>
                  </a:lnTo>
                  <a:lnTo>
                    <a:pt x="247046" y="127012"/>
                  </a:lnTo>
                  <a:lnTo>
                    <a:pt x="294605" y="151463"/>
                  </a:lnTo>
                  <a:lnTo>
                    <a:pt x="338354" y="173956"/>
                  </a:lnTo>
                  <a:lnTo>
                    <a:pt x="378860" y="194781"/>
                  </a:lnTo>
                  <a:lnTo>
                    <a:pt x="416571" y="214169"/>
                  </a:lnTo>
                  <a:lnTo>
                    <a:pt x="451846" y="232305"/>
                  </a:lnTo>
                  <a:lnTo>
                    <a:pt x="484982" y="249341"/>
                  </a:lnTo>
                  <a:lnTo>
                    <a:pt x="516224" y="265403"/>
                  </a:lnTo>
                  <a:lnTo>
                    <a:pt x="545776" y="280597"/>
                  </a:lnTo>
                  <a:lnTo>
                    <a:pt x="573812" y="295011"/>
                  </a:lnTo>
                  <a:lnTo>
                    <a:pt x="600480" y="308721"/>
                  </a:lnTo>
                  <a:lnTo>
                    <a:pt x="625907" y="321794"/>
                  </a:lnTo>
                  <a:lnTo>
                    <a:pt x="650203" y="334285"/>
                  </a:lnTo>
                  <a:lnTo>
                    <a:pt x="673466" y="346245"/>
                  </a:lnTo>
                  <a:lnTo>
                    <a:pt x="695778" y="357716"/>
                  </a:lnTo>
                  <a:lnTo>
                    <a:pt x="717215" y="368738"/>
                  </a:lnTo>
                  <a:lnTo>
                    <a:pt x="737844" y="379343"/>
                  </a:lnTo>
                  <a:lnTo>
                    <a:pt x="757721" y="389563"/>
                  </a:lnTo>
                  <a:lnTo>
                    <a:pt x="776902" y="399424"/>
                  </a:lnTo>
                  <a:lnTo>
                    <a:pt x="795432" y="408951"/>
                  </a:lnTo>
                  <a:lnTo>
                    <a:pt x="813354" y="418165"/>
                  </a:lnTo>
                  <a:lnTo>
                    <a:pt x="830707" y="427087"/>
                  </a:lnTo>
                  <a:lnTo>
                    <a:pt x="847526" y="435734"/>
                  </a:lnTo>
                  <a:lnTo>
                    <a:pt x="863843" y="444123"/>
                  </a:lnTo>
                  <a:lnTo>
                    <a:pt x="879687" y="452269"/>
                  </a:lnTo>
                  <a:lnTo>
                    <a:pt x="895085" y="460185"/>
                  </a:lnTo>
                  <a:lnTo>
                    <a:pt x="910061" y="467884"/>
                  </a:lnTo>
                  <a:lnTo>
                    <a:pt x="924637" y="475379"/>
                  </a:lnTo>
                  <a:lnTo>
                    <a:pt x="938835" y="482678"/>
                  </a:lnTo>
                  <a:lnTo>
                    <a:pt x="952673" y="489793"/>
                  </a:lnTo>
                  <a:lnTo>
                    <a:pt x="966170" y="496731"/>
                  </a:lnTo>
                  <a:lnTo>
                    <a:pt x="979341" y="503503"/>
                  </a:lnTo>
                  <a:lnTo>
                    <a:pt x="992202" y="510115"/>
                  </a:lnTo>
                  <a:lnTo>
                    <a:pt x="1004768" y="516576"/>
                  </a:lnTo>
                  <a:lnTo>
                    <a:pt x="1017051" y="522891"/>
                  </a:lnTo>
                  <a:lnTo>
                    <a:pt x="1029064" y="529067"/>
                  </a:lnTo>
                  <a:lnTo>
                    <a:pt x="1040819" y="535111"/>
                  </a:lnTo>
                  <a:lnTo>
                    <a:pt x="1052327" y="541027"/>
                  </a:lnTo>
                  <a:lnTo>
                    <a:pt x="1063597" y="546821"/>
                  </a:lnTo>
                  <a:lnTo>
                    <a:pt x="1074639" y="552498"/>
                  </a:lnTo>
                  <a:lnTo>
                    <a:pt x="1085463" y="558063"/>
                  </a:lnTo>
                  <a:lnTo>
                    <a:pt x="1096076" y="563520"/>
                  </a:lnTo>
                  <a:lnTo>
                    <a:pt x="1106488" y="568872"/>
                  </a:lnTo>
                  <a:lnTo>
                    <a:pt x="1116705" y="574125"/>
                  </a:lnTo>
                  <a:lnTo>
                    <a:pt x="1126734" y="579281"/>
                  </a:lnTo>
                  <a:lnTo>
                    <a:pt x="1136582" y="584345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273153" y="3083770"/>
              <a:ext cx="1136582" cy="11838"/>
            </a:xfrm>
            <a:custGeom>
              <a:avLst/>
              <a:pathLst>
                <a:path w="1136582" h="11838">
                  <a:moveTo>
                    <a:pt x="0" y="11838"/>
                  </a:moveTo>
                  <a:lnTo>
                    <a:pt x="72985" y="11077"/>
                  </a:lnTo>
                  <a:lnTo>
                    <a:pt x="137363" y="10407"/>
                  </a:lnTo>
                  <a:lnTo>
                    <a:pt x="194951" y="9807"/>
                  </a:lnTo>
                  <a:lnTo>
                    <a:pt x="247046" y="9264"/>
                  </a:lnTo>
                  <a:lnTo>
                    <a:pt x="294605" y="8769"/>
                  </a:lnTo>
                  <a:lnTo>
                    <a:pt x="338354" y="8313"/>
                  </a:lnTo>
                  <a:lnTo>
                    <a:pt x="378860" y="7892"/>
                  </a:lnTo>
                  <a:lnTo>
                    <a:pt x="416571" y="7499"/>
                  </a:lnTo>
                  <a:lnTo>
                    <a:pt x="451846" y="7131"/>
                  </a:lnTo>
                  <a:lnTo>
                    <a:pt x="484982" y="6786"/>
                  </a:lnTo>
                  <a:lnTo>
                    <a:pt x="516224" y="6461"/>
                  </a:lnTo>
                  <a:lnTo>
                    <a:pt x="545776" y="6153"/>
                  </a:lnTo>
                  <a:lnTo>
                    <a:pt x="573812" y="5861"/>
                  </a:lnTo>
                  <a:lnTo>
                    <a:pt x="600480" y="5583"/>
                  </a:lnTo>
                  <a:lnTo>
                    <a:pt x="625907" y="5318"/>
                  </a:lnTo>
                  <a:lnTo>
                    <a:pt x="650203" y="5065"/>
                  </a:lnTo>
                  <a:lnTo>
                    <a:pt x="673466" y="4823"/>
                  </a:lnTo>
                  <a:lnTo>
                    <a:pt x="695778" y="4591"/>
                  </a:lnTo>
                  <a:lnTo>
                    <a:pt x="717215" y="4367"/>
                  </a:lnTo>
                  <a:lnTo>
                    <a:pt x="737844" y="4153"/>
                  </a:lnTo>
                  <a:lnTo>
                    <a:pt x="757721" y="3946"/>
                  </a:lnTo>
                  <a:lnTo>
                    <a:pt x="776902" y="3746"/>
                  </a:lnTo>
                  <a:lnTo>
                    <a:pt x="795432" y="3553"/>
                  </a:lnTo>
                  <a:lnTo>
                    <a:pt x="813354" y="3366"/>
                  </a:lnTo>
                  <a:lnTo>
                    <a:pt x="830707" y="3185"/>
                  </a:lnTo>
                  <a:lnTo>
                    <a:pt x="847526" y="3010"/>
                  </a:lnTo>
                  <a:lnTo>
                    <a:pt x="863843" y="2840"/>
                  </a:lnTo>
                  <a:lnTo>
                    <a:pt x="879687" y="2675"/>
                  </a:lnTo>
                  <a:lnTo>
                    <a:pt x="895085" y="2515"/>
                  </a:lnTo>
                  <a:lnTo>
                    <a:pt x="910061" y="2359"/>
                  </a:lnTo>
                  <a:lnTo>
                    <a:pt x="924637" y="2207"/>
                  </a:lnTo>
                  <a:lnTo>
                    <a:pt x="938835" y="2059"/>
                  </a:lnTo>
                  <a:lnTo>
                    <a:pt x="952673" y="1915"/>
                  </a:lnTo>
                  <a:lnTo>
                    <a:pt x="966170" y="1774"/>
                  </a:lnTo>
                  <a:lnTo>
                    <a:pt x="979341" y="1637"/>
                  </a:lnTo>
                  <a:lnTo>
                    <a:pt x="992202" y="1503"/>
                  </a:lnTo>
                  <a:lnTo>
                    <a:pt x="1004768" y="1372"/>
                  </a:lnTo>
                  <a:lnTo>
                    <a:pt x="1017051" y="1244"/>
                  </a:lnTo>
                  <a:lnTo>
                    <a:pt x="1029064" y="1119"/>
                  </a:lnTo>
                  <a:lnTo>
                    <a:pt x="1040819" y="997"/>
                  </a:lnTo>
                  <a:lnTo>
                    <a:pt x="1052327" y="877"/>
                  </a:lnTo>
                  <a:lnTo>
                    <a:pt x="1063597" y="760"/>
                  </a:lnTo>
                  <a:lnTo>
                    <a:pt x="1074639" y="645"/>
                  </a:lnTo>
                  <a:lnTo>
                    <a:pt x="1085463" y="532"/>
                  </a:lnTo>
                  <a:lnTo>
                    <a:pt x="1096076" y="421"/>
                  </a:lnTo>
                  <a:lnTo>
                    <a:pt x="1106488" y="313"/>
                  </a:lnTo>
                  <a:lnTo>
                    <a:pt x="1116705" y="207"/>
                  </a:lnTo>
                  <a:lnTo>
                    <a:pt x="1126734" y="102"/>
                  </a:lnTo>
                  <a:lnTo>
                    <a:pt x="113658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rc678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4186450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157982" y="35606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157982" y="32205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157982" y="28804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186450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7315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652014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5030875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409736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tx688"/>
            <p:cNvSpPr/>
            <p:nvPr/>
          </p:nvSpPr>
          <p:spPr>
            <a:xfrm>
              <a:off x="4186450" y="2473969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0" name="rc689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377701" y="47821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352132" y="49859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356804" y="496571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390933" y="45400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364297" y="503558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372068" y="49035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359245" y="514763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389732" y="50986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341437" y="47130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392802" y="48662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59039" y="50052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41489" y="474151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63930" y="48029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72995" y="52054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37985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63660" y="43371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20795" y="50075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42897" y="52142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27262" y="51680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23953" y="50011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59010" y="49482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48321" y="51178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35633" y="50632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54618" y="50142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72754" y="51324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30585" y="49135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65230" y="51034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57610" y="497056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24738" y="47974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27946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42059" y="49411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41185" y="50999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06014" y="46471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24628" y="49701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02216" y="47338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41925" y="50452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30183" y="48835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17591" y="50012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03694" y="50675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31448" y="44620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06349" y="49949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33175" y="51272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36274" y="45336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43313" y="46777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99320" y="48953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37447" y="51772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50313" y="49910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24429" y="48746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496304" y="49535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501998" y="49499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02925" y="49751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502612" y="50724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05257" y="49252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519608" y="48863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511855" y="48555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522828" y="494766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524814" y="50764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98471" y="47573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496386" y="50913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499170" y="49669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519523" y="50332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486308" y="51938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510332" y="50709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531001" y="512105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20474" y="50513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511785" y="49060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79561" y="508935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521696" y="48570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97677" y="50090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515418" y="48721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08417" y="49660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504544" y="51279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l762"/>
            <p:cNvSpPr/>
            <p:nvPr/>
          </p:nvSpPr>
          <p:spPr>
            <a:xfrm>
              <a:off x="1394713" y="4587648"/>
              <a:ext cx="1138283" cy="360685"/>
            </a:xfrm>
            <a:custGeom>
              <a:avLst/>
              <a:pathLst>
                <a:path w="1138283" h="360685">
                  <a:moveTo>
                    <a:pt x="0" y="0"/>
                  </a:moveTo>
                  <a:lnTo>
                    <a:pt x="73094" y="23161"/>
                  </a:lnTo>
                  <a:lnTo>
                    <a:pt x="137569" y="43591"/>
                  </a:lnTo>
                  <a:lnTo>
                    <a:pt x="195243" y="61866"/>
                  </a:lnTo>
                  <a:lnTo>
                    <a:pt x="247416" y="78398"/>
                  </a:lnTo>
                  <a:lnTo>
                    <a:pt x="295045" y="93490"/>
                  </a:lnTo>
                  <a:lnTo>
                    <a:pt x="338861" y="107374"/>
                  </a:lnTo>
                  <a:lnTo>
                    <a:pt x="379427" y="120228"/>
                  </a:lnTo>
                  <a:lnTo>
                    <a:pt x="417194" y="132195"/>
                  </a:lnTo>
                  <a:lnTo>
                    <a:pt x="452522" y="143389"/>
                  </a:lnTo>
                  <a:lnTo>
                    <a:pt x="485708" y="153905"/>
                  </a:lnTo>
                  <a:lnTo>
                    <a:pt x="516996" y="163819"/>
                  </a:lnTo>
                  <a:lnTo>
                    <a:pt x="546593" y="173197"/>
                  </a:lnTo>
                  <a:lnTo>
                    <a:pt x="574671" y="182094"/>
                  </a:lnTo>
                  <a:lnTo>
                    <a:pt x="601378" y="190557"/>
                  </a:lnTo>
                  <a:lnTo>
                    <a:pt x="626843" y="198626"/>
                  </a:lnTo>
                  <a:lnTo>
                    <a:pt x="651176" y="206336"/>
                  </a:lnTo>
                  <a:lnTo>
                    <a:pt x="674473" y="213718"/>
                  </a:lnTo>
                  <a:lnTo>
                    <a:pt x="696819" y="220799"/>
                  </a:lnTo>
                  <a:lnTo>
                    <a:pt x="718289" y="227602"/>
                  </a:lnTo>
                  <a:lnTo>
                    <a:pt x="738948" y="234148"/>
                  </a:lnTo>
                  <a:lnTo>
                    <a:pt x="758855" y="240456"/>
                  </a:lnTo>
                  <a:lnTo>
                    <a:pt x="778064" y="246543"/>
                  </a:lnTo>
                  <a:lnTo>
                    <a:pt x="796622" y="252423"/>
                  </a:lnTo>
                  <a:lnTo>
                    <a:pt x="814571" y="258111"/>
                  </a:lnTo>
                  <a:lnTo>
                    <a:pt x="831950" y="263618"/>
                  </a:lnTo>
                  <a:lnTo>
                    <a:pt x="848794" y="268955"/>
                  </a:lnTo>
                  <a:lnTo>
                    <a:pt x="865136" y="274133"/>
                  </a:lnTo>
                  <a:lnTo>
                    <a:pt x="881004" y="279161"/>
                  </a:lnTo>
                  <a:lnTo>
                    <a:pt x="896424" y="284048"/>
                  </a:lnTo>
                  <a:lnTo>
                    <a:pt x="911422" y="288800"/>
                  </a:lnTo>
                  <a:lnTo>
                    <a:pt x="926021" y="293426"/>
                  </a:lnTo>
                  <a:lnTo>
                    <a:pt x="940240" y="297931"/>
                  </a:lnTo>
                  <a:lnTo>
                    <a:pt x="954098" y="302323"/>
                  </a:lnTo>
                  <a:lnTo>
                    <a:pt x="967615" y="306606"/>
                  </a:lnTo>
                  <a:lnTo>
                    <a:pt x="980806" y="310785"/>
                  </a:lnTo>
                  <a:lnTo>
                    <a:pt x="993687" y="314867"/>
                  </a:lnTo>
                  <a:lnTo>
                    <a:pt x="1006271" y="318854"/>
                  </a:lnTo>
                  <a:lnTo>
                    <a:pt x="1018573" y="322752"/>
                  </a:lnTo>
                  <a:lnTo>
                    <a:pt x="1030604" y="326565"/>
                  </a:lnTo>
                  <a:lnTo>
                    <a:pt x="1042376" y="330295"/>
                  </a:lnTo>
                  <a:lnTo>
                    <a:pt x="1053901" y="333947"/>
                  </a:lnTo>
                  <a:lnTo>
                    <a:pt x="1065188" y="337523"/>
                  </a:lnTo>
                  <a:lnTo>
                    <a:pt x="1076247" y="341028"/>
                  </a:lnTo>
                  <a:lnTo>
                    <a:pt x="1087087" y="344462"/>
                  </a:lnTo>
                  <a:lnTo>
                    <a:pt x="1097716" y="347831"/>
                  </a:lnTo>
                  <a:lnTo>
                    <a:pt x="1108143" y="351134"/>
                  </a:lnTo>
                  <a:lnTo>
                    <a:pt x="1118375" y="354377"/>
                  </a:lnTo>
                  <a:lnTo>
                    <a:pt x="1128420" y="357559"/>
                  </a:lnTo>
                  <a:lnTo>
                    <a:pt x="1138283" y="36068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394713" y="4494925"/>
              <a:ext cx="1138283" cy="473505"/>
            </a:xfrm>
            <a:custGeom>
              <a:avLst/>
              <a:pathLst>
                <a:path w="1138283" h="473505">
                  <a:moveTo>
                    <a:pt x="0" y="0"/>
                  </a:moveTo>
                  <a:lnTo>
                    <a:pt x="73094" y="30406"/>
                  </a:lnTo>
                  <a:lnTo>
                    <a:pt x="137569" y="57226"/>
                  </a:lnTo>
                  <a:lnTo>
                    <a:pt x="195243" y="81217"/>
                  </a:lnTo>
                  <a:lnTo>
                    <a:pt x="247416" y="102920"/>
                  </a:lnTo>
                  <a:lnTo>
                    <a:pt x="295045" y="122733"/>
                  </a:lnTo>
                  <a:lnTo>
                    <a:pt x="338861" y="140960"/>
                  </a:lnTo>
                  <a:lnTo>
                    <a:pt x="379427" y="157835"/>
                  </a:lnTo>
                  <a:lnTo>
                    <a:pt x="417194" y="173545"/>
                  </a:lnTo>
                  <a:lnTo>
                    <a:pt x="452522" y="188241"/>
                  </a:lnTo>
                  <a:lnTo>
                    <a:pt x="485708" y="202046"/>
                  </a:lnTo>
                  <a:lnTo>
                    <a:pt x="516996" y="215061"/>
                  </a:lnTo>
                  <a:lnTo>
                    <a:pt x="546593" y="227373"/>
                  </a:lnTo>
                  <a:lnTo>
                    <a:pt x="574671" y="239053"/>
                  </a:lnTo>
                  <a:lnTo>
                    <a:pt x="601378" y="250163"/>
                  </a:lnTo>
                  <a:lnTo>
                    <a:pt x="626843" y="260756"/>
                  </a:lnTo>
                  <a:lnTo>
                    <a:pt x="651176" y="270878"/>
                  </a:lnTo>
                  <a:lnTo>
                    <a:pt x="674473" y="280569"/>
                  </a:lnTo>
                  <a:lnTo>
                    <a:pt x="696819" y="289864"/>
                  </a:lnTo>
                  <a:lnTo>
                    <a:pt x="718289" y="298795"/>
                  </a:lnTo>
                  <a:lnTo>
                    <a:pt x="738948" y="307389"/>
                  </a:lnTo>
                  <a:lnTo>
                    <a:pt x="758855" y="315670"/>
                  </a:lnTo>
                  <a:lnTo>
                    <a:pt x="778064" y="323661"/>
                  </a:lnTo>
                  <a:lnTo>
                    <a:pt x="796622" y="331380"/>
                  </a:lnTo>
                  <a:lnTo>
                    <a:pt x="814571" y="338847"/>
                  </a:lnTo>
                  <a:lnTo>
                    <a:pt x="831950" y="346076"/>
                  </a:lnTo>
                  <a:lnTo>
                    <a:pt x="848794" y="353083"/>
                  </a:lnTo>
                  <a:lnTo>
                    <a:pt x="865136" y="359881"/>
                  </a:lnTo>
                  <a:lnTo>
                    <a:pt x="881004" y="366482"/>
                  </a:lnTo>
                  <a:lnTo>
                    <a:pt x="896424" y="372897"/>
                  </a:lnTo>
                  <a:lnTo>
                    <a:pt x="911422" y="379136"/>
                  </a:lnTo>
                  <a:lnTo>
                    <a:pt x="926021" y="385208"/>
                  </a:lnTo>
                  <a:lnTo>
                    <a:pt x="940240" y="391123"/>
                  </a:lnTo>
                  <a:lnTo>
                    <a:pt x="954098" y="396888"/>
                  </a:lnTo>
                  <a:lnTo>
                    <a:pt x="967615" y="402511"/>
                  </a:lnTo>
                  <a:lnTo>
                    <a:pt x="980806" y="407998"/>
                  </a:lnTo>
                  <a:lnTo>
                    <a:pt x="993687" y="413356"/>
                  </a:lnTo>
                  <a:lnTo>
                    <a:pt x="1006271" y="418591"/>
                  </a:lnTo>
                  <a:lnTo>
                    <a:pt x="1018573" y="423708"/>
                  </a:lnTo>
                  <a:lnTo>
                    <a:pt x="1030604" y="428713"/>
                  </a:lnTo>
                  <a:lnTo>
                    <a:pt x="1042376" y="433610"/>
                  </a:lnTo>
                  <a:lnTo>
                    <a:pt x="1053901" y="438404"/>
                  </a:lnTo>
                  <a:lnTo>
                    <a:pt x="1065188" y="443099"/>
                  </a:lnTo>
                  <a:lnTo>
                    <a:pt x="1076247" y="447700"/>
                  </a:lnTo>
                  <a:lnTo>
                    <a:pt x="1087087" y="452209"/>
                  </a:lnTo>
                  <a:lnTo>
                    <a:pt x="1097716" y="456631"/>
                  </a:lnTo>
                  <a:lnTo>
                    <a:pt x="1108143" y="460968"/>
                  </a:lnTo>
                  <a:lnTo>
                    <a:pt x="1118375" y="465224"/>
                  </a:lnTo>
                  <a:lnTo>
                    <a:pt x="1128420" y="469403"/>
                  </a:lnTo>
                  <a:lnTo>
                    <a:pt x="1138283" y="47350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394713" y="4970346"/>
              <a:ext cx="1138283" cy="20800"/>
            </a:xfrm>
            <a:custGeom>
              <a:avLst/>
              <a:pathLst>
                <a:path w="1138283" h="20800">
                  <a:moveTo>
                    <a:pt x="0" y="20800"/>
                  </a:moveTo>
                  <a:lnTo>
                    <a:pt x="73094" y="19465"/>
                  </a:lnTo>
                  <a:lnTo>
                    <a:pt x="137569" y="18286"/>
                  </a:lnTo>
                  <a:lnTo>
                    <a:pt x="195243" y="17232"/>
                  </a:lnTo>
                  <a:lnTo>
                    <a:pt x="247416" y="16279"/>
                  </a:lnTo>
                  <a:lnTo>
                    <a:pt x="295045" y="15409"/>
                  </a:lnTo>
                  <a:lnTo>
                    <a:pt x="338861" y="14608"/>
                  </a:lnTo>
                  <a:lnTo>
                    <a:pt x="379427" y="13867"/>
                  </a:lnTo>
                  <a:lnTo>
                    <a:pt x="417194" y="13177"/>
                  </a:lnTo>
                  <a:lnTo>
                    <a:pt x="452522" y="12531"/>
                  </a:lnTo>
                  <a:lnTo>
                    <a:pt x="485708" y="11925"/>
                  </a:lnTo>
                  <a:lnTo>
                    <a:pt x="516996" y="11353"/>
                  </a:lnTo>
                  <a:lnTo>
                    <a:pt x="546593" y="10812"/>
                  </a:lnTo>
                  <a:lnTo>
                    <a:pt x="574671" y="10299"/>
                  </a:lnTo>
                  <a:lnTo>
                    <a:pt x="601378" y="9811"/>
                  </a:lnTo>
                  <a:lnTo>
                    <a:pt x="626843" y="9345"/>
                  </a:lnTo>
                  <a:lnTo>
                    <a:pt x="651176" y="8901"/>
                  </a:lnTo>
                  <a:lnTo>
                    <a:pt x="674473" y="8475"/>
                  </a:lnTo>
                  <a:lnTo>
                    <a:pt x="696819" y="8067"/>
                  </a:lnTo>
                  <a:lnTo>
                    <a:pt x="718289" y="7674"/>
                  </a:lnTo>
                  <a:lnTo>
                    <a:pt x="738948" y="7297"/>
                  </a:lnTo>
                  <a:lnTo>
                    <a:pt x="758855" y="6933"/>
                  </a:lnTo>
                  <a:lnTo>
                    <a:pt x="778064" y="6582"/>
                  </a:lnTo>
                  <a:lnTo>
                    <a:pt x="796622" y="6243"/>
                  </a:lnTo>
                  <a:lnTo>
                    <a:pt x="814571" y="5915"/>
                  </a:lnTo>
                  <a:lnTo>
                    <a:pt x="831950" y="5597"/>
                  </a:lnTo>
                  <a:lnTo>
                    <a:pt x="848794" y="5290"/>
                  </a:lnTo>
                  <a:lnTo>
                    <a:pt x="865136" y="4991"/>
                  </a:lnTo>
                  <a:lnTo>
                    <a:pt x="881004" y="4701"/>
                  </a:lnTo>
                  <a:lnTo>
                    <a:pt x="896424" y="4419"/>
                  </a:lnTo>
                  <a:lnTo>
                    <a:pt x="911422" y="4145"/>
                  </a:lnTo>
                  <a:lnTo>
                    <a:pt x="926021" y="3878"/>
                  </a:lnTo>
                  <a:lnTo>
                    <a:pt x="940240" y="3619"/>
                  </a:lnTo>
                  <a:lnTo>
                    <a:pt x="954098" y="3365"/>
                  </a:lnTo>
                  <a:lnTo>
                    <a:pt x="967615" y="3118"/>
                  </a:lnTo>
                  <a:lnTo>
                    <a:pt x="980806" y="2877"/>
                  </a:lnTo>
                  <a:lnTo>
                    <a:pt x="993687" y="2642"/>
                  </a:lnTo>
                  <a:lnTo>
                    <a:pt x="1006271" y="2412"/>
                  </a:lnTo>
                  <a:lnTo>
                    <a:pt x="1018573" y="2187"/>
                  </a:lnTo>
                  <a:lnTo>
                    <a:pt x="1030604" y="1967"/>
                  </a:lnTo>
                  <a:lnTo>
                    <a:pt x="1042376" y="1752"/>
                  </a:lnTo>
                  <a:lnTo>
                    <a:pt x="1053901" y="1541"/>
                  </a:lnTo>
                  <a:lnTo>
                    <a:pt x="1065188" y="1335"/>
                  </a:lnTo>
                  <a:lnTo>
                    <a:pt x="1076247" y="1133"/>
                  </a:lnTo>
                  <a:lnTo>
                    <a:pt x="1087087" y="935"/>
                  </a:lnTo>
                  <a:lnTo>
                    <a:pt x="1097716" y="741"/>
                  </a:lnTo>
                  <a:lnTo>
                    <a:pt x="1108143" y="550"/>
                  </a:lnTo>
                  <a:lnTo>
                    <a:pt x="1118375" y="363"/>
                  </a:lnTo>
                  <a:lnTo>
                    <a:pt x="1128420" y="180"/>
                  </a:lnTo>
                  <a:lnTo>
                    <a:pt x="113828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394713" y="5003803"/>
              <a:ext cx="1138283" cy="14617"/>
            </a:xfrm>
            <a:custGeom>
              <a:avLst/>
              <a:pathLst>
                <a:path w="1138283" h="14617">
                  <a:moveTo>
                    <a:pt x="0" y="14617"/>
                  </a:moveTo>
                  <a:lnTo>
                    <a:pt x="73094" y="13678"/>
                  </a:lnTo>
                  <a:lnTo>
                    <a:pt x="137569" y="12850"/>
                  </a:lnTo>
                  <a:lnTo>
                    <a:pt x="195243" y="12109"/>
                  </a:lnTo>
                  <a:lnTo>
                    <a:pt x="247416" y="11439"/>
                  </a:lnTo>
                  <a:lnTo>
                    <a:pt x="295045" y="10828"/>
                  </a:lnTo>
                  <a:lnTo>
                    <a:pt x="338861" y="10265"/>
                  </a:lnTo>
                  <a:lnTo>
                    <a:pt x="379427" y="9744"/>
                  </a:lnTo>
                  <a:lnTo>
                    <a:pt x="417194" y="9259"/>
                  </a:lnTo>
                  <a:lnTo>
                    <a:pt x="452522" y="8806"/>
                  </a:lnTo>
                  <a:lnTo>
                    <a:pt x="485708" y="8379"/>
                  </a:lnTo>
                  <a:lnTo>
                    <a:pt x="516996" y="7978"/>
                  </a:lnTo>
                  <a:lnTo>
                    <a:pt x="546593" y="7598"/>
                  </a:lnTo>
                  <a:lnTo>
                    <a:pt x="574671" y="7237"/>
                  </a:lnTo>
                  <a:lnTo>
                    <a:pt x="601378" y="6894"/>
                  </a:lnTo>
                  <a:lnTo>
                    <a:pt x="626843" y="6567"/>
                  </a:lnTo>
                  <a:lnTo>
                    <a:pt x="651176" y="6255"/>
                  </a:lnTo>
                  <a:lnTo>
                    <a:pt x="674473" y="5955"/>
                  </a:lnTo>
                  <a:lnTo>
                    <a:pt x="696819" y="5668"/>
                  </a:lnTo>
                  <a:lnTo>
                    <a:pt x="718289" y="5393"/>
                  </a:lnTo>
                  <a:lnTo>
                    <a:pt x="738948" y="5128"/>
                  </a:lnTo>
                  <a:lnTo>
                    <a:pt x="758855" y="4872"/>
                  </a:lnTo>
                  <a:lnTo>
                    <a:pt x="778064" y="4625"/>
                  </a:lnTo>
                  <a:lnTo>
                    <a:pt x="796622" y="4387"/>
                  </a:lnTo>
                  <a:lnTo>
                    <a:pt x="814571" y="4156"/>
                  </a:lnTo>
                  <a:lnTo>
                    <a:pt x="831950" y="3933"/>
                  </a:lnTo>
                  <a:lnTo>
                    <a:pt x="848794" y="3717"/>
                  </a:lnTo>
                  <a:lnTo>
                    <a:pt x="865136" y="3507"/>
                  </a:lnTo>
                  <a:lnTo>
                    <a:pt x="881004" y="3303"/>
                  </a:lnTo>
                  <a:lnTo>
                    <a:pt x="896424" y="3105"/>
                  </a:lnTo>
                  <a:lnTo>
                    <a:pt x="911422" y="2913"/>
                  </a:lnTo>
                  <a:lnTo>
                    <a:pt x="926021" y="2725"/>
                  </a:lnTo>
                  <a:lnTo>
                    <a:pt x="940240" y="2543"/>
                  </a:lnTo>
                  <a:lnTo>
                    <a:pt x="954098" y="2365"/>
                  </a:lnTo>
                  <a:lnTo>
                    <a:pt x="967615" y="2191"/>
                  </a:lnTo>
                  <a:lnTo>
                    <a:pt x="980806" y="2022"/>
                  </a:lnTo>
                  <a:lnTo>
                    <a:pt x="993687" y="1856"/>
                  </a:lnTo>
                  <a:lnTo>
                    <a:pt x="1006271" y="1695"/>
                  </a:lnTo>
                  <a:lnTo>
                    <a:pt x="1018573" y="1537"/>
                  </a:lnTo>
                  <a:lnTo>
                    <a:pt x="1030604" y="1382"/>
                  </a:lnTo>
                  <a:lnTo>
                    <a:pt x="1042376" y="1231"/>
                  </a:lnTo>
                  <a:lnTo>
                    <a:pt x="1053901" y="1083"/>
                  </a:lnTo>
                  <a:lnTo>
                    <a:pt x="1065188" y="938"/>
                  </a:lnTo>
                  <a:lnTo>
                    <a:pt x="1076247" y="796"/>
                  </a:lnTo>
                  <a:lnTo>
                    <a:pt x="1087087" y="657"/>
                  </a:lnTo>
                  <a:lnTo>
                    <a:pt x="1097716" y="520"/>
                  </a:lnTo>
                  <a:lnTo>
                    <a:pt x="1108143" y="387"/>
                  </a:lnTo>
                  <a:lnTo>
                    <a:pt x="1118375" y="255"/>
                  </a:lnTo>
                  <a:lnTo>
                    <a:pt x="1128420" y="126"/>
                  </a:lnTo>
                  <a:lnTo>
                    <a:pt x="113828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394713" y="4980799"/>
              <a:ext cx="1138283" cy="106244"/>
            </a:xfrm>
            <a:custGeom>
              <a:avLst/>
              <a:pathLst>
                <a:path w="1138283" h="106244">
                  <a:moveTo>
                    <a:pt x="0" y="106244"/>
                  </a:moveTo>
                  <a:lnTo>
                    <a:pt x="73094" y="99422"/>
                  </a:lnTo>
                  <a:lnTo>
                    <a:pt x="137569" y="93404"/>
                  </a:lnTo>
                  <a:lnTo>
                    <a:pt x="195243" y="88021"/>
                  </a:lnTo>
                  <a:lnTo>
                    <a:pt x="247416" y="83151"/>
                  </a:lnTo>
                  <a:lnTo>
                    <a:pt x="295045" y="78705"/>
                  </a:lnTo>
                  <a:lnTo>
                    <a:pt x="338861" y="74616"/>
                  </a:lnTo>
                  <a:lnTo>
                    <a:pt x="379427" y="70829"/>
                  </a:lnTo>
                  <a:lnTo>
                    <a:pt x="417194" y="67304"/>
                  </a:lnTo>
                  <a:lnTo>
                    <a:pt x="452522" y="64007"/>
                  </a:lnTo>
                  <a:lnTo>
                    <a:pt x="485708" y="60909"/>
                  </a:lnTo>
                  <a:lnTo>
                    <a:pt x="516996" y="57989"/>
                  </a:lnTo>
                  <a:lnTo>
                    <a:pt x="546593" y="55227"/>
                  </a:lnTo>
                  <a:lnTo>
                    <a:pt x="574671" y="52606"/>
                  </a:lnTo>
                  <a:lnTo>
                    <a:pt x="601378" y="50113"/>
                  </a:lnTo>
                  <a:lnTo>
                    <a:pt x="626843" y="47736"/>
                  </a:lnTo>
                  <a:lnTo>
                    <a:pt x="651176" y="45465"/>
                  </a:lnTo>
                  <a:lnTo>
                    <a:pt x="674473" y="43290"/>
                  </a:lnTo>
                  <a:lnTo>
                    <a:pt x="696819" y="41205"/>
                  </a:lnTo>
                  <a:lnTo>
                    <a:pt x="718289" y="39201"/>
                  </a:lnTo>
                  <a:lnTo>
                    <a:pt x="738948" y="37273"/>
                  </a:lnTo>
                  <a:lnTo>
                    <a:pt x="758855" y="35414"/>
                  </a:lnTo>
                  <a:lnTo>
                    <a:pt x="778064" y="33622"/>
                  </a:lnTo>
                  <a:lnTo>
                    <a:pt x="796622" y="31889"/>
                  </a:lnTo>
                  <a:lnTo>
                    <a:pt x="814571" y="30214"/>
                  </a:lnTo>
                  <a:lnTo>
                    <a:pt x="831950" y="28592"/>
                  </a:lnTo>
                  <a:lnTo>
                    <a:pt x="848794" y="27020"/>
                  </a:lnTo>
                  <a:lnTo>
                    <a:pt x="865136" y="25494"/>
                  </a:lnTo>
                  <a:lnTo>
                    <a:pt x="881004" y="24013"/>
                  </a:lnTo>
                  <a:lnTo>
                    <a:pt x="896424" y="22574"/>
                  </a:lnTo>
                  <a:lnTo>
                    <a:pt x="911422" y="21174"/>
                  </a:lnTo>
                  <a:lnTo>
                    <a:pt x="926021" y="19812"/>
                  </a:lnTo>
                  <a:lnTo>
                    <a:pt x="940240" y="18484"/>
                  </a:lnTo>
                  <a:lnTo>
                    <a:pt x="954098" y="17191"/>
                  </a:lnTo>
                  <a:lnTo>
                    <a:pt x="967615" y="15929"/>
                  </a:lnTo>
                  <a:lnTo>
                    <a:pt x="980806" y="14698"/>
                  </a:lnTo>
                  <a:lnTo>
                    <a:pt x="993687" y="13496"/>
                  </a:lnTo>
                  <a:lnTo>
                    <a:pt x="1006271" y="12321"/>
                  </a:lnTo>
                  <a:lnTo>
                    <a:pt x="1018573" y="11173"/>
                  </a:lnTo>
                  <a:lnTo>
                    <a:pt x="1030604" y="10050"/>
                  </a:lnTo>
                  <a:lnTo>
                    <a:pt x="1042376" y="8951"/>
                  </a:lnTo>
                  <a:lnTo>
                    <a:pt x="1053901" y="7876"/>
                  </a:lnTo>
                  <a:lnTo>
                    <a:pt x="1065188" y="6822"/>
                  </a:lnTo>
                  <a:lnTo>
                    <a:pt x="1076247" y="5790"/>
                  </a:lnTo>
                  <a:lnTo>
                    <a:pt x="1087087" y="4778"/>
                  </a:lnTo>
                  <a:lnTo>
                    <a:pt x="1097716" y="3786"/>
                  </a:lnTo>
                  <a:lnTo>
                    <a:pt x="1108143" y="2813"/>
                  </a:lnTo>
                  <a:lnTo>
                    <a:pt x="1118375" y="1858"/>
                  </a:lnTo>
                  <a:lnTo>
                    <a:pt x="1128420" y="920"/>
                  </a:lnTo>
                  <a:lnTo>
                    <a:pt x="113828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394713" y="4858173"/>
              <a:ext cx="1138283" cy="121238"/>
            </a:xfrm>
            <a:custGeom>
              <a:avLst/>
              <a:pathLst>
                <a:path w="1138283" h="121238">
                  <a:moveTo>
                    <a:pt x="0" y="121238"/>
                  </a:moveTo>
                  <a:lnTo>
                    <a:pt x="73094" y="113453"/>
                  </a:lnTo>
                  <a:lnTo>
                    <a:pt x="137569" y="106585"/>
                  </a:lnTo>
                  <a:lnTo>
                    <a:pt x="195243" y="100443"/>
                  </a:lnTo>
                  <a:lnTo>
                    <a:pt x="247416" y="94886"/>
                  </a:lnTo>
                  <a:lnTo>
                    <a:pt x="295045" y="89813"/>
                  </a:lnTo>
                  <a:lnTo>
                    <a:pt x="338861" y="85146"/>
                  </a:lnTo>
                  <a:lnTo>
                    <a:pt x="379427" y="80825"/>
                  </a:lnTo>
                  <a:lnTo>
                    <a:pt x="417194" y="76803"/>
                  </a:lnTo>
                  <a:lnTo>
                    <a:pt x="452522" y="73040"/>
                  </a:lnTo>
                  <a:lnTo>
                    <a:pt x="485708" y="69505"/>
                  </a:lnTo>
                  <a:lnTo>
                    <a:pt x="516996" y="66173"/>
                  </a:lnTo>
                  <a:lnTo>
                    <a:pt x="546593" y="63020"/>
                  </a:lnTo>
                  <a:lnTo>
                    <a:pt x="574671" y="60030"/>
                  </a:lnTo>
                  <a:lnTo>
                    <a:pt x="601378" y="57185"/>
                  </a:lnTo>
                  <a:lnTo>
                    <a:pt x="626843" y="54473"/>
                  </a:lnTo>
                  <a:lnTo>
                    <a:pt x="651176" y="51881"/>
                  </a:lnTo>
                  <a:lnTo>
                    <a:pt x="674473" y="49400"/>
                  </a:lnTo>
                  <a:lnTo>
                    <a:pt x="696819" y="47020"/>
                  </a:lnTo>
                  <a:lnTo>
                    <a:pt x="718289" y="44733"/>
                  </a:lnTo>
                  <a:lnTo>
                    <a:pt x="738948" y="42533"/>
                  </a:lnTo>
                  <a:lnTo>
                    <a:pt x="758855" y="40412"/>
                  </a:lnTo>
                  <a:lnTo>
                    <a:pt x="778064" y="38366"/>
                  </a:lnTo>
                  <a:lnTo>
                    <a:pt x="796622" y="36390"/>
                  </a:lnTo>
                  <a:lnTo>
                    <a:pt x="814571" y="34478"/>
                  </a:lnTo>
                  <a:lnTo>
                    <a:pt x="831950" y="32627"/>
                  </a:lnTo>
                  <a:lnTo>
                    <a:pt x="848794" y="30833"/>
                  </a:lnTo>
                  <a:lnTo>
                    <a:pt x="865136" y="29092"/>
                  </a:lnTo>
                  <a:lnTo>
                    <a:pt x="881004" y="27402"/>
                  </a:lnTo>
                  <a:lnTo>
                    <a:pt x="896424" y="25760"/>
                  </a:lnTo>
                  <a:lnTo>
                    <a:pt x="911422" y="24162"/>
                  </a:lnTo>
                  <a:lnTo>
                    <a:pt x="926021" y="22608"/>
                  </a:lnTo>
                  <a:lnTo>
                    <a:pt x="940240" y="21093"/>
                  </a:lnTo>
                  <a:lnTo>
                    <a:pt x="954098" y="19617"/>
                  </a:lnTo>
                  <a:lnTo>
                    <a:pt x="967615" y="18177"/>
                  </a:lnTo>
                  <a:lnTo>
                    <a:pt x="980806" y="16772"/>
                  </a:lnTo>
                  <a:lnTo>
                    <a:pt x="993687" y="15400"/>
                  </a:lnTo>
                  <a:lnTo>
                    <a:pt x="1006271" y="14060"/>
                  </a:lnTo>
                  <a:lnTo>
                    <a:pt x="1018573" y="12750"/>
                  </a:lnTo>
                  <a:lnTo>
                    <a:pt x="1030604" y="11468"/>
                  </a:lnTo>
                  <a:lnTo>
                    <a:pt x="1042376" y="10214"/>
                  </a:lnTo>
                  <a:lnTo>
                    <a:pt x="1053901" y="8987"/>
                  </a:lnTo>
                  <a:lnTo>
                    <a:pt x="1065188" y="7785"/>
                  </a:lnTo>
                  <a:lnTo>
                    <a:pt x="1076247" y="6607"/>
                  </a:lnTo>
                  <a:lnTo>
                    <a:pt x="1087087" y="5452"/>
                  </a:lnTo>
                  <a:lnTo>
                    <a:pt x="1097716" y="4320"/>
                  </a:lnTo>
                  <a:lnTo>
                    <a:pt x="1108143" y="3210"/>
                  </a:lnTo>
                  <a:lnTo>
                    <a:pt x="1118375" y="2120"/>
                  </a:lnTo>
                  <a:lnTo>
                    <a:pt x="1128420" y="1050"/>
                  </a:lnTo>
                  <a:lnTo>
                    <a:pt x="113828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394713" y="4891671"/>
              <a:ext cx="1138283" cy="101792"/>
            </a:xfrm>
            <a:custGeom>
              <a:avLst/>
              <a:pathLst>
                <a:path w="1138283" h="101792">
                  <a:moveTo>
                    <a:pt x="0" y="0"/>
                  </a:moveTo>
                  <a:lnTo>
                    <a:pt x="73094" y="6536"/>
                  </a:lnTo>
                  <a:lnTo>
                    <a:pt x="137569" y="12302"/>
                  </a:lnTo>
                  <a:lnTo>
                    <a:pt x="195243" y="17459"/>
                  </a:lnTo>
                  <a:lnTo>
                    <a:pt x="247416" y="22125"/>
                  </a:lnTo>
                  <a:lnTo>
                    <a:pt x="295045" y="26384"/>
                  </a:lnTo>
                  <a:lnTo>
                    <a:pt x="338861" y="30302"/>
                  </a:lnTo>
                  <a:lnTo>
                    <a:pt x="379427" y="33930"/>
                  </a:lnTo>
                  <a:lnTo>
                    <a:pt x="417194" y="37308"/>
                  </a:lnTo>
                  <a:lnTo>
                    <a:pt x="452522" y="40467"/>
                  </a:lnTo>
                  <a:lnTo>
                    <a:pt x="485708" y="43434"/>
                  </a:lnTo>
                  <a:lnTo>
                    <a:pt x="516996" y="46232"/>
                  </a:lnTo>
                  <a:lnTo>
                    <a:pt x="546593" y="48879"/>
                  </a:lnTo>
                  <a:lnTo>
                    <a:pt x="574671" y="51390"/>
                  </a:lnTo>
                  <a:lnTo>
                    <a:pt x="601378" y="53778"/>
                  </a:lnTo>
                  <a:lnTo>
                    <a:pt x="626843" y="56056"/>
                  </a:lnTo>
                  <a:lnTo>
                    <a:pt x="651176" y="58232"/>
                  </a:lnTo>
                  <a:lnTo>
                    <a:pt x="674473" y="60315"/>
                  </a:lnTo>
                  <a:lnTo>
                    <a:pt x="696819" y="62313"/>
                  </a:lnTo>
                  <a:lnTo>
                    <a:pt x="718289" y="64233"/>
                  </a:lnTo>
                  <a:lnTo>
                    <a:pt x="738948" y="66081"/>
                  </a:lnTo>
                  <a:lnTo>
                    <a:pt x="758855" y="67861"/>
                  </a:lnTo>
                  <a:lnTo>
                    <a:pt x="778064" y="69579"/>
                  </a:lnTo>
                  <a:lnTo>
                    <a:pt x="796622" y="71238"/>
                  </a:lnTo>
                  <a:lnTo>
                    <a:pt x="814571" y="72843"/>
                  </a:lnTo>
                  <a:lnTo>
                    <a:pt x="831950" y="74397"/>
                  </a:lnTo>
                  <a:lnTo>
                    <a:pt x="848794" y="75904"/>
                  </a:lnTo>
                  <a:lnTo>
                    <a:pt x="865136" y="77365"/>
                  </a:lnTo>
                  <a:lnTo>
                    <a:pt x="881004" y="78784"/>
                  </a:lnTo>
                  <a:lnTo>
                    <a:pt x="896424" y="80163"/>
                  </a:lnTo>
                  <a:lnTo>
                    <a:pt x="911422" y="81504"/>
                  </a:lnTo>
                  <a:lnTo>
                    <a:pt x="926021" y="82810"/>
                  </a:lnTo>
                  <a:lnTo>
                    <a:pt x="940240" y="84081"/>
                  </a:lnTo>
                  <a:lnTo>
                    <a:pt x="954098" y="85321"/>
                  </a:lnTo>
                  <a:lnTo>
                    <a:pt x="967615" y="86529"/>
                  </a:lnTo>
                  <a:lnTo>
                    <a:pt x="980806" y="87709"/>
                  </a:lnTo>
                  <a:lnTo>
                    <a:pt x="993687" y="88861"/>
                  </a:lnTo>
                  <a:lnTo>
                    <a:pt x="1006271" y="89986"/>
                  </a:lnTo>
                  <a:lnTo>
                    <a:pt x="1018573" y="91086"/>
                  </a:lnTo>
                  <a:lnTo>
                    <a:pt x="1030604" y="92162"/>
                  </a:lnTo>
                  <a:lnTo>
                    <a:pt x="1042376" y="93215"/>
                  </a:lnTo>
                  <a:lnTo>
                    <a:pt x="1053901" y="94246"/>
                  </a:lnTo>
                  <a:lnTo>
                    <a:pt x="1065188" y="95255"/>
                  </a:lnTo>
                  <a:lnTo>
                    <a:pt x="1076247" y="96244"/>
                  </a:lnTo>
                  <a:lnTo>
                    <a:pt x="1087087" y="97213"/>
                  </a:lnTo>
                  <a:lnTo>
                    <a:pt x="1097716" y="98164"/>
                  </a:lnTo>
                  <a:lnTo>
                    <a:pt x="1108143" y="99096"/>
                  </a:lnTo>
                  <a:lnTo>
                    <a:pt x="1118375" y="100011"/>
                  </a:lnTo>
                  <a:lnTo>
                    <a:pt x="1128420" y="100910"/>
                  </a:lnTo>
                  <a:lnTo>
                    <a:pt x="1138283" y="10179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394713" y="5023013"/>
              <a:ext cx="1138283" cy="177713"/>
            </a:xfrm>
            <a:custGeom>
              <a:avLst/>
              <a:pathLst>
                <a:path w="1138283" h="177713">
                  <a:moveTo>
                    <a:pt x="0" y="0"/>
                  </a:moveTo>
                  <a:lnTo>
                    <a:pt x="73094" y="11411"/>
                  </a:lnTo>
                  <a:lnTo>
                    <a:pt x="137569" y="21477"/>
                  </a:lnTo>
                  <a:lnTo>
                    <a:pt x="195243" y="30482"/>
                  </a:lnTo>
                  <a:lnTo>
                    <a:pt x="247416" y="38627"/>
                  </a:lnTo>
                  <a:lnTo>
                    <a:pt x="295045" y="46063"/>
                  </a:lnTo>
                  <a:lnTo>
                    <a:pt x="338861" y="52904"/>
                  </a:lnTo>
                  <a:lnTo>
                    <a:pt x="379427" y="59237"/>
                  </a:lnTo>
                  <a:lnTo>
                    <a:pt x="417194" y="65134"/>
                  </a:lnTo>
                  <a:lnTo>
                    <a:pt x="452522" y="70649"/>
                  </a:lnTo>
                  <a:lnTo>
                    <a:pt x="485708" y="75830"/>
                  </a:lnTo>
                  <a:lnTo>
                    <a:pt x="516996" y="80715"/>
                  </a:lnTo>
                  <a:lnTo>
                    <a:pt x="546593" y="85336"/>
                  </a:lnTo>
                  <a:lnTo>
                    <a:pt x="574671" y="89720"/>
                  </a:lnTo>
                  <a:lnTo>
                    <a:pt x="601378" y="93889"/>
                  </a:lnTo>
                  <a:lnTo>
                    <a:pt x="626843" y="97865"/>
                  </a:lnTo>
                  <a:lnTo>
                    <a:pt x="651176" y="101664"/>
                  </a:lnTo>
                  <a:lnTo>
                    <a:pt x="674473" y="105301"/>
                  </a:lnTo>
                  <a:lnTo>
                    <a:pt x="696819" y="108790"/>
                  </a:lnTo>
                  <a:lnTo>
                    <a:pt x="718289" y="112142"/>
                  </a:lnTo>
                  <a:lnTo>
                    <a:pt x="738948" y="115367"/>
                  </a:lnTo>
                  <a:lnTo>
                    <a:pt x="758855" y="118475"/>
                  </a:lnTo>
                  <a:lnTo>
                    <a:pt x="778064" y="121474"/>
                  </a:lnTo>
                  <a:lnTo>
                    <a:pt x="796622" y="124372"/>
                  </a:lnTo>
                  <a:lnTo>
                    <a:pt x="814571" y="127174"/>
                  </a:lnTo>
                  <a:lnTo>
                    <a:pt x="831950" y="129887"/>
                  </a:lnTo>
                  <a:lnTo>
                    <a:pt x="848794" y="132517"/>
                  </a:lnTo>
                  <a:lnTo>
                    <a:pt x="865136" y="135068"/>
                  </a:lnTo>
                  <a:lnTo>
                    <a:pt x="881004" y="137546"/>
                  </a:lnTo>
                  <a:lnTo>
                    <a:pt x="896424" y="139953"/>
                  </a:lnTo>
                  <a:lnTo>
                    <a:pt x="911422" y="142295"/>
                  </a:lnTo>
                  <a:lnTo>
                    <a:pt x="926021" y="144574"/>
                  </a:lnTo>
                  <a:lnTo>
                    <a:pt x="940240" y="146794"/>
                  </a:lnTo>
                  <a:lnTo>
                    <a:pt x="954098" y="148958"/>
                  </a:lnTo>
                  <a:lnTo>
                    <a:pt x="967615" y="151068"/>
                  </a:lnTo>
                  <a:lnTo>
                    <a:pt x="980806" y="153127"/>
                  </a:lnTo>
                  <a:lnTo>
                    <a:pt x="993687" y="155138"/>
                  </a:lnTo>
                  <a:lnTo>
                    <a:pt x="1006271" y="157103"/>
                  </a:lnTo>
                  <a:lnTo>
                    <a:pt x="1018573" y="159024"/>
                  </a:lnTo>
                  <a:lnTo>
                    <a:pt x="1030604" y="160902"/>
                  </a:lnTo>
                  <a:lnTo>
                    <a:pt x="1042376" y="162740"/>
                  </a:lnTo>
                  <a:lnTo>
                    <a:pt x="1053901" y="164539"/>
                  </a:lnTo>
                  <a:lnTo>
                    <a:pt x="1065188" y="166301"/>
                  </a:lnTo>
                  <a:lnTo>
                    <a:pt x="1076247" y="168028"/>
                  </a:lnTo>
                  <a:lnTo>
                    <a:pt x="1087087" y="169720"/>
                  </a:lnTo>
                  <a:lnTo>
                    <a:pt x="1097716" y="171380"/>
                  </a:lnTo>
                  <a:lnTo>
                    <a:pt x="1108143" y="173008"/>
                  </a:lnTo>
                  <a:lnTo>
                    <a:pt x="1118375" y="174605"/>
                  </a:lnTo>
                  <a:lnTo>
                    <a:pt x="1128420" y="176173"/>
                  </a:lnTo>
                  <a:lnTo>
                    <a:pt x="1138283" y="17771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394713" y="4977022"/>
              <a:ext cx="1138283" cy="6334"/>
            </a:xfrm>
            <a:custGeom>
              <a:avLst/>
              <a:pathLst>
                <a:path w="1138283" h="6334">
                  <a:moveTo>
                    <a:pt x="0" y="6334"/>
                  </a:moveTo>
                  <a:lnTo>
                    <a:pt x="73094" y="5927"/>
                  </a:lnTo>
                  <a:lnTo>
                    <a:pt x="137569" y="5568"/>
                  </a:lnTo>
                  <a:lnTo>
                    <a:pt x="195243" y="5248"/>
                  </a:lnTo>
                  <a:lnTo>
                    <a:pt x="247416" y="4957"/>
                  </a:lnTo>
                  <a:lnTo>
                    <a:pt x="295045" y="4692"/>
                  </a:lnTo>
                  <a:lnTo>
                    <a:pt x="338861" y="4448"/>
                  </a:lnTo>
                  <a:lnTo>
                    <a:pt x="379427" y="4223"/>
                  </a:lnTo>
                  <a:lnTo>
                    <a:pt x="417194" y="4012"/>
                  </a:lnTo>
                  <a:lnTo>
                    <a:pt x="452522" y="3816"/>
                  </a:lnTo>
                  <a:lnTo>
                    <a:pt x="485708" y="3631"/>
                  </a:lnTo>
                  <a:lnTo>
                    <a:pt x="516996" y="3457"/>
                  </a:lnTo>
                  <a:lnTo>
                    <a:pt x="546593" y="3292"/>
                  </a:lnTo>
                  <a:lnTo>
                    <a:pt x="574671" y="3136"/>
                  </a:lnTo>
                  <a:lnTo>
                    <a:pt x="601378" y="2987"/>
                  </a:lnTo>
                  <a:lnTo>
                    <a:pt x="626843" y="2846"/>
                  </a:lnTo>
                  <a:lnTo>
                    <a:pt x="651176" y="2710"/>
                  </a:lnTo>
                  <a:lnTo>
                    <a:pt x="674473" y="2581"/>
                  </a:lnTo>
                  <a:lnTo>
                    <a:pt x="696819" y="2456"/>
                  </a:lnTo>
                  <a:lnTo>
                    <a:pt x="718289" y="2337"/>
                  </a:lnTo>
                  <a:lnTo>
                    <a:pt x="738948" y="2222"/>
                  </a:lnTo>
                  <a:lnTo>
                    <a:pt x="758855" y="2111"/>
                  </a:lnTo>
                  <a:lnTo>
                    <a:pt x="778064" y="2004"/>
                  </a:lnTo>
                  <a:lnTo>
                    <a:pt x="796622" y="1901"/>
                  </a:lnTo>
                  <a:lnTo>
                    <a:pt x="814571" y="1801"/>
                  </a:lnTo>
                  <a:lnTo>
                    <a:pt x="831950" y="1704"/>
                  </a:lnTo>
                  <a:lnTo>
                    <a:pt x="848794" y="1610"/>
                  </a:lnTo>
                  <a:lnTo>
                    <a:pt x="865136" y="1520"/>
                  </a:lnTo>
                  <a:lnTo>
                    <a:pt x="881004" y="1431"/>
                  </a:lnTo>
                  <a:lnTo>
                    <a:pt x="896424" y="1345"/>
                  </a:lnTo>
                  <a:lnTo>
                    <a:pt x="911422" y="1262"/>
                  </a:lnTo>
                  <a:lnTo>
                    <a:pt x="926021" y="1181"/>
                  </a:lnTo>
                  <a:lnTo>
                    <a:pt x="940240" y="1102"/>
                  </a:lnTo>
                  <a:lnTo>
                    <a:pt x="954098" y="1024"/>
                  </a:lnTo>
                  <a:lnTo>
                    <a:pt x="967615" y="949"/>
                  </a:lnTo>
                  <a:lnTo>
                    <a:pt x="980806" y="876"/>
                  </a:lnTo>
                  <a:lnTo>
                    <a:pt x="993687" y="804"/>
                  </a:lnTo>
                  <a:lnTo>
                    <a:pt x="1006271" y="734"/>
                  </a:lnTo>
                  <a:lnTo>
                    <a:pt x="1018573" y="666"/>
                  </a:lnTo>
                  <a:lnTo>
                    <a:pt x="1030604" y="599"/>
                  </a:lnTo>
                  <a:lnTo>
                    <a:pt x="1042376" y="533"/>
                  </a:lnTo>
                  <a:lnTo>
                    <a:pt x="1053901" y="469"/>
                  </a:lnTo>
                  <a:lnTo>
                    <a:pt x="1065188" y="406"/>
                  </a:lnTo>
                  <a:lnTo>
                    <a:pt x="1076247" y="345"/>
                  </a:lnTo>
                  <a:lnTo>
                    <a:pt x="1087087" y="284"/>
                  </a:lnTo>
                  <a:lnTo>
                    <a:pt x="1097716" y="225"/>
                  </a:lnTo>
                  <a:lnTo>
                    <a:pt x="1108143" y="167"/>
                  </a:lnTo>
                  <a:lnTo>
                    <a:pt x="1118375" y="110"/>
                  </a:lnTo>
                  <a:lnTo>
                    <a:pt x="1128420" y="54"/>
                  </a:lnTo>
                  <a:lnTo>
                    <a:pt x="113828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394713" y="5008266"/>
              <a:ext cx="1138283" cy="70641"/>
            </a:xfrm>
            <a:custGeom>
              <a:avLst/>
              <a:pathLst>
                <a:path w="1138283" h="70641">
                  <a:moveTo>
                    <a:pt x="0" y="0"/>
                  </a:moveTo>
                  <a:lnTo>
                    <a:pt x="73094" y="4536"/>
                  </a:lnTo>
                  <a:lnTo>
                    <a:pt x="137569" y="8537"/>
                  </a:lnTo>
                  <a:lnTo>
                    <a:pt x="195243" y="12116"/>
                  </a:lnTo>
                  <a:lnTo>
                    <a:pt x="247416" y="15354"/>
                  </a:lnTo>
                  <a:lnTo>
                    <a:pt x="295045" y="18310"/>
                  </a:lnTo>
                  <a:lnTo>
                    <a:pt x="338861" y="21029"/>
                  </a:lnTo>
                  <a:lnTo>
                    <a:pt x="379427" y="23547"/>
                  </a:lnTo>
                  <a:lnTo>
                    <a:pt x="417194" y="25891"/>
                  </a:lnTo>
                  <a:lnTo>
                    <a:pt x="452522" y="28083"/>
                  </a:lnTo>
                  <a:lnTo>
                    <a:pt x="485708" y="30143"/>
                  </a:lnTo>
                  <a:lnTo>
                    <a:pt x="516996" y="32084"/>
                  </a:lnTo>
                  <a:lnTo>
                    <a:pt x="546593" y="33921"/>
                  </a:lnTo>
                  <a:lnTo>
                    <a:pt x="574671" y="35664"/>
                  </a:lnTo>
                  <a:lnTo>
                    <a:pt x="601378" y="37321"/>
                  </a:lnTo>
                  <a:lnTo>
                    <a:pt x="626843" y="38901"/>
                  </a:lnTo>
                  <a:lnTo>
                    <a:pt x="651176" y="40412"/>
                  </a:lnTo>
                  <a:lnTo>
                    <a:pt x="674473" y="41857"/>
                  </a:lnTo>
                  <a:lnTo>
                    <a:pt x="696819" y="43244"/>
                  </a:lnTo>
                  <a:lnTo>
                    <a:pt x="718289" y="44577"/>
                  </a:lnTo>
                  <a:lnTo>
                    <a:pt x="738948" y="45859"/>
                  </a:lnTo>
                  <a:lnTo>
                    <a:pt x="758855" y="47094"/>
                  </a:lnTo>
                  <a:lnTo>
                    <a:pt x="778064" y="48286"/>
                  </a:lnTo>
                  <a:lnTo>
                    <a:pt x="796622" y="49438"/>
                  </a:lnTo>
                  <a:lnTo>
                    <a:pt x="814571" y="50552"/>
                  </a:lnTo>
                  <a:lnTo>
                    <a:pt x="831950" y="51630"/>
                  </a:lnTo>
                  <a:lnTo>
                    <a:pt x="848794" y="52676"/>
                  </a:lnTo>
                  <a:lnTo>
                    <a:pt x="865136" y="53690"/>
                  </a:lnTo>
                  <a:lnTo>
                    <a:pt x="881004" y="54675"/>
                  </a:lnTo>
                  <a:lnTo>
                    <a:pt x="896424" y="55632"/>
                  </a:lnTo>
                  <a:lnTo>
                    <a:pt x="911422" y="56562"/>
                  </a:lnTo>
                  <a:lnTo>
                    <a:pt x="926021" y="57468"/>
                  </a:lnTo>
                  <a:lnTo>
                    <a:pt x="940240" y="58351"/>
                  </a:lnTo>
                  <a:lnTo>
                    <a:pt x="954098" y="59211"/>
                  </a:lnTo>
                  <a:lnTo>
                    <a:pt x="967615" y="60050"/>
                  </a:lnTo>
                  <a:lnTo>
                    <a:pt x="980806" y="60868"/>
                  </a:lnTo>
                  <a:lnTo>
                    <a:pt x="993687" y="61668"/>
                  </a:lnTo>
                  <a:lnTo>
                    <a:pt x="1006271" y="62449"/>
                  </a:lnTo>
                  <a:lnTo>
                    <a:pt x="1018573" y="63212"/>
                  </a:lnTo>
                  <a:lnTo>
                    <a:pt x="1030604" y="63959"/>
                  </a:lnTo>
                  <a:lnTo>
                    <a:pt x="1042376" y="64689"/>
                  </a:lnTo>
                  <a:lnTo>
                    <a:pt x="1053901" y="65405"/>
                  </a:lnTo>
                  <a:lnTo>
                    <a:pt x="1065188" y="66105"/>
                  </a:lnTo>
                  <a:lnTo>
                    <a:pt x="1076247" y="66791"/>
                  </a:lnTo>
                  <a:lnTo>
                    <a:pt x="1087087" y="67464"/>
                  </a:lnTo>
                  <a:lnTo>
                    <a:pt x="1097716" y="68124"/>
                  </a:lnTo>
                  <a:lnTo>
                    <a:pt x="1108143" y="68771"/>
                  </a:lnTo>
                  <a:lnTo>
                    <a:pt x="1118375" y="69406"/>
                  </a:lnTo>
                  <a:lnTo>
                    <a:pt x="1128420" y="70029"/>
                  </a:lnTo>
                  <a:lnTo>
                    <a:pt x="1138283" y="7064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rc772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4" name="pl773"/>
            <p:cNvSpPr/>
            <p:nvPr/>
          </p:nvSpPr>
          <p:spPr>
            <a:xfrm>
              <a:off x="1310032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tx774"/>
            <p:cNvSpPr/>
            <p:nvPr/>
          </p:nvSpPr>
          <p:spPr>
            <a:xfrm rot="-5400000">
              <a:off x="1140466" y="519339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6" name="tx775"/>
            <p:cNvSpPr/>
            <p:nvPr/>
          </p:nvSpPr>
          <p:spPr>
            <a:xfrm rot="-5400000">
              <a:off x="1140466" y="481096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140466" y="442853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8" name="pl777"/>
            <p:cNvSpPr/>
            <p:nvPr/>
          </p:nvSpPr>
          <p:spPr>
            <a:xfrm>
              <a:off x="1281564" y="52298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8"/>
            <p:cNvSpPr/>
            <p:nvPr/>
          </p:nvSpPr>
          <p:spPr>
            <a:xfrm>
              <a:off x="1281564" y="48474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281564" y="446496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10032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394713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77414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153568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532996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tx785"/>
            <p:cNvSpPr/>
            <p:nvPr/>
          </p:nvSpPr>
          <p:spPr>
            <a:xfrm>
              <a:off x="1366458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7" name="tx786"/>
            <p:cNvSpPr/>
            <p:nvPr/>
          </p:nvSpPr>
          <p:spPr>
            <a:xfrm>
              <a:off x="1745886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125313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504741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1703231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310032" y="39576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2" name="rc791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796720" y="46842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779646" y="44137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25352" y="474102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796657" y="46968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795620" y="427058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795378" y="46518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16299" y="50313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785229" y="49143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795826" y="46960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07542" y="42030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205939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174420" y="463455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76743" y="47364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155667" y="51383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170460" y="47428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174124" y="48964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189733" y="49808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188035" y="50594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201837" y="48381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85790" y="45420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204054" y="44770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195965" y="49807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67679" y="48167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166210" y="48605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156290" y="47506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159582" y="44283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161142" y="49211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182099" y="427177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38011" y="43809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555171" y="47963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38906" y="471255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57737" y="49094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82276" y="48814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53575" y="49892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53540" y="46359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49842" y="45264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59670" y="45360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49715" y="45889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44802" y="47572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79747" y="43110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66347" y="50096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44534" y="51213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86558" y="46825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37273" y="44700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35607" y="47547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61392" y="512153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88843" y="41607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44370" y="461507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944238" y="49183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937437" y="47494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65208" y="49083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969210" y="48847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64524" y="49798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956150" y="46869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30111" y="48577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55722" y="521144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945645" y="47560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934510" y="49699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953923" y="49850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944672" y="48203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948871" y="471633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924643" y="50674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23602" y="49881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937077" y="50109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20436" y="448439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62369" y="46204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42805" y="50196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929968" y="48044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65026" y="46593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959530" y="46962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16564" y="46348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915818" y="49116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830224" y="4741637"/>
              <a:ext cx="1140340" cy="11416"/>
            </a:xfrm>
            <a:custGeom>
              <a:avLst/>
              <a:pathLst>
                <a:path w="1140340" h="11416">
                  <a:moveTo>
                    <a:pt x="0" y="0"/>
                  </a:moveTo>
                  <a:lnTo>
                    <a:pt x="73227" y="733"/>
                  </a:lnTo>
                  <a:lnTo>
                    <a:pt x="137817" y="1379"/>
                  </a:lnTo>
                  <a:lnTo>
                    <a:pt x="195596" y="1958"/>
                  </a:lnTo>
                  <a:lnTo>
                    <a:pt x="247863" y="2481"/>
                  </a:lnTo>
                  <a:lnTo>
                    <a:pt x="295579" y="2959"/>
                  </a:lnTo>
                  <a:lnTo>
                    <a:pt x="339473" y="3398"/>
                  </a:lnTo>
                  <a:lnTo>
                    <a:pt x="380113" y="3805"/>
                  </a:lnTo>
                  <a:lnTo>
                    <a:pt x="417948" y="4184"/>
                  </a:lnTo>
                  <a:lnTo>
                    <a:pt x="453340" y="4538"/>
                  </a:lnTo>
                  <a:lnTo>
                    <a:pt x="486586" y="4871"/>
                  </a:lnTo>
                  <a:lnTo>
                    <a:pt x="517931" y="5185"/>
                  </a:lnTo>
                  <a:lnTo>
                    <a:pt x="547581" y="5482"/>
                  </a:lnTo>
                  <a:lnTo>
                    <a:pt x="575709" y="5763"/>
                  </a:lnTo>
                  <a:lnTo>
                    <a:pt x="602465" y="6031"/>
                  </a:lnTo>
                  <a:lnTo>
                    <a:pt x="627976" y="6287"/>
                  </a:lnTo>
                  <a:lnTo>
                    <a:pt x="652353" y="6531"/>
                  </a:lnTo>
                  <a:lnTo>
                    <a:pt x="675692" y="6764"/>
                  </a:lnTo>
                  <a:lnTo>
                    <a:pt x="698078" y="6988"/>
                  </a:lnTo>
                  <a:lnTo>
                    <a:pt x="719587" y="7204"/>
                  </a:lnTo>
                  <a:lnTo>
                    <a:pt x="740283" y="7411"/>
                  </a:lnTo>
                  <a:lnTo>
                    <a:pt x="760227" y="7611"/>
                  </a:lnTo>
                  <a:lnTo>
                    <a:pt x="779470" y="7803"/>
                  </a:lnTo>
                  <a:lnTo>
                    <a:pt x="798061" y="7989"/>
                  </a:lnTo>
                  <a:lnTo>
                    <a:pt x="816043" y="8169"/>
                  </a:lnTo>
                  <a:lnTo>
                    <a:pt x="833454" y="8344"/>
                  </a:lnTo>
                  <a:lnTo>
                    <a:pt x="850328" y="8513"/>
                  </a:lnTo>
                  <a:lnTo>
                    <a:pt x="866699" y="8677"/>
                  </a:lnTo>
                  <a:lnTo>
                    <a:pt x="882596" y="8836"/>
                  </a:lnTo>
                  <a:lnTo>
                    <a:pt x="898044" y="8990"/>
                  </a:lnTo>
                  <a:lnTo>
                    <a:pt x="913070" y="9141"/>
                  </a:lnTo>
                  <a:lnTo>
                    <a:pt x="927694" y="9287"/>
                  </a:lnTo>
                  <a:lnTo>
                    <a:pt x="941939" y="9430"/>
                  </a:lnTo>
                  <a:lnTo>
                    <a:pt x="955823" y="9569"/>
                  </a:lnTo>
                  <a:lnTo>
                    <a:pt x="969364" y="9704"/>
                  </a:lnTo>
                  <a:lnTo>
                    <a:pt x="982579" y="9837"/>
                  </a:lnTo>
                  <a:lnTo>
                    <a:pt x="995483" y="9966"/>
                  </a:lnTo>
                  <a:lnTo>
                    <a:pt x="1008090" y="10092"/>
                  </a:lnTo>
                  <a:lnTo>
                    <a:pt x="1020414" y="10215"/>
                  </a:lnTo>
                  <a:lnTo>
                    <a:pt x="1032467" y="10336"/>
                  </a:lnTo>
                  <a:lnTo>
                    <a:pt x="1044260" y="10454"/>
                  </a:lnTo>
                  <a:lnTo>
                    <a:pt x="1055806" y="10570"/>
                  </a:lnTo>
                  <a:lnTo>
                    <a:pt x="1067113" y="10683"/>
                  </a:lnTo>
                  <a:lnTo>
                    <a:pt x="1078192" y="10794"/>
                  </a:lnTo>
                  <a:lnTo>
                    <a:pt x="1089052" y="10903"/>
                  </a:lnTo>
                  <a:lnTo>
                    <a:pt x="1099700" y="11009"/>
                  </a:lnTo>
                  <a:lnTo>
                    <a:pt x="1110146" y="11114"/>
                  </a:lnTo>
                  <a:lnTo>
                    <a:pt x="1120397" y="11216"/>
                  </a:lnTo>
                  <a:lnTo>
                    <a:pt x="1130459" y="11317"/>
                  </a:lnTo>
                  <a:lnTo>
                    <a:pt x="1140340" y="1141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2830224" y="4726977"/>
              <a:ext cx="1140340" cy="13484"/>
            </a:xfrm>
            <a:custGeom>
              <a:avLst/>
              <a:pathLst>
                <a:path w="1140340" h="13484">
                  <a:moveTo>
                    <a:pt x="0" y="13484"/>
                  </a:moveTo>
                  <a:lnTo>
                    <a:pt x="73227" y="12618"/>
                  </a:lnTo>
                  <a:lnTo>
                    <a:pt x="137817" y="11854"/>
                  </a:lnTo>
                  <a:lnTo>
                    <a:pt x="195596" y="11171"/>
                  </a:lnTo>
                  <a:lnTo>
                    <a:pt x="247863" y="10553"/>
                  </a:lnTo>
                  <a:lnTo>
                    <a:pt x="295579" y="9989"/>
                  </a:lnTo>
                  <a:lnTo>
                    <a:pt x="339473" y="9470"/>
                  </a:lnTo>
                  <a:lnTo>
                    <a:pt x="380113" y="8989"/>
                  </a:lnTo>
                  <a:lnTo>
                    <a:pt x="417948" y="8542"/>
                  </a:lnTo>
                  <a:lnTo>
                    <a:pt x="453340" y="8123"/>
                  </a:lnTo>
                  <a:lnTo>
                    <a:pt x="486586" y="7730"/>
                  </a:lnTo>
                  <a:lnTo>
                    <a:pt x="517931" y="7359"/>
                  </a:lnTo>
                  <a:lnTo>
                    <a:pt x="547581" y="7009"/>
                  </a:lnTo>
                  <a:lnTo>
                    <a:pt x="575709" y="6676"/>
                  </a:lnTo>
                  <a:lnTo>
                    <a:pt x="602465" y="6360"/>
                  </a:lnTo>
                  <a:lnTo>
                    <a:pt x="627976" y="6058"/>
                  </a:lnTo>
                  <a:lnTo>
                    <a:pt x="652353" y="5770"/>
                  </a:lnTo>
                  <a:lnTo>
                    <a:pt x="675692" y="5494"/>
                  </a:lnTo>
                  <a:lnTo>
                    <a:pt x="698078" y="5229"/>
                  </a:lnTo>
                  <a:lnTo>
                    <a:pt x="719587" y="4975"/>
                  </a:lnTo>
                  <a:lnTo>
                    <a:pt x="740283" y="4730"/>
                  </a:lnTo>
                  <a:lnTo>
                    <a:pt x="760227" y="4494"/>
                  </a:lnTo>
                  <a:lnTo>
                    <a:pt x="779470" y="4267"/>
                  </a:lnTo>
                  <a:lnTo>
                    <a:pt x="798061" y="4047"/>
                  </a:lnTo>
                  <a:lnTo>
                    <a:pt x="816043" y="3834"/>
                  </a:lnTo>
                  <a:lnTo>
                    <a:pt x="833454" y="3628"/>
                  </a:lnTo>
                  <a:lnTo>
                    <a:pt x="850328" y="3429"/>
                  </a:lnTo>
                  <a:lnTo>
                    <a:pt x="866699" y="3235"/>
                  </a:lnTo>
                  <a:lnTo>
                    <a:pt x="882596" y="3047"/>
                  </a:lnTo>
                  <a:lnTo>
                    <a:pt x="898044" y="2865"/>
                  </a:lnTo>
                  <a:lnTo>
                    <a:pt x="913070" y="2687"/>
                  </a:lnTo>
                  <a:lnTo>
                    <a:pt x="927694" y="2514"/>
                  </a:lnTo>
                  <a:lnTo>
                    <a:pt x="941939" y="2346"/>
                  </a:lnTo>
                  <a:lnTo>
                    <a:pt x="955823" y="2181"/>
                  </a:lnTo>
                  <a:lnTo>
                    <a:pt x="969364" y="2021"/>
                  </a:lnTo>
                  <a:lnTo>
                    <a:pt x="982579" y="1865"/>
                  </a:lnTo>
                  <a:lnTo>
                    <a:pt x="995483" y="1712"/>
                  </a:lnTo>
                  <a:lnTo>
                    <a:pt x="1008090" y="1563"/>
                  </a:lnTo>
                  <a:lnTo>
                    <a:pt x="1020414" y="1418"/>
                  </a:lnTo>
                  <a:lnTo>
                    <a:pt x="1032467" y="1275"/>
                  </a:lnTo>
                  <a:lnTo>
                    <a:pt x="1044260" y="1136"/>
                  </a:lnTo>
                  <a:lnTo>
                    <a:pt x="1055806" y="999"/>
                  </a:lnTo>
                  <a:lnTo>
                    <a:pt x="1067113" y="865"/>
                  </a:lnTo>
                  <a:lnTo>
                    <a:pt x="1078192" y="734"/>
                  </a:lnTo>
                  <a:lnTo>
                    <a:pt x="1089052" y="606"/>
                  </a:lnTo>
                  <a:lnTo>
                    <a:pt x="1099700" y="480"/>
                  </a:lnTo>
                  <a:lnTo>
                    <a:pt x="1110146" y="357"/>
                  </a:lnTo>
                  <a:lnTo>
                    <a:pt x="1120397" y="235"/>
                  </a:lnTo>
                  <a:lnTo>
                    <a:pt x="1130459" y="116"/>
                  </a:lnTo>
                  <a:lnTo>
                    <a:pt x="114034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30224" y="4695805"/>
              <a:ext cx="1140340" cy="397117"/>
            </a:xfrm>
            <a:custGeom>
              <a:avLst/>
              <a:pathLst>
                <a:path w="1140340" h="397117">
                  <a:moveTo>
                    <a:pt x="0" y="0"/>
                  </a:moveTo>
                  <a:lnTo>
                    <a:pt x="73227" y="25500"/>
                  </a:lnTo>
                  <a:lnTo>
                    <a:pt x="137817" y="47994"/>
                  </a:lnTo>
                  <a:lnTo>
                    <a:pt x="195596" y="68115"/>
                  </a:lnTo>
                  <a:lnTo>
                    <a:pt x="247863" y="86316"/>
                  </a:lnTo>
                  <a:lnTo>
                    <a:pt x="295579" y="102933"/>
                  </a:lnTo>
                  <a:lnTo>
                    <a:pt x="339473" y="118219"/>
                  </a:lnTo>
                  <a:lnTo>
                    <a:pt x="380113" y="132372"/>
                  </a:lnTo>
                  <a:lnTo>
                    <a:pt x="417948" y="145548"/>
                  </a:lnTo>
                  <a:lnTo>
                    <a:pt x="453340" y="157873"/>
                  </a:lnTo>
                  <a:lnTo>
                    <a:pt x="486586" y="169451"/>
                  </a:lnTo>
                  <a:lnTo>
                    <a:pt x="517931" y="180366"/>
                  </a:lnTo>
                  <a:lnTo>
                    <a:pt x="547581" y="190692"/>
                  </a:lnTo>
                  <a:lnTo>
                    <a:pt x="575709" y="200487"/>
                  </a:lnTo>
                  <a:lnTo>
                    <a:pt x="602465" y="209805"/>
                  </a:lnTo>
                  <a:lnTo>
                    <a:pt x="627976" y="218689"/>
                  </a:lnTo>
                  <a:lnTo>
                    <a:pt x="652353" y="227178"/>
                  </a:lnTo>
                  <a:lnTo>
                    <a:pt x="675692" y="235306"/>
                  </a:lnTo>
                  <a:lnTo>
                    <a:pt x="698078" y="243102"/>
                  </a:lnTo>
                  <a:lnTo>
                    <a:pt x="719587" y="250592"/>
                  </a:lnTo>
                  <a:lnTo>
                    <a:pt x="740283" y="257799"/>
                  </a:lnTo>
                  <a:lnTo>
                    <a:pt x="760227" y="264744"/>
                  </a:lnTo>
                  <a:lnTo>
                    <a:pt x="779470" y="271446"/>
                  </a:lnTo>
                  <a:lnTo>
                    <a:pt x="798061" y="277920"/>
                  </a:lnTo>
                  <a:lnTo>
                    <a:pt x="816043" y="284182"/>
                  </a:lnTo>
                  <a:lnTo>
                    <a:pt x="833454" y="290245"/>
                  </a:lnTo>
                  <a:lnTo>
                    <a:pt x="850328" y="296122"/>
                  </a:lnTo>
                  <a:lnTo>
                    <a:pt x="866699" y="301823"/>
                  </a:lnTo>
                  <a:lnTo>
                    <a:pt x="882596" y="307359"/>
                  </a:lnTo>
                  <a:lnTo>
                    <a:pt x="898044" y="312739"/>
                  </a:lnTo>
                  <a:lnTo>
                    <a:pt x="913070" y="317971"/>
                  </a:lnTo>
                  <a:lnTo>
                    <a:pt x="927694" y="323064"/>
                  </a:lnTo>
                  <a:lnTo>
                    <a:pt x="941939" y="328025"/>
                  </a:lnTo>
                  <a:lnTo>
                    <a:pt x="955823" y="332860"/>
                  </a:lnTo>
                  <a:lnTo>
                    <a:pt x="969364" y="337575"/>
                  </a:lnTo>
                  <a:lnTo>
                    <a:pt x="982579" y="342177"/>
                  </a:lnTo>
                  <a:lnTo>
                    <a:pt x="995483" y="346671"/>
                  </a:lnTo>
                  <a:lnTo>
                    <a:pt x="1008090" y="351061"/>
                  </a:lnTo>
                  <a:lnTo>
                    <a:pt x="1020414" y="355353"/>
                  </a:lnTo>
                  <a:lnTo>
                    <a:pt x="1032467" y="359550"/>
                  </a:lnTo>
                  <a:lnTo>
                    <a:pt x="1044260" y="363658"/>
                  </a:lnTo>
                  <a:lnTo>
                    <a:pt x="1055806" y="367678"/>
                  </a:lnTo>
                  <a:lnTo>
                    <a:pt x="1067113" y="371616"/>
                  </a:lnTo>
                  <a:lnTo>
                    <a:pt x="1078192" y="375474"/>
                  </a:lnTo>
                  <a:lnTo>
                    <a:pt x="1089052" y="379256"/>
                  </a:lnTo>
                  <a:lnTo>
                    <a:pt x="1099700" y="382964"/>
                  </a:lnTo>
                  <a:lnTo>
                    <a:pt x="1110146" y="386602"/>
                  </a:lnTo>
                  <a:lnTo>
                    <a:pt x="1120397" y="390172"/>
                  </a:lnTo>
                  <a:lnTo>
                    <a:pt x="1130459" y="393676"/>
                  </a:lnTo>
                  <a:lnTo>
                    <a:pt x="1140340" y="39711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30224" y="4290807"/>
              <a:ext cx="1140340" cy="295436"/>
            </a:xfrm>
            <a:custGeom>
              <a:avLst/>
              <a:pathLst>
                <a:path w="1140340" h="295436">
                  <a:moveTo>
                    <a:pt x="0" y="0"/>
                  </a:moveTo>
                  <a:lnTo>
                    <a:pt x="73227" y="18971"/>
                  </a:lnTo>
                  <a:lnTo>
                    <a:pt x="137817" y="35705"/>
                  </a:lnTo>
                  <a:lnTo>
                    <a:pt x="195596" y="50674"/>
                  </a:lnTo>
                  <a:lnTo>
                    <a:pt x="247863" y="64215"/>
                  </a:lnTo>
                  <a:lnTo>
                    <a:pt x="295579" y="76577"/>
                  </a:lnTo>
                  <a:lnTo>
                    <a:pt x="339473" y="87949"/>
                  </a:lnTo>
                  <a:lnTo>
                    <a:pt x="380113" y="98478"/>
                  </a:lnTo>
                  <a:lnTo>
                    <a:pt x="417948" y="108280"/>
                  </a:lnTo>
                  <a:lnTo>
                    <a:pt x="453340" y="117450"/>
                  </a:lnTo>
                  <a:lnTo>
                    <a:pt x="486586" y="126063"/>
                  </a:lnTo>
                  <a:lnTo>
                    <a:pt x="517931" y="134184"/>
                  </a:lnTo>
                  <a:lnTo>
                    <a:pt x="547581" y="141865"/>
                  </a:lnTo>
                  <a:lnTo>
                    <a:pt x="575709" y="149153"/>
                  </a:lnTo>
                  <a:lnTo>
                    <a:pt x="602465" y="156085"/>
                  </a:lnTo>
                  <a:lnTo>
                    <a:pt x="627976" y="162694"/>
                  </a:lnTo>
                  <a:lnTo>
                    <a:pt x="652353" y="169009"/>
                  </a:lnTo>
                  <a:lnTo>
                    <a:pt x="675692" y="175056"/>
                  </a:lnTo>
                  <a:lnTo>
                    <a:pt x="698078" y="180856"/>
                  </a:lnTo>
                  <a:lnTo>
                    <a:pt x="719587" y="186428"/>
                  </a:lnTo>
                  <a:lnTo>
                    <a:pt x="740283" y="191790"/>
                  </a:lnTo>
                  <a:lnTo>
                    <a:pt x="760227" y="196957"/>
                  </a:lnTo>
                  <a:lnTo>
                    <a:pt x="779470" y="201943"/>
                  </a:lnTo>
                  <a:lnTo>
                    <a:pt x="798061" y="206759"/>
                  </a:lnTo>
                  <a:lnTo>
                    <a:pt x="816043" y="211418"/>
                  </a:lnTo>
                  <a:lnTo>
                    <a:pt x="833454" y="215928"/>
                  </a:lnTo>
                  <a:lnTo>
                    <a:pt x="850328" y="220300"/>
                  </a:lnTo>
                  <a:lnTo>
                    <a:pt x="866699" y="224542"/>
                  </a:lnTo>
                  <a:lnTo>
                    <a:pt x="882596" y="228660"/>
                  </a:lnTo>
                  <a:lnTo>
                    <a:pt x="898044" y="232662"/>
                  </a:lnTo>
                  <a:lnTo>
                    <a:pt x="913070" y="236555"/>
                  </a:lnTo>
                  <a:lnTo>
                    <a:pt x="927694" y="240344"/>
                  </a:lnTo>
                  <a:lnTo>
                    <a:pt x="941939" y="244034"/>
                  </a:lnTo>
                  <a:lnTo>
                    <a:pt x="955823" y="247631"/>
                  </a:lnTo>
                  <a:lnTo>
                    <a:pt x="969364" y="251140"/>
                  </a:lnTo>
                  <a:lnTo>
                    <a:pt x="982579" y="254563"/>
                  </a:lnTo>
                  <a:lnTo>
                    <a:pt x="995483" y="257906"/>
                  </a:lnTo>
                  <a:lnTo>
                    <a:pt x="1008090" y="261173"/>
                  </a:lnTo>
                  <a:lnTo>
                    <a:pt x="1020414" y="264365"/>
                  </a:lnTo>
                  <a:lnTo>
                    <a:pt x="1032467" y="267488"/>
                  </a:lnTo>
                  <a:lnTo>
                    <a:pt x="1044260" y="270544"/>
                  </a:lnTo>
                  <a:lnTo>
                    <a:pt x="1055806" y="273535"/>
                  </a:lnTo>
                  <a:lnTo>
                    <a:pt x="1067113" y="276464"/>
                  </a:lnTo>
                  <a:lnTo>
                    <a:pt x="1078192" y="279334"/>
                  </a:lnTo>
                  <a:lnTo>
                    <a:pt x="1089052" y="282148"/>
                  </a:lnTo>
                  <a:lnTo>
                    <a:pt x="1099700" y="284907"/>
                  </a:lnTo>
                  <a:lnTo>
                    <a:pt x="1110146" y="287613"/>
                  </a:lnTo>
                  <a:lnTo>
                    <a:pt x="1120397" y="290269"/>
                  </a:lnTo>
                  <a:lnTo>
                    <a:pt x="1130459" y="292876"/>
                  </a:lnTo>
                  <a:lnTo>
                    <a:pt x="1140340" y="295436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30224" y="4802429"/>
              <a:ext cx="1140340" cy="35403"/>
            </a:xfrm>
            <a:custGeom>
              <a:avLst/>
              <a:pathLst>
                <a:path w="1140340" h="35403">
                  <a:moveTo>
                    <a:pt x="0" y="0"/>
                  </a:moveTo>
                  <a:lnTo>
                    <a:pt x="73227" y="2273"/>
                  </a:lnTo>
                  <a:lnTo>
                    <a:pt x="137817" y="4278"/>
                  </a:lnTo>
                  <a:lnTo>
                    <a:pt x="195596" y="6072"/>
                  </a:lnTo>
                  <a:lnTo>
                    <a:pt x="247863" y="7695"/>
                  </a:lnTo>
                  <a:lnTo>
                    <a:pt x="295579" y="9176"/>
                  </a:lnTo>
                  <a:lnTo>
                    <a:pt x="339473" y="10539"/>
                  </a:lnTo>
                  <a:lnTo>
                    <a:pt x="380113" y="11801"/>
                  </a:lnTo>
                  <a:lnTo>
                    <a:pt x="417948" y="12975"/>
                  </a:lnTo>
                  <a:lnTo>
                    <a:pt x="453340" y="14074"/>
                  </a:lnTo>
                  <a:lnTo>
                    <a:pt x="486586" y="15106"/>
                  </a:lnTo>
                  <a:lnTo>
                    <a:pt x="517931" y="16079"/>
                  </a:lnTo>
                  <a:lnTo>
                    <a:pt x="547581" y="17000"/>
                  </a:lnTo>
                  <a:lnTo>
                    <a:pt x="575709" y="17873"/>
                  </a:lnTo>
                  <a:lnTo>
                    <a:pt x="602465" y="18704"/>
                  </a:lnTo>
                  <a:lnTo>
                    <a:pt x="627976" y="19496"/>
                  </a:lnTo>
                  <a:lnTo>
                    <a:pt x="652353" y="20253"/>
                  </a:lnTo>
                  <a:lnTo>
                    <a:pt x="675692" y="20977"/>
                  </a:lnTo>
                  <a:lnTo>
                    <a:pt x="698078" y="21672"/>
                  </a:lnTo>
                  <a:lnTo>
                    <a:pt x="719587" y="22340"/>
                  </a:lnTo>
                  <a:lnTo>
                    <a:pt x="740283" y="22982"/>
                  </a:lnTo>
                  <a:lnTo>
                    <a:pt x="760227" y="23602"/>
                  </a:lnTo>
                  <a:lnTo>
                    <a:pt x="779470" y="24199"/>
                  </a:lnTo>
                  <a:lnTo>
                    <a:pt x="798061" y="24776"/>
                  </a:lnTo>
                  <a:lnTo>
                    <a:pt x="816043" y="25335"/>
                  </a:lnTo>
                  <a:lnTo>
                    <a:pt x="833454" y="25875"/>
                  </a:lnTo>
                  <a:lnTo>
                    <a:pt x="850328" y="26399"/>
                  </a:lnTo>
                  <a:lnTo>
                    <a:pt x="866699" y="26907"/>
                  </a:lnTo>
                  <a:lnTo>
                    <a:pt x="882596" y="27401"/>
                  </a:lnTo>
                  <a:lnTo>
                    <a:pt x="898044" y="27880"/>
                  </a:lnTo>
                  <a:lnTo>
                    <a:pt x="913070" y="28347"/>
                  </a:lnTo>
                  <a:lnTo>
                    <a:pt x="927694" y="28801"/>
                  </a:lnTo>
                  <a:lnTo>
                    <a:pt x="941939" y="29243"/>
                  </a:lnTo>
                  <a:lnTo>
                    <a:pt x="955823" y="29674"/>
                  </a:lnTo>
                  <a:lnTo>
                    <a:pt x="969364" y="30095"/>
                  </a:lnTo>
                  <a:lnTo>
                    <a:pt x="982579" y="30505"/>
                  </a:lnTo>
                  <a:lnTo>
                    <a:pt x="995483" y="30905"/>
                  </a:lnTo>
                  <a:lnTo>
                    <a:pt x="1008090" y="31297"/>
                  </a:lnTo>
                  <a:lnTo>
                    <a:pt x="1020414" y="31679"/>
                  </a:lnTo>
                  <a:lnTo>
                    <a:pt x="1032467" y="32054"/>
                  </a:lnTo>
                  <a:lnTo>
                    <a:pt x="1044260" y="32420"/>
                  </a:lnTo>
                  <a:lnTo>
                    <a:pt x="1055806" y="32778"/>
                  </a:lnTo>
                  <a:lnTo>
                    <a:pt x="1067113" y="33129"/>
                  </a:lnTo>
                  <a:lnTo>
                    <a:pt x="1078192" y="33473"/>
                  </a:lnTo>
                  <a:lnTo>
                    <a:pt x="1089052" y="33810"/>
                  </a:lnTo>
                  <a:lnTo>
                    <a:pt x="1099700" y="34141"/>
                  </a:lnTo>
                  <a:lnTo>
                    <a:pt x="1110146" y="34465"/>
                  </a:lnTo>
                  <a:lnTo>
                    <a:pt x="1120397" y="34784"/>
                  </a:lnTo>
                  <a:lnTo>
                    <a:pt x="1130459" y="35096"/>
                  </a:lnTo>
                  <a:lnTo>
                    <a:pt x="1140340" y="35403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30224" y="4549939"/>
              <a:ext cx="1140340" cy="254367"/>
            </a:xfrm>
            <a:custGeom>
              <a:avLst/>
              <a:pathLst>
                <a:path w="1140340" h="254367">
                  <a:moveTo>
                    <a:pt x="0" y="0"/>
                  </a:moveTo>
                  <a:lnTo>
                    <a:pt x="73227" y="16334"/>
                  </a:lnTo>
                  <a:lnTo>
                    <a:pt x="137817" y="30742"/>
                  </a:lnTo>
                  <a:lnTo>
                    <a:pt x="195596" y="43630"/>
                  </a:lnTo>
                  <a:lnTo>
                    <a:pt x="247863" y="55289"/>
                  </a:lnTo>
                  <a:lnTo>
                    <a:pt x="295579" y="65932"/>
                  </a:lnTo>
                  <a:lnTo>
                    <a:pt x="339473" y="75724"/>
                  </a:lnTo>
                  <a:lnTo>
                    <a:pt x="380113" y="84789"/>
                  </a:lnTo>
                  <a:lnTo>
                    <a:pt x="417948" y="93228"/>
                  </a:lnTo>
                  <a:lnTo>
                    <a:pt x="453340" y="101123"/>
                  </a:lnTo>
                  <a:lnTo>
                    <a:pt x="486586" y="108539"/>
                  </a:lnTo>
                  <a:lnTo>
                    <a:pt x="517931" y="115531"/>
                  </a:lnTo>
                  <a:lnTo>
                    <a:pt x="547581" y="122145"/>
                  </a:lnTo>
                  <a:lnTo>
                    <a:pt x="575709" y="128419"/>
                  </a:lnTo>
                  <a:lnTo>
                    <a:pt x="602465" y="134387"/>
                  </a:lnTo>
                  <a:lnTo>
                    <a:pt x="627976" y="140078"/>
                  </a:lnTo>
                  <a:lnTo>
                    <a:pt x="652353" y="145515"/>
                  </a:lnTo>
                  <a:lnTo>
                    <a:pt x="675692" y="150722"/>
                  </a:lnTo>
                  <a:lnTo>
                    <a:pt x="698078" y="155715"/>
                  </a:lnTo>
                  <a:lnTo>
                    <a:pt x="719587" y="160513"/>
                  </a:lnTo>
                  <a:lnTo>
                    <a:pt x="740283" y="165129"/>
                  </a:lnTo>
                  <a:lnTo>
                    <a:pt x="760227" y="169578"/>
                  </a:lnTo>
                  <a:lnTo>
                    <a:pt x="779470" y="173871"/>
                  </a:lnTo>
                  <a:lnTo>
                    <a:pt x="798061" y="178018"/>
                  </a:lnTo>
                  <a:lnTo>
                    <a:pt x="816043" y="182029"/>
                  </a:lnTo>
                  <a:lnTo>
                    <a:pt x="833454" y="185912"/>
                  </a:lnTo>
                  <a:lnTo>
                    <a:pt x="850328" y="189676"/>
                  </a:lnTo>
                  <a:lnTo>
                    <a:pt x="866699" y="193328"/>
                  </a:lnTo>
                  <a:lnTo>
                    <a:pt x="882596" y="196874"/>
                  </a:lnTo>
                  <a:lnTo>
                    <a:pt x="898044" y="200320"/>
                  </a:lnTo>
                  <a:lnTo>
                    <a:pt x="913070" y="203672"/>
                  </a:lnTo>
                  <a:lnTo>
                    <a:pt x="927694" y="206934"/>
                  </a:lnTo>
                  <a:lnTo>
                    <a:pt x="941939" y="210111"/>
                  </a:lnTo>
                  <a:lnTo>
                    <a:pt x="955823" y="213208"/>
                  </a:lnTo>
                  <a:lnTo>
                    <a:pt x="969364" y="216229"/>
                  </a:lnTo>
                  <a:lnTo>
                    <a:pt x="982579" y="219177"/>
                  </a:lnTo>
                  <a:lnTo>
                    <a:pt x="995483" y="222055"/>
                  </a:lnTo>
                  <a:lnTo>
                    <a:pt x="1008090" y="224867"/>
                  </a:lnTo>
                  <a:lnTo>
                    <a:pt x="1020414" y="227616"/>
                  </a:lnTo>
                  <a:lnTo>
                    <a:pt x="1032467" y="230305"/>
                  </a:lnTo>
                  <a:lnTo>
                    <a:pt x="1044260" y="232936"/>
                  </a:lnTo>
                  <a:lnTo>
                    <a:pt x="1055806" y="235511"/>
                  </a:lnTo>
                  <a:lnTo>
                    <a:pt x="1067113" y="238033"/>
                  </a:lnTo>
                  <a:lnTo>
                    <a:pt x="1078192" y="240504"/>
                  </a:lnTo>
                  <a:lnTo>
                    <a:pt x="1089052" y="242927"/>
                  </a:lnTo>
                  <a:lnTo>
                    <a:pt x="1099700" y="245302"/>
                  </a:lnTo>
                  <a:lnTo>
                    <a:pt x="1110146" y="247632"/>
                  </a:lnTo>
                  <a:lnTo>
                    <a:pt x="1120397" y="249919"/>
                  </a:lnTo>
                  <a:lnTo>
                    <a:pt x="1130459" y="252163"/>
                  </a:lnTo>
                  <a:lnTo>
                    <a:pt x="1140340" y="25436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30224" y="4519038"/>
              <a:ext cx="1140340" cy="508204"/>
            </a:xfrm>
            <a:custGeom>
              <a:avLst/>
              <a:pathLst>
                <a:path w="1140340" h="508204">
                  <a:moveTo>
                    <a:pt x="0" y="0"/>
                  </a:moveTo>
                  <a:lnTo>
                    <a:pt x="73227" y="32634"/>
                  </a:lnTo>
                  <a:lnTo>
                    <a:pt x="137817" y="61419"/>
                  </a:lnTo>
                  <a:lnTo>
                    <a:pt x="195596" y="87169"/>
                  </a:lnTo>
                  <a:lnTo>
                    <a:pt x="247863" y="110462"/>
                  </a:lnTo>
                  <a:lnTo>
                    <a:pt x="295579" y="131727"/>
                  </a:lnTo>
                  <a:lnTo>
                    <a:pt x="339473" y="151289"/>
                  </a:lnTo>
                  <a:lnTo>
                    <a:pt x="380113" y="169401"/>
                  </a:lnTo>
                  <a:lnTo>
                    <a:pt x="417948" y="186262"/>
                  </a:lnTo>
                  <a:lnTo>
                    <a:pt x="453340" y="202035"/>
                  </a:lnTo>
                  <a:lnTo>
                    <a:pt x="486586" y="216852"/>
                  </a:lnTo>
                  <a:lnTo>
                    <a:pt x="517931" y="230821"/>
                  </a:lnTo>
                  <a:lnTo>
                    <a:pt x="547581" y="244035"/>
                  </a:lnTo>
                  <a:lnTo>
                    <a:pt x="575709" y="256570"/>
                  </a:lnTo>
                  <a:lnTo>
                    <a:pt x="602465" y="268495"/>
                  </a:lnTo>
                  <a:lnTo>
                    <a:pt x="627976" y="279864"/>
                  </a:lnTo>
                  <a:lnTo>
                    <a:pt x="652353" y="290728"/>
                  </a:lnTo>
                  <a:lnTo>
                    <a:pt x="675692" y="301129"/>
                  </a:lnTo>
                  <a:lnTo>
                    <a:pt x="698078" y="311106"/>
                  </a:lnTo>
                  <a:lnTo>
                    <a:pt x="719587" y="320691"/>
                  </a:lnTo>
                  <a:lnTo>
                    <a:pt x="740283" y="329914"/>
                  </a:lnTo>
                  <a:lnTo>
                    <a:pt x="760227" y="338802"/>
                  </a:lnTo>
                  <a:lnTo>
                    <a:pt x="779470" y="347379"/>
                  </a:lnTo>
                  <a:lnTo>
                    <a:pt x="798061" y="355664"/>
                  </a:lnTo>
                  <a:lnTo>
                    <a:pt x="816043" y="363678"/>
                  </a:lnTo>
                  <a:lnTo>
                    <a:pt x="833454" y="371437"/>
                  </a:lnTo>
                  <a:lnTo>
                    <a:pt x="850328" y="378957"/>
                  </a:lnTo>
                  <a:lnTo>
                    <a:pt x="866699" y="386253"/>
                  </a:lnTo>
                  <a:lnTo>
                    <a:pt x="882596" y="393338"/>
                  </a:lnTo>
                  <a:lnTo>
                    <a:pt x="898044" y="400222"/>
                  </a:lnTo>
                  <a:lnTo>
                    <a:pt x="913070" y="406919"/>
                  </a:lnTo>
                  <a:lnTo>
                    <a:pt x="927694" y="413436"/>
                  </a:lnTo>
                  <a:lnTo>
                    <a:pt x="941939" y="419784"/>
                  </a:lnTo>
                  <a:lnTo>
                    <a:pt x="955823" y="425972"/>
                  </a:lnTo>
                  <a:lnTo>
                    <a:pt x="969364" y="432007"/>
                  </a:lnTo>
                  <a:lnTo>
                    <a:pt x="982579" y="437896"/>
                  </a:lnTo>
                  <a:lnTo>
                    <a:pt x="995483" y="443647"/>
                  </a:lnTo>
                  <a:lnTo>
                    <a:pt x="1008090" y="449265"/>
                  </a:lnTo>
                  <a:lnTo>
                    <a:pt x="1020414" y="454758"/>
                  </a:lnTo>
                  <a:lnTo>
                    <a:pt x="1032467" y="460129"/>
                  </a:lnTo>
                  <a:lnTo>
                    <a:pt x="1044260" y="465385"/>
                  </a:lnTo>
                  <a:lnTo>
                    <a:pt x="1055806" y="470530"/>
                  </a:lnTo>
                  <a:lnTo>
                    <a:pt x="1067113" y="475570"/>
                  </a:lnTo>
                  <a:lnTo>
                    <a:pt x="1078192" y="480507"/>
                  </a:lnTo>
                  <a:lnTo>
                    <a:pt x="1089052" y="485347"/>
                  </a:lnTo>
                  <a:lnTo>
                    <a:pt x="1099700" y="490092"/>
                  </a:lnTo>
                  <a:lnTo>
                    <a:pt x="1110146" y="494748"/>
                  </a:lnTo>
                  <a:lnTo>
                    <a:pt x="1120397" y="499316"/>
                  </a:lnTo>
                  <a:lnTo>
                    <a:pt x="1130459" y="503800"/>
                  </a:lnTo>
                  <a:lnTo>
                    <a:pt x="1140340" y="50820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30224" y="4982113"/>
              <a:ext cx="1140340" cy="12614"/>
            </a:xfrm>
            <a:custGeom>
              <a:avLst/>
              <a:pathLst>
                <a:path w="1140340" h="12614">
                  <a:moveTo>
                    <a:pt x="0" y="0"/>
                  </a:moveTo>
                  <a:lnTo>
                    <a:pt x="73227" y="810"/>
                  </a:lnTo>
                  <a:lnTo>
                    <a:pt x="137817" y="1524"/>
                  </a:lnTo>
                  <a:lnTo>
                    <a:pt x="195596" y="2163"/>
                  </a:lnTo>
                  <a:lnTo>
                    <a:pt x="247863" y="2741"/>
                  </a:lnTo>
                  <a:lnTo>
                    <a:pt x="295579" y="3269"/>
                  </a:lnTo>
                  <a:lnTo>
                    <a:pt x="339473" y="3755"/>
                  </a:lnTo>
                  <a:lnTo>
                    <a:pt x="380113" y="4204"/>
                  </a:lnTo>
                  <a:lnTo>
                    <a:pt x="417948" y="4623"/>
                  </a:lnTo>
                  <a:lnTo>
                    <a:pt x="453340" y="5015"/>
                  </a:lnTo>
                  <a:lnTo>
                    <a:pt x="486586" y="5382"/>
                  </a:lnTo>
                  <a:lnTo>
                    <a:pt x="517931" y="5729"/>
                  </a:lnTo>
                  <a:lnTo>
                    <a:pt x="547581" y="6057"/>
                  </a:lnTo>
                  <a:lnTo>
                    <a:pt x="575709" y="6368"/>
                  </a:lnTo>
                  <a:lnTo>
                    <a:pt x="602465" y="6664"/>
                  </a:lnTo>
                  <a:lnTo>
                    <a:pt x="627976" y="6946"/>
                  </a:lnTo>
                  <a:lnTo>
                    <a:pt x="652353" y="7216"/>
                  </a:lnTo>
                  <a:lnTo>
                    <a:pt x="675692" y="7474"/>
                  </a:lnTo>
                  <a:lnTo>
                    <a:pt x="698078" y="7722"/>
                  </a:lnTo>
                  <a:lnTo>
                    <a:pt x="719587" y="7960"/>
                  </a:lnTo>
                  <a:lnTo>
                    <a:pt x="740283" y="8189"/>
                  </a:lnTo>
                  <a:lnTo>
                    <a:pt x="760227" y="8409"/>
                  </a:lnTo>
                  <a:lnTo>
                    <a:pt x="779470" y="8622"/>
                  </a:lnTo>
                  <a:lnTo>
                    <a:pt x="798061" y="8828"/>
                  </a:lnTo>
                  <a:lnTo>
                    <a:pt x="816043" y="9027"/>
                  </a:lnTo>
                  <a:lnTo>
                    <a:pt x="833454" y="9220"/>
                  </a:lnTo>
                  <a:lnTo>
                    <a:pt x="850328" y="9406"/>
                  </a:lnTo>
                  <a:lnTo>
                    <a:pt x="866699" y="9587"/>
                  </a:lnTo>
                  <a:lnTo>
                    <a:pt x="882596" y="9763"/>
                  </a:lnTo>
                  <a:lnTo>
                    <a:pt x="898044" y="9934"/>
                  </a:lnTo>
                  <a:lnTo>
                    <a:pt x="913070" y="10100"/>
                  </a:lnTo>
                  <a:lnTo>
                    <a:pt x="927694" y="10262"/>
                  </a:lnTo>
                  <a:lnTo>
                    <a:pt x="941939" y="10420"/>
                  </a:lnTo>
                  <a:lnTo>
                    <a:pt x="955823" y="10573"/>
                  </a:lnTo>
                  <a:lnTo>
                    <a:pt x="969364" y="10723"/>
                  </a:lnTo>
                  <a:lnTo>
                    <a:pt x="982579" y="10869"/>
                  </a:lnTo>
                  <a:lnTo>
                    <a:pt x="995483" y="11012"/>
                  </a:lnTo>
                  <a:lnTo>
                    <a:pt x="1008090" y="11151"/>
                  </a:lnTo>
                  <a:lnTo>
                    <a:pt x="1020414" y="11288"/>
                  </a:lnTo>
                  <a:lnTo>
                    <a:pt x="1032467" y="11421"/>
                  </a:lnTo>
                  <a:lnTo>
                    <a:pt x="1044260" y="11552"/>
                  </a:lnTo>
                  <a:lnTo>
                    <a:pt x="1055806" y="11679"/>
                  </a:lnTo>
                  <a:lnTo>
                    <a:pt x="1067113" y="11804"/>
                  </a:lnTo>
                  <a:lnTo>
                    <a:pt x="1078192" y="11927"/>
                  </a:lnTo>
                  <a:lnTo>
                    <a:pt x="1089052" y="12047"/>
                  </a:lnTo>
                  <a:lnTo>
                    <a:pt x="1099700" y="12165"/>
                  </a:lnTo>
                  <a:lnTo>
                    <a:pt x="1110146" y="12280"/>
                  </a:lnTo>
                  <a:lnTo>
                    <a:pt x="1120397" y="12394"/>
                  </a:lnTo>
                  <a:lnTo>
                    <a:pt x="1130459" y="12505"/>
                  </a:lnTo>
                  <a:lnTo>
                    <a:pt x="1140340" y="1261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30224" y="4758593"/>
              <a:ext cx="1140340" cy="77386"/>
            </a:xfrm>
            <a:custGeom>
              <a:avLst/>
              <a:pathLst>
                <a:path w="1140340" h="77386">
                  <a:moveTo>
                    <a:pt x="0" y="77386"/>
                  </a:moveTo>
                  <a:lnTo>
                    <a:pt x="73227" y="72417"/>
                  </a:lnTo>
                  <a:lnTo>
                    <a:pt x="137817" y="68034"/>
                  </a:lnTo>
                  <a:lnTo>
                    <a:pt x="195596" y="64113"/>
                  </a:lnTo>
                  <a:lnTo>
                    <a:pt x="247863" y="60566"/>
                  </a:lnTo>
                  <a:lnTo>
                    <a:pt x="295579" y="57327"/>
                  </a:lnTo>
                  <a:lnTo>
                    <a:pt x="339473" y="54349"/>
                  </a:lnTo>
                  <a:lnTo>
                    <a:pt x="380113" y="51591"/>
                  </a:lnTo>
                  <a:lnTo>
                    <a:pt x="417948" y="49023"/>
                  </a:lnTo>
                  <a:lnTo>
                    <a:pt x="453340" y="46621"/>
                  </a:lnTo>
                  <a:lnTo>
                    <a:pt x="486586" y="44365"/>
                  </a:lnTo>
                  <a:lnTo>
                    <a:pt x="517931" y="42238"/>
                  </a:lnTo>
                  <a:lnTo>
                    <a:pt x="547581" y="40226"/>
                  </a:lnTo>
                  <a:lnTo>
                    <a:pt x="575709" y="38317"/>
                  </a:lnTo>
                  <a:lnTo>
                    <a:pt x="602465" y="36501"/>
                  </a:lnTo>
                  <a:lnTo>
                    <a:pt x="627976" y="34770"/>
                  </a:lnTo>
                  <a:lnTo>
                    <a:pt x="652353" y="33116"/>
                  </a:lnTo>
                  <a:lnTo>
                    <a:pt x="675692" y="31532"/>
                  </a:lnTo>
                  <a:lnTo>
                    <a:pt x="698078" y="30013"/>
                  </a:lnTo>
                  <a:lnTo>
                    <a:pt x="719587" y="28553"/>
                  </a:lnTo>
                  <a:lnTo>
                    <a:pt x="740283" y="27148"/>
                  </a:lnTo>
                  <a:lnTo>
                    <a:pt x="760227" y="25795"/>
                  </a:lnTo>
                  <a:lnTo>
                    <a:pt x="779470" y="24489"/>
                  </a:lnTo>
                  <a:lnTo>
                    <a:pt x="798061" y="23227"/>
                  </a:lnTo>
                  <a:lnTo>
                    <a:pt x="816043" y="22007"/>
                  </a:lnTo>
                  <a:lnTo>
                    <a:pt x="833454" y="20826"/>
                  </a:lnTo>
                  <a:lnTo>
                    <a:pt x="850328" y="19681"/>
                  </a:lnTo>
                  <a:lnTo>
                    <a:pt x="866699" y="18570"/>
                  </a:lnTo>
                  <a:lnTo>
                    <a:pt x="882596" y="17491"/>
                  </a:lnTo>
                  <a:lnTo>
                    <a:pt x="898044" y="16442"/>
                  </a:lnTo>
                  <a:lnTo>
                    <a:pt x="913070" y="15423"/>
                  </a:lnTo>
                  <a:lnTo>
                    <a:pt x="927694" y="14430"/>
                  </a:lnTo>
                  <a:lnTo>
                    <a:pt x="941939" y="13464"/>
                  </a:lnTo>
                  <a:lnTo>
                    <a:pt x="955823" y="12521"/>
                  </a:lnTo>
                  <a:lnTo>
                    <a:pt x="969364" y="11602"/>
                  </a:lnTo>
                  <a:lnTo>
                    <a:pt x="982579" y="10706"/>
                  </a:lnTo>
                  <a:lnTo>
                    <a:pt x="995483" y="9830"/>
                  </a:lnTo>
                  <a:lnTo>
                    <a:pt x="1008090" y="8974"/>
                  </a:lnTo>
                  <a:lnTo>
                    <a:pt x="1020414" y="8138"/>
                  </a:lnTo>
                  <a:lnTo>
                    <a:pt x="1032467" y="7320"/>
                  </a:lnTo>
                  <a:lnTo>
                    <a:pt x="1044260" y="6520"/>
                  </a:lnTo>
                  <a:lnTo>
                    <a:pt x="1055806" y="5736"/>
                  </a:lnTo>
                  <a:lnTo>
                    <a:pt x="1067113" y="4969"/>
                  </a:lnTo>
                  <a:lnTo>
                    <a:pt x="1078192" y="4217"/>
                  </a:lnTo>
                  <a:lnTo>
                    <a:pt x="1089052" y="3480"/>
                  </a:lnTo>
                  <a:lnTo>
                    <a:pt x="1099700" y="2757"/>
                  </a:lnTo>
                  <a:lnTo>
                    <a:pt x="1110146" y="2049"/>
                  </a:lnTo>
                  <a:lnTo>
                    <a:pt x="1120397" y="1353"/>
                  </a:lnTo>
                  <a:lnTo>
                    <a:pt x="1130459" y="670"/>
                  </a:lnTo>
                  <a:lnTo>
                    <a:pt x="114034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30224" y="4461047"/>
              <a:ext cx="1140340" cy="318642"/>
            </a:xfrm>
            <a:custGeom>
              <a:avLst/>
              <a:pathLst>
                <a:path w="1140340" h="318642">
                  <a:moveTo>
                    <a:pt x="0" y="0"/>
                  </a:moveTo>
                  <a:lnTo>
                    <a:pt x="73227" y="20461"/>
                  </a:lnTo>
                  <a:lnTo>
                    <a:pt x="137817" y="38510"/>
                  </a:lnTo>
                  <a:lnTo>
                    <a:pt x="195596" y="54654"/>
                  </a:lnTo>
                  <a:lnTo>
                    <a:pt x="247863" y="69259"/>
                  </a:lnTo>
                  <a:lnTo>
                    <a:pt x="295579" y="82592"/>
                  </a:lnTo>
                  <a:lnTo>
                    <a:pt x="339473" y="94858"/>
                  </a:lnTo>
                  <a:lnTo>
                    <a:pt x="380113" y="106214"/>
                  </a:lnTo>
                  <a:lnTo>
                    <a:pt x="417948" y="116786"/>
                  </a:lnTo>
                  <a:lnTo>
                    <a:pt x="453340" y="126675"/>
                  </a:lnTo>
                  <a:lnTo>
                    <a:pt x="486586" y="135965"/>
                  </a:lnTo>
                  <a:lnTo>
                    <a:pt x="517931" y="144724"/>
                  </a:lnTo>
                  <a:lnTo>
                    <a:pt x="547581" y="153009"/>
                  </a:lnTo>
                  <a:lnTo>
                    <a:pt x="575709" y="160868"/>
                  </a:lnTo>
                  <a:lnTo>
                    <a:pt x="602465" y="168345"/>
                  </a:lnTo>
                  <a:lnTo>
                    <a:pt x="627976" y="175473"/>
                  </a:lnTo>
                  <a:lnTo>
                    <a:pt x="652353" y="182285"/>
                  </a:lnTo>
                  <a:lnTo>
                    <a:pt x="675692" y="188806"/>
                  </a:lnTo>
                  <a:lnTo>
                    <a:pt x="698078" y="195062"/>
                  </a:lnTo>
                  <a:lnTo>
                    <a:pt x="719587" y="201072"/>
                  </a:lnTo>
                  <a:lnTo>
                    <a:pt x="740283" y="206855"/>
                  </a:lnTo>
                  <a:lnTo>
                    <a:pt x="760227" y="212428"/>
                  </a:lnTo>
                  <a:lnTo>
                    <a:pt x="779470" y="217805"/>
                  </a:lnTo>
                  <a:lnTo>
                    <a:pt x="798061" y="223000"/>
                  </a:lnTo>
                  <a:lnTo>
                    <a:pt x="816043" y="228024"/>
                  </a:lnTo>
                  <a:lnTo>
                    <a:pt x="833454" y="232889"/>
                  </a:lnTo>
                  <a:lnTo>
                    <a:pt x="850328" y="237604"/>
                  </a:lnTo>
                  <a:lnTo>
                    <a:pt x="866699" y="242179"/>
                  </a:lnTo>
                  <a:lnTo>
                    <a:pt x="882596" y="246621"/>
                  </a:lnTo>
                  <a:lnTo>
                    <a:pt x="898044" y="250938"/>
                  </a:lnTo>
                  <a:lnTo>
                    <a:pt x="913070" y="255136"/>
                  </a:lnTo>
                  <a:lnTo>
                    <a:pt x="927694" y="259223"/>
                  </a:lnTo>
                  <a:lnTo>
                    <a:pt x="941939" y="263203"/>
                  </a:lnTo>
                  <a:lnTo>
                    <a:pt x="955823" y="267082"/>
                  </a:lnTo>
                  <a:lnTo>
                    <a:pt x="969364" y="270866"/>
                  </a:lnTo>
                  <a:lnTo>
                    <a:pt x="982579" y="274559"/>
                  </a:lnTo>
                  <a:lnTo>
                    <a:pt x="995483" y="278164"/>
                  </a:lnTo>
                  <a:lnTo>
                    <a:pt x="1008090" y="281687"/>
                  </a:lnTo>
                  <a:lnTo>
                    <a:pt x="1020414" y="285131"/>
                  </a:lnTo>
                  <a:lnTo>
                    <a:pt x="1032467" y="288499"/>
                  </a:lnTo>
                  <a:lnTo>
                    <a:pt x="1044260" y="291794"/>
                  </a:lnTo>
                  <a:lnTo>
                    <a:pt x="1055806" y="295020"/>
                  </a:lnTo>
                  <a:lnTo>
                    <a:pt x="1067113" y="298180"/>
                  </a:lnTo>
                  <a:lnTo>
                    <a:pt x="1078192" y="301276"/>
                  </a:lnTo>
                  <a:lnTo>
                    <a:pt x="1089052" y="304310"/>
                  </a:lnTo>
                  <a:lnTo>
                    <a:pt x="1099700" y="307286"/>
                  </a:lnTo>
                  <a:lnTo>
                    <a:pt x="1110146" y="310205"/>
                  </a:lnTo>
                  <a:lnTo>
                    <a:pt x="1120397" y="313069"/>
                  </a:lnTo>
                  <a:lnTo>
                    <a:pt x="1130459" y="315881"/>
                  </a:lnTo>
                  <a:lnTo>
                    <a:pt x="1140340" y="31864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rc874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748241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6"/>
            <p:cNvSpPr/>
            <p:nvPr/>
          </p:nvSpPr>
          <p:spPr>
            <a:xfrm>
              <a:off x="2719773" y="52375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719773" y="48608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719773" y="44840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748241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3022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3210337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359045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97056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tx884"/>
            <p:cNvSpPr/>
            <p:nvPr/>
          </p:nvSpPr>
          <p:spPr>
            <a:xfrm>
              <a:off x="2801969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6" name="tx885"/>
            <p:cNvSpPr/>
            <p:nvPr/>
          </p:nvSpPr>
          <p:spPr>
            <a:xfrm>
              <a:off x="3182082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7" name="tx886"/>
            <p:cNvSpPr/>
            <p:nvPr/>
          </p:nvSpPr>
          <p:spPr>
            <a:xfrm>
              <a:off x="3562196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942310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141440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2748241" y="39576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1" name="rc890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221833" y="50897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227923" y="49591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17855" y="511108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249321" y="432152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55576" y="48530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42212" y="46537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34261" y="52541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67465" y="49585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237951" y="48316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44735" y="45101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41654" y="48238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638514" y="45708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49886" y="50922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17155" y="51537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28475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21771" y="43408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49704" y="52104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02355" y="51248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24939" y="51660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36197" y="50764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41065" y="50381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27059" y="51838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07696" y="49370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00601" y="49647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03885" y="47369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23023" y="48434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00110" y="51881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22595" y="506064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017112" y="509179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995716" y="50413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995087" y="504397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017114" y="50111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984304" y="50222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92852" y="50957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97161" y="50710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023288" y="47784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5022188" y="51414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5024542" y="48810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95298" y="51229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88957" y="49303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79865" y="51082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5016144" y="51477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006956" y="46816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83923" y="50632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012251" y="48274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976841" y="49795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5019559" y="487193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76245" y="48821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381193" y="51836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396114" y="49984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63012" y="48274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400401" y="49889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403088" y="48630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55632" y="50635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73414" y="49565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78366" y="507679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75801" y="47919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72593" y="48149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65833" y="50094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92438" y="51080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54389" y="49489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407419" y="51188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76672" y="49420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402713" y="51674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91645" y="47060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79026" y="51039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69171" y="50631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76994" y="49445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76699" y="48806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58006" y="49735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73490" y="50211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58340" y="50882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72849" y="4845416"/>
              <a:ext cx="1135412" cy="220957"/>
            </a:xfrm>
            <a:custGeom>
              <a:avLst/>
              <a:pathLst>
                <a:path w="1135412" h="220957">
                  <a:moveTo>
                    <a:pt x="0" y="0"/>
                  </a:moveTo>
                  <a:lnTo>
                    <a:pt x="72910" y="14188"/>
                  </a:lnTo>
                  <a:lnTo>
                    <a:pt x="137222" y="26704"/>
                  </a:lnTo>
                  <a:lnTo>
                    <a:pt x="194750" y="37899"/>
                  </a:lnTo>
                  <a:lnTo>
                    <a:pt x="246791" y="48027"/>
                  </a:lnTo>
                  <a:lnTo>
                    <a:pt x="294301" y="57272"/>
                  </a:lnTo>
                  <a:lnTo>
                    <a:pt x="338006" y="65777"/>
                  </a:lnTo>
                  <a:lnTo>
                    <a:pt x="378470" y="73652"/>
                  </a:lnTo>
                  <a:lnTo>
                    <a:pt x="416142" y="80983"/>
                  </a:lnTo>
                  <a:lnTo>
                    <a:pt x="451381" y="87841"/>
                  </a:lnTo>
                  <a:lnTo>
                    <a:pt x="484483" y="94283"/>
                  </a:lnTo>
                  <a:lnTo>
                    <a:pt x="515692" y="100356"/>
                  </a:lnTo>
                  <a:lnTo>
                    <a:pt x="545214" y="106101"/>
                  </a:lnTo>
                  <a:lnTo>
                    <a:pt x="573221" y="111552"/>
                  </a:lnTo>
                  <a:lnTo>
                    <a:pt x="599861" y="116736"/>
                  </a:lnTo>
                  <a:lnTo>
                    <a:pt x="625262" y="121679"/>
                  </a:lnTo>
                  <a:lnTo>
                    <a:pt x="649534" y="126402"/>
                  </a:lnTo>
                  <a:lnTo>
                    <a:pt x="672772" y="130925"/>
                  </a:lnTo>
                  <a:lnTo>
                    <a:pt x="695062" y="135262"/>
                  </a:lnTo>
                  <a:lnTo>
                    <a:pt x="716477" y="139430"/>
                  </a:lnTo>
                  <a:lnTo>
                    <a:pt x="737084" y="143440"/>
                  </a:lnTo>
                  <a:lnTo>
                    <a:pt x="756941" y="147304"/>
                  </a:lnTo>
                  <a:lnTo>
                    <a:pt x="776102" y="151033"/>
                  </a:lnTo>
                  <a:lnTo>
                    <a:pt x="794612" y="154635"/>
                  </a:lnTo>
                  <a:lnTo>
                    <a:pt x="812516" y="158120"/>
                  </a:lnTo>
                  <a:lnTo>
                    <a:pt x="829852" y="161493"/>
                  </a:lnTo>
                  <a:lnTo>
                    <a:pt x="846653" y="164763"/>
                  </a:lnTo>
                  <a:lnTo>
                    <a:pt x="862954" y="167935"/>
                  </a:lnTo>
                  <a:lnTo>
                    <a:pt x="878781" y="171015"/>
                  </a:lnTo>
                  <a:lnTo>
                    <a:pt x="894163" y="174009"/>
                  </a:lnTo>
                  <a:lnTo>
                    <a:pt x="909124" y="176920"/>
                  </a:lnTo>
                  <a:lnTo>
                    <a:pt x="923685" y="179754"/>
                  </a:lnTo>
                  <a:lnTo>
                    <a:pt x="937868" y="182514"/>
                  </a:lnTo>
                  <a:lnTo>
                    <a:pt x="951692" y="185204"/>
                  </a:lnTo>
                  <a:lnTo>
                    <a:pt x="965175" y="187828"/>
                  </a:lnTo>
                  <a:lnTo>
                    <a:pt x="978332" y="190388"/>
                  </a:lnTo>
                  <a:lnTo>
                    <a:pt x="991180" y="192889"/>
                  </a:lnTo>
                  <a:lnTo>
                    <a:pt x="1003733" y="195331"/>
                  </a:lnTo>
                  <a:lnTo>
                    <a:pt x="1016004" y="197719"/>
                  </a:lnTo>
                  <a:lnTo>
                    <a:pt x="1028004" y="200055"/>
                  </a:lnTo>
                  <a:lnTo>
                    <a:pt x="1039747" y="202340"/>
                  </a:lnTo>
                  <a:lnTo>
                    <a:pt x="1051243" y="204577"/>
                  </a:lnTo>
                  <a:lnTo>
                    <a:pt x="1062501" y="206768"/>
                  </a:lnTo>
                  <a:lnTo>
                    <a:pt x="1073532" y="208915"/>
                  </a:lnTo>
                  <a:lnTo>
                    <a:pt x="1084345" y="211019"/>
                  </a:lnTo>
                  <a:lnTo>
                    <a:pt x="1094948" y="213082"/>
                  </a:lnTo>
                  <a:lnTo>
                    <a:pt x="1105348" y="215106"/>
                  </a:lnTo>
                  <a:lnTo>
                    <a:pt x="1115554" y="217093"/>
                  </a:lnTo>
                  <a:lnTo>
                    <a:pt x="1125573" y="219042"/>
                  </a:lnTo>
                  <a:lnTo>
                    <a:pt x="1135412" y="22095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72849" y="4415706"/>
              <a:ext cx="1135412" cy="722667"/>
            </a:xfrm>
            <a:custGeom>
              <a:avLst/>
              <a:pathLst>
                <a:path w="1135412" h="722667">
                  <a:moveTo>
                    <a:pt x="0" y="0"/>
                  </a:moveTo>
                  <a:lnTo>
                    <a:pt x="72910" y="46406"/>
                  </a:lnTo>
                  <a:lnTo>
                    <a:pt x="137222" y="87339"/>
                  </a:lnTo>
                  <a:lnTo>
                    <a:pt x="194750" y="123955"/>
                  </a:lnTo>
                  <a:lnTo>
                    <a:pt x="246791" y="157078"/>
                  </a:lnTo>
                  <a:lnTo>
                    <a:pt x="294301" y="187317"/>
                  </a:lnTo>
                  <a:lnTo>
                    <a:pt x="338006" y="215134"/>
                  </a:lnTo>
                  <a:lnTo>
                    <a:pt x="378470" y="240889"/>
                  </a:lnTo>
                  <a:lnTo>
                    <a:pt x="416142" y="264866"/>
                  </a:lnTo>
                  <a:lnTo>
                    <a:pt x="451381" y="287295"/>
                  </a:lnTo>
                  <a:lnTo>
                    <a:pt x="484483" y="308364"/>
                  </a:lnTo>
                  <a:lnTo>
                    <a:pt x="515692" y="328228"/>
                  </a:lnTo>
                  <a:lnTo>
                    <a:pt x="545214" y="347018"/>
                  </a:lnTo>
                  <a:lnTo>
                    <a:pt x="573221" y="364844"/>
                  </a:lnTo>
                  <a:lnTo>
                    <a:pt x="599861" y="381800"/>
                  </a:lnTo>
                  <a:lnTo>
                    <a:pt x="625262" y="397967"/>
                  </a:lnTo>
                  <a:lnTo>
                    <a:pt x="649534" y="413415"/>
                  </a:lnTo>
                  <a:lnTo>
                    <a:pt x="672772" y="428206"/>
                  </a:lnTo>
                  <a:lnTo>
                    <a:pt x="695062" y="442393"/>
                  </a:lnTo>
                  <a:lnTo>
                    <a:pt x="716477" y="456023"/>
                  </a:lnTo>
                  <a:lnTo>
                    <a:pt x="737084" y="469139"/>
                  </a:lnTo>
                  <a:lnTo>
                    <a:pt x="756941" y="481778"/>
                  </a:lnTo>
                  <a:lnTo>
                    <a:pt x="776102" y="493973"/>
                  </a:lnTo>
                  <a:lnTo>
                    <a:pt x="794612" y="505755"/>
                  </a:lnTo>
                  <a:lnTo>
                    <a:pt x="812516" y="517151"/>
                  </a:lnTo>
                  <a:lnTo>
                    <a:pt x="829852" y="528184"/>
                  </a:lnTo>
                  <a:lnTo>
                    <a:pt x="846653" y="538878"/>
                  </a:lnTo>
                  <a:lnTo>
                    <a:pt x="862954" y="549253"/>
                  </a:lnTo>
                  <a:lnTo>
                    <a:pt x="878781" y="559327"/>
                  </a:lnTo>
                  <a:lnTo>
                    <a:pt x="894163" y="569117"/>
                  </a:lnTo>
                  <a:lnTo>
                    <a:pt x="909124" y="578639"/>
                  </a:lnTo>
                  <a:lnTo>
                    <a:pt x="923685" y="587907"/>
                  </a:lnTo>
                  <a:lnTo>
                    <a:pt x="937868" y="596935"/>
                  </a:lnTo>
                  <a:lnTo>
                    <a:pt x="951692" y="605733"/>
                  </a:lnTo>
                  <a:lnTo>
                    <a:pt x="965175" y="614315"/>
                  </a:lnTo>
                  <a:lnTo>
                    <a:pt x="978332" y="622689"/>
                  </a:lnTo>
                  <a:lnTo>
                    <a:pt x="991180" y="630867"/>
                  </a:lnTo>
                  <a:lnTo>
                    <a:pt x="1003733" y="638856"/>
                  </a:lnTo>
                  <a:lnTo>
                    <a:pt x="1016004" y="646666"/>
                  </a:lnTo>
                  <a:lnTo>
                    <a:pt x="1028004" y="654305"/>
                  </a:lnTo>
                  <a:lnTo>
                    <a:pt x="1039747" y="661779"/>
                  </a:lnTo>
                  <a:lnTo>
                    <a:pt x="1051243" y="669096"/>
                  </a:lnTo>
                  <a:lnTo>
                    <a:pt x="1062501" y="676261"/>
                  </a:lnTo>
                  <a:lnTo>
                    <a:pt x="1073532" y="683282"/>
                  </a:lnTo>
                  <a:lnTo>
                    <a:pt x="1084345" y="690164"/>
                  </a:lnTo>
                  <a:lnTo>
                    <a:pt x="1094948" y="696913"/>
                  </a:lnTo>
                  <a:lnTo>
                    <a:pt x="1105348" y="703533"/>
                  </a:lnTo>
                  <a:lnTo>
                    <a:pt x="1115554" y="710029"/>
                  </a:lnTo>
                  <a:lnTo>
                    <a:pt x="1125573" y="716406"/>
                  </a:lnTo>
                  <a:lnTo>
                    <a:pt x="1135412" y="72266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72849" y="5085899"/>
              <a:ext cx="1135412" cy="43777"/>
            </a:xfrm>
            <a:custGeom>
              <a:avLst/>
              <a:pathLst>
                <a:path w="1135412" h="43777">
                  <a:moveTo>
                    <a:pt x="0" y="43777"/>
                  </a:moveTo>
                  <a:lnTo>
                    <a:pt x="72910" y="40966"/>
                  </a:lnTo>
                  <a:lnTo>
                    <a:pt x="137222" y="38487"/>
                  </a:lnTo>
                  <a:lnTo>
                    <a:pt x="194750" y="36268"/>
                  </a:lnTo>
                  <a:lnTo>
                    <a:pt x="246791" y="34262"/>
                  </a:lnTo>
                  <a:lnTo>
                    <a:pt x="294301" y="32430"/>
                  </a:lnTo>
                  <a:lnTo>
                    <a:pt x="338006" y="30745"/>
                  </a:lnTo>
                  <a:lnTo>
                    <a:pt x="378470" y="29185"/>
                  </a:lnTo>
                  <a:lnTo>
                    <a:pt x="416142" y="27732"/>
                  </a:lnTo>
                  <a:lnTo>
                    <a:pt x="451381" y="26374"/>
                  </a:lnTo>
                  <a:lnTo>
                    <a:pt x="484483" y="25097"/>
                  </a:lnTo>
                  <a:lnTo>
                    <a:pt x="515692" y="23894"/>
                  </a:lnTo>
                  <a:lnTo>
                    <a:pt x="545214" y="22756"/>
                  </a:lnTo>
                  <a:lnTo>
                    <a:pt x="573221" y="21676"/>
                  </a:lnTo>
                  <a:lnTo>
                    <a:pt x="599861" y="20649"/>
                  </a:lnTo>
                  <a:lnTo>
                    <a:pt x="625262" y="19669"/>
                  </a:lnTo>
                  <a:lnTo>
                    <a:pt x="649534" y="18733"/>
                  </a:lnTo>
                  <a:lnTo>
                    <a:pt x="672772" y="17837"/>
                  </a:lnTo>
                  <a:lnTo>
                    <a:pt x="695062" y="16978"/>
                  </a:lnTo>
                  <a:lnTo>
                    <a:pt x="716477" y="16152"/>
                  </a:lnTo>
                  <a:lnTo>
                    <a:pt x="737084" y="15358"/>
                  </a:lnTo>
                  <a:lnTo>
                    <a:pt x="756941" y="14592"/>
                  </a:lnTo>
                  <a:lnTo>
                    <a:pt x="776102" y="13853"/>
                  </a:lnTo>
                  <a:lnTo>
                    <a:pt x="794612" y="13140"/>
                  </a:lnTo>
                  <a:lnTo>
                    <a:pt x="812516" y="12449"/>
                  </a:lnTo>
                  <a:lnTo>
                    <a:pt x="829852" y="11781"/>
                  </a:lnTo>
                  <a:lnTo>
                    <a:pt x="846653" y="11133"/>
                  </a:lnTo>
                  <a:lnTo>
                    <a:pt x="862954" y="10505"/>
                  </a:lnTo>
                  <a:lnTo>
                    <a:pt x="878781" y="9894"/>
                  </a:lnTo>
                  <a:lnTo>
                    <a:pt x="894163" y="9301"/>
                  </a:lnTo>
                  <a:lnTo>
                    <a:pt x="909124" y="8724"/>
                  </a:lnTo>
                  <a:lnTo>
                    <a:pt x="923685" y="8163"/>
                  </a:lnTo>
                  <a:lnTo>
                    <a:pt x="937868" y="7616"/>
                  </a:lnTo>
                  <a:lnTo>
                    <a:pt x="951692" y="7083"/>
                  </a:lnTo>
                  <a:lnTo>
                    <a:pt x="965175" y="6563"/>
                  </a:lnTo>
                  <a:lnTo>
                    <a:pt x="978332" y="6056"/>
                  </a:lnTo>
                  <a:lnTo>
                    <a:pt x="991180" y="5561"/>
                  </a:lnTo>
                  <a:lnTo>
                    <a:pt x="1003733" y="5077"/>
                  </a:lnTo>
                  <a:lnTo>
                    <a:pt x="1016004" y="4604"/>
                  </a:lnTo>
                  <a:lnTo>
                    <a:pt x="1028004" y="4141"/>
                  </a:lnTo>
                  <a:lnTo>
                    <a:pt x="1039747" y="3688"/>
                  </a:lnTo>
                  <a:lnTo>
                    <a:pt x="1051243" y="3245"/>
                  </a:lnTo>
                  <a:lnTo>
                    <a:pt x="1062501" y="2811"/>
                  </a:lnTo>
                  <a:lnTo>
                    <a:pt x="1073532" y="2385"/>
                  </a:lnTo>
                  <a:lnTo>
                    <a:pt x="1084345" y="1968"/>
                  </a:lnTo>
                  <a:lnTo>
                    <a:pt x="1094948" y="1560"/>
                  </a:lnTo>
                  <a:lnTo>
                    <a:pt x="1105348" y="1159"/>
                  </a:lnTo>
                  <a:lnTo>
                    <a:pt x="1115554" y="765"/>
                  </a:lnTo>
                  <a:lnTo>
                    <a:pt x="1125573" y="379"/>
                  </a:lnTo>
                  <a:lnTo>
                    <a:pt x="113541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272849" y="4810599"/>
              <a:ext cx="1135412" cy="185888"/>
            </a:xfrm>
            <a:custGeom>
              <a:avLst/>
              <a:pathLst>
                <a:path w="1135412" h="185888">
                  <a:moveTo>
                    <a:pt x="0" y="185888"/>
                  </a:moveTo>
                  <a:lnTo>
                    <a:pt x="72910" y="173951"/>
                  </a:lnTo>
                  <a:lnTo>
                    <a:pt x="137222" y="163422"/>
                  </a:lnTo>
                  <a:lnTo>
                    <a:pt x="194750" y="154003"/>
                  </a:lnTo>
                  <a:lnTo>
                    <a:pt x="246791" y="145483"/>
                  </a:lnTo>
                  <a:lnTo>
                    <a:pt x="294301" y="137705"/>
                  </a:lnTo>
                  <a:lnTo>
                    <a:pt x="338006" y="130550"/>
                  </a:lnTo>
                  <a:lnTo>
                    <a:pt x="378470" y="123925"/>
                  </a:lnTo>
                  <a:lnTo>
                    <a:pt x="416142" y="117758"/>
                  </a:lnTo>
                  <a:lnTo>
                    <a:pt x="451381" y="111988"/>
                  </a:lnTo>
                  <a:lnTo>
                    <a:pt x="484483" y="106569"/>
                  </a:lnTo>
                  <a:lnTo>
                    <a:pt x="515692" y="101459"/>
                  </a:lnTo>
                  <a:lnTo>
                    <a:pt x="545214" y="96626"/>
                  </a:lnTo>
                  <a:lnTo>
                    <a:pt x="573221" y="92041"/>
                  </a:lnTo>
                  <a:lnTo>
                    <a:pt x="599861" y="87679"/>
                  </a:lnTo>
                  <a:lnTo>
                    <a:pt x="625262" y="83521"/>
                  </a:lnTo>
                  <a:lnTo>
                    <a:pt x="649534" y="79547"/>
                  </a:lnTo>
                  <a:lnTo>
                    <a:pt x="672772" y="75742"/>
                  </a:lnTo>
                  <a:lnTo>
                    <a:pt x="695062" y="72093"/>
                  </a:lnTo>
                  <a:lnTo>
                    <a:pt x="716477" y="68587"/>
                  </a:lnTo>
                  <a:lnTo>
                    <a:pt x="737084" y="65213"/>
                  </a:lnTo>
                  <a:lnTo>
                    <a:pt x="756941" y="61962"/>
                  </a:lnTo>
                  <a:lnTo>
                    <a:pt x="776102" y="58825"/>
                  </a:lnTo>
                  <a:lnTo>
                    <a:pt x="794612" y="55795"/>
                  </a:lnTo>
                  <a:lnTo>
                    <a:pt x="812516" y="52864"/>
                  </a:lnTo>
                  <a:lnTo>
                    <a:pt x="829852" y="50025"/>
                  </a:lnTo>
                  <a:lnTo>
                    <a:pt x="846653" y="47275"/>
                  </a:lnTo>
                  <a:lnTo>
                    <a:pt x="862954" y="44606"/>
                  </a:lnTo>
                  <a:lnTo>
                    <a:pt x="878781" y="42015"/>
                  </a:lnTo>
                  <a:lnTo>
                    <a:pt x="894163" y="39496"/>
                  </a:lnTo>
                  <a:lnTo>
                    <a:pt x="909124" y="37047"/>
                  </a:lnTo>
                  <a:lnTo>
                    <a:pt x="923685" y="34663"/>
                  </a:lnTo>
                  <a:lnTo>
                    <a:pt x="937868" y="32341"/>
                  </a:lnTo>
                  <a:lnTo>
                    <a:pt x="951692" y="30078"/>
                  </a:lnTo>
                  <a:lnTo>
                    <a:pt x="965175" y="27871"/>
                  </a:lnTo>
                  <a:lnTo>
                    <a:pt x="978332" y="25716"/>
                  </a:lnTo>
                  <a:lnTo>
                    <a:pt x="991180" y="23613"/>
                  </a:lnTo>
                  <a:lnTo>
                    <a:pt x="1003733" y="21558"/>
                  </a:lnTo>
                  <a:lnTo>
                    <a:pt x="1016004" y="19549"/>
                  </a:lnTo>
                  <a:lnTo>
                    <a:pt x="1028004" y="17584"/>
                  </a:lnTo>
                  <a:lnTo>
                    <a:pt x="1039747" y="15662"/>
                  </a:lnTo>
                  <a:lnTo>
                    <a:pt x="1051243" y="13780"/>
                  </a:lnTo>
                  <a:lnTo>
                    <a:pt x="1062501" y="11936"/>
                  </a:lnTo>
                  <a:lnTo>
                    <a:pt x="1073532" y="10130"/>
                  </a:lnTo>
                  <a:lnTo>
                    <a:pt x="1084345" y="8360"/>
                  </a:lnTo>
                  <a:lnTo>
                    <a:pt x="1094948" y="6624"/>
                  </a:lnTo>
                  <a:lnTo>
                    <a:pt x="1105348" y="4921"/>
                  </a:lnTo>
                  <a:lnTo>
                    <a:pt x="1115554" y="3251"/>
                  </a:lnTo>
                  <a:lnTo>
                    <a:pt x="1125573" y="1610"/>
                  </a:lnTo>
                  <a:lnTo>
                    <a:pt x="113541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272849" y="4858098"/>
              <a:ext cx="1135412" cy="108331"/>
            </a:xfrm>
            <a:custGeom>
              <a:avLst/>
              <a:pathLst>
                <a:path w="1135412" h="108331">
                  <a:moveTo>
                    <a:pt x="0" y="108331"/>
                  </a:moveTo>
                  <a:lnTo>
                    <a:pt x="72910" y="101374"/>
                  </a:lnTo>
                  <a:lnTo>
                    <a:pt x="137222" y="95238"/>
                  </a:lnTo>
                  <a:lnTo>
                    <a:pt x="194750" y="89749"/>
                  </a:lnTo>
                  <a:lnTo>
                    <a:pt x="246791" y="84784"/>
                  </a:lnTo>
                  <a:lnTo>
                    <a:pt x="294301" y="80251"/>
                  </a:lnTo>
                  <a:lnTo>
                    <a:pt x="338006" y="76081"/>
                  </a:lnTo>
                  <a:lnTo>
                    <a:pt x="378470" y="72220"/>
                  </a:lnTo>
                  <a:lnTo>
                    <a:pt x="416142" y="68626"/>
                  </a:lnTo>
                  <a:lnTo>
                    <a:pt x="451381" y="65264"/>
                  </a:lnTo>
                  <a:lnTo>
                    <a:pt x="484483" y="62105"/>
                  </a:lnTo>
                  <a:lnTo>
                    <a:pt x="515692" y="59128"/>
                  </a:lnTo>
                  <a:lnTo>
                    <a:pt x="545214" y="56311"/>
                  </a:lnTo>
                  <a:lnTo>
                    <a:pt x="573221" y="53639"/>
                  </a:lnTo>
                  <a:lnTo>
                    <a:pt x="599861" y="51097"/>
                  </a:lnTo>
                  <a:lnTo>
                    <a:pt x="625262" y="48674"/>
                  </a:lnTo>
                  <a:lnTo>
                    <a:pt x="649534" y="46358"/>
                  </a:lnTo>
                  <a:lnTo>
                    <a:pt x="672772" y="44141"/>
                  </a:lnTo>
                  <a:lnTo>
                    <a:pt x="695062" y="42014"/>
                  </a:lnTo>
                  <a:lnTo>
                    <a:pt x="716477" y="39971"/>
                  </a:lnTo>
                  <a:lnTo>
                    <a:pt x="737084" y="38005"/>
                  </a:lnTo>
                  <a:lnTo>
                    <a:pt x="756941" y="36110"/>
                  </a:lnTo>
                  <a:lnTo>
                    <a:pt x="776102" y="34282"/>
                  </a:lnTo>
                  <a:lnTo>
                    <a:pt x="794612" y="32516"/>
                  </a:lnTo>
                  <a:lnTo>
                    <a:pt x="812516" y="30807"/>
                  </a:lnTo>
                  <a:lnTo>
                    <a:pt x="829852" y="29153"/>
                  </a:lnTo>
                  <a:lnTo>
                    <a:pt x="846653" y="27550"/>
                  </a:lnTo>
                  <a:lnTo>
                    <a:pt x="862954" y="25995"/>
                  </a:lnTo>
                  <a:lnTo>
                    <a:pt x="878781" y="24485"/>
                  </a:lnTo>
                  <a:lnTo>
                    <a:pt x="894163" y="23017"/>
                  </a:lnTo>
                  <a:lnTo>
                    <a:pt x="909124" y="21590"/>
                  </a:lnTo>
                  <a:lnTo>
                    <a:pt x="923685" y="20201"/>
                  </a:lnTo>
                  <a:lnTo>
                    <a:pt x="937868" y="18847"/>
                  </a:lnTo>
                  <a:lnTo>
                    <a:pt x="951692" y="17528"/>
                  </a:lnTo>
                  <a:lnTo>
                    <a:pt x="965175" y="16242"/>
                  </a:lnTo>
                  <a:lnTo>
                    <a:pt x="978332" y="14987"/>
                  </a:lnTo>
                  <a:lnTo>
                    <a:pt x="991180" y="13761"/>
                  </a:lnTo>
                  <a:lnTo>
                    <a:pt x="1003733" y="12563"/>
                  </a:lnTo>
                  <a:lnTo>
                    <a:pt x="1016004" y="11392"/>
                  </a:lnTo>
                  <a:lnTo>
                    <a:pt x="1028004" y="10247"/>
                  </a:lnTo>
                  <a:lnTo>
                    <a:pt x="1039747" y="9127"/>
                  </a:lnTo>
                  <a:lnTo>
                    <a:pt x="1051243" y="8030"/>
                  </a:lnTo>
                  <a:lnTo>
                    <a:pt x="1062501" y="6956"/>
                  </a:lnTo>
                  <a:lnTo>
                    <a:pt x="1073532" y="5904"/>
                  </a:lnTo>
                  <a:lnTo>
                    <a:pt x="1084345" y="4872"/>
                  </a:lnTo>
                  <a:lnTo>
                    <a:pt x="1094948" y="3860"/>
                  </a:lnTo>
                  <a:lnTo>
                    <a:pt x="1105348" y="2868"/>
                  </a:lnTo>
                  <a:lnTo>
                    <a:pt x="1115554" y="1894"/>
                  </a:lnTo>
                  <a:lnTo>
                    <a:pt x="1125573" y="938"/>
                  </a:lnTo>
                  <a:lnTo>
                    <a:pt x="113541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272849" y="4843710"/>
              <a:ext cx="1135412" cy="135376"/>
            </a:xfrm>
            <a:custGeom>
              <a:avLst/>
              <a:pathLst>
                <a:path w="1135412" h="135376">
                  <a:moveTo>
                    <a:pt x="0" y="0"/>
                  </a:moveTo>
                  <a:lnTo>
                    <a:pt x="72910" y="8693"/>
                  </a:lnTo>
                  <a:lnTo>
                    <a:pt x="137222" y="16361"/>
                  </a:lnTo>
                  <a:lnTo>
                    <a:pt x="194750" y="23220"/>
                  </a:lnTo>
                  <a:lnTo>
                    <a:pt x="246791" y="29425"/>
                  </a:lnTo>
                  <a:lnTo>
                    <a:pt x="294301" y="35089"/>
                  </a:lnTo>
                  <a:lnTo>
                    <a:pt x="338006" y="40300"/>
                  </a:lnTo>
                  <a:lnTo>
                    <a:pt x="378470" y="45125"/>
                  </a:lnTo>
                  <a:lnTo>
                    <a:pt x="416142" y="49617"/>
                  </a:lnTo>
                  <a:lnTo>
                    <a:pt x="451381" y="53818"/>
                  </a:lnTo>
                  <a:lnTo>
                    <a:pt x="484483" y="57765"/>
                  </a:lnTo>
                  <a:lnTo>
                    <a:pt x="515692" y="61486"/>
                  </a:lnTo>
                  <a:lnTo>
                    <a:pt x="545214" y="65006"/>
                  </a:lnTo>
                  <a:lnTo>
                    <a:pt x="573221" y="68345"/>
                  </a:lnTo>
                  <a:lnTo>
                    <a:pt x="599861" y="71522"/>
                  </a:lnTo>
                  <a:lnTo>
                    <a:pt x="625262" y="74550"/>
                  </a:lnTo>
                  <a:lnTo>
                    <a:pt x="649534" y="77444"/>
                  </a:lnTo>
                  <a:lnTo>
                    <a:pt x="672772" y="80215"/>
                  </a:lnTo>
                  <a:lnTo>
                    <a:pt x="695062" y="82872"/>
                  </a:lnTo>
                  <a:lnTo>
                    <a:pt x="716477" y="85426"/>
                  </a:lnTo>
                  <a:lnTo>
                    <a:pt x="737084" y="87883"/>
                  </a:lnTo>
                  <a:lnTo>
                    <a:pt x="756941" y="90250"/>
                  </a:lnTo>
                  <a:lnTo>
                    <a:pt x="776102" y="92535"/>
                  </a:lnTo>
                  <a:lnTo>
                    <a:pt x="794612" y="94742"/>
                  </a:lnTo>
                  <a:lnTo>
                    <a:pt x="812516" y="96877"/>
                  </a:lnTo>
                  <a:lnTo>
                    <a:pt x="829852" y="98944"/>
                  </a:lnTo>
                  <a:lnTo>
                    <a:pt x="846653" y="100947"/>
                  </a:lnTo>
                  <a:lnTo>
                    <a:pt x="862954" y="102890"/>
                  </a:lnTo>
                  <a:lnTo>
                    <a:pt x="878781" y="104778"/>
                  </a:lnTo>
                  <a:lnTo>
                    <a:pt x="894163" y="106612"/>
                  </a:lnTo>
                  <a:lnTo>
                    <a:pt x="909124" y="108395"/>
                  </a:lnTo>
                  <a:lnTo>
                    <a:pt x="923685" y="110131"/>
                  </a:lnTo>
                  <a:lnTo>
                    <a:pt x="937868" y="111822"/>
                  </a:lnTo>
                  <a:lnTo>
                    <a:pt x="951692" y="113471"/>
                  </a:lnTo>
                  <a:lnTo>
                    <a:pt x="965175" y="115078"/>
                  </a:lnTo>
                  <a:lnTo>
                    <a:pt x="978332" y="116647"/>
                  </a:lnTo>
                  <a:lnTo>
                    <a:pt x="991180" y="118179"/>
                  </a:lnTo>
                  <a:lnTo>
                    <a:pt x="1003733" y="119676"/>
                  </a:lnTo>
                  <a:lnTo>
                    <a:pt x="1016004" y="121139"/>
                  </a:lnTo>
                  <a:lnTo>
                    <a:pt x="1028004" y="122570"/>
                  </a:lnTo>
                  <a:lnTo>
                    <a:pt x="1039747" y="123970"/>
                  </a:lnTo>
                  <a:lnTo>
                    <a:pt x="1051243" y="125340"/>
                  </a:lnTo>
                  <a:lnTo>
                    <a:pt x="1062501" y="126683"/>
                  </a:lnTo>
                  <a:lnTo>
                    <a:pt x="1073532" y="127998"/>
                  </a:lnTo>
                  <a:lnTo>
                    <a:pt x="1084345" y="129287"/>
                  </a:lnTo>
                  <a:lnTo>
                    <a:pt x="1094948" y="130551"/>
                  </a:lnTo>
                  <a:lnTo>
                    <a:pt x="1105348" y="131791"/>
                  </a:lnTo>
                  <a:lnTo>
                    <a:pt x="1115554" y="133008"/>
                  </a:lnTo>
                  <a:lnTo>
                    <a:pt x="1125573" y="134203"/>
                  </a:lnTo>
                  <a:lnTo>
                    <a:pt x="1135412" y="13537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272849" y="4833826"/>
              <a:ext cx="1135412" cy="218560"/>
            </a:xfrm>
            <a:custGeom>
              <a:avLst/>
              <a:pathLst>
                <a:path w="1135412" h="218560">
                  <a:moveTo>
                    <a:pt x="0" y="0"/>
                  </a:moveTo>
                  <a:lnTo>
                    <a:pt x="72910" y="14034"/>
                  </a:lnTo>
                  <a:lnTo>
                    <a:pt x="137222" y="26414"/>
                  </a:lnTo>
                  <a:lnTo>
                    <a:pt x="194750" y="37488"/>
                  </a:lnTo>
                  <a:lnTo>
                    <a:pt x="246791" y="47505"/>
                  </a:lnTo>
                  <a:lnTo>
                    <a:pt x="294301" y="56651"/>
                  </a:lnTo>
                  <a:lnTo>
                    <a:pt x="338006" y="65064"/>
                  </a:lnTo>
                  <a:lnTo>
                    <a:pt x="378470" y="72853"/>
                  </a:lnTo>
                  <a:lnTo>
                    <a:pt x="416142" y="80104"/>
                  </a:lnTo>
                  <a:lnTo>
                    <a:pt x="451381" y="86888"/>
                  </a:lnTo>
                  <a:lnTo>
                    <a:pt x="484483" y="93260"/>
                  </a:lnTo>
                  <a:lnTo>
                    <a:pt x="515692" y="99267"/>
                  </a:lnTo>
                  <a:lnTo>
                    <a:pt x="545214" y="104950"/>
                  </a:lnTo>
                  <a:lnTo>
                    <a:pt x="573221" y="110341"/>
                  </a:lnTo>
                  <a:lnTo>
                    <a:pt x="599861" y="115469"/>
                  </a:lnTo>
                  <a:lnTo>
                    <a:pt x="625262" y="120359"/>
                  </a:lnTo>
                  <a:lnTo>
                    <a:pt x="649534" y="125031"/>
                  </a:lnTo>
                  <a:lnTo>
                    <a:pt x="672772" y="129504"/>
                  </a:lnTo>
                  <a:lnTo>
                    <a:pt x="695062" y="133795"/>
                  </a:lnTo>
                  <a:lnTo>
                    <a:pt x="716477" y="137917"/>
                  </a:lnTo>
                  <a:lnTo>
                    <a:pt x="737084" y="141884"/>
                  </a:lnTo>
                  <a:lnTo>
                    <a:pt x="756941" y="145706"/>
                  </a:lnTo>
                  <a:lnTo>
                    <a:pt x="776102" y="149395"/>
                  </a:lnTo>
                  <a:lnTo>
                    <a:pt x="794612" y="152958"/>
                  </a:lnTo>
                  <a:lnTo>
                    <a:pt x="812516" y="156404"/>
                  </a:lnTo>
                  <a:lnTo>
                    <a:pt x="829852" y="159741"/>
                  </a:lnTo>
                  <a:lnTo>
                    <a:pt x="846653" y="162975"/>
                  </a:lnTo>
                  <a:lnTo>
                    <a:pt x="862954" y="166113"/>
                  </a:lnTo>
                  <a:lnTo>
                    <a:pt x="878781" y="169160"/>
                  </a:lnTo>
                  <a:lnTo>
                    <a:pt x="894163" y="172121"/>
                  </a:lnTo>
                  <a:lnTo>
                    <a:pt x="909124" y="175000"/>
                  </a:lnTo>
                  <a:lnTo>
                    <a:pt x="923685" y="177803"/>
                  </a:lnTo>
                  <a:lnTo>
                    <a:pt x="937868" y="180534"/>
                  </a:lnTo>
                  <a:lnTo>
                    <a:pt x="951692" y="183195"/>
                  </a:lnTo>
                  <a:lnTo>
                    <a:pt x="965175" y="185790"/>
                  </a:lnTo>
                  <a:lnTo>
                    <a:pt x="978332" y="188323"/>
                  </a:lnTo>
                  <a:lnTo>
                    <a:pt x="991180" y="190796"/>
                  </a:lnTo>
                  <a:lnTo>
                    <a:pt x="1003733" y="193212"/>
                  </a:lnTo>
                  <a:lnTo>
                    <a:pt x="1016004" y="195574"/>
                  </a:lnTo>
                  <a:lnTo>
                    <a:pt x="1028004" y="197884"/>
                  </a:lnTo>
                  <a:lnTo>
                    <a:pt x="1039747" y="200145"/>
                  </a:lnTo>
                  <a:lnTo>
                    <a:pt x="1051243" y="202358"/>
                  </a:lnTo>
                  <a:lnTo>
                    <a:pt x="1062501" y="204525"/>
                  </a:lnTo>
                  <a:lnTo>
                    <a:pt x="1073532" y="206648"/>
                  </a:lnTo>
                  <a:lnTo>
                    <a:pt x="1084345" y="208730"/>
                  </a:lnTo>
                  <a:lnTo>
                    <a:pt x="1094948" y="210771"/>
                  </a:lnTo>
                  <a:lnTo>
                    <a:pt x="1105348" y="212773"/>
                  </a:lnTo>
                  <a:lnTo>
                    <a:pt x="1115554" y="214737"/>
                  </a:lnTo>
                  <a:lnTo>
                    <a:pt x="1125573" y="216666"/>
                  </a:lnTo>
                  <a:lnTo>
                    <a:pt x="1135412" y="21856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272849" y="5040781"/>
              <a:ext cx="1135412" cy="98536"/>
            </a:xfrm>
            <a:custGeom>
              <a:avLst/>
              <a:pathLst>
                <a:path w="1135412" h="98536">
                  <a:moveTo>
                    <a:pt x="0" y="0"/>
                  </a:moveTo>
                  <a:lnTo>
                    <a:pt x="72910" y="6327"/>
                  </a:lnTo>
                  <a:lnTo>
                    <a:pt x="137222" y="11908"/>
                  </a:lnTo>
                  <a:lnTo>
                    <a:pt x="194750" y="16901"/>
                  </a:lnTo>
                  <a:lnTo>
                    <a:pt x="246791" y="21417"/>
                  </a:lnTo>
                  <a:lnTo>
                    <a:pt x="294301" y="25540"/>
                  </a:lnTo>
                  <a:lnTo>
                    <a:pt x="338006" y="29333"/>
                  </a:lnTo>
                  <a:lnTo>
                    <a:pt x="378470" y="32845"/>
                  </a:lnTo>
                  <a:lnTo>
                    <a:pt x="416142" y="36114"/>
                  </a:lnTo>
                  <a:lnTo>
                    <a:pt x="451381" y="39173"/>
                  </a:lnTo>
                  <a:lnTo>
                    <a:pt x="484483" y="42045"/>
                  </a:lnTo>
                  <a:lnTo>
                    <a:pt x="515692" y="44754"/>
                  </a:lnTo>
                  <a:lnTo>
                    <a:pt x="545214" y="47316"/>
                  </a:lnTo>
                  <a:lnTo>
                    <a:pt x="573221" y="49746"/>
                  </a:lnTo>
                  <a:lnTo>
                    <a:pt x="599861" y="52058"/>
                  </a:lnTo>
                  <a:lnTo>
                    <a:pt x="625262" y="54263"/>
                  </a:lnTo>
                  <a:lnTo>
                    <a:pt x="649534" y="56369"/>
                  </a:lnTo>
                  <a:lnTo>
                    <a:pt x="672772" y="58386"/>
                  </a:lnTo>
                  <a:lnTo>
                    <a:pt x="695062" y="60320"/>
                  </a:lnTo>
                  <a:lnTo>
                    <a:pt x="716477" y="62179"/>
                  </a:lnTo>
                  <a:lnTo>
                    <a:pt x="737084" y="63967"/>
                  </a:lnTo>
                  <a:lnTo>
                    <a:pt x="756941" y="65691"/>
                  </a:lnTo>
                  <a:lnTo>
                    <a:pt x="776102" y="67353"/>
                  </a:lnTo>
                  <a:lnTo>
                    <a:pt x="794612" y="68960"/>
                  </a:lnTo>
                  <a:lnTo>
                    <a:pt x="812516" y="70514"/>
                  </a:lnTo>
                  <a:lnTo>
                    <a:pt x="829852" y="72018"/>
                  </a:lnTo>
                  <a:lnTo>
                    <a:pt x="846653" y="73476"/>
                  </a:lnTo>
                  <a:lnTo>
                    <a:pt x="862954" y="74891"/>
                  </a:lnTo>
                  <a:lnTo>
                    <a:pt x="878781" y="76265"/>
                  </a:lnTo>
                  <a:lnTo>
                    <a:pt x="894163" y="77599"/>
                  </a:lnTo>
                  <a:lnTo>
                    <a:pt x="909124" y="78898"/>
                  </a:lnTo>
                  <a:lnTo>
                    <a:pt x="923685" y="80161"/>
                  </a:lnTo>
                  <a:lnTo>
                    <a:pt x="937868" y="81392"/>
                  </a:lnTo>
                  <a:lnTo>
                    <a:pt x="951692" y="82592"/>
                  </a:lnTo>
                  <a:lnTo>
                    <a:pt x="965175" y="83762"/>
                  </a:lnTo>
                  <a:lnTo>
                    <a:pt x="978332" y="84904"/>
                  </a:lnTo>
                  <a:lnTo>
                    <a:pt x="991180" y="86019"/>
                  </a:lnTo>
                  <a:lnTo>
                    <a:pt x="1003733" y="87108"/>
                  </a:lnTo>
                  <a:lnTo>
                    <a:pt x="1016004" y="88173"/>
                  </a:lnTo>
                  <a:lnTo>
                    <a:pt x="1028004" y="89215"/>
                  </a:lnTo>
                  <a:lnTo>
                    <a:pt x="1039747" y="90234"/>
                  </a:lnTo>
                  <a:lnTo>
                    <a:pt x="1051243" y="91232"/>
                  </a:lnTo>
                  <a:lnTo>
                    <a:pt x="1062501" y="92209"/>
                  </a:lnTo>
                  <a:lnTo>
                    <a:pt x="1073532" y="93166"/>
                  </a:lnTo>
                  <a:lnTo>
                    <a:pt x="1084345" y="94104"/>
                  </a:lnTo>
                  <a:lnTo>
                    <a:pt x="1094948" y="95024"/>
                  </a:lnTo>
                  <a:lnTo>
                    <a:pt x="1105348" y="95927"/>
                  </a:lnTo>
                  <a:lnTo>
                    <a:pt x="1115554" y="96813"/>
                  </a:lnTo>
                  <a:lnTo>
                    <a:pt x="1125573" y="97682"/>
                  </a:lnTo>
                  <a:lnTo>
                    <a:pt x="1135412" y="9853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272849" y="5017289"/>
              <a:ext cx="1135412" cy="45554"/>
            </a:xfrm>
            <a:custGeom>
              <a:avLst/>
              <a:pathLst>
                <a:path w="1135412" h="45554">
                  <a:moveTo>
                    <a:pt x="0" y="0"/>
                  </a:moveTo>
                  <a:lnTo>
                    <a:pt x="72910" y="2925"/>
                  </a:lnTo>
                  <a:lnTo>
                    <a:pt x="137222" y="5505"/>
                  </a:lnTo>
                  <a:lnTo>
                    <a:pt x="194750" y="7813"/>
                  </a:lnTo>
                  <a:lnTo>
                    <a:pt x="246791" y="9901"/>
                  </a:lnTo>
                  <a:lnTo>
                    <a:pt x="294301" y="11807"/>
                  </a:lnTo>
                  <a:lnTo>
                    <a:pt x="338006" y="13561"/>
                  </a:lnTo>
                  <a:lnTo>
                    <a:pt x="378470" y="15184"/>
                  </a:lnTo>
                  <a:lnTo>
                    <a:pt x="416142" y="16696"/>
                  </a:lnTo>
                  <a:lnTo>
                    <a:pt x="451381" y="18109"/>
                  </a:lnTo>
                  <a:lnTo>
                    <a:pt x="484483" y="19438"/>
                  </a:lnTo>
                  <a:lnTo>
                    <a:pt x="515692" y="20690"/>
                  </a:lnTo>
                  <a:lnTo>
                    <a:pt x="545214" y="21874"/>
                  </a:lnTo>
                  <a:lnTo>
                    <a:pt x="573221" y="22998"/>
                  </a:lnTo>
                  <a:lnTo>
                    <a:pt x="599861" y="24067"/>
                  </a:lnTo>
                  <a:lnTo>
                    <a:pt x="625262" y="25086"/>
                  </a:lnTo>
                  <a:lnTo>
                    <a:pt x="649534" y="26060"/>
                  </a:lnTo>
                  <a:lnTo>
                    <a:pt x="672772" y="26992"/>
                  </a:lnTo>
                  <a:lnTo>
                    <a:pt x="695062" y="27886"/>
                  </a:lnTo>
                  <a:lnTo>
                    <a:pt x="716477" y="28745"/>
                  </a:lnTo>
                  <a:lnTo>
                    <a:pt x="737084" y="29572"/>
                  </a:lnTo>
                  <a:lnTo>
                    <a:pt x="756941" y="30369"/>
                  </a:lnTo>
                  <a:lnTo>
                    <a:pt x="776102" y="31138"/>
                  </a:lnTo>
                  <a:lnTo>
                    <a:pt x="794612" y="31880"/>
                  </a:lnTo>
                  <a:lnTo>
                    <a:pt x="812516" y="32599"/>
                  </a:lnTo>
                  <a:lnTo>
                    <a:pt x="829852" y="33294"/>
                  </a:lnTo>
                  <a:lnTo>
                    <a:pt x="846653" y="33968"/>
                  </a:lnTo>
                  <a:lnTo>
                    <a:pt x="862954" y="34622"/>
                  </a:lnTo>
                  <a:lnTo>
                    <a:pt x="878781" y="35257"/>
                  </a:lnTo>
                  <a:lnTo>
                    <a:pt x="894163" y="35874"/>
                  </a:lnTo>
                  <a:lnTo>
                    <a:pt x="909124" y="36475"/>
                  </a:lnTo>
                  <a:lnTo>
                    <a:pt x="923685" y="37059"/>
                  </a:lnTo>
                  <a:lnTo>
                    <a:pt x="937868" y="37628"/>
                  </a:lnTo>
                  <a:lnTo>
                    <a:pt x="951692" y="38183"/>
                  </a:lnTo>
                  <a:lnTo>
                    <a:pt x="965175" y="38723"/>
                  </a:lnTo>
                  <a:lnTo>
                    <a:pt x="978332" y="39251"/>
                  </a:lnTo>
                  <a:lnTo>
                    <a:pt x="991180" y="39767"/>
                  </a:lnTo>
                  <a:lnTo>
                    <a:pt x="1003733" y="40270"/>
                  </a:lnTo>
                  <a:lnTo>
                    <a:pt x="1016004" y="40763"/>
                  </a:lnTo>
                  <a:lnTo>
                    <a:pt x="1028004" y="41244"/>
                  </a:lnTo>
                  <a:lnTo>
                    <a:pt x="1039747" y="41715"/>
                  </a:lnTo>
                  <a:lnTo>
                    <a:pt x="1051243" y="42177"/>
                  </a:lnTo>
                  <a:lnTo>
                    <a:pt x="1062501" y="42628"/>
                  </a:lnTo>
                  <a:lnTo>
                    <a:pt x="1073532" y="43071"/>
                  </a:lnTo>
                  <a:lnTo>
                    <a:pt x="1084345" y="43505"/>
                  </a:lnTo>
                  <a:lnTo>
                    <a:pt x="1094948" y="43930"/>
                  </a:lnTo>
                  <a:lnTo>
                    <a:pt x="1105348" y="44347"/>
                  </a:lnTo>
                  <a:lnTo>
                    <a:pt x="1115554" y="44757"/>
                  </a:lnTo>
                  <a:lnTo>
                    <a:pt x="1125573" y="45159"/>
                  </a:lnTo>
                  <a:lnTo>
                    <a:pt x="1135412" y="45554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272849" y="5002540"/>
              <a:ext cx="1135412" cy="8382"/>
            </a:xfrm>
            <a:custGeom>
              <a:avLst/>
              <a:pathLst>
                <a:path w="1135412" h="8382">
                  <a:moveTo>
                    <a:pt x="0" y="0"/>
                  </a:moveTo>
                  <a:lnTo>
                    <a:pt x="72910" y="538"/>
                  </a:lnTo>
                  <a:lnTo>
                    <a:pt x="137222" y="1013"/>
                  </a:lnTo>
                  <a:lnTo>
                    <a:pt x="194750" y="1437"/>
                  </a:lnTo>
                  <a:lnTo>
                    <a:pt x="246791" y="1821"/>
                  </a:lnTo>
                  <a:lnTo>
                    <a:pt x="294301" y="2172"/>
                  </a:lnTo>
                  <a:lnTo>
                    <a:pt x="338006" y="2495"/>
                  </a:lnTo>
                  <a:lnTo>
                    <a:pt x="378470" y="2794"/>
                  </a:lnTo>
                  <a:lnTo>
                    <a:pt x="416142" y="3072"/>
                  </a:lnTo>
                  <a:lnTo>
                    <a:pt x="451381" y="3332"/>
                  </a:lnTo>
                  <a:lnTo>
                    <a:pt x="484483" y="3576"/>
                  </a:lnTo>
                  <a:lnTo>
                    <a:pt x="515692" y="3807"/>
                  </a:lnTo>
                  <a:lnTo>
                    <a:pt x="545214" y="4024"/>
                  </a:lnTo>
                  <a:lnTo>
                    <a:pt x="573221" y="4231"/>
                  </a:lnTo>
                  <a:lnTo>
                    <a:pt x="599861" y="4428"/>
                  </a:lnTo>
                  <a:lnTo>
                    <a:pt x="625262" y="4615"/>
                  </a:lnTo>
                  <a:lnTo>
                    <a:pt x="649534" y="4795"/>
                  </a:lnTo>
                  <a:lnTo>
                    <a:pt x="672772" y="4966"/>
                  </a:lnTo>
                  <a:lnTo>
                    <a:pt x="695062" y="5131"/>
                  </a:lnTo>
                  <a:lnTo>
                    <a:pt x="716477" y="5289"/>
                  </a:lnTo>
                  <a:lnTo>
                    <a:pt x="737084" y="5441"/>
                  </a:lnTo>
                  <a:lnTo>
                    <a:pt x="756941" y="5588"/>
                  </a:lnTo>
                  <a:lnTo>
                    <a:pt x="776102" y="5729"/>
                  </a:lnTo>
                  <a:lnTo>
                    <a:pt x="794612" y="5866"/>
                  </a:lnTo>
                  <a:lnTo>
                    <a:pt x="812516" y="5998"/>
                  </a:lnTo>
                  <a:lnTo>
                    <a:pt x="829852" y="6126"/>
                  </a:lnTo>
                  <a:lnTo>
                    <a:pt x="846653" y="6250"/>
                  </a:lnTo>
                  <a:lnTo>
                    <a:pt x="862954" y="6370"/>
                  </a:lnTo>
                  <a:lnTo>
                    <a:pt x="878781" y="6487"/>
                  </a:lnTo>
                  <a:lnTo>
                    <a:pt x="894163" y="6601"/>
                  </a:lnTo>
                  <a:lnTo>
                    <a:pt x="909124" y="6711"/>
                  </a:lnTo>
                  <a:lnTo>
                    <a:pt x="923685" y="6819"/>
                  </a:lnTo>
                  <a:lnTo>
                    <a:pt x="937868" y="6923"/>
                  </a:lnTo>
                  <a:lnTo>
                    <a:pt x="951692" y="7025"/>
                  </a:lnTo>
                  <a:lnTo>
                    <a:pt x="965175" y="7125"/>
                  </a:lnTo>
                  <a:lnTo>
                    <a:pt x="978332" y="7222"/>
                  </a:lnTo>
                  <a:lnTo>
                    <a:pt x="991180" y="7317"/>
                  </a:lnTo>
                  <a:lnTo>
                    <a:pt x="1003733" y="7409"/>
                  </a:lnTo>
                  <a:lnTo>
                    <a:pt x="1016004" y="7500"/>
                  </a:lnTo>
                  <a:lnTo>
                    <a:pt x="1028004" y="7589"/>
                  </a:lnTo>
                  <a:lnTo>
                    <a:pt x="1039747" y="7675"/>
                  </a:lnTo>
                  <a:lnTo>
                    <a:pt x="1051243" y="7760"/>
                  </a:lnTo>
                  <a:lnTo>
                    <a:pt x="1062501" y="7843"/>
                  </a:lnTo>
                  <a:lnTo>
                    <a:pt x="1073532" y="7925"/>
                  </a:lnTo>
                  <a:lnTo>
                    <a:pt x="1084345" y="8005"/>
                  </a:lnTo>
                  <a:lnTo>
                    <a:pt x="1094948" y="8083"/>
                  </a:lnTo>
                  <a:lnTo>
                    <a:pt x="1105348" y="8160"/>
                  </a:lnTo>
                  <a:lnTo>
                    <a:pt x="1115554" y="8235"/>
                  </a:lnTo>
                  <a:lnTo>
                    <a:pt x="1125573" y="8309"/>
                  </a:lnTo>
                  <a:lnTo>
                    <a:pt x="1135412" y="838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rc973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186450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5"/>
            <p:cNvSpPr/>
            <p:nvPr/>
          </p:nvSpPr>
          <p:spPr>
            <a:xfrm>
              <a:off x="4157982" y="52207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157982" y="49593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157982" y="46979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157982" y="44365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157982" y="41751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186450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72849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651320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502979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540826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tx985"/>
            <p:cNvSpPr/>
            <p:nvPr/>
          </p:nvSpPr>
          <p:spPr>
            <a:xfrm>
              <a:off x="4244594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7" name="tx986"/>
            <p:cNvSpPr/>
            <p:nvPr/>
          </p:nvSpPr>
          <p:spPr>
            <a:xfrm>
              <a:off x="4623065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88" name="tx987"/>
            <p:cNvSpPr/>
            <p:nvPr/>
          </p:nvSpPr>
          <p:spPr>
            <a:xfrm>
              <a:off x="5001536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538000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579649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4186450" y="39576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2" name="rc991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5691968" y="49558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5670035" y="502479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659424" y="508681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682612" y="46802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685194" y="49925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668507" y="47061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656064" y="52332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658199" y="50858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667334" y="47109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674863" y="46202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058798" y="48891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077030" y="46798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31203" y="50536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75357" y="52207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70635" y="416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62751" y="42515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38669" y="51597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58155" y="52535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69193" y="52397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75913" y="51220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67602" y="51708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45714" y="5210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32031" y="51783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30683" y="51710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77451" y="51191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70898" y="50272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59785" y="523786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58748" y="506496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30680" y="505190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52512" y="52541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45800" y="51658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44092" y="51984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39322" y="49552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34163" y="51042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36894" y="49047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58666" y="50518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22362" y="51111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32788" y="50010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45564" y="52074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42817" y="47309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40943" y="51581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29302" y="52155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16618" y="46570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54342" y="49831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57687" y="48934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65890" y="51479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58804" y="50551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14793" y="490878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842803" y="51222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822398" y="508408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840283" y="49917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05365" y="51148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825305" y="49490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801265" y="50603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809330" y="50006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821183" y="502963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794493" y="50802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809345" y="48146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808197" y="51901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818282" y="50950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816525" y="50926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826923" y="52231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814316" y="50414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845628" y="52208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98566" y="49419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829597" y="50835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843332" y="509938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820921" y="50080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841125" y="50610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842601" y="50422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842643" y="50718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807180" y="52003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704656" y="4688101"/>
              <a:ext cx="1143915" cy="383269"/>
            </a:xfrm>
            <a:custGeom>
              <a:avLst/>
              <a:pathLst>
                <a:path w="1143915" h="383269">
                  <a:moveTo>
                    <a:pt x="0" y="0"/>
                  </a:moveTo>
                  <a:lnTo>
                    <a:pt x="73456" y="24611"/>
                  </a:lnTo>
                  <a:lnTo>
                    <a:pt x="138249" y="46320"/>
                  </a:lnTo>
                  <a:lnTo>
                    <a:pt x="196209" y="65740"/>
                  </a:lnTo>
                  <a:lnTo>
                    <a:pt x="248640" y="83307"/>
                  </a:lnTo>
                  <a:lnTo>
                    <a:pt x="296505" y="99344"/>
                  </a:lnTo>
                  <a:lnTo>
                    <a:pt x="340537" y="114097"/>
                  </a:lnTo>
                  <a:lnTo>
                    <a:pt x="381305" y="127756"/>
                  </a:lnTo>
                  <a:lnTo>
                    <a:pt x="419258" y="140472"/>
                  </a:lnTo>
                  <a:lnTo>
                    <a:pt x="454761" y="152368"/>
                  </a:lnTo>
                  <a:lnTo>
                    <a:pt x="488111" y="163542"/>
                  </a:lnTo>
                  <a:lnTo>
                    <a:pt x="519554" y="174077"/>
                  </a:lnTo>
                  <a:lnTo>
                    <a:pt x="549297" y="184042"/>
                  </a:lnTo>
                  <a:lnTo>
                    <a:pt x="577514" y="193496"/>
                  </a:lnTo>
                  <a:lnTo>
                    <a:pt x="604354" y="202489"/>
                  </a:lnTo>
                  <a:lnTo>
                    <a:pt x="629945" y="211063"/>
                  </a:lnTo>
                  <a:lnTo>
                    <a:pt x="654398" y="219256"/>
                  </a:lnTo>
                  <a:lnTo>
                    <a:pt x="677810" y="227100"/>
                  </a:lnTo>
                  <a:lnTo>
                    <a:pt x="700267" y="234624"/>
                  </a:lnTo>
                  <a:lnTo>
                    <a:pt x="721842" y="241853"/>
                  </a:lnTo>
                  <a:lnTo>
                    <a:pt x="742604" y="248809"/>
                  </a:lnTo>
                  <a:lnTo>
                    <a:pt x="762610" y="255513"/>
                  </a:lnTo>
                  <a:lnTo>
                    <a:pt x="781914" y="261980"/>
                  </a:lnTo>
                  <a:lnTo>
                    <a:pt x="800563" y="268229"/>
                  </a:lnTo>
                  <a:lnTo>
                    <a:pt x="818601" y="274272"/>
                  </a:lnTo>
                  <a:lnTo>
                    <a:pt x="836066" y="280124"/>
                  </a:lnTo>
                  <a:lnTo>
                    <a:pt x="852994" y="285796"/>
                  </a:lnTo>
                  <a:lnTo>
                    <a:pt x="869416" y="291298"/>
                  </a:lnTo>
                  <a:lnTo>
                    <a:pt x="885362" y="296641"/>
                  </a:lnTo>
                  <a:lnTo>
                    <a:pt x="900859" y="301833"/>
                  </a:lnTo>
                  <a:lnTo>
                    <a:pt x="915932" y="306883"/>
                  </a:lnTo>
                  <a:lnTo>
                    <a:pt x="930602" y="311799"/>
                  </a:lnTo>
                  <a:lnTo>
                    <a:pt x="944891" y="316586"/>
                  </a:lnTo>
                  <a:lnTo>
                    <a:pt x="958819" y="321253"/>
                  </a:lnTo>
                  <a:lnTo>
                    <a:pt x="972403" y="325804"/>
                  </a:lnTo>
                  <a:lnTo>
                    <a:pt x="985659" y="330245"/>
                  </a:lnTo>
                  <a:lnTo>
                    <a:pt x="998603" y="334582"/>
                  </a:lnTo>
                  <a:lnTo>
                    <a:pt x="1011250" y="338820"/>
                  </a:lnTo>
                  <a:lnTo>
                    <a:pt x="1023612" y="342962"/>
                  </a:lnTo>
                  <a:lnTo>
                    <a:pt x="1035703" y="347013"/>
                  </a:lnTo>
                  <a:lnTo>
                    <a:pt x="1047534" y="350976"/>
                  </a:lnTo>
                  <a:lnTo>
                    <a:pt x="1059115" y="354857"/>
                  </a:lnTo>
                  <a:lnTo>
                    <a:pt x="1070458" y="358657"/>
                  </a:lnTo>
                  <a:lnTo>
                    <a:pt x="1081572" y="362381"/>
                  </a:lnTo>
                  <a:lnTo>
                    <a:pt x="1092465" y="366031"/>
                  </a:lnTo>
                  <a:lnTo>
                    <a:pt x="1103147" y="369610"/>
                  </a:lnTo>
                  <a:lnTo>
                    <a:pt x="1113626" y="373121"/>
                  </a:lnTo>
                  <a:lnTo>
                    <a:pt x="1123909" y="376566"/>
                  </a:lnTo>
                  <a:lnTo>
                    <a:pt x="1134003" y="379948"/>
                  </a:lnTo>
                  <a:lnTo>
                    <a:pt x="1143915" y="38326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5704656" y="4596904"/>
              <a:ext cx="1143915" cy="504425"/>
            </a:xfrm>
            <a:custGeom>
              <a:avLst/>
              <a:pathLst>
                <a:path w="1143915" h="504425">
                  <a:moveTo>
                    <a:pt x="0" y="0"/>
                  </a:moveTo>
                  <a:lnTo>
                    <a:pt x="73456" y="32391"/>
                  </a:lnTo>
                  <a:lnTo>
                    <a:pt x="138249" y="60963"/>
                  </a:lnTo>
                  <a:lnTo>
                    <a:pt x="196209" y="86521"/>
                  </a:lnTo>
                  <a:lnTo>
                    <a:pt x="248640" y="109641"/>
                  </a:lnTo>
                  <a:lnTo>
                    <a:pt x="296505" y="130748"/>
                  </a:lnTo>
                  <a:lnTo>
                    <a:pt x="340537" y="150164"/>
                  </a:lnTo>
                  <a:lnTo>
                    <a:pt x="381305" y="168141"/>
                  </a:lnTo>
                  <a:lnTo>
                    <a:pt x="419258" y="184877"/>
                  </a:lnTo>
                  <a:lnTo>
                    <a:pt x="454761" y="200533"/>
                  </a:lnTo>
                  <a:lnTo>
                    <a:pt x="488111" y="215239"/>
                  </a:lnTo>
                  <a:lnTo>
                    <a:pt x="519554" y="229104"/>
                  </a:lnTo>
                  <a:lnTo>
                    <a:pt x="549297" y="242220"/>
                  </a:lnTo>
                  <a:lnTo>
                    <a:pt x="577514" y="254662"/>
                  </a:lnTo>
                  <a:lnTo>
                    <a:pt x="604354" y="266498"/>
                  </a:lnTo>
                  <a:lnTo>
                    <a:pt x="629945" y="277783"/>
                  </a:lnTo>
                  <a:lnTo>
                    <a:pt x="654398" y="288566"/>
                  </a:lnTo>
                  <a:lnTo>
                    <a:pt x="677810" y="298890"/>
                  </a:lnTo>
                  <a:lnTo>
                    <a:pt x="700267" y="308792"/>
                  </a:lnTo>
                  <a:lnTo>
                    <a:pt x="721842" y="318306"/>
                  </a:lnTo>
                  <a:lnTo>
                    <a:pt x="742604" y="327461"/>
                  </a:lnTo>
                  <a:lnTo>
                    <a:pt x="762610" y="336283"/>
                  </a:lnTo>
                  <a:lnTo>
                    <a:pt x="781914" y="344795"/>
                  </a:lnTo>
                  <a:lnTo>
                    <a:pt x="800563" y="353019"/>
                  </a:lnTo>
                  <a:lnTo>
                    <a:pt x="818601" y="360973"/>
                  </a:lnTo>
                  <a:lnTo>
                    <a:pt x="836066" y="368675"/>
                  </a:lnTo>
                  <a:lnTo>
                    <a:pt x="852994" y="376139"/>
                  </a:lnTo>
                  <a:lnTo>
                    <a:pt x="869416" y="383381"/>
                  </a:lnTo>
                  <a:lnTo>
                    <a:pt x="885362" y="390413"/>
                  </a:lnTo>
                  <a:lnTo>
                    <a:pt x="900859" y="397246"/>
                  </a:lnTo>
                  <a:lnTo>
                    <a:pt x="915932" y="403893"/>
                  </a:lnTo>
                  <a:lnTo>
                    <a:pt x="930602" y="410362"/>
                  </a:lnTo>
                  <a:lnTo>
                    <a:pt x="944891" y="416663"/>
                  </a:lnTo>
                  <a:lnTo>
                    <a:pt x="958819" y="422804"/>
                  </a:lnTo>
                  <a:lnTo>
                    <a:pt x="972403" y="428794"/>
                  </a:lnTo>
                  <a:lnTo>
                    <a:pt x="985659" y="434640"/>
                  </a:lnTo>
                  <a:lnTo>
                    <a:pt x="998603" y="440348"/>
                  </a:lnTo>
                  <a:lnTo>
                    <a:pt x="1011250" y="445924"/>
                  </a:lnTo>
                  <a:lnTo>
                    <a:pt x="1023612" y="451376"/>
                  </a:lnTo>
                  <a:lnTo>
                    <a:pt x="1035703" y="456707"/>
                  </a:lnTo>
                  <a:lnTo>
                    <a:pt x="1047534" y="461924"/>
                  </a:lnTo>
                  <a:lnTo>
                    <a:pt x="1059115" y="467031"/>
                  </a:lnTo>
                  <a:lnTo>
                    <a:pt x="1070458" y="472033"/>
                  </a:lnTo>
                  <a:lnTo>
                    <a:pt x="1081572" y="476934"/>
                  </a:lnTo>
                  <a:lnTo>
                    <a:pt x="1092465" y="481737"/>
                  </a:lnTo>
                  <a:lnTo>
                    <a:pt x="1103147" y="486448"/>
                  </a:lnTo>
                  <a:lnTo>
                    <a:pt x="1113626" y="491069"/>
                  </a:lnTo>
                  <a:lnTo>
                    <a:pt x="1123909" y="495603"/>
                  </a:lnTo>
                  <a:lnTo>
                    <a:pt x="1134003" y="500054"/>
                  </a:lnTo>
                  <a:lnTo>
                    <a:pt x="1143915" y="50442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04656" y="5107925"/>
              <a:ext cx="1143915" cy="32071"/>
            </a:xfrm>
            <a:custGeom>
              <a:avLst/>
              <a:pathLst>
                <a:path w="1143915" h="32071">
                  <a:moveTo>
                    <a:pt x="0" y="32071"/>
                  </a:moveTo>
                  <a:lnTo>
                    <a:pt x="73456" y="30011"/>
                  </a:lnTo>
                  <a:lnTo>
                    <a:pt x="138249" y="28195"/>
                  </a:lnTo>
                  <a:lnTo>
                    <a:pt x="196209" y="26570"/>
                  </a:lnTo>
                  <a:lnTo>
                    <a:pt x="248640" y="25100"/>
                  </a:lnTo>
                  <a:lnTo>
                    <a:pt x="296505" y="23758"/>
                  </a:lnTo>
                  <a:lnTo>
                    <a:pt x="340537" y="22523"/>
                  </a:lnTo>
                  <a:lnTo>
                    <a:pt x="381305" y="21380"/>
                  </a:lnTo>
                  <a:lnTo>
                    <a:pt x="419258" y="20316"/>
                  </a:lnTo>
                  <a:lnTo>
                    <a:pt x="454761" y="19321"/>
                  </a:lnTo>
                  <a:lnTo>
                    <a:pt x="488111" y="18386"/>
                  </a:lnTo>
                  <a:lnTo>
                    <a:pt x="519554" y="17504"/>
                  </a:lnTo>
                  <a:lnTo>
                    <a:pt x="549297" y="16670"/>
                  </a:lnTo>
                  <a:lnTo>
                    <a:pt x="577514" y="15879"/>
                  </a:lnTo>
                  <a:lnTo>
                    <a:pt x="604354" y="15127"/>
                  </a:lnTo>
                  <a:lnTo>
                    <a:pt x="629945" y="14409"/>
                  </a:lnTo>
                  <a:lnTo>
                    <a:pt x="654398" y="13724"/>
                  </a:lnTo>
                  <a:lnTo>
                    <a:pt x="677810" y="13067"/>
                  </a:lnTo>
                  <a:lnTo>
                    <a:pt x="700267" y="12438"/>
                  </a:lnTo>
                  <a:lnTo>
                    <a:pt x="721842" y="11833"/>
                  </a:lnTo>
                  <a:lnTo>
                    <a:pt x="742604" y="11251"/>
                  </a:lnTo>
                  <a:lnTo>
                    <a:pt x="762610" y="10690"/>
                  </a:lnTo>
                  <a:lnTo>
                    <a:pt x="781914" y="10149"/>
                  </a:lnTo>
                  <a:lnTo>
                    <a:pt x="800563" y="9626"/>
                  </a:lnTo>
                  <a:lnTo>
                    <a:pt x="818601" y="9120"/>
                  </a:lnTo>
                  <a:lnTo>
                    <a:pt x="836066" y="8630"/>
                  </a:lnTo>
                  <a:lnTo>
                    <a:pt x="852994" y="8156"/>
                  </a:lnTo>
                  <a:lnTo>
                    <a:pt x="869416" y="7695"/>
                  </a:lnTo>
                  <a:lnTo>
                    <a:pt x="885362" y="7248"/>
                  </a:lnTo>
                  <a:lnTo>
                    <a:pt x="900859" y="6814"/>
                  </a:lnTo>
                  <a:lnTo>
                    <a:pt x="915932" y="6391"/>
                  </a:lnTo>
                  <a:lnTo>
                    <a:pt x="930602" y="5980"/>
                  </a:lnTo>
                  <a:lnTo>
                    <a:pt x="944891" y="5579"/>
                  </a:lnTo>
                  <a:lnTo>
                    <a:pt x="958819" y="5189"/>
                  </a:lnTo>
                  <a:lnTo>
                    <a:pt x="972403" y="4808"/>
                  </a:lnTo>
                  <a:lnTo>
                    <a:pt x="985659" y="4436"/>
                  </a:lnTo>
                  <a:lnTo>
                    <a:pt x="998603" y="4073"/>
                  </a:lnTo>
                  <a:lnTo>
                    <a:pt x="1011250" y="3719"/>
                  </a:lnTo>
                  <a:lnTo>
                    <a:pt x="1023612" y="3372"/>
                  </a:lnTo>
                  <a:lnTo>
                    <a:pt x="1035703" y="3033"/>
                  </a:lnTo>
                  <a:lnTo>
                    <a:pt x="1047534" y="2702"/>
                  </a:lnTo>
                  <a:lnTo>
                    <a:pt x="1059115" y="2377"/>
                  </a:lnTo>
                  <a:lnTo>
                    <a:pt x="1070458" y="2059"/>
                  </a:lnTo>
                  <a:lnTo>
                    <a:pt x="1081572" y="1747"/>
                  </a:lnTo>
                  <a:lnTo>
                    <a:pt x="1092465" y="1442"/>
                  </a:lnTo>
                  <a:lnTo>
                    <a:pt x="1103147" y="1142"/>
                  </a:lnTo>
                  <a:lnTo>
                    <a:pt x="1113626" y="849"/>
                  </a:lnTo>
                  <a:lnTo>
                    <a:pt x="1123909" y="560"/>
                  </a:lnTo>
                  <a:lnTo>
                    <a:pt x="1134003" y="277"/>
                  </a:lnTo>
                  <a:lnTo>
                    <a:pt x="114391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04656" y="4958912"/>
              <a:ext cx="1143915" cy="92448"/>
            </a:xfrm>
            <a:custGeom>
              <a:avLst/>
              <a:pathLst>
                <a:path w="1143915" h="92448">
                  <a:moveTo>
                    <a:pt x="0" y="92448"/>
                  </a:moveTo>
                  <a:lnTo>
                    <a:pt x="73456" y="86511"/>
                  </a:lnTo>
                  <a:lnTo>
                    <a:pt x="138249" y="81275"/>
                  </a:lnTo>
                  <a:lnTo>
                    <a:pt x="196209" y="76591"/>
                  </a:lnTo>
                  <a:lnTo>
                    <a:pt x="248640" y="72353"/>
                  </a:lnTo>
                  <a:lnTo>
                    <a:pt x="296505" y="68485"/>
                  </a:lnTo>
                  <a:lnTo>
                    <a:pt x="340537" y="64926"/>
                  </a:lnTo>
                  <a:lnTo>
                    <a:pt x="381305" y="61632"/>
                  </a:lnTo>
                  <a:lnTo>
                    <a:pt x="419258" y="58564"/>
                  </a:lnTo>
                  <a:lnTo>
                    <a:pt x="454761" y="55695"/>
                  </a:lnTo>
                  <a:lnTo>
                    <a:pt x="488111" y="53000"/>
                  </a:lnTo>
                  <a:lnTo>
                    <a:pt x="519554" y="50459"/>
                  </a:lnTo>
                  <a:lnTo>
                    <a:pt x="549297" y="48055"/>
                  </a:lnTo>
                  <a:lnTo>
                    <a:pt x="577514" y="45775"/>
                  </a:lnTo>
                  <a:lnTo>
                    <a:pt x="604354" y="43605"/>
                  </a:lnTo>
                  <a:lnTo>
                    <a:pt x="629945" y="41537"/>
                  </a:lnTo>
                  <a:lnTo>
                    <a:pt x="654398" y="39561"/>
                  </a:lnTo>
                  <a:lnTo>
                    <a:pt x="677810" y="37669"/>
                  </a:lnTo>
                  <a:lnTo>
                    <a:pt x="700267" y="35854"/>
                  </a:lnTo>
                  <a:lnTo>
                    <a:pt x="721842" y="34110"/>
                  </a:lnTo>
                  <a:lnTo>
                    <a:pt x="742604" y="32432"/>
                  </a:lnTo>
                  <a:lnTo>
                    <a:pt x="762610" y="30816"/>
                  </a:lnTo>
                  <a:lnTo>
                    <a:pt x="781914" y="29255"/>
                  </a:lnTo>
                  <a:lnTo>
                    <a:pt x="800563" y="27748"/>
                  </a:lnTo>
                  <a:lnTo>
                    <a:pt x="818601" y="26290"/>
                  </a:lnTo>
                  <a:lnTo>
                    <a:pt x="836066" y="24879"/>
                  </a:lnTo>
                  <a:lnTo>
                    <a:pt x="852994" y="23511"/>
                  </a:lnTo>
                  <a:lnTo>
                    <a:pt x="869416" y="22184"/>
                  </a:lnTo>
                  <a:lnTo>
                    <a:pt x="885362" y="20895"/>
                  </a:lnTo>
                  <a:lnTo>
                    <a:pt x="900859" y="19643"/>
                  </a:lnTo>
                  <a:lnTo>
                    <a:pt x="915932" y="18424"/>
                  </a:lnTo>
                  <a:lnTo>
                    <a:pt x="930602" y="17239"/>
                  </a:lnTo>
                  <a:lnTo>
                    <a:pt x="944891" y="16084"/>
                  </a:lnTo>
                  <a:lnTo>
                    <a:pt x="958819" y="14958"/>
                  </a:lnTo>
                  <a:lnTo>
                    <a:pt x="972403" y="13861"/>
                  </a:lnTo>
                  <a:lnTo>
                    <a:pt x="985659" y="12789"/>
                  </a:lnTo>
                  <a:lnTo>
                    <a:pt x="998603" y="11743"/>
                  </a:lnTo>
                  <a:lnTo>
                    <a:pt x="1011250" y="10721"/>
                  </a:lnTo>
                  <a:lnTo>
                    <a:pt x="1023612" y="9722"/>
                  </a:lnTo>
                  <a:lnTo>
                    <a:pt x="1035703" y="8745"/>
                  </a:lnTo>
                  <a:lnTo>
                    <a:pt x="1047534" y="7789"/>
                  </a:lnTo>
                  <a:lnTo>
                    <a:pt x="1059115" y="6853"/>
                  </a:lnTo>
                  <a:lnTo>
                    <a:pt x="1070458" y="5936"/>
                  </a:lnTo>
                  <a:lnTo>
                    <a:pt x="1081572" y="5038"/>
                  </a:lnTo>
                  <a:lnTo>
                    <a:pt x="1092465" y="4158"/>
                  </a:lnTo>
                  <a:lnTo>
                    <a:pt x="1103147" y="3294"/>
                  </a:lnTo>
                  <a:lnTo>
                    <a:pt x="1113626" y="2447"/>
                  </a:lnTo>
                  <a:lnTo>
                    <a:pt x="1123909" y="1616"/>
                  </a:lnTo>
                  <a:lnTo>
                    <a:pt x="1134003" y="801"/>
                  </a:lnTo>
                  <a:lnTo>
                    <a:pt x="114391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04656" y="5020496"/>
              <a:ext cx="1143915" cy="141186"/>
            </a:xfrm>
            <a:custGeom>
              <a:avLst/>
              <a:pathLst>
                <a:path w="1143915" h="141186">
                  <a:moveTo>
                    <a:pt x="0" y="141186"/>
                  </a:moveTo>
                  <a:lnTo>
                    <a:pt x="73456" y="132119"/>
                  </a:lnTo>
                  <a:lnTo>
                    <a:pt x="138249" y="124122"/>
                  </a:lnTo>
                  <a:lnTo>
                    <a:pt x="196209" y="116969"/>
                  </a:lnTo>
                  <a:lnTo>
                    <a:pt x="248640" y="110497"/>
                  </a:lnTo>
                  <a:lnTo>
                    <a:pt x="296505" y="104590"/>
                  </a:lnTo>
                  <a:lnTo>
                    <a:pt x="340537" y="99155"/>
                  </a:lnTo>
                  <a:lnTo>
                    <a:pt x="381305" y="94124"/>
                  </a:lnTo>
                  <a:lnTo>
                    <a:pt x="419258" y="89439"/>
                  </a:lnTo>
                  <a:lnTo>
                    <a:pt x="454761" y="85057"/>
                  </a:lnTo>
                  <a:lnTo>
                    <a:pt x="488111" y="80941"/>
                  </a:lnTo>
                  <a:lnTo>
                    <a:pt x="519554" y="77060"/>
                  </a:lnTo>
                  <a:lnTo>
                    <a:pt x="549297" y="73389"/>
                  </a:lnTo>
                  <a:lnTo>
                    <a:pt x="577514" y="69907"/>
                  </a:lnTo>
                  <a:lnTo>
                    <a:pt x="604354" y="66594"/>
                  </a:lnTo>
                  <a:lnTo>
                    <a:pt x="629945" y="63435"/>
                  </a:lnTo>
                  <a:lnTo>
                    <a:pt x="654398" y="60417"/>
                  </a:lnTo>
                  <a:lnTo>
                    <a:pt x="677810" y="57528"/>
                  </a:lnTo>
                  <a:lnTo>
                    <a:pt x="700267" y="54756"/>
                  </a:lnTo>
                  <a:lnTo>
                    <a:pt x="721842" y="52093"/>
                  </a:lnTo>
                  <a:lnTo>
                    <a:pt x="742604" y="49531"/>
                  </a:lnTo>
                  <a:lnTo>
                    <a:pt x="762610" y="47062"/>
                  </a:lnTo>
                  <a:lnTo>
                    <a:pt x="781914" y="44679"/>
                  </a:lnTo>
                  <a:lnTo>
                    <a:pt x="800563" y="42377"/>
                  </a:lnTo>
                  <a:lnTo>
                    <a:pt x="818601" y="40151"/>
                  </a:lnTo>
                  <a:lnTo>
                    <a:pt x="836066" y="37995"/>
                  </a:lnTo>
                  <a:lnTo>
                    <a:pt x="852994" y="35906"/>
                  </a:lnTo>
                  <a:lnTo>
                    <a:pt x="869416" y="33879"/>
                  </a:lnTo>
                  <a:lnTo>
                    <a:pt x="885362" y="31911"/>
                  </a:lnTo>
                  <a:lnTo>
                    <a:pt x="900859" y="29998"/>
                  </a:lnTo>
                  <a:lnTo>
                    <a:pt x="915932" y="28138"/>
                  </a:lnTo>
                  <a:lnTo>
                    <a:pt x="930602" y="26327"/>
                  </a:lnTo>
                  <a:lnTo>
                    <a:pt x="944891" y="24564"/>
                  </a:lnTo>
                  <a:lnTo>
                    <a:pt x="958819" y="22845"/>
                  </a:lnTo>
                  <a:lnTo>
                    <a:pt x="972403" y="21168"/>
                  </a:lnTo>
                  <a:lnTo>
                    <a:pt x="985659" y="19532"/>
                  </a:lnTo>
                  <a:lnTo>
                    <a:pt x="998603" y="17934"/>
                  </a:lnTo>
                  <a:lnTo>
                    <a:pt x="1011250" y="16373"/>
                  </a:lnTo>
                  <a:lnTo>
                    <a:pt x="1023612" y="14848"/>
                  </a:lnTo>
                  <a:lnTo>
                    <a:pt x="1035703" y="13355"/>
                  </a:lnTo>
                  <a:lnTo>
                    <a:pt x="1047534" y="11895"/>
                  </a:lnTo>
                  <a:lnTo>
                    <a:pt x="1059115" y="10466"/>
                  </a:lnTo>
                  <a:lnTo>
                    <a:pt x="1070458" y="9066"/>
                  </a:lnTo>
                  <a:lnTo>
                    <a:pt x="1081572" y="7694"/>
                  </a:lnTo>
                  <a:lnTo>
                    <a:pt x="1092465" y="6350"/>
                  </a:lnTo>
                  <a:lnTo>
                    <a:pt x="1103147" y="5031"/>
                  </a:lnTo>
                  <a:lnTo>
                    <a:pt x="1113626" y="3738"/>
                  </a:lnTo>
                  <a:lnTo>
                    <a:pt x="1123909" y="2469"/>
                  </a:lnTo>
                  <a:lnTo>
                    <a:pt x="1134003" y="1223"/>
                  </a:lnTo>
                  <a:lnTo>
                    <a:pt x="114391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04656" y="4892719"/>
              <a:ext cx="1143915" cy="121160"/>
            </a:xfrm>
            <a:custGeom>
              <a:avLst/>
              <a:pathLst>
                <a:path w="1143915" h="121160">
                  <a:moveTo>
                    <a:pt x="0" y="0"/>
                  </a:moveTo>
                  <a:lnTo>
                    <a:pt x="73456" y="7780"/>
                  </a:lnTo>
                  <a:lnTo>
                    <a:pt x="138249" y="14643"/>
                  </a:lnTo>
                  <a:lnTo>
                    <a:pt x="196209" y="20781"/>
                  </a:lnTo>
                  <a:lnTo>
                    <a:pt x="248640" y="26335"/>
                  </a:lnTo>
                  <a:lnTo>
                    <a:pt x="296505" y="31405"/>
                  </a:lnTo>
                  <a:lnTo>
                    <a:pt x="340537" y="36068"/>
                  </a:lnTo>
                  <a:lnTo>
                    <a:pt x="381305" y="40386"/>
                  </a:lnTo>
                  <a:lnTo>
                    <a:pt x="419258" y="44406"/>
                  </a:lnTo>
                  <a:lnTo>
                    <a:pt x="454761" y="48167"/>
                  </a:lnTo>
                  <a:lnTo>
                    <a:pt x="488111" y="51699"/>
                  </a:lnTo>
                  <a:lnTo>
                    <a:pt x="519554" y="55029"/>
                  </a:lnTo>
                  <a:lnTo>
                    <a:pt x="549297" y="58180"/>
                  </a:lnTo>
                  <a:lnTo>
                    <a:pt x="577514" y="61168"/>
                  </a:lnTo>
                  <a:lnTo>
                    <a:pt x="604354" y="64011"/>
                  </a:lnTo>
                  <a:lnTo>
                    <a:pt x="629945" y="66721"/>
                  </a:lnTo>
                  <a:lnTo>
                    <a:pt x="654398" y="69311"/>
                  </a:lnTo>
                  <a:lnTo>
                    <a:pt x="677810" y="71791"/>
                  </a:lnTo>
                  <a:lnTo>
                    <a:pt x="700267" y="74170"/>
                  </a:lnTo>
                  <a:lnTo>
                    <a:pt x="721842" y="76455"/>
                  </a:lnTo>
                  <a:lnTo>
                    <a:pt x="742604" y="78654"/>
                  </a:lnTo>
                  <a:lnTo>
                    <a:pt x="762610" y="80773"/>
                  </a:lnTo>
                  <a:lnTo>
                    <a:pt x="781914" y="82818"/>
                  </a:lnTo>
                  <a:lnTo>
                    <a:pt x="800563" y="84793"/>
                  </a:lnTo>
                  <a:lnTo>
                    <a:pt x="818601" y="86703"/>
                  </a:lnTo>
                  <a:lnTo>
                    <a:pt x="836066" y="88553"/>
                  </a:lnTo>
                  <a:lnTo>
                    <a:pt x="852994" y="90346"/>
                  </a:lnTo>
                  <a:lnTo>
                    <a:pt x="869416" y="92086"/>
                  </a:lnTo>
                  <a:lnTo>
                    <a:pt x="885362" y="93775"/>
                  </a:lnTo>
                  <a:lnTo>
                    <a:pt x="900859" y="95416"/>
                  </a:lnTo>
                  <a:lnTo>
                    <a:pt x="915932" y="97012"/>
                  </a:lnTo>
                  <a:lnTo>
                    <a:pt x="930602" y="98566"/>
                  </a:lnTo>
                  <a:lnTo>
                    <a:pt x="944891" y="100080"/>
                  </a:lnTo>
                  <a:lnTo>
                    <a:pt x="958819" y="101555"/>
                  </a:lnTo>
                  <a:lnTo>
                    <a:pt x="972403" y="102994"/>
                  </a:lnTo>
                  <a:lnTo>
                    <a:pt x="985659" y="104398"/>
                  </a:lnTo>
                  <a:lnTo>
                    <a:pt x="998603" y="105769"/>
                  </a:lnTo>
                  <a:lnTo>
                    <a:pt x="1011250" y="107108"/>
                  </a:lnTo>
                  <a:lnTo>
                    <a:pt x="1023612" y="108418"/>
                  </a:lnTo>
                  <a:lnTo>
                    <a:pt x="1035703" y="109698"/>
                  </a:lnTo>
                  <a:lnTo>
                    <a:pt x="1047534" y="110951"/>
                  </a:lnTo>
                  <a:lnTo>
                    <a:pt x="1059115" y="112178"/>
                  </a:lnTo>
                  <a:lnTo>
                    <a:pt x="1070458" y="113379"/>
                  </a:lnTo>
                  <a:lnTo>
                    <a:pt x="1081572" y="114557"/>
                  </a:lnTo>
                  <a:lnTo>
                    <a:pt x="1092465" y="115710"/>
                  </a:lnTo>
                  <a:lnTo>
                    <a:pt x="1103147" y="116842"/>
                  </a:lnTo>
                  <a:lnTo>
                    <a:pt x="1113626" y="117952"/>
                  </a:lnTo>
                  <a:lnTo>
                    <a:pt x="1123909" y="119041"/>
                  </a:lnTo>
                  <a:lnTo>
                    <a:pt x="1134003" y="120110"/>
                  </a:lnTo>
                  <a:lnTo>
                    <a:pt x="1143915" y="12116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04656" y="4904404"/>
              <a:ext cx="1143915" cy="257638"/>
            </a:xfrm>
            <a:custGeom>
              <a:avLst/>
              <a:pathLst>
                <a:path w="1143915" h="257638">
                  <a:moveTo>
                    <a:pt x="0" y="0"/>
                  </a:moveTo>
                  <a:lnTo>
                    <a:pt x="73456" y="16544"/>
                  </a:lnTo>
                  <a:lnTo>
                    <a:pt x="138249" y="31137"/>
                  </a:lnTo>
                  <a:lnTo>
                    <a:pt x="196209" y="44191"/>
                  </a:lnTo>
                  <a:lnTo>
                    <a:pt x="248640" y="56000"/>
                  </a:lnTo>
                  <a:lnTo>
                    <a:pt x="296505" y="66780"/>
                  </a:lnTo>
                  <a:lnTo>
                    <a:pt x="340537" y="76697"/>
                  </a:lnTo>
                  <a:lnTo>
                    <a:pt x="381305" y="85879"/>
                  </a:lnTo>
                  <a:lnTo>
                    <a:pt x="419258" y="94427"/>
                  </a:lnTo>
                  <a:lnTo>
                    <a:pt x="454761" y="102423"/>
                  </a:lnTo>
                  <a:lnTo>
                    <a:pt x="488111" y="109935"/>
                  </a:lnTo>
                  <a:lnTo>
                    <a:pt x="519554" y="117016"/>
                  </a:lnTo>
                  <a:lnTo>
                    <a:pt x="549297" y="123715"/>
                  </a:lnTo>
                  <a:lnTo>
                    <a:pt x="577514" y="130070"/>
                  </a:lnTo>
                  <a:lnTo>
                    <a:pt x="604354" y="136115"/>
                  </a:lnTo>
                  <a:lnTo>
                    <a:pt x="629945" y="141879"/>
                  </a:lnTo>
                  <a:lnTo>
                    <a:pt x="654398" y="147387"/>
                  </a:lnTo>
                  <a:lnTo>
                    <a:pt x="677810" y="152660"/>
                  </a:lnTo>
                  <a:lnTo>
                    <a:pt x="700267" y="157718"/>
                  </a:lnTo>
                  <a:lnTo>
                    <a:pt x="721842" y="162577"/>
                  </a:lnTo>
                  <a:lnTo>
                    <a:pt x="742604" y="167253"/>
                  </a:lnTo>
                  <a:lnTo>
                    <a:pt x="762610" y="171759"/>
                  </a:lnTo>
                  <a:lnTo>
                    <a:pt x="781914" y="176106"/>
                  </a:lnTo>
                  <a:lnTo>
                    <a:pt x="800563" y="180307"/>
                  </a:lnTo>
                  <a:lnTo>
                    <a:pt x="818601" y="184369"/>
                  </a:lnTo>
                  <a:lnTo>
                    <a:pt x="836066" y="188303"/>
                  </a:lnTo>
                  <a:lnTo>
                    <a:pt x="852994" y="192116"/>
                  </a:lnTo>
                  <a:lnTo>
                    <a:pt x="869416" y="195814"/>
                  </a:lnTo>
                  <a:lnTo>
                    <a:pt x="885362" y="199406"/>
                  </a:lnTo>
                  <a:lnTo>
                    <a:pt x="900859" y="202896"/>
                  </a:lnTo>
                  <a:lnTo>
                    <a:pt x="915932" y="206291"/>
                  </a:lnTo>
                  <a:lnTo>
                    <a:pt x="930602" y="209595"/>
                  </a:lnTo>
                  <a:lnTo>
                    <a:pt x="944891" y="212813"/>
                  </a:lnTo>
                  <a:lnTo>
                    <a:pt x="958819" y="215950"/>
                  </a:lnTo>
                  <a:lnTo>
                    <a:pt x="972403" y="219009"/>
                  </a:lnTo>
                  <a:lnTo>
                    <a:pt x="985659" y="221995"/>
                  </a:lnTo>
                  <a:lnTo>
                    <a:pt x="998603" y="224910"/>
                  </a:lnTo>
                  <a:lnTo>
                    <a:pt x="1011250" y="227759"/>
                  </a:lnTo>
                  <a:lnTo>
                    <a:pt x="1023612" y="230543"/>
                  </a:lnTo>
                  <a:lnTo>
                    <a:pt x="1035703" y="233266"/>
                  </a:lnTo>
                  <a:lnTo>
                    <a:pt x="1047534" y="235931"/>
                  </a:lnTo>
                  <a:lnTo>
                    <a:pt x="1059115" y="238539"/>
                  </a:lnTo>
                  <a:lnTo>
                    <a:pt x="1070458" y="241094"/>
                  </a:lnTo>
                  <a:lnTo>
                    <a:pt x="1081572" y="243597"/>
                  </a:lnTo>
                  <a:lnTo>
                    <a:pt x="1092465" y="246051"/>
                  </a:lnTo>
                  <a:lnTo>
                    <a:pt x="1103147" y="248456"/>
                  </a:lnTo>
                  <a:lnTo>
                    <a:pt x="1113626" y="250817"/>
                  </a:lnTo>
                  <a:lnTo>
                    <a:pt x="1123909" y="253132"/>
                  </a:lnTo>
                  <a:lnTo>
                    <a:pt x="1134003" y="255406"/>
                  </a:lnTo>
                  <a:lnTo>
                    <a:pt x="1143915" y="25763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04656" y="5033183"/>
              <a:ext cx="1143915" cy="242444"/>
            </a:xfrm>
            <a:custGeom>
              <a:avLst/>
              <a:pathLst>
                <a:path w="1143915" h="242444">
                  <a:moveTo>
                    <a:pt x="0" y="0"/>
                  </a:moveTo>
                  <a:lnTo>
                    <a:pt x="73456" y="15568"/>
                  </a:lnTo>
                  <a:lnTo>
                    <a:pt x="138249" y="29301"/>
                  </a:lnTo>
                  <a:lnTo>
                    <a:pt x="196209" y="41585"/>
                  </a:lnTo>
                  <a:lnTo>
                    <a:pt x="248640" y="52697"/>
                  </a:lnTo>
                  <a:lnTo>
                    <a:pt x="296505" y="62842"/>
                  </a:lnTo>
                  <a:lnTo>
                    <a:pt x="340537" y="72174"/>
                  </a:lnTo>
                  <a:lnTo>
                    <a:pt x="381305" y="80814"/>
                  </a:lnTo>
                  <a:lnTo>
                    <a:pt x="419258" y="88858"/>
                  </a:lnTo>
                  <a:lnTo>
                    <a:pt x="454761" y="96383"/>
                  </a:lnTo>
                  <a:lnTo>
                    <a:pt x="488111" y="103451"/>
                  </a:lnTo>
                  <a:lnTo>
                    <a:pt x="519554" y="110115"/>
                  </a:lnTo>
                  <a:lnTo>
                    <a:pt x="549297" y="116419"/>
                  </a:lnTo>
                  <a:lnTo>
                    <a:pt x="577514" y="122400"/>
                  </a:lnTo>
                  <a:lnTo>
                    <a:pt x="604354" y="128088"/>
                  </a:lnTo>
                  <a:lnTo>
                    <a:pt x="629945" y="133512"/>
                  </a:lnTo>
                  <a:lnTo>
                    <a:pt x="654398" y="138695"/>
                  </a:lnTo>
                  <a:lnTo>
                    <a:pt x="677810" y="143657"/>
                  </a:lnTo>
                  <a:lnTo>
                    <a:pt x="700267" y="148416"/>
                  </a:lnTo>
                  <a:lnTo>
                    <a:pt x="721842" y="152989"/>
                  </a:lnTo>
                  <a:lnTo>
                    <a:pt x="742604" y="157389"/>
                  </a:lnTo>
                  <a:lnTo>
                    <a:pt x="762610" y="161629"/>
                  </a:lnTo>
                  <a:lnTo>
                    <a:pt x="781914" y="165721"/>
                  </a:lnTo>
                  <a:lnTo>
                    <a:pt x="800563" y="169673"/>
                  </a:lnTo>
                  <a:lnTo>
                    <a:pt x="818601" y="173496"/>
                  </a:lnTo>
                  <a:lnTo>
                    <a:pt x="836066" y="177198"/>
                  </a:lnTo>
                  <a:lnTo>
                    <a:pt x="852994" y="180786"/>
                  </a:lnTo>
                  <a:lnTo>
                    <a:pt x="869416" y="184266"/>
                  </a:lnTo>
                  <a:lnTo>
                    <a:pt x="885362" y="187646"/>
                  </a:lnTo>
                  <a:lnTo>
                    <a:pt x="900859" y="190930"/>
                  </a:lnTo>
                  <a:lnTo>
                    <a:pt x="915932" y="194125"/>
                  </a:lnTo>
                  <a:lnTo>
                    <a:pt x="930602" y="197234"/>
                  </a:lnTo>
                  <a:lnTo>
                    <a:pt x="944891" y="200263"/>
                  </a:lnTo>
                  <a:lnTo>
                    <a:pt x="958819" y="203214"/>
                  </a:lnTo>
                  <a:lnTo>
                    <a:pt x="972403" y="206093"/>
                  </a:lnTo>
                  <a:lnTo>
                    <a:pt x="985659" y="208903"/>
                  </a:lnTo>
                  <a:lnTo>
                    <a:pt x="998603" y="211646"/>
                  </a:lnTo>
                  <a:lnTo>
                    <a:pt x="1011250" y="214327"/>
                  </a:lnTo>
                  <a:lnTo>
                    <a:pt x="1023612" y="216947"/>
                  </a:lnTo>
                  <a:lnTo>
                    <a:pt x="1035703" y="219510"/>
                  </a:lnTo>
                  <a:lnTo>
                    <a:pt x="1047534" y="222017"/>
                  </a:lnTo>
                  <a:lnTo>
                    <a:pt x="1059115" y="224472"/>
                  </a:lnTo>
                  <a:lnTo>
                    <a:pt x="1070458" y="226876"/>
                  </a:lnTo>
                  <a:lnTo>
                    <a:pt x="1081572" y="229231"/>
                  </a:lnTo>
                  <a:lnTo>
                    <a:pt x="1092465" y="231540"/>
                  </a:lnTo>
                  <a:lnTo>
                    <a:pt x="1103147" y="233804"/>
                  </a:lnTo>
                  <a:lnTo>
                    <a:pt x="1113626" y="236025"/>
                  </a:lnTo>
                  <a:lnTo>
                    <a:pt x="1123909" y="238204"/>
                  </a:lnTo>
                  <a:lnTo>
                    <a:pt x="1134003" y="240343"/>
                  </a:lnTo>
                  <a:lnTo>
                    <a:pt x="1143915" y="24244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04656" y="5025794"/>
              <a:ext cx="1143915" cy="93798"/>
            </a:xfrm>
            <a:custGeom>
              <a:avLst/>
              <a:pathLst>
                <a:path w="1143915" h="93798">
                  <a:moveTo>
                    <a:pt x="0" y="0"/>
                  </a:moveTo>
                  <a:lnTo>
                    <a:pt x="73456" y="6023"/>
                  </a:lnTo>
                  <a:lnTo>
                    <a:pt x="138249" y="11336"/>
                  </a:lnTo>
                  <a:lnTo>
                    <a:pt x="196209" y="16088"/>
                  </a:lnTo>
                  <a:lnTo>
                    <a:pt x="248640" y="20387"/>
                  </a:lnTo>
                  <a:lnTo>
                    <a:pt x="296505" y="24312"/>
                  </a:lnTo>
                  <a:lnTo>
                    <a:pt x="340537" y="27923"/>
                  </a:lnTo>
                  <a:lnTo>
                    <a:pt x="381305" y="31266"/>
                  </a:lnTo>
                  <a:lnTo>
                    <a:pt x="419258" y="34378"/>
                  </a:lnTo>
                  <a:lnTo>
                    <a:pt x="454761" y="37289"/>
                  </a:lnTo>
                  <a:lnTo>
                    <a:pt x="488111" y="40023"/>
                  </a:lnTo>
                  <a:lnTo>
                    <a:pt x="519554" y="42602"/>
                  </a:lnTo>
                  <a:lnTo>
                    <a:pt x="549297" y="45041"/>
                  </a:lnTo>
                  <a:lnTo>
                    <a:pt x="577514" y="47354"/>
                  </a:lnTo>
                  <a:lnTo>
                    <a:pt x="604354" y="49555"/>
                  </a:lnTo>
                  <a:lnTo>
                    <a:pt x="629945" y="51654"/>
                  </a:lnTo>
                  <a:lnTo>
                    <a:pt x="654398" y="53659"/>
                  </a:lnTo>
                  <a:lnTo>
                    <a:pt x="677810" y="55578"/>
                  </a:lnTo>
                  <a:lnTo>
                    <a:pt x="700267" y="57420"/>
                  </a:lnTo>
                  <a:lnTo>
                    <a:pt x="721842" y="59189"/>
                  </a:lnTo>
                  <a:lnTo>
                    <a:pt x="742604" y="60891"/>
                  </a:lnTo>
                  <a:lnTo>
                    <a:pt x="762610" y="62532"/>
                  </a:lnTo>
                  <a:lnTo>
                    <a:pt x="781914" y="64115"/>
                  </a:lnTo>
                  <a:lnTo>
                    <a:pt x="800563" y="65644"/>
                  </a:lnTo>
                  <a:lnTo>
                    <a:pt x="818601" y="67123"/>
                  </a:lnTo>
                  <a:lnTo>
                    <a:pt x="836066" y="68555"/>
                  </a:lnTo>
                  <a:lnTo>
                    <a:pt x="852994" y="69943"/>
                  </a:lnTo>
                  <a:lnTo>
                    <a:pt x="869416" y="71290"/>
                  </a:lnTo>
                  <a:lnTo>
                    <a:pt x="885362" y="72597"/>
                  </a:lnTo>
                  <a:lnTo>
                    <a:pt x="900859" y="73868"/>
                  </a:lnTo>
                  <a:lnTo>
                    <a:pt x="915932" y="75104"/>
                  </a:lnTo>
                  <a:lnTo>
                    <a:pt x="930602" y="76307"/>
                  </a:lnTo>
                  <a:lnTo>
                    <a:pt x="944891" y="77478"/>
                  </a:lnTo>
                  <a:lnTo>
                    <a:pt x="958819" y="78620"/>
                  </a:lnTo>
                  <a:lnTo>
                    <a:pt x="972403" y="79734"/>
                  </a:lnTo>
                  <a:lnTo>
                    <a:pt x="985659" y="80821"/>
                  </a:lnTo>
                  <a:lnTo>
                    <a:pt x="998603" y="81883"/>
                  </a:lnTo>
                  <a:lnTo>
                    <a:pt x="1011250" y="82920"/>
                  </a:lnTo>
                  <a:lnTo>
                    <a:pt x="1023612" y="83933"/>
                  </a:lnTo>
                  <a:lnTo>
                    <a:pt x="1035703" y="84925"/>
                  </a:lnTo>
                  <a:lnTo>
                    <a:pt x="1047534" y="85895"/>
                  </a:lnTo>
                  <a:lnTo>
                    <a:pt x="1059115" y="86844"/>
                  </a:lnTo>
                  <a:lnTo>
                    <a:pt x="1070458" y="87775"/>
                  </a:lnTo>
                  <a:lnTo>
                    <a:pt x="1081572" y="88686"/>
                  </a:lnTo>
                  <a:lnTo>
                    <a:pt x="1092465" y="89579"/>
                  </a:lnTo>
                  <a:lnTo>
                    <a:pt x="1103147" y="90455"/>
                  </a:lnTo>
                  <a:lnTo>
                    <a:pt x="1113626" y="91314"/>
                  </a:lnTo>
                  <a:lnTo>
                    <a:pt x="1123909" y="92157"/>
                  </a:lnTo>
                  <a:lnTo>
                    <a:pt x="1134003" y="92985"/>
                  </a:lnTo>
                  <a:lnTo>
                    <a:pt x="1143915" y="9379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04656" y="5104780"/>
              <a:ext cx="1143915" cy="23044"/>
            </a:xfrm>
            <a:custGeom>
              <a:avLst/>
              <a:pathLst>
                <a:path w="1143915" h="23044">
                  <a:moveTo>
                    <a:pt x="0" y="0"/>
                  </a:moveTo>
                  <a:lnTo>
                    <a:pt x="73456" y="1479"/>
                  </a:lnTo>
                  <a:lnTo>
                    <a:pt x="138249" y="2785"/>
                  </a:lnTo>
                  <a:lnTo>
                    <a:pt x="196209" y="3952"/>
                  </a:lnTo>
                  <a:lnTo>
                    <a:pt x="248640" y="5009"/>
                  </a:lnTo>
                  <a:lnTo>
                    <a:pt x="296505" y="5973"/>
                  </a:lnTo>
                  <a:lnTo>
                    <a:pt x="340537" y="6860"/>
                  </a:lnTo>
                  <a:lnTo>
                    <a:pt x="381305" y="7681"/>
                  </a:lnTo>
                  <a:lnTo>
                    <a:pt x="419258" y="8446"/>
                  </a:lnTo>
                  <a:lnTo>
                    <a:pt x="454761" y="9161"/>
                  </a:lnTo>
                  <a:lnTo>
                    <a:pt x="488111" y="9833"/>
                  </a:lnTo>
                  <a:lnTo>
                    <a:pt x="519554" y="10466"/>
                  </a:lnTo>
                  <a:lnTo>
                    <a:pt x="549297" y="11065"/>
                  </a:lnTo>
                  <a:lnTo>
                    <a:pt x="577514" y="11634"/>
                  </a:lnTo>
                  <a:lnTo>
                    <a:pt x="604354" y="12175"/>
                  </a:lnTo>
                  <a:lnTo>
                    <a:pt x="629945" y="12690"/>
                  </a:lnTo>
                  <a:lnTo>
                    <a:pt x="654398" y="13183"/>
                  </a:lnTo>
                  <a:lnTo>
                    <a:pt x="677810" y="13654"/>
                  </a:lnTo>
                  <a:lnTo>
                    <a:pt x="700267" y="14107"/>
                  </a:lnTo>
                  <a:lnTo>
                    <a:pt x="721842" y="14542"/>
                  </a:lnTo>
                  <a:lnTo>
                    <a:pt x="742604" y="14960"/>
                  </a:lnTo>
                  <a:lnTo>
                    <a:pt x="762610" y="15363"/>
                  </a:lnTo>
                  <a:lnTo>
                    <a:pt x="781914" y="15752"/>
                  </a:lnTo>
                  <a:lnTo>
                    <a:pt x="800563" y="16127"/>
                  </a:lnTo>
                  <a:lnTo>
                    <a:pt x="818601" y="16491"/>
                  </a:lnTo>
                  <a:lnTo>
                    <a:pt x="836066" y="16843"/>
                  </a:lnTo>
                  <a:lnTo>
                    <a:pt x="852994" y="17184"/>
                  </a:lnTo>
                  <a:lnTo>
                    <a:pt x="869416" y="17515"/>
                  </a:lnTo>
                  <a:lnTo>
                    <a:pt x="885362" y="17836"/>
                  </a:lnTo>
                  <a:lnTo>
                    <a:pt x="900859" y="18148"/>
                  </a:lnTo>
                  <a:lnTo>
                    <a:pt x="915932" y="18452"/>
                  </a:lnTo>
                  <a:lnTo>
                    <a:pt x="930602" y="18747"/>
                  </a:lnTo>
                  <a:lnTo>
                    <a:pt x="944891" y="19035"/>
                  </a:lnTo>
                  <a:lnTo>
                    <a:pt x="958819" y="19316"/>
                  </a:lnTo>
                  <a:lnTo>
                    <a:pt x="972403" y="19589"/>
                  </a:lnTo>
                  <a:lnTo>
                    <a:pt x="985659" y="19856"/>
                  </a:lnTo>
                  <a:lnTo>
                    <a:pt x="998603" y="20117"/>
                  </a:lnTo>
                  <a:lnTo>
                    <a:pt x="1011250" y="20372"/>
                  </a:lnTo>
                  <a:lnTo>
                    <a:pt x="1023612" y="20621"/>
                  </a:lnTo>
                  <a:lnTo>
                    <a:pt x="1035703" y="20864"/>
                  </a:lnTo>
                  <a:lnTo>
                    <a:pt x="1047534" y="21103"/>
                  </a:lnTo>
                  <a:lnTo>
                    <a:pt x="1059115" y="21336"/>
                  </a:lnTo>
                  <a:lnTo>
                    <a:pt x="1070458" y="21565"/>
                  </a:lnTo>
                  <a:lnTo>
                    <a:pt x="1081572" y="21789"/>
                  </a:lnTo>
                  <a:lnTo>
                    <a:pt x="1092465" y="22008"/>
                  </a:lnTo>
                  <a:lnTo>
                    <a:pt x="1103147" y="22223"/>
                  </a:lnTo>
                  <a:lnTo>
                    <a:pt x="1113626" y="22434"/>
                  </a:lnTo>
                  <a:lnTo>
                    <a:pt x="1123909" y="22641"/>
                  </a:lnTo>
                  <a:lnTo>
                    <a:pt x="1134003" y="22845"/>
                  </a:lnTo>
                  <a:lnTo>
                    <a:pt x="1143915" y="2304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rc1074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624659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5596191" y="50931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596191" y="468456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596191" y="42759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24659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704656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608596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6467266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84857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5676401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6057706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6439011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82031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017858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5624659" y="39576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1" name="rc1090"/>
            <p:cNvSpPr/>
            <p:nvPr/>
          </p:nvSpPr>
          <p:spPr>
            <a:xfrm>
              <a:off x="1711003" y="5770484"/>
              <a:ext cx="482120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tx1091"/>
            <p:cNvSpPr/>
            <p:nvPr/>
          </p:nvSpPr>
          <p:spPr>
            <a:xfrm>
              <a:off x="1711003" y="5819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21999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61921" y="58324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221799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rc1095"/>
            <p:cNvSpPr/>
            <p:nvPr/>
          </p:nvSpPr>
          <p:spPr>
            <a:xfrm>
              <a:off x="2646206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708133" y="58324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2664206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rc1098"/>
            <p:cNvSpPr/>
            <p:nvPr/>
          </p:nvSpPr>
          <p:spPr>
            <a:xfrm>
              <a:off x="3098087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3160014" y="58324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3116087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rc1101"/>
            <p:cNvSpPr/>
            <p:nvPr/>
          </p:nvSpPr>
          <p:spPr>
            <a:xfrm>
              <a:off x="353305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3594979" y="58324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3551052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rc1104"/>
            <p:cNvSpPr/>
            <p:nvPr/>
          </p:nvSpPr>
          <p:spPr>
            <a:xfrm>
              <a:off x="397926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4041191" y="58324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3997264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rc1107"/>
            <p:cNvSpPr/>
            <p:nvPr/>
          </p:nvSpPr>
          <p:spPr>
            <a:xfrm>
              <a:off x="441422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4476156" y="58324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4432229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rc1110"/>
            <p:cNvSpPr/>
            <p:nvPr/>
          </p:nvSpPr>
          <p:spPr>
            <a:xfrm>
              <a:off x="48491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4911121" y="58324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l1112"/>
            <p:cNvSpPr/>
            <p:nvPr/>
          </p:nvSpPr>
          <p:spPr>
            <a:xfrm>
              <a:off x="486719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rc1113"/>
            <p:cNvSpPr/>
            <p:nvPr/>
          </p:nvSpPr>
          <p:spPr>
            <a:xfrm>
              <a:off x="527291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5334838" y="5832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l1115"/>
            <p:cNvSpPr/>
            <p:nvPr/>
          </p:nvSpPr>
          <p:spPr>
            <a:xfrm>
              <a:off x="5290911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rc1116"/>
            <p:cNvSpPr/>
            <p:nvPr/>
          </p:nvSpPr>
          <p:spPr>
            <a:xfrm>
              <a:off x="571912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5781050" y="583241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l1118"/>
            <p:cNvSpPr/>
            <p:nvPr/>
          </p:nvSpPr>
          <p:spPr>
            <a:xfrm>
              <a:off x="5737123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19"/>
            <p:cNvSpPr/>
            <p:nvPr/>
          </p:nvSpPr>
          <p:spPr>
            <a:xfrm>
              <a:off x="6159758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6221685" y="58324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l1121"/>
            <p:cNvSpPr/>
            <p:nvPr/>
          </p:nvSpPr>
          <p:spPr>
            <a:xfrm>
              <a:off x="6177758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tx1122"/>
            <p:cNvSpPr/>
            <p:nvPr/>
          </p:nvSpPr>
          <p:spPr>
            <a:xfrm>
              <a:off x="2436930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4" name="tx1123"/>
            <p:cNvSpPr/>
            <p:nvPr/>
          </p:nvSpPr>
          <p:spPr>
            <a:xfrm>
              <a:off x="2883142" y="5824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5" name="tx1124"/>
            <p:cNvSpPr/>
            <p:nvPr/>
          </p:nvSpPr>
          <p:spPr>
            <a:xfrm>
              <a:off x="3335023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76998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4216200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4651165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5086130" y="5824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550984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5956060" y="5824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6396694" y="5824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2026-07-20T14:52:51Z</dcterms:modified>
  <cp:category/>
</cp:coreProperties>
</file>