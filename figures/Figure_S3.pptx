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10972800" cy="9144000"/>
            <a:chOff x="914400" y="914400"/>
            <a:chExt cx="10972800" cy="9144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10972800" cy="9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10972800" cy="9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2974509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958498" y="983989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6578202" y="983989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9197906" y="983989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3602532"/>
              <a:ext cx="2974509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3958498" y="3602532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578202" y="3602532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83989" y="6221075"/>
              <a:ext cx="2974509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58498" y="6221075"/>
              <a:ext cx="2619704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6578202" y="6221075"/>
              <a:ext cx="2619704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9197906" y="6221075"/>
              <a:ext cx="2619704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503277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636719" y="279284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585385" y="246923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659488" y="2624013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635860" y="216113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674463" y="331400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579827" y="261717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646094" y="298524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589480" y="275299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616083" y="238707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609215" y="264614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9218" y="246180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345338" y="224948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340081" y="223438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287196" y="270216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297548" y="259681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310126" y="236301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338544" y="254199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266722" y="289212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336535" y="275956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325248" y="216318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327891" y="221987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275781" y="265141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83105" y="276626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269028" y="299206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296823" y="274909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348517" y="246758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265785" y="273515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319445" y="2500263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930492" y="245603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949814" y="251533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009532" y="2796465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995354" y="228270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023884" y="250007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983979" y="253621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957058" y="261599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939140" y="250231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998510" y="270476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023886" y="197329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950889" y="211706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975708" y="206148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934495" y="199018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972355" y="246226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989682" y="238807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943178" y="222023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967807" y="277016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009754" y="255128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974929" y="2453299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000282" y="2323116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621372" y="221829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685414" y="230658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646842" y="268186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625854" y="234058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642928" y="262426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646011" y="279930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620471" y="247498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606878" y="2433293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638285" y="234101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630143" y="261654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612549" y="237104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617868" y="157199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658942" y="264715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696822" y="174127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607170" y="249166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603581" y="203238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666352" y="1979059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679728" y="201300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669058" y="260234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3692725" y="229503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3680202" y="255527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3618863" y="240671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3687584" y="181056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3661450" y="141911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655173" y="2488741"/>
              <a:ext cx="2024941" cy="241832"/>
            </a:xfrm>
            <a:custGeom>
              <a:avLst/>
              <a:pathLst>
                <a:path w="2024941" h="241832">
                  <a:moveTo>
                    <a:pt x="0" y="241832"/>
                  </a:moveTo>
                  <a:lnTo>
                    <a:pt x="130031" y="226303"/>
                  </a:lnTo>
                  <a:lnTo>
                    <a:pt x="244727" y="212605"/>
                  </a:lnTo>
                  <a:lnTo>
                    <a:pt x="347326" y="200352"/>
                  </a:lnTo>
                  <a:lnTo>
                    <a:pt x="440139" y="189267"/>
                  </a:lnTo>
                  <a:lnTo>
                    <a:pt x="524870" y="179148"/>
                  </a:lnTo>
                  <a:lnTo>
                    <a:pt x="602814" y="169840"/>
                  </a:lnTo>
                  <a:lnTo>
                    <a:pt x="674980" y="161221"/>
                  </a:lnTo>
                  <a:lnTo>
                    <a:pt x="742165" y="153197"/>
                  </a:lnTo>
                  <a:lnTo>
                    <a:pt x="805012" y="145692"/>
                  </a:lnTo>
                  <a:lnTo>
                    <a:pt x="864048" y="138641"/>
                  </a:lnTo>
                  <a:lnTo>
                    <a:pt x="919708" y="131994"/>
                  </a:lnTo>
                  <a:lnTo>
                    <a:pt x="972358" y="125706"/>
                  </a:lnTo>
                  <a:lnTo>
                    <a:pt x="1022307" y="119741"/>
                  </a:lnTo>
                  <a:lnTo>
                    <a:pt x="1069818" y="114067"/>
                  </a:lnTo>
                  <a:lnTo>
                    <a:pt x="1115119" y="108657"/>
                  </a:lnTo>
                  <a:lnTo>
                    <a:pt x="1158406" y="103487"/>
                  </a:lnTo>
                  <a:lnTo>
                    <a:pt x="1199850" y="98538"/>
                  </a:lnTo>
                  <a:lnTo>
                    <a:pt x="1239602" y="93790"/>
                  </a:lnTo>
                  <a:lnTo>
                    <a:pt x="1277795" y="89229"/>
                  </a:lnTo>
                  <a:lnTo>
                    <a:pt x="1314546" y="84840"/>
                  </a:lnTo>
                  <a:lnTo>
                    <a:pt x="1349961" y="80610"/>
                  </a:lnTo>
                  <a:lnTo>
                    <a:pt x="1384132" y="76529"/>
                  </a:lnTo>
                  <a:lnTo>
                    <a:pt x="1417145" y="72587"/>
                  </a:lnTo>
                  <a:lnTo>
                    <a:pt x="1449076" y="68773"/>
                  </a:lnTo>
                  <a:lnTo>
                    <a:pt x="1479992" y="65081"/>
                  </a:lnTo>
                  <a:lnTo>
                    <a:pt x="1509958" y="61502"/>
                  </a:lnTo>
                  <a:lnTo>
                    <a:pt x="1539028" y="58031"/>
                  </a:lnTo>
                  <a:lnTo>
                    <a:pt x="1567256" y="54659"/>
                  </a:lnTo>
                  <a:lnTo>
                    <a:pt x="1594689" y="51383"/>
                  </a:lnTo>
                  <a:lnTo>
                    <a:pt x="1621369" y="48197"/>
                  </a:lnTo>
                  <a:lnTo>
                    <a:pt x="1647339" y="45095"/>
                  </a:lnTo>
                  <a:lnTo>
                    <a:pt x="1672633" y="42075"/>
                  </a:lnTo>
                  <a:lnTo>
                    <a:pt x="1697288" y="39130"/>
                  </a:lnTo>
                  <a:lnTo>
                    <a:pt x="1721333" y="36258"/>
                  </a:lnTo>
                  <a:lnTo>
                    <a:pt x="1744799" y="33456"/>
                  </a:lnTo>
                  <a:lnTo>
                    <a:pt x="1767713" y="30719"/>
                  </a:lnTo>
                  <a:lnTo>
                    <a:pt x="1790100" y="28046"/>
                  </a:lnTo>
                  <a:lnTo>
                    <a:pt x="1811984" y="25432"/>
                  </a:lnTo>
                  <a:lnTo>
                    <a:pt x="1833387" y="22876"/>
                  </a:lnTo>
                  <a:lnTo>
                    <a:pt x="1854329" y="20375"/>
                  </a:lnTo>
                  <a:lnTo>
                    <a:pt x="1874831" y="17927"/>
                  </a:lnTo>
                  <a:lnTo>
                    <a:pt x="1894910" y="15529"/>
                  </a:lnTo>
                  <a:lnTo>
                    <a:pt x="1914583" y="13179"/>
                  </a:lnTo>
                  <a:lnTo>
                    <a:pt x="1933866" y="10876"/>
                  </a:lnTo>
                  <a:lnTo>
                    <a:pt x="1952776" y="8618"/>
                  </a:lnTo>
                  <a:lnTo>
                    <a:pt x="1971325" y="6403"/>
                  </a:lnTo>
                  <a:lnTo>
                    <a:pt x="1989527" y="4229"/>
                  </a:lnTo>
                  <a:lnTo>
                    <a:pt x="2007395" y="2095"/>
                  </a:lnTo>
                  <a:lnTo>
                    <a:pt x="2024941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655173" y="1999772"/>
              <a:ext cx="2024941" cy="566936"/>
            </a:xfrm>
            <a:custGeom>
              <a:avLst/>
              <a:pathLst>
                <a:path w="2024941" h="566936">
                  <a:moveTo>
                    <a:pt x="0" y="566936"/>
                  </a:moveTo>
                  <a:lnTo>
                    <a:pt x="130031" y="530530"/>
                  </a:lnTo>
                  <a:lnTo>
                    <a:pt x="244727" y="498418"/>
                  </a:lnTo>
                  <a:lnTo>
                    <a:pt x="347326" y="469692"/>
                  </a:lnTo>
                  <a:lnTo>
                    <a:pt x="440139" y="443707"/>
                  </a:lnTo>
                  <a:lnTo>
                    <a:pt x="524870" y="419984"/>
                  </a:lnTo>
                  <a:lnTo>
                    <a:pt x="602814" y="398162"/>
                  </a:lnTo>
                  <a:lnTo>
                    <a:pt x="674980" y="377957"/>
                  </a:lnTo>
                  <a:lnTo>
                    <a:pt x="742165" y="359147"/>
                  </a:lnTo>
                  <a:lnTo>
                    <a:pt x="805012" y="341551"/>
                  </a:lnTo>
                  <a:lnTo>
                    <a:pt x="864048" y="325023"/>
                  </a:lnTo>
                  <a:lnTo>
                    <a:pt x="919708" y="309439"/>
                  </a:lnTo>
                  <a:lnTo>
                    <a:pt x="972358" y="294698"/>
                  </a:lnTo>
                  <a:lnTo>
                    <a:pt x="1022307" y="280714"/>
                  </a:lnTo>
                  <a:lnTo>
                    <a:pt x="1069818" y="267411"/>
                  </a:lnTo>
                  <a:lnTo>
                    <a:pt x="1115119" y="254728"/>
                  </a:lnTo>
                  <a:lnTo>
                    <a:pt x="1158406" y="242609"/>
                  </a:lnTo>
                  <a:lnTo>
                    <a:pt x="1199850" y="231006"/>
                  </a:lnTo>
                  <a:lnTo>
                    <a:pt x="1239602" y="219876"/>
                  </a:lnTo>
                  <a:lnTo>
                    <a:pt x="1277795" y="209183"/>
                  </a:lnTo>
                  <a:lnTo>
                    <a:pt x="1314546" y="198893"/>
                  </a:lnTo>
                  <a:lnTo>
                    <a:pt x="1349961" y="188978"/>
                  </a:lnTo>
                  <a:lnTo>
                    <a:pt x="1384132" y="179411"/>
                  </a:lnTo>
                  <a:lnTo>
                    <a:pt x="1417145" y="170168"/>
                  </a:lnTo>
                  <a:lnTo>
                    <a:pt x="1449076" y="161228"/>
                  </a:lnTo>
                  <a:lnTo>
                    <a:pt x="1479992" y="152572"/>
                  </a:lnTo>
                  <a:lnTo>
                    <a:pt x="1509958" y="144183"/>
                  </a:lnTo>
                  <a:lnTo>
                    <a:pt x="1539028" y="136044"/>
                  </a:lnTo>
                  <a:lnTo>
                    <a:pt x="1567256" y="128141"/>
                  </a:lnTo>
                  <a:lnTo>
                    <a:pt x="1594689" y="120460"/>
                  </a:lnTo>
                  <a:lnTo>
                    <a:pt x="1621369" y="112990"/>
                  </a:lnTo>
                  <a:lnTo>
                    <a:pt x="1647339" y="105719"/>
                  </a:lnTo>
                  <a:lnTo>
                    <a:pt x="1672633" y="98637"/>
                  </a:lnTo>
                  <a:lnTo>
                    <a:pt x="1697288" y="91735"/>
                  </a:lnTo>
                  <a:lnTo>
                    <a:pt x="1721333" y="85003"/>
                  </a:lnTo>
                  <a:lnTo>
                    <a:pt x="1744799" y="78433"/>
                  </a:lnTo>
                  <a:lnTo>
                    <a:pt x="1767713" y="72017"/>
                  </a:lnTo>
                  <a:lnTo>
                    <a:pt x="1790100" y="65750"/>
                  </a:lnTo>
                  <a:lnTo>
                    <a:pt x="1811984" y="59623"/>
                  </a:lnTo>
                  <a:lnTo>
                    <a:pt x="1833387" y="53630"/>
                  </a:lnTo>
                  <a:lnTo>
                    <a:pt x="1854329" y="47767"/>
                  </a:lnTo>
                  <a:lnTo>
                    <a:pt x="1874831" y="42027"/>
                  </a:lnTo>
                  <a:lnTo>
                    <a:pt x="1894910" y="36405"/>
                  </a:lnTo>
                  <a:lnTo>
                    <a:pt x="1914583" y="30897"/>
                  </a:lnTo>
                  <a:lnTo>
                    <a:pt x="1933866" y="25498"/>
                  </a:lnTo>
                  <a:lnTo>
                    <a:pt x="1952776" y="20204"/>
                  </a:lnTo>
                  <a:lnTo>
                    <a:pt x="1971325" y="15011"/>
                  </a:lnTo>
                  <a:lnTo>
                    <a:pt x="1989527" y="9915"/>
                  </a:lnTo>
                  <a:lnTo>
                    <a:pt x="2007395" y="4912"/>
                  </a:lnTo>
                  <a:lnTo>
                    <a:pt x="2024941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655173" y="2590969"/>
              <a:ext cx="2024941" cy="126568"/>
            </a:xfrm>
            <a:custGeom>
              <a:avLst/>
              <a:pathLst>
                <a:path w="2024941" h="126568">
                  <a:moveTo>
                    <a:pt x="0" y="126568"/>
                  </a:moveTo>
                  <a:lnTo>
                    <a:pt x="130031" y="118441"/>
                  </a:lnTo>
                  <a:lnTo>
                    <a:pt x="244727" y="111272"/>
                  </a:lnTo>
                  <a:lnTo>
                    <a:pt x="347326" y="104859"/>
                  </a:lnTo>
                  <a:lnTo>
                    <a:pt x="440139" y="99057"/>
                  </a:lnTo>
                  <a:lnTo>
                    <a:pt x="524870" y="93761"/>
                  </a:lnTo>
                  <a:lnTo>
                    <a:pt x="602814" y="88889"/>
                  </a:lnTo>
                  <a:lnTo>
                    <a:pt x="674980" y="84379"/>
                  </a:lnTo>
                  <a:lnTo>
                    <a:pt x="742165" y="80179"/>
                  </a:lnTo>
                  <a:lnTo>
                    <a:pt x="805012" y="76251"/>
                  </a:lnTo>
                  <a:lnTo>
                    <a:pt x="864048" y="72561"/>
                  </a:lnTo>
                  <a:lnTo>
                    <a:pt x="919708" y="69082"/>
                  </a:lnTo>
                  <a:lnTo>
                    <a:pt x="972358" y="65791"/>
                  </a:lnTo>
                  <a:lnTo>
                    <a:pt x="1022307" y="62669"/>
                  </a:lnTo>
                  <a:lnTo>
                    <a:pt x="1069818" y="59699"/>
                  </a:lnTo>
                  <a:lnTo>
                    <a:pt x="1115119" y="56868"/>
                  </a:lnTo>
                  <a:lnTo>
                    <a:pt x="1158406" y="54162"/>
                  </a:lnTo>
                  <a:lnTo>
                    <a:pt x="1199850" y="51572"/>
                  </a:lnTo>
                  <a:lnTo>
                    <a:pt x="1239602" y="49087"/>
                  </a:lnTo>
                  <a:lnTo>
                    <a:pt x="1277795" y="46700"/>
                  </a:lnTo>
                  <a:lnTo>
                    <a:pt x="1314546" y="44403"/>
                  </a:lnTo>
                  <a:lnTo>
                    <a:pt x="1349961" y="42189"/>
                  </a:lnTo>
                  <a:lnTo>
                    <a:pt x="1384132" y="40053"/>
                  </a:lnTo>
                  <a:lnTo>
                    <a:pt x="1417145" y="37990"/>
                  </a:lnTo>
                  <a:lnTo>
                    <a:pt x="1449076" y="35994"/>
                  </a:lnTo>
                  <a:lnTo>
                    <a:pt x="1479992" y="34061"/>
                  </a:lnTo>
                  <a:lnTo>
                    <a:pt x="1509958" y="32188"/>
                  </a:lnTo>
                  <a:lnTo>
                    <a:pt x="1539028" y="30371"/>
                  </a:lnTo>
                  <a:lnTo>
                    <a:pt x="1567256" y="28607"/>
                  </a:lnTo>
                  <a:lnTo>
                    <a:pt x="1594689" y="26892"/>
                  </a:lnTo>
                  <a:lnTo>
                    <a:pt x="1621369" y="25225"/>
                  </a:lnTo>
                  <a:lnTo>
                    <a:pt x="1647339" y="23602"/>
                  </a:lnTo>
                  <a:lnTo>
                    <a:pt x="1672633" y="22020"/>
                  </a:lnTo>
                  <a:lnTo>
                    <a:pt x="1697288" y="20479"/>
                  </a:lnTo>
                  <a:lnTo>
                    <a:pt x="1721333" y="18976"/>
                  </a:lnTo>
                  <a:lnTo>
                    <a:pt x="1744799" y="17510"/>
                  </a:lnTo>
                  <a:lnTo>
                    <a:pt x="1767713" y="16078"/>
                  </a:lnTo>
                  <a:lnTo>
                    <a:pt x="1790100" y="14678"/>
                  </a:lnTo>
                  <a:lnTo>
                    <a:pt x="1811984" y="13310"/>
                  </a:lnTo>
                  <a:lnTo>
                    <a:pt x="1833387" y="11973"/>
                  </a:lnTo>
                  <a:lnTo>
                    <a:pt x="1854329" y="10664"/>
                  </a:lnTo>
                  <a:lnTo>
                    <a:pt x="1874831" y="9382"/>
                  </a:lnTo>
                  <a:lnTo>
                    <a:pt x="1894910" y="8127"/>
                  </a:lnTo>
                  <a:lnTo>
                    <a:pt x="1914583" y="6897"/>
                  </a:lnTo>
                  <a:lnTo>
                    <a:pt x="1933866" y="5692"/>
                  </a:lnTo>
                  <a:lnTo>
                    <a:pt x="1952776" y="4510"/>
                  </a:lnTo>
                  <a:lnTo>
                    <a:pt x="1971325" y="3351"/>
                  </a:lnTo>
                  <a:lnTo>
                    <a:pt x="1989527" y="2213"/>
                  </a:lnTo>
                  <a:lnTo>
                    <a:pt x="2007395" y="1096"/>
                  </a:lnTo>
                  <a:lnTo>
                    <a:pt x="2024941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655173" y="1931127"/>
              <a:ext cx="2024941" cy="1254529"/>
            </a:xfrm>
            <a:custGeom>
              <a:avLst/>
              <a:pathLst>
                <a:path w="2024941" h="1254529">
                  <a:moveTo>
                    <a:pt x="0" y="1254529"/>
                  </a:moveTo>
                  <a:lnTo>
                    <a:pt x="130031" y="1173969"/>
                  </a:lnTo>
                  <a:lnTo>
                    <a:pt x="244727" y="1102911"/>
                  </a:lnTo>
                  <a:lnTo>
                    <a:pt x="347326" y="1039346"/>
                  </a:lnTo>
                  <a:lnTo>
                    <a:pt x="440139" y="981846"/>
                  </a:lnTo>
                  <a:lnTo>
                    <a:pt x="524870" y="929352"/>
                  </a:lnTo>
                  <a:lnTo>
                    <a:pt x="602814" y="881062"/>
                  </a:lnTo>
                  <a:lnTo>
                    <a:pt x="674980" y="836352"/>
                  </a:lnTo>
                  <a:lnTo>
                    <a:pt x="742165" y="794729"/>
                  </a:lnTo>
                  <a:lnTo>
                    <a:pt x="805012" y="755793"/>
                  </a:lnTo>
                  <a:lnTo>
                    <a:pt x="864048" y="719218"/>
                  </a:lnTo>
                  <a:lnTo>
                    <a:pt x="919708" y="684734"/>
                  </a:lnTo>
                  <a:lnTo>
                    <a:pt x="972358" y="652115"/>
                  </a:lnTo>
                  <a:lnTo>
                    <a:pt x="1022307" y="621170"/>
                  </a:lnTo>
                  <a:lnTo>
                    <a:pt x="1069818" y="591735"/>
                  </a:lnTo>
                  <a:lnTo>
                    <a:pt x="1115119" y="563669"/>
                  </a:lnTo>
                  <a:lnTo>
                    <a:pt x="1158406" y="536851"/>
                  </a:lnTo>
                  <a:lnTo>
                    <a:pt x="1199850" y="511175"/>
                  </a:lnTo>
                  <a:lnTo>
                    <a:pt x="1239602" y="486547"/>
                  </a:lnTo>
                  <a:lnTo>
                    <a:pt x="1277795" y="462885"/>
                  </a:lnTo>
                  <a:lnTo>
                    <a:pt x="1314546" y="440117"/>
                  </a:lnTo>
                  <a:lnTo>
                    <a:pt x="1349961" y="418176"/>
                  </a:lnTo>
                  <a:lnTo>
                    <a:pt x="1384132" y="397005"/>
                  </a:lnTo>
                  <a:lnTo>
                    <a:pt x="1417145" y="376552"/>
                  </a:lnTo>
                  <a:lnTo>
                    <a:pt x="1449076" y="356770"/>
                  </a:lnTo>
                  <a:lnTo>
                    <a:pt x="1479992" y="337616"/>
                  </a:lnTo>
                  <a:lnTo>
                    <a:pt x="1509958" y="319052"/>
                  </a:lnTo>
                  <a:lnTo>
                    <a:pt x="1539028" y="301041"/>
                  </a:lnTo>
                  <a:lnTo>
                    <a:pt x="1567256" y="283553"/>
                  </a:lnTo>
                  <a:lnTo>
                    <a:pt x="1594689" y="266558"/>
                  </a:lnTo>
                  <a:lnTo>
                    <a:pt x="1621369" y="250028"/>
                  </a:lnTo>
                  <a:lnTo>
                    <a:pt x="1647339" y="233939"/>
                  </a:lnTo>
                  <a:lnTo>
                    <a:pt x="1672633" y="218268"/>
                  </a:lnTo>
                  <a:lnTo>
                    <a:pt x="1697288" y="202994"/>
                  </a:lnTo>
                  <a:lnTo>
                    <a:pt x="1721333" y="188096"/>
                  </a:lnTo>
                  <a:lnTo>
                    <a:pt x="1744799" y="173558"/>
                  </a:lnTo>
                  <a:lnTo>
                    <a:pt x="1767713" y="159362"/>
                  </a:lnTo>
                  <a:lnTo>
                    <a:pt x="1790100" y="145493"/>
                  </a:lnTo>
                  <a:lnTo>
                    <a:pt x="1811984" y="131935"/>
                  </a:lnTo>
                  <a:lnTo>
                    <a:pt x="1833387" y="118675"/>
                  </a:lnTo>
                  <a:lnTo>
                    <a:pt x="1854329" y="105700"/>
                  </a:lnTo>
                  <a:lnTo>
                    <a:pt x="1874831" y="92999"/>
                  </a:lnTo>
                  <a:lnTo>
                    <a:pt x="1894910" y="80559"/>
                  </a:lnTo>
                  <a:lnTo>
                    <a:pt x="1914583" y="68371"/>
                  </a:lnTo>
                  <a:lnTo>
                    <a:pt x="1933866" y="56424"/>
                  </a:lnTo>
                  <a:lnTo>
                    <a:pt x="1952776" y="44709"/>
                  </a:lnTo>
                  <a:lnTo>
                    <a:pt x="1971325" y="33217"/>
                  </a:lnTo>
                  <a:lnTo>
                    <a:pt x="1989527" y="21940"/>
                  </a:lnTo>
                  <a:lnTo>
                    <a:pt x="2007395" y="10870"/>
                  </a:lnTo>
                  <a:lnTo>
                    <a:pt x="2024941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655173" y="2499675"/>
              <a:ext cx="2024941" cy="194957"/>
            </a:xfrm>
            <a:custGeom>
              <a:avLst/>
              <a:pathLst>
                <a:path w="2024941" h="194957">
                  <a:moveTo>
                    <a:pt x="0" y="194957"/>
                  </a:moveTo>
                  <a:lnTo>
                    <a:pt x="130031" y="182438"/>
                  </a:lnTo>
                  <a:lnTo>
                    <a:pt x="244727" y="171395"/>
                  </a:lnTo>
                  <a:lnTo>
                    <a:pt x="347326" y="161517"/>
                  </a:lnTo>
                  <a:lnTo>
                    <a:pt x="440139" y="152581"/>
                  </a:lnTo>
                  <a:lnTo>
                    <a:pt x="524870" y="144423"/>
                  </a:lnTo>
                  <a:lnTo>
                    <a:pt x="602814" y="136919"/>
                  </a:lnTo>
                  <a:lnTo>
                    <a:pt x="674980" y="129971"/>
                  </a:lnTo>
                  <a:lnTo>
                    <a:pt x="742165" y="123503"/>
                  </a:lnTo>
                  <a:lnTo>
                    <a:pt x="805012" y="117452"/>
                  </a:lnTo>
                  <a:lnTo>
                    <a:pt x="864048" y="111768"/>
                  </a:lnTo>
                  <a:lnTo>
                    <a:pt x="919708" y="106409"/>
                  </a:lnTo>
                  <a:lnTo>
                    <a:pt x="972358" y="101340"/>
                  </a:lnTo>
                  <a:lnTo>
                    <a:pt x="1022307" y="96531"/>
                  </a:lnTo>
                  <a:lnTo>
                    <a:pt x="1069818" y="91957"/>
                  </a:lnTo>
                  <a:lnTo>
                    <a:pt x="1115119" y="87595"/>
                  </a:lnTo>
                  <a:lnTo>
                    <a:pt x="1158406" y="83428"/>
                  </a:lnTo>
                  <a:lnTo>
                    <a:pt x="1199850" y="79438"/>
                  </a:lnTo>
                  <a:lnTo>
                    <a:pt x="1239602" y="75610"/>
                  </a:lnTo>
                  <a:lnTo>
                    <a:pt x="1277795" y="71933"/>
                  </a:lnTo>
                  <a:lnTo>
                    <a:pt x="1314546" y="68395"/>
                  </a:lnTo>
                  <a:lnTo>
                    <a:pt x="1349961" y="64985"/>
                  </a:lnTo>
                  <a:lnTo>
                    <a:pt x="1384132" y="61695"/>
                  </a:lnTo>
                  <a:lnTo>
                    <a:pt x="1417145" y="58517"/>
                  </a:lnTo>
                  <a:lnTo>
                    <a:pt x="1449076" y="55443"/>
                  </a:lnTo>
                  <a:lnTo>
                    <a:pt x="1479992" y="52466"/>
                  </a:lnTo>
                  <a:lnTo>
                    <a:pt x="1509958" y="49581"/>
                  </a:lnTo>
                  <a:lnTo>
                    <a:pt x="1539028" y="46782"/>
                  </a:lnTo>
                  <a:lnTo>
                    <a:pt x="1567256" y="44064"/>
                  </a:lnTo>
                  <a:lnTo>
                    <a:pt x="1594689" y="41423"/>
                  </a:lnTo>
                  <a:lnTo>
                    <a:pt x="1621369" y="38855"/>
                  </a:lnTo>
                  <a:lnTo>
                    <a:pt x="1647339" y="36354"/>
                  </a:lnTo>
                  <a:lnTo>
                    <a:pt x="1672633" y="33919"/>
                  </a:lnTo>
                  <a:lnTo>
                    <a:pt x="1697288" y="31545"/>
                  </a:lnTo>
                  <a:lnTo>
                    <a:pt x="1721333" y="29230"/>
                  </a:lnTo>
                  <a:lnTo>
                    <a:pt x="1744799" y="26971"/>
                  </a:lnTo>
                  <a:lnTo>
                    <a:pt x="1767713" y="24765"/>
                  </a:lnTo>
                  <a:lnTo>
                    <a:pt x="1790100" y="22610"/>
                  </a:lnTo>
                  <a:lnTo>
                    <a:pt x="1811984" y="20503"/>
                  </a:lnTo>
                  <a:lnTo>
                    <a:pt x="1833387" y="18442"/>
                  </a:lnTo>
                  <a:lnTo>
                    <a:pt x="1854329" y="16426"/>
                  </a:lnTo>
                  <a:lnTo>
                    <a:pt x="1874831" y="14452"/>
                  </a:lnTo>
                  <a:lnTo>
                    <a:pt x="1894910" y="12519"/>
                  </a:lnTo>
                  <a:lnTo>
                    <a:pt x="1914583" y="10625"/>
                  </a:lnTo>
                  <a:lnTo>
                    <a:pt x="1933866" y="8768"/>
                  </a:lnTo>
                  <a:lnTo>
                    <a:pt x="1952776" y="6947"/>
                  </a:lnTo>
                  <a:lnTo>
                    <a:pt x="1971325" y="5162"/>
                  </a:lnTo>
                  <a:lnTo>
                    <a:pt x="1989527" y="3409"/>
                  </a:lnTo>
                  <a:lnTo>
                    <a:pt x="2007395" y="1689"/>
                  </a:lnTo>
                  <a:lnTo>
                    <a:pt x="2024941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655173" y="2409422"/>
              <a:ext cx="2024941" cy="37747"/>
            </a:xfrm>
            <a:custGeom>
              <a:avLst/>
              <a:pathLst>
                <a:path w="2024941" h="37747">
                  <a:moveTo>
                    <a:pt x="0" y="0"/>
                  </a:moveTo>
                  <a:lnTo>
                    <a:pt x="130031" y="2423"/>
                  </a:lnTo>
                  <a:lnTo>
                    <a:pt x="244727" y="4562"/>
                  </a:lnTo>
                  <a:lnTo>
                    <a:pt x="347326" y="6474"/>
                  </a:lnTo>
                  <a:lnTo>
                    <a:pt x="440139" y="8204"/>
                  </a:lnTo>
                  <a:lnTo>
                    <a:pt x="524870" y="9784"/>
                  </a:lnTo>
                  <a:lnTo>
                    <a:pt x="602814" y="11237"/>
                  </a:lnTo>
                  <a:lnTo>
                    <a:pt x="674980" y="12582"/>
                  </a:lnTo>
                  <a:lnTo>
                    <a:pt x="742165" y="13834"/>
                  </a:lnTo>
                  <a:lnTo>
                    <a:pt x="805012" y="15006"/>
                  </a:lnTo>
                  <a:lnTo>
                    <a:pt x="864048" y="16106"/>
                  </a:lnTo>
                  <a:lnTo>
                    <a:pt x="919708" y="17144"/>
                  </a:lnTo>
                  <a:lnTo>
                    <a:pt x="972358" y="18125"/>
                  </a:lnTo>
                  <a:lnTo>
                    <a:pt x="1022307" y="19057"/>
                  </a:lnTo>
                  <a:lnTo>
                    <a:pt x="1069818" y="19942"/>
                  </a:lnTo>
                  <a:lnTo>
                    <a:pt x="1115119" y="20787"/>
                  </a:lnTo>
                  <a:lnTo>
                    <a:pt x="1158406" y="21594"/>
                  </a:lnTo>
                  <a:lnTo>
                    <a:pt x="1199850" y="22366"/>
                  </a:lnTo>
                  <a:lnTo>
                    <a:pt x="1239602" y="23107"/>
                  </a:lnTo>
                  <a:lnTo>
                    <a:pt x="1277795" y="23819"/>
                  </a:lnTo>
                  <a:lnTo>
                    <a:pt x="1314546" y="24504"/>
                  </a:lnTo>
                  <a:lnTo>
                    <a:pt x="1349961" y="25164"/>
                  </a:lnTo>
                  <a:lnTo>
                    <a:pt x="1384132" y="25801"/>
                  </a:lnTo>
                  <a:lnTo>
                    <a:pt x="1417145" y="26417"/>
                  </a:lnTo>
                  <a:lnTo>
                    <a:pt x="1449076" y="27012"/>
                  </a:lnTo>
                  <a:lnTo>
                    <a:pt x="1479992" y="27588"/>
                  </a:lnTo>
                  <a:lnTo>
                    <a:pt x="1509958" y="28147"/>
                  </a:lnTo>
                  <a:lnTo>
                    <a:pt x="1539028" y="28689"/>
                  </a:lnTo>
                  <a:lnTo>
                    <a:pt x="1567256" y="29215"/>
                  </a:lnTo>
                  <a:lnTo>
                    <a:pt x="1594689" y="29726"/>
                  </a:lnTo>
                  <a:lnTo>
                    <a:pt x="1621369" y="30224"/>
                  </a:lnTo>
                  <a:lnTo>
                    <a:pt x="1647339" y="30708"/>
                  </a:lnTo>
                  <a:lnTo>
                    <a:pt x="1672633" y="31179"/>
                  </a:lnTo>
                  <a:lnTo>
                    <a:pt x="1697288" y="31639"/>
                  </a:lnTo>
                  <a:lnTo>
                    <a:pt x="1721333" y="32087"/>
                  </a:lnTo>
                  <a:lnTo>
                    <a:pt x="1744799" y="32525"/>
                  </a:lnTo>
                  <a:lnTo>
                    <a:pt x="1767713" y="32952"/>
                  </a:lnTo>
                  <a:lnTo>
                    <a:pt x="1790100" y="33369"/>
                  </a:lnTo>
                  <a:lnTo>
                    <a:pt x="1811984" y="33777"/>
                  </a:lnTo>
                  <a:lnTo>
                    <a:pt x="1833387" y="34176"/>
                  </a:lnTo>
                  <a:lnTo>
                    <a:pt x="1854329" y="34566"/>
                  </a:lnTo>
                  <a:lnTo>
                    <a:pt x="1874831" y="34949"/>
                  </a:lnTo>
                  <a:lnTo>
                    <a:pt x="1894910" y="35323"/>
                  </a:lnTo>
                  <a:lnTo>
                    <a:pt x="1914583" y="35690"/>
                  </a:lnTo>
                  <a:lnTo>
                    <a:pt x="1933866" y="36049"/>
                  </a:lnTo>
                  <a:lnTo>
                    <a:pt x="1952776" y="36402"/>
                  </a:lnTo>
                  <a:lnTo>
                    <a:pt x="1971325" y="36747"/>
                  </a:lnTo>
                  <a:lnTo>
                    <a:pt x="1989527" y="37087"/>
                  </a:lnTo>
                  <a:lnTo>
                    <a:pt x="2007395" y="37420"/>
                  </a:lnTo>
                  <a:lnTo>
                    <a:pt x="2024941" y="37747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655173" y="2382164"/>
              <a:ext cx="2024941" cy="245382"/>
            </a:xfrm>
            <a:custGeom>
              <a:avLst/>
              <a:pathLst>
                <a:path w="2024941" h="245382">
                  <a:moveTo>
                    <a:pt x="0" y="245382"/>
                  </a:moveTo>
                  <a:lnTo>
                    <a:pt x="130031" y="229625"/>
                  </a:lnTo>
                  <a:lnTo>
                    <a:pt x="244727" y="215726"/>
                  </a:lnTo>
                  <a:lnTo>
                    <a:pt x="347326" y="203293"/>
                  </a:lnTo>
                  <a:lnTo>
                    <a:pt x="440139" y="192046"/>
                  </a:lnTo>
                  <a:lnTo>
                    <a:pt x="524870" y="181779"/>
                  </a:lnTo>
                  <a:lnTo>
                    <a:pt x="602814" y="172333"/>
                  </a:lnTo>
                  <a:lnTo>
                    <a:pt x="674980" y="163588"/>
                  </a:lnTo>
                  <a:lnTo>
                    <a:pt x="742165" y="155447"/>
                  </a:lnTo>
                  <a:lnTo>
                    <a:pt x="805012" y="147831"/>
                  </a:lnTo>
                  <a:lnTo>
                    <a:pt x="864048" y="140677"/>
                  </a:lnTo>
                  <a:lnTo>
                    <a:pt x="919708" y="133932"/>
                  </a:lnTo>
                  <a:lnTo>
                    <a:pt x="972358" y="127552"/>
                  </a:lnTo>
                  <a:lnTo>
                    <a:pt x="1022307" y="121499"/>
                  </a:lnTo>
                  <a:lnTo>
                    <a:pt x="1069818" y="115742"/>
                  </a:lnTo>
                  <a:lnTo>
                    <a:pt x="1115119" y="110252"/>
                  </a:lnTo>
                  <a:lnTo>
                    <a:pt x="1158406" y="105006"/>
                  </a:lnTo>
                  <a:lnTo>
                    <a:pt x="1199850" y="99984"/>
                  </a:lnTo>
                  <a:lnTo>
                    <a:pt x="1239602" y="95167"/>
                  </a:lnTo>
                  <a:lnTo>
                    <a:pt x="1277795" y="90539"/>
                  </a:lnTo>
                  <a:lnTo>
                    <a:pt x="1314546" y="86085"/>
                  </a:lnTo>
                  <a:lnTo>
                    <a:pt x="1349961" y="81794"/>
                  </a:lnTo>
                  <a:lnTo>
                    <a:pt x="1384132" y="77653"/>
                  </a:lnTo>
                  <a:lnTo>
                    <a:pt x="1417145" y="73652"/>
                  </a:lnTo>
                  <a:lnTo>
                    <a:pt x="1449076" y="69783"/>
                  </a:lnTo>
                  <a:lnTo>
                    <a:pt x="1479992" y="66037"/>
                  </a:lnTo>
                  <a:lnTo>
                    <a:pt x="1509958" y="62405"/>
                  </a:lnTo>
                  <a:lnTo>
                    <a:pt x="1539028" y="58883"/>
                  </a:lnTo>
                  <a:lnTo>
                    <a:pt x="1567256" y="55462"/>
                  </a:lnTo>
                  <a:lnTo>
                    <a:pt x="1594689" y="52138"/>
                  </a:lnTo>
                  <a:lnTo>
                    <a:pt x="1621369" y="48904"/>
                  </a:lnTo>
                  <a:lnTo>
                    <a:pt x="1647339" y="45757"/>
                  </a:lnTo>
                  <a:lnTo>
                    <a:pt x="1672633" y="42692"/>
                  </a:lnTo>
                  <a:lnTo>
                    <a:pt x="1697288" y="39705"/>
                  </a:lnTo>
                  <a:lnTo>
                    <a:pt x="1721333" y="36791"/>
                  </a:lnTo>
                  <a:lnTo>
                    <a:pt x="1744799" y="33947"/>
                  </a:lnTo>
                  <a:lnTo>
                    <a:pt x="1767713" y="31171"/>
                  </a:lnTo>
                  <a:lnTo>
                    <a:pt x="1790100" y="28458"/>
                  </a:lnTo>
                  <a:lnTo>
                    <a:pt x="1811984" y="25806"/>
                  </a:lnTo>
                  <a:lnTo>
                    <a:pt x="1833387" y="23212"/>
                  </a:lnTo>
                  <a:lnTo>
                    <a:pt x="1854329" y="20674"/>
                  </a:lnTo>
                  <a:lnTo>
                    <a:pt x="1874831" y="18190"/>
                  </a:lnTo>
                  <a:lnTo>
                    <a:pt x="1894910" y="15757"/>
                  </a:lnTo>
                  <a:lnTo>
                    <a:pt x="1914583" y="13373"/>
                  </a:lnTo>
                  <a:lnTo>
                    <a:pt x="1933866" y="11036"/>
                  </a:lnTo>
                  <a:lnTo>
                    <a:pt x="1952776" y="8745"/>
                  </a:lnTo>
                  <a:lnTo>
                    <a:pt x="1971325" y="6497"/>
                  </a:lnTo>
                  <a:lnTo>
                    <a:pt x="1989527" y="4291"/>
                  </a:lnTo>
                  <a:lnTo>
                    <a:pt x="2007395" y="2126"/>
                  </a:lnTo>
                  <a:lnTo>
                    <a:pt x="2024941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655173" y="2023493"/>
              <a:ext cx="2024941" cy="893178"/>
            </a:xfrm>
            <a:custGeom>
              <a:avLst/>
              <a:pathLst>
                <a:path w="2024941" h="893178">
                  <a:moveTo>
                    <a:pt x="0" y="893178"/>
                  </a:moveTo>
                  <a:lnTo>
                    <a:pt x="130031" y="835822"/>
                  </a:lnTo>
                  <a:lnTo>
                    <a:pt x="244727" y="785231"/>
                  </a:lnTo>
                  <a:lnTo>
                    <a:pt x="347326" y="739976"/>
                  </a:lnTo>
                  <a:lnTo>
                    <a:pt x="440139" y="699037"/>
                  </a:lnTo>
                  <a:lnTo>
                    <a:pt x="524870" y="661664"/>
                  </a:lnTo>
                  <a:lnTo>
                    <a:pt x="602814" y="627283"/>
                  </a:lnTo>
                  <a:lnTo>
                    <a:pt x="674980" y="595452"/>
                  </a:lnTo>
                  <a:lnTo>
                    <a:pt x="742165" y="565817"/>
                  </a:lnTo>
                  <a:lnTo>
                    <a:pt x="805012" y="538096"/>
                  </a:lnTo>
                  <a:lnTo>
                    <a:pt x="864048" y="512056"/>
                  </a:lnTo>
                  <a:lnTo>
                    <a:pt x="919708" y="487505"/>
                  </a:lnTo>
                  <a:lnTo>
                    <a:pt x="972358" y="464282"/>
                  </a:lnTo>
                  <a:lnTo>
                    <a:pt x="1022307" y="442250"/>
                  </a:lnTo>
                  <a:lnTo>
                    <a:pt x="1069818" y="421293"/>
                  </a:lnTo>
                  <a:lnTo>
                    <a:pt x="1115119" y="401311"/>
                  </a:lnTo>
                  <a:lnTo>
                    <a:pt x="1158406" y="382218"/>
                  </a:lnTo>
                  <a:lnTo>
                    <a:pt x="1199850" y="363938"/>
                  </a:lnTo>
                  <a:lnTo>
                    <a:pt x="1239602" y="346403"/>
                  </a:lnTo>
                  <a:lnTo>
                    <a:pt x="1277795" y="329557"/>
                  </a:lnTo>
                  <a:lnTo>
                    <a:pt x="1314546" y="313346"/>
                  </a:lnTo>
                  <a:lnTo>
                    <a:pt x="1349961" y="297726"/>
                  </a:lnTo>
                  <a:lnTo>
                    <a:pt x="1384132" y="282653"/>
                  </a:lnTo>
                  <a:lnTo>
                    <a:pt x="1417145" y="268091"/>
                  </a:lnTo>
                  <a:lnTo>
                    <a:pt x="1449076" y="254007"/>
                  </a:lnTo>
                  <a:lnTo>
                    <a:pt x="1479992" y="240370"/>
                  </a:lnTo>
                  <a:lnTo>
                    <a:pt x="1509958" y="227153"/>
                  </a:lnTo>
                  <a:lnTo>
                    <a:pt x="1539028" y="214330"/>
                  </a:lnTo>
                  <a:lnTo>
                    <a:pt x="1567256" y="201879"/>
                  </a:lnTo>
                  <a:lnTo>
                    <a:pt x="1594689" y="189779"/>
                  </a:lnTo>
                  <a:lnTo>
                    <a:pt x="1621369" y="178010"/>
                  </a:lnTo>
                  <a:lnTo>
                    <a:pt x="1647339" y="166556"/>
                  </a:lnTo>
                  <a:lnTo>
                    <a:pt x="1672633" y="155398"/>
                  </a:lnTo>
                  <a:lnTo>
                    <a:pt x="1697288" y="144524"/>
                  </a:lnTo>
                  <a:lnTo>
                    <a:pt x="1721333" y="133918"/>
                  </a:lnTo>
                  <a:lnTo>
                    <a:pt x="1744799" y="123567"/>
                  </a:lnTo>
                  <a:lnTo>
                    <a:pt x="1767713" y="113460"/>
                  </a:lnTo>
                  <a:lnTo>
                    <a:pt x="1790100" y="103585"/>
                  </a:lnTo>
                  <a:lnTo>
                    <a:pt x="1811984" y="93933"/>
                  </a:lnTo>
                  <a:lnTo>
                    <a:pt x="1833387" y="84492"/>
                  </a:lnTo>
                  <a:lnTo>
                    <a:pt x="1854329" y="75255"/>
                  </a:lnTo>
                  <a:lnTo>
                    <a:pt x="1874831" y="66212"/>
                  </a:lnTo>
                  <a:lnTo>
                    <a:pt x="1894910" y="57355"/>
                  </a:lnTo>
                  <a:lnTo>
                    <a:pt x="1914583" y="48677"/>
                  </a:lnTo>
                  <a:lnTo>
                    <a:pt x="1933866" y="40172"/>
                  </a:lnTo>
                  <a:lnTo>
                    <a:pt x="1952776" y="31831"/>
                  </a:lnTo>
                  <a:lnTo>
                    <a:pt x="1971325" y="23649"/>
                  </a:lnTo>
                  <a:lnTo>
                    <a:pt x="1989527" y="15620"/>
                  </a:lnTo>
                  <a:lnTo>
                    <a:pt x="2007395" y="7739"/>
                  </a:lnTo>
                  <a:lnTo>
                    <a:pt x="2024941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655173" y="2174983"/>
              <a:ext cx="2024941" cy="650747"/>
            </a:xfrm>
            <a:custGeom>
              <a:avLst/>
              <a:pathLst>
                <a:path w="2024941" h="650747">
                  <a:moveTo>
                    <a:pt x="0" y="650747"/>
                  </a:moveTo>
                  <a:lnTo>
                    <a:pt x="130031" y="608959"/>
                  </a:lnTo>
                  <a:lnTo>
                    <a:pt x="244727" y="572100"/>
                  </a:lnTo>
                  <a:lnTo>
                    <a:pt x="347326" y="539128"/>
                  </a:lnTo>
                  <a:lnTo>
                    <a:pt x="440139" y="509301"/>
                  </a:lnTo>
                  <a:lnTo>
                    <a:pt x="524870" y="482072"/>
                  </a:lnTo>
                  <a:lnTo>
                    <a:pt x="602814" y="457023"/>
                  </a:lnTo>
                  <a:lnTo>
                    <a:pt x="674980" y="433831"/>
                  </a:lnTo>
                  <a:lnTo>
                    <a:pt x="742165" y="412240"/>
                  </a:lnTo>
                  <a:lnTo>
                    <a:pt x="805012" y="392043"/>
                  </a:lnTo>
                  <a:lnTo>
                    <a:pt x="864048" y="373071"/>
                  </a:lnTo>
                  <a:lnTo>
                    <a:pt x="919708" y="355184"/>
                  </a:lnTo>
                  <a:lnTo>
                    <a:pt x="972358" y="338264"/>
                  </a:lnTo>
                  <a:lnTo>
                    <a:pt x="1022307" y="322212"/>
                  </a:lnTo>
                  <a:lnTo>
                    <a:pt x="1069818" y="306944"/>
                  </a:lnTo>
                  <a:lnTo>
                    <a:pt x="1115119" y="292385"/>
                  </a:lnTo>
                  <a:lnTo>
                    <a:pt x="1158406" y="278475"/>
                  </a:lnTo>
                  <a:lnTo>
                    <a:pt x="1199850" y="265156"/>
                  </a:lnTo>
                  <a:lnTo>
                    <a:pt x="1239602" y="252381"/>
                  </a:lnTo>
                  <a:lnTo>
                    <a:pt x="1277795" y="240107"/>
                  </a:lnTo>
                  <a:lnTo>
                    <a:pt x="1314546" y="228296"/>
                  </a:lnTo>
                  <a:lnTo>
                    <a:pt x="1349961" y="216915"/>
                  </a:lnTo>
                  <a:lnTo>
                    <a:pt x="1384132" y="205934"/>
                  </a:lnTo>
                  <a:lnTo>
                    <a:pt x="1417145" y="195324"/>
                  </a:lnTo>
                  <a:lnTo>
                    <a:pt x="1449076" y="185063"/>
                  </a:lnTo>
                  <a:lnTo>
                    <a:pt x="1479992" y="175128"/>
                  </a:lnTo>
                  <a:lnTo>
                    <a:pt x="1509958" y="165498"/>
                  </a:lnTo>
                  <a:lnTo>
                    <a:pt x="1539028" y="156155"/>
                  </a:lnTo>
                  <a:lnTo>
                    <a:pt x="1567256" y="147084"/>
                  </a:lnTo>
                  <a:lnTo>
                    <a:pt x="1594689" y="138268"/>
                  </a:lnTo>
                  <a:lnTo>
                    <a:pt x="1621369" y="129694"/>
                  </a:lnTo>
                  <a:lnTo>
                    <a:pt x="1647339" y="121348"/>
                  </a:lnTo>
                  <a:lnTo>
                    <a:pt x="1672633" y="113219"/>
                  </a:lnTo>
                  <a:lnTo>
                    <a:pt x="1697288" y="105296"/>
                  </a:lnTo>
                  <a:lnTo>
                    <a:pt x="1721333" y="97569"/>
                  </a:lnTo>
                  <a:lnTo>
                    <a:pt x="1744799" y="90028"/>
                  </a:lnTo>
                  <a:lnTo>
                    <a:pt x="1767713" y="82664"/>
                  </a:lnTo>
                  <a:lnTo>
                    <a:pt x="1790100" y="75470"/>
                  </a:lnTo>
                  <a:lnTo>
                    <a:pt x="1811984" y="68437"/>
                  </a:lnTo>
                  <a:lnTo>
                    <a:pt x="1833387" y="61559"/>
                  </a:lnTo>
                  <a:lnTo>
                    <a:pt x="1854329" y="54828"/>
                  </a:lnTo>
                  <a:lnTo>
                    <a:pt x="1874831" y="48240"/>
                  </a:lnTo>
                  <a:lnTo>
                    <a:pt x="1894910" y="41787"/>
                  </a:lnTo>
                  <a:lnTo>
                    <a:pt x="1914583" y="35465"/>
                  </a:lnTo>
                  <a:lnTo>
                    <a:pt x="1933866" y="29268"/>
                  </a:lnTo>
                  <a:lnTo>
                    <a:pt x="1952776" y="23191"/>
                  </a:lnTo>
                  <a:lnTo>
                    <a:pt x="1971325" y="17230"/>
                  </a:lnTo>
                  <a:lnTo>
                    <a:pt x="1989527" y="11381"/>
                  </a:lnTo>
                  <a:lnTo>
                    <a:pt x="2007395" y="5638"/>
                  </a:lnTo>
                  <a:lnTo>
                    <a:pt x="2024941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655173" y="2538772"/>
              <a:ext cx="2024941" cy="95395"/>
            </a:xfrm>
            <a:custGeom>
              <a:avLst/>
              <a:pathLst>
                <a:path w="2024941" h="95395">
                  <a:moveTo>
                    <a:pt x="0" y="0"/>
                  </a:moveTo>
                  <a:lnTo>
                    <a:pt x="130031" y="6125"/>
                  </a:lnTo>
                  <a:lnTo>
                    <a:pt x="244727" y="11529"/>
                  </a:lnTo>
                  <a:lnTo>
                    <a:pt x="347326" y="16362"/>
                  </a:lnTo>
                  <a:lnTo>
                    <a:pt x="440139" y="20734"/>
                  </a:lnTo>
                  <a:lnTo>
                    <a:pt x="524870" y="24726"/>
                  </a:lnTo>
                  <a:lnTo>
                    <a:pt x="602814" y="28398"/>
                  </a:lnTo>
                  <a:lnTo>
                    <a:pt x="674980" y="31798"/>
                  </a:lnTo>
                  <a:lnTo>
                    <a:pt x="742165" y="34963"/>
                  </a:lnTo>
                  <a:lnTo>
                    <a:pt x="805012" y="37924"/>
                  </a:lnTo>
                  <a:lnTo>
                    <a:pt x="864048" y="40705"/>
                  </a:lnTo>
                  <a:lnTo>
                    <a:pt x="919708" y="43327"/>
                  </a:lnTo>
                  <a:lnTo>
                    <a:pt x="972358" y="45807"/>
                  </a:lnTo>
                  <a:lnTo>
                    <a:pt x="1022307" y="48160"/>
                  </a:lnTo>
                  <a:lnTo>
                    <a:pt x="1069818" y="50399"/>
                  </a:lnTo>
                  <a:lnTo>
                    <a:pt x="1115119" y="52533"/>
                  </a:lnTo>
                  <a:lnTo>
                    <a:pt x="1158406" y="54572"/>
                  </a:lnTo>
                  <a:lnTo>
                    <a:pt x="1199850" y="56525"/>
                  </a:lnTo>
                  <a:lnTo>
                    <a:pt x="1239602" y="58397"/>
                  </a:lnTo>
                  <a:lnTo>
                    <a:pt x="1277795" y="60197"/>
                  </a:lnTo>
                  <a:lnTo>
                    <a:pt x="1314546" y="61928"/>
                  </a:lnTo>
                  <a:lnTo>
                    <a:pt x="1349961" y="63596"/>
                  </a:lnTo>
                  <a:lnTo>
                    <a:pt x="1384132" y="65206"/>
                  </a:lnTo>
                  <a:lnTo>
                    <a:pt x="1417145" y="66761"/>
                  </a:lnTo>
                  <a:lnTo>
                    <a:pt x="1449076" y="68266"/>
                  </a:lnTo>
                  <a:lnTo>
                    <a:pt x="1479992" y="69722"/>
                  </a:lnTo>
                  <a:lnTo>
                    <a:pt x="1509958" y="71134"/>
                  </a:lnTo>
                  <a:lnTo>
                    <a:pt x="1539028" y="72503"/>
                  </a:lnTo>
                  <a:lnTo>
                    <a:pt x="1567256" y="73833"/>
                  </a:lnTo>
                  <a:lnTo>
                    <a:pt x="1594689" y="75125"/>
                  </a:lnTo>
                  <a:lnTo>
                    <a:pt x="1621369" y="76382"/>
                  </a:lnTo>
                  <a:lnTo>
                    <a:pt x="1647339" y="77606"/>
                  </a:lnTo>
                  <a:lnTo>
                    <a:pt x="1672633" y="78797"/>
                  </a:lnTo>
                  <a:lnTo>
                    <a:pt x="1697288" y="79959"/>
                  </a:lnTo>
                  <a:lnTo>
                    <a:pt x="1721333" y="81092"/>
                  </a:lnTo>
                  <a:lnTo>
                    <a:pt x="1744799" y="82197"/>
                  </a:lnTo>
                  <a:lnTo>
                    <a:pt x="1767713" y="83277"/>
                  </a:lnTo>
                  <a:lnTo>
                    <a:pt x="1790100" y="84331"/>
                  </a:lnTo>
                  <a:lnTo>
                    <a:pt x="1811984" y="85362"/>
                  </a:lnTo>
                  <a:lnTo>
                    <a:pt x="1833387" y="86371"/>
                  </a:lnTo>
                  <a:lnTo>
                    <a:pt x="1854329" y="87357"/>
                  </a:lnTo>
                  <a:lnTo>
                    <a:pt x="1874831" y="88323"/>
                  </a:lnTo>
                  <a:lnTo>
                    <a:pt x="1894910" y="89269"/>
                  </a:lnTo>
                  <a:lnTo>
                    <a:pt x="1914583" y="90196"/>
                  </a:lnTo>
                  <a:lnTo>
                    <a:pt x="1933866" y="91104"/>
                  </a:lnTo>
                  <a:lnTo>
                    <a:pt x="1952776" y="91995"/>
                  </a:lnTo>
                  <a:lnTo>
                    <a:pt x="1971325" y="92869"/>
                  </a:lnTo>
                  <a:lnTo>
                    <a:pt x="1989527" y="93726"/>
                  </a:lnTo>
                  <a:lnTo>
                    <a:pt x="2007395" y="94568"/>
                  </a:lnTo>
                  <a:lnTo>
                    <a:pt x="2024941" y="95395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" name="rc99"/>
            <p:cNvSpPr/>
            <p:nvPr/>
          </p:nvSpPr>
          <p:spPr>
            <a:xfrm>
              <a:off x="1503277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503277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 rot="-5400000">
              <a:off x="1272281" y="3311735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03" name="tx102"/>
            <p:cNvSpPr/>
            <p:nvPr/>
          </p:nvSpPr>
          <p:spPr>
            <a:xfrm rot="-5400000">
              <a:off x="1272281" y="282130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4" name="tx103"/>
            <p:cNvSpPr/>
            <p:nvPr/>
          </p:nvSpPr>
          <p:spPr>
            <a:xfrm rot="-5400000">
              <a:off x="1272281" y="2330872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5" name="tx104"/>
            <p:cNvSpPr/>
            <p:nvPr/>
          </p:nvSpPr>
          <p:spPr>
            <a:xfrm rot="-5400000">
              <a:off x="1272281" y="184044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6" name="tx105"/>
            <p:cNvSpPr/>
            <p:nvPr/>
          </p:nvSpPr>
          <p:spPr>
            <a:xfrm rot="-5400000">
              <a:off x="1272281" y="1350010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7" name="pl106"/>
            <p:cNvSpPr/>
            <p:nvPr/>
          </p:nvSpPr>
          <p:spPr>
            <a:xfrm>
              <a:off x="1465319" y="336184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465319" y="287141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465319" y="238098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465319" y="189055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1465319" y="140011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1503277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1655173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2330154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3005134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3680115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6"/>
            <p:cNvSpPr/>
            <p:nvPr/>
          </p:nvSpPr>
          <p:spPr>
            <a:xfrm rot="-5400000">
              <a:off x="1004992" y="2336425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8" name="tx117"/>
            <p:cNvSpPr/>
            <p:nvPr/>
          </p:nvSpPr>
          <p:spPr>
            <a:xfrm>
              <a:off x="1503277" y="1110514"/>
              <a:ext cx="651510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9" name="rc118"/>
            <p:cNvSpPr/>
            <p:nvPr/>
          </p:nvSpPr>
          <p:spPr>
            <a:xfrm>
              <a:off x="4122981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199531" y="272337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258142" y="268638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4250597" y="2514363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4217066" y="239146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4213031" y="3171230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4255545" y="329117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4212135" y="2523757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4235108" y="319619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4275959" y="251449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4202816" y="223964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4875258" y="254781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4955047" y="262101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4957105" y="161703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4913528" y="250703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4930038" y="177560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4903043" y="235158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4951724" y="224636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4965901" y="270200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4947832" y="254105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4901562" y="298910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4902404" y="301455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4909732" y="288408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4898823" y="330534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4893206" y="308049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4894849" y="316595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4963217" y="285813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4909256" y="302549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4957631" y="258146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585435" y="187787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565474" y="270562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604600" y="2213250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624368" y="267770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643378" y="236210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637761" y="267356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639881" y="180574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574567" y="234849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600250" y="249008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595211" y="291773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593692" y="251186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634871" y="158567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5593894" y="224152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5608745" y="267223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5644072" y="268886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5602068" y="290286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5636494" y="325844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5623167" y="302468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5568228" y="2956549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5644309" y="2313915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240706" y="222299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310114" y="205228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269251" y="247085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242449" y="262539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267915" y="331400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273635" y="263140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316527" y="331304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300662" y="2486747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284344" y="263826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312626" y="312104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236420" y="239770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282907" y="141911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266734" y="274129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275588" y="222175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297978" y="229891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243655" y="204860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6279916" y="240886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6302547" y="207612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6255300" y="2768959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6316054" y="233829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6242788" y="268470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6302805" y="310432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6268183" y="172780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6283622" y="219915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274800" y="2269926"/>
              <a:ext cx="2028983" cy="296926"/>
            </a:xfrm>
            <a:custGeom>
              <a:avLst/>
              <a:pathLst>
                <a:path w="2028983" h="296926">
                  <a:moveTo>
                    <a:pt x="0" y="296926"/>
                  </a:moveTo>
                  <a:lnTo>
                    <a:pt x="130291" y="277858"/>
                  </a:lnTo>
                  <a:lnTo>
                    <a:pt x="245216" y="261040"/>
                  </a:lnTo>
                  <a:lnTo>
                    <a:pt x="348020" y="245995"/>
                  </a:lnTo>
                  <a:lnTo>
                    <a:pt x="441017" y="232386"/>
                  </a:lnTo>
                  <a:lnTo>
                    <a:pt x="525917" y="219962"/>
                  </a:lnTo>
                  <a:lnTo>
                    <a:pt x="604017" y="208532"/>
                  </a:lnTo>
                  <a:lnTo>
                    <a:pt x="676327" y="197950"/>
                  </a:lnTo>
                  <a:lnTo>
                    <a:pt x="743646" y="188099"/>
                  </a:lnTo>
                  <a:lnTo>
                    <a:pt x="806618" y="178883"/>
                  </a:lnTo>
                  <a:lnTo>
                    <a:pt x="865772" y="170226"/>
                  </a:lnTo>
                  <a:lnTo>
                    <a:pt x="921543" y="162065"/>
                  </a:lnTo>
                  <a:lnTo>
                    <a:pt x="974299" y="154344"/>
                  </a:lnTo>
                  <a:lnTo>
                    <a:pt x="1024347" y="147020"/>
                  </a:lnTo>
                  <a:lnTo>
                    <a:pt x="1071954" y="140053"/>
                  </a:lnTo>
                  <a:lnTo>
                    <a:pt x="1117345" y="133411"/>
                  </a:lnTo>
                  <a:lnTo>
                    <a:pt x="1160718" y="127063"/>
                  </a:lnTo>
                  <a:lnTo>
                    <a:pt x="1202245" y="120986"/>
                  </a:lnTo>
                  <a:lnTo>
                    <a:pt x="1242076" y="115157"/>
                  </a:lnTo>
                  <a:lnTo>
                    <a:pt x="1280345" y="109557"/>
                  </a:lnTo>
                  <a:lnTo>
                    <a:pt x="1317170" y="104168"/>
                  </a:lnTo>
                  <a:lnTo>
                    <a:pt x="1352655" y="98975"/>
                  </a:lnTo>
                  <a:lnTo>
                    <a:pt x="1386895" y="93964"/>
                  </a:lnTo>
                  <a:lnTo>
                    <a:pt x="1419974" y="89123"/>
                  </a:lnTo>
                  <a:lnTo>
                    <a:pt x="1451968" y="84441"/>
                  </a:lnTo>
                  <a:lnTo>
                    <a:pt x="1482946" y="79908"/>
                  </a:lnTo>
                  <a:lnTo>
                    <a:pt x="1512971" y="75514"/>
                  </a:lnTo>
                  <a:lnTo>
                    <a:pt x="1542100" y="71251"/>
                  </a:lnTo>
                  <a:lnTo>
                    <a:pt x="1570384" y="67112"/>
                  </a:lnTo>
                  <a:lnTo>
                    <a:pt x="1597871" y="63089"/>
                  </a:lnTo>
                  <a:lnTo>
                    <a:pt x="1624605" y="59177"/>
                  </a:lnTo>
                  <a:lnTo>
                    <a:pt x="1650626" y="55369"/>
                  </a:lnTo>
                  <a:lnTo>
                    <a:pt x="1675972" y="51660"/>
                  </a:lnTo>
                  <a:lnTo>
                    <a:pt x="1700675" y="48045"/>
                  </a:lnTo>
                  <a:lnTo>
                    <a:pt x="1724768" y="44519"/>
                  </a:lnTo>
                  <a:lnTo>
                    <a:pt x="1748281" y="41078"/>
                  </a:lnTo>
                  <a:lnTo>
                    <a:pt x="1771241" y="37718"/>
                  </a:lnTo>
                  <a:lnTo>
                    <a:pt x="1793672" y="34435"/>
                  </a:lnTo>
                  <a:lnTo>
                    <a:pt x="1815600" y="31226"/>
                  </a:lnTo>
                  <a:lnTo>
                    <a:pt x="1837046" y="28088"/>
                  </a:lnTo>
                  <a:lnTo>
                    <a:pt x="1858030" y="25017"/>
                  </a:lnTo>
                  <a:lnTo>
                    <a:pt x="1878572" y="22011"/>
                  </a:lnTo>
                  <a:lnTo>
                    <a:pt x="1898691" y="19067"/>
                  </a:lnTo>
                  <a:lnTo>
                    <a:pt x="1918404" y="16182"/>
                  </a:lnTo>
                  <a:lnTo>
                    <a:pt x="1937726" y="13354"/>
                  </a:lnTo>
                  <a:lnTo>
                    <a:pt x="1956673" y="10581"/>
                  </a:lnTo>
                  <a:lnTo>
                    <a:pt x="1975259" y="7862"/>
                  </a:lnTo>
                  <a:lnTo>
                    <a:pt x="1993497" y="5192"/>
                  </a:lnTo>
                  <a:lnTo>
                    <a:pt x="2011401" y="2572"/>
                  </a:lnTo>
                  <a:lnTo>
                    <a:pt x="2028983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274800" y="1807605"/>
              <a:ext cx="2028983" cy="496997"/>
            </a:xfrm>
            <a:custGeom>
              <a:avLst/>
              <a:pathLst>
                <a:path w="2028983" h="496997">
                  <a:moveTo>
                    <a:pt x="0" y="496997"/>
                  </a:moveTo>
                  <a:lnTo>
                    <a:pt x="130291" y="465082"/>
                  </a:lnTo>
                  <a:lnTo>
                    <a:pt x="245216" y="436931"/>
                  </a:lnTo>
                  <a:lnTo>
                    <a:pt x="348020" y="411749"/>
                  </a:lnTo>
                  <a:lnTo>
                    <a:pt x="441017" y="388970"/>
                  </a:lnTo>
                  <a:lnTo>
                    <a:pt x="525917" y="368174"/>
                  </a:lnTo>
                  <a:lnTo>
                    <a:pt x="604017" y="349043"/>
                  </a:lnTo>
                  <a:lnTo>
                    <a:pt x="676327" y="331331"/>
                  </a:lnTo>
                  <a:lnTo>
                    <a:pt x="743646" y="314841"/>
                  </a:lnTo>
                  <a:lnTo>
                    <a:pt x="806618" y="299416"/>
                  </a:lnTo>
                  <a:lnTo>
                    <a:pt x="865772" y="284927"/>
                  </a:lnTo>
                  <a:lnTo>
                    <a:pt x="921543" y="271265"/>
                  </a:lnTo>
                  <a:lnTo>
                    <a:pt x="974299" y="258343"/>
                  </a:lnTo>
                  <a:lnTo>
                    <a:pt x="1024347" y="246084"/>
                  </a:lnTo>
                  <a:lnTo>
                    <a:pt x="1071954" y="234423"/>
                  </a:lnTo>
                  <a:lnTo>
                    <a:pt x="1117345" y="223304"/>
                  </a:lnTo>
                  <a:lnTo>
                    <a:pt x="1160718" y="212680"/>
                  </a:lnTo>
                  <a:lnTo>
                    <a:pt x="1202245" y="202508"/>
                  </a:lnTo>
                  <a:lnTo>
                    <a:pt x="1242076" y="192751"/>
                  </a:lnTo>
                  <a:lnTo>
                    <a:pt x="1280345" y="183377"/>
                  </a:lnTo>
                  <a:lnTo>
                    <a:pt x="1317170" y="174357"/>
                  </a:lnTo>
                  <a:lnTo>
                    <a:pt x="1352655" y="165665"/>
                  </a:lnTo>
                  <a:lnTo>
                    <a:pt x="1386895" y="157278"/>
                  </a:lnTo>
                  <a:lnTo>
                    <a:pt x="1419974" y="149176"/>
                  </a:lnTo>
                  <a:lnTo>
                    <a:pt x="1451968" y="141339"/>
                  </a:lnTo>
                  <a:lnTo>
                    <a:pt x="1482946" y="133751"/>
                  </a:lnTo>
                  <a:lnTo>
                    <a:pt x="1512971" y="126396"/>
                  </a:lnTo>
                  <a:lnTo>
                    <a:pt x="1542100" y="119261"/>
                  </a:lnTo>
                  <a:lnTo>
                    <a:pt x="1570384" y="112333"/>
                  </a:lnTo>
                  <a:lnTo>
                    <a:pt x="1597871" y="105600"/>
                  </a:lnTo>
                  <a:lnTo>
                    <a:pt x="1624605" y="99051"/>
                  </a:lnTo>
                  <a:lnTo>
                    <a:pt x="1650626" y="92677"/>
                  </a:lnTo>
                  <a:lnTo>
                    <a:pt x="1675972" y="86469"/>
                  </a:lnTo>
                  <a:lnTo>
                    <a:pt x="1700675" y="80418"/>
                  </a:lnTo>
                  <a:lnTo>
                    <a:pt x="1724768" y="74516"/>
                  </a:lnTo>
                  <a:lnTo>
                    <a:pt x="1748281" y="68757"/>
                  </a:lnTo>
                  <a:lnTo>
                    <a:pt x="1771241" y="63133"/>
                  </a:lnTo>
                  <a:lnTo>
                    <a:pt x="1793672" y="57638"/>
                  </a:lnTo>
                  <a:lnTo>
                    <a:pt x="1815600" y="52267"/>
                  </a:lnTo>
                  <a:lnTo>
                    <a:pt x="1837046" y="47014"/>
                  </a:lnTo>
                  <a:lnTo>
                    <a:pt x="1858030" y="41874"/>
                  </a:lnTo>
                  <a:lnTo>
                    <a:pt x="1878572" y="36842"/>
                  </a:lnTo>
                  <a:lnTo>
                    <a:pt x="1898691" y="31914"/>
                  </a:lnTo>
                  <a:lnTo>
                    <a:pt x="1918404" y="27086"/>
                  </a:lnTo>
                  <a:lnTo>
                    <a:pt x="1937726" y="22353"/>
                  </a:lnTo>
                  <a:lnTo>
                    <a:pt x="1956673" y="17712"/>
                  </a:lnTo>
                  <a:lnTo>
                    <a:pt x="1975259" y="13159"/>
                  </a:lnTo>
                  <a:lnTo>
                    <a:pt x="1993497" y="8692"/>
                  </a:lnTo>
                  <a:lnTo>
                    <a:pt x="2011401" y="4306"/>
                  </a:lnTo>
                  <a:lnTo>
                    <a:pt x="2028983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274800" y="2394872"/>
              <a:ext cx="2028983" cy="88259"/>
            </a:xfrm>
            <a:custGeom>
              <a:avLst/>
              <a:pathLst>
                <a:path w="2028983" h="88259">
                  <a:moveTo>
                    <a:pt x="0" y="88259"/>
                  </a:moveTo>
                  <a:lnTo>
                    <a:pt x="130291" y="82592"/>
                  </a:lnTo>
                  <a:lnTo>
                    <a:pt x="245216" y="77592"/>
                  </a:lnTo>
                  <a:lnTo>
                    <a:pt x="348020" y="73121"/>
                  </a:lnTo>
                  <a:lnTo>
                    <a:pt x="441017" y="69075"/>
                  </a:lnTo>
                  <a:lnTo>
                    <a:pt x="525917" y="65382"/>
                  </a:lnTo>
                  <a:lnTo>
                    <a:pt x="604017" y="61985"/>
                  </a:lnTo>
                  <a:lnTo>
                    <a:pt x="676327" y="58839"/>
                  </a:lnTo>
                  <a:lnTo>
                    <a:pt x="743646" y="55911"/>
                  </a:lnTo>
                  <a:lnTo>
                    <a:pt x="806618" y="53172"/>
                  </a:lnTo>
                  <a:lnTo>
                    <a:pt x="865772" y="50599"/>
                  </a:lnTo>
                  <a:lnTo>
                    <a:pt x="921543" y="48173"/>
                  </a:lnTo>
                  <a:lnTo>
                    <a:pt x="974299" y="45878"/>
                  </a:lnTo>
                  <a:lnTo>
                    <a:pt x="1024347" y="43701"/>
                  </a:lnTo>
                  <a:lnTo>
                    <a:pt x="1071954" y="41630"/>
                  </a:lnTo>
                  <a:lnTo>
                    <a:pt x="1117345" y="39655"/>
                  </a:lnTo>
                  <a:lnTo>
                    <a:pt x="1160718" y="37769"/>
                  </a:lnTo>
                  <a:lnTo>
                    <a:pt x="1202245" y="35962"/>
                  </a:lnTo>
                  <a:lnTo>
                    <a:pt x="1242076" y="34230"/>
                  </a:lnTo>
                  <a:lnTo>
                    <a:pt x="1280345" y="32565"/>
                  </a:lnTo>
                  <a:lnTo>
                    <a:pt x="1317170" y="30963"/>
                  </a:lnTo>
                  <a:lnTo>
                    <a:pt x="1352655" y="29419"/>
                  </a:lnTo>
                  <a:lnTo>
                    <a:pt x="1386895" y="27930"/>
                  </a:lnTo>
                  <a:lnTo>
                    <a:pt x="1419974" y="26491"/>
                  </a:lnTo>
                  <a:lnTo>
                    <a:pt x="1451968" y="25099"/>
                  </a:lnTo>
                  <a:lnTo>
                    <a:pt x="1482946" y="23752"/>
                  </a:lnTo>
                  <a:lnTo>
                    <a:pt x="1512971" y="22446"/>
                  </a:lnTo>
                  <a:lnTo>
                    <a:pt x="1542100" y="21179"/>
                  </a:lnTo>
                  <a:lnTo>
                    <a:pt x="1570384" y="19948"/>
                  </a:lnTo>
                  <a:lnTo>
                    <a:pt x="1597871" y="18753"/>
                  </a:lnTo>
                  <a:lnTo>
                    <a:pt x="1624605" y="17590"/>
                  </a:lnTo>
                  <a:lnTo>
                    <a:pt x="1650626" y="16458"/>
                  </a:lnTo>
                  <a:lnTo>
                    <a:pt x="1675972" y="15355"/>
                  </a:lnTo>
                  <a:lnTo>
                    <a:pt x="1700675" y="14281"/>
                  </a:lnTo>
                  <a:lnTo>
                    <a:pt x="1724768" y="13233"/>
                  </a:lnTo>
                  <a:lnTo>
                    <a:pt x="1748281" y="12210"/>
                  </a:lnTo>
                  <a:lnTo>
                    <a:pt x="1771241" y="11211"/>
                  </a:lnTo>
                  <a:lnTo>
                    <a:pt x="1793672" y="10235"/>
                  </a:lnTo>
                  <a:lnTo>
                    <a:pt x="1815600" y="9282"/>
                  </a:lnTo>
                  <a:lnTo>
                    <a:pt x="1837046" y="8349"/>
                  </a:lnTo>
                  <a:lnTo>
                    <a:pt x="1858030" y="7436"/>
                  </a:lnTo>
                  <a:lnTo>
                    <a:pt x="1878572" y="6542"/>
                  </a:lnTo>
                  <a:lnTo>
                    <a:pt x="1898691" y="5667"/>
                  </a:lnTo>
                  <a:lnTo>
                    <a:pt x="1918404" y="4810"/>
                  </a:lnTo>
                  <a:lnTo>
                    <a:pt x="1937726" y="3969"/>
                  </a:lnTo>
                  <a:lnTo>
                    <a:pt x="1956673" y="3145"/>
                  </a:lnTo>
                  <a:lnTo>
                    <a:pt x="1975259" y="2336"/>
                  </a:lnTo>
                  <a:lnTo>
                    <a:pt x="1993497" y="1543"/>
                  </a:lnTo>
                  <a:lnTo>
                    <a:pt x="2011401" y="764"/>
                  </a:lnTo>
                  <a:lnTo>
                    <a:pt x="2028983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274800" y="2264996"/>
              <a:ext cx="2028983" cy="766337"/>
            </a:xfrm>
            <a:custGeom>
              <a:avLst/>
              <a:pathLst>
                <a:path w="2028983" h="766337">
                  <a:moveTo>
                    <a:pt x="0" y="766337"/>
                  </a:moveTo>
                  <a:lnTo>
                    <a:pt x="130291" y="717126"/>
                  </a:lnTo>
                  <a:lnTo>
                    <a:pt x="245216" y="673720"/>
                  </a:lnTo>
                  <a:lnTo>
                    <a:pt x="348020" y="634891"/>
                  </a:lnTo>
                  <a:lnTo>
                    <a:pt x="441017" y="599766"/>
                  </a:lnTo>
                  <a:lnTo>
                    <a:pt x="525917" y="567700"/>
                  </a:lnTo>
                  <a:lnTo>
                    <a:pt x="604017" y="538202"/>
                  </a:lnTo>
                  <a:lnTo>
                    <a:pt x="676327" y="510891"/>
                  </a:lnTo>
                  <a:lnTo>
                    <a:pt x="743646" y="485465"/>
                  </a:lnTo>
                  <a:lnTo>
                    <a:pt x="806618" y="461681"/>
                  </a:lnTo>
                  <a:lnTo>
                    <a:pt x="865772" y="439339"/>
                  </a:lnTo>
                  <a:lnTo>
                    <a:pt x="921543" y="418274"/>
                  </a:lnTo>
                  <a:lnTo>
                    <a:pt x="974299" y="398349"/>
                  </a:lnTo>
                  <a:lnTo>
                    <a:pt x="1024347" y="379445"/>
                  </a:lnTo>
                  <a:lnTo>
                    <a:pt x="1071954" y="361465"/>
                  </a:lnTo>
                  <a:lnTo>
                    <a:pt x="1117345" y="344321"/>
                  </a:lnTo>
                  <a:lnTo>
                    <a:pt x="1160718" y="327939"/>
                  </a:lnTo>
                  <a:lnTo>
                    <a:pt x="1202245" y="312254"/>
                  </a:lnTo>
                  <a:lnTo>
                    <a:pt x="1242076" y="297210"/>
                  </a:lnTo>
                  <a:lnTo>
                    <a:pt x="1280345" y="282756"/>
                  </a:lnTo>
                  <a:lnTo>
                    <a:pt x="1317170" y="268848"/>
                  </a:lnTo>
                  <a:lnTo>
                    <a:pt x="1352655" y="255445"/>
                  </a:lnTo>
                  <a:lnTo>
                    <a:pt x="1386895" y="242513"/>
                  </a:lnTo>
                  <a:lnTo>
                    <a:pt x="1419974" y="230019"/>
                  </a:lnTo>
                  <a:lnTo>
                    <a:pt x="1451968" y="217935"/>
                  </a:lnTo>
                  <a:lnTo>
                    <a:pt x="1482946" y="206235"/>
                  </a:lnTo>
                  <a:lnTo>
                    <a:pt x="1512971" y="194895"/>
                  </a:lnTo>
                  <a:lnTo>
                    <a:pt x="1542100" y="183893"/>
                  </a:lnTo>
                  <a:lnTo>
                    <a:pt x="1570384" y="173210"/>
                  </a:lnTo>
                  <a:lnTo>
                    <a:pt x="1597871" y="162828"/>
                  </a:lnTo>
                  <a:lnTo>
                    <a:pt x="1624605" y="152731"/>
                  </a:lnTo>
                  <a:lnTo>
                    <a:pt x="1650626" y="142903"/>
                  </a:lnTo>
                  <a:lnTo>
                    <a:pt x="1675972" y="133330"/>
                  </a:lnTo>
                  <a:lnTo>
                    <a:pt x="1700675" y="124000"/>
                  </a:lnTo>
                  <a:lnTo>
                    <a:pt x="1724768" y="114900"/>
                  </a:lnTo>
                  <a:lnTo>
                    <a:pt x="1748281" y="106019"/>
                  </a:lnTo>
                  <a:lnTo>
                    <a:pt x="1771241" y="97347"/>
                  </a:lnTo>
                  <a:lnTo>
                    <a:pt x="1793672" y="88875"/>
                  </a:lnTo>
                  <a:lnTo>
                    <a:pt x="1815600" y="80593"/>
                  </a:lnTo>
                  <a:lnTo>
                    <a:pt x="1837046" y="72493"/>
                  </a:lnTo>
                  <a:lnTo>
                    <a:pt x="1858030" y="64568"/>
                  </a:lnTo>
                  <a:lnTo>
                    <a:pt x="1878572" y="56809"/>
                  </a:lnTo>
                  <a:lnTo>
                    <a:pt x="1898691" y="49210"/>
                  </a:lnTo>
                  <a:lnTo>
                    <a:pt x="1918404" y="41765"/>
                  </a:lnTo>
                  <a:lnTo>
                    <a:pt x="1937726" y="34467"/>
                  </a:lnTo>
                  <a:lnTo>
                    <a:pt x="1956673" y="27311"/>
                  </a:lnTo>
                  <a:lnTo>
                    <a:pt x="1975259" y="20291"/>
                  </a:lnTo>
                  <a:lnTo>
                    <a:pt x="1993497" y="13402"/>
                  </a:lnTo>
                  <a:lnTo>
                    <a:pt x="2011401" y="6640"/>
                  </a:lnTo>
                  <a:lnTo>
                    <a:pt x="202898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274800" y="2875090"/>
              <a:ext cx="2028983" cy="387411"/>
            </a:xfrm>
            <a:custGeom>
              <a:avLst/>
              <a:pathLst>
                <a:path w="2028983" h="387411">
                  <a:moveTo>
                    <a:pt x="0" y="387411"/>
                  </a:moveTo>
                  <a:lnTo>
                    <a:pt x="130291" y="362533"/>
                  </a:lnTo>
                  <a:lnTo>
                    <a:pt x="245216" y="340590"/>
                  </a:lnTo>
                  <a:lnTo>
                    <a:pt x="348020" y="320961"/>
                  </a:lnTo>
                  <a:lnTo>
                    <a:pt x="441017" y="303204"/>
                  </a:lnTo>
                  <a:lnTo>
                    <a:pt x="525917" y="286993"/>
                  </a:lnTo>
                  <a:lnTo>
                    <a:pt x="604017" y="272081"/>
                  </a:lnTo>
                  <a:lnTo>
                    <a:pt x="676327" y="258274"/>
                  </a:lnTo>
                  <a:lnTo>
                    <a:pt x="743646" y="245420"/>
                  </a:lnTo>
                  <a:lnTo>
                    <a:pt x="806618" y="233396"/>
                  </a:lnTo>
                  <a:lnTo>
                    <a:pt x="865772" y="222102"/>
                  </a:lnTo>
                  <a:lnTo>
                    <a:pt x="921543" y="211453"/>
                  </a:lnTo>
                  <a:lnTo>
                    <a:pt x="974299" y="201380"/>
                  </a:lnTo>
                  <a:lnTo>
                    <a:pt x="1024347" y="191823"/>
                  </a:lnTo>
                  <a:lnTo>
                    <a:pt x="1071954" y="182733"/>
                  </a:lnTo>
                  <a:lnTo>
                    <a:pt x="1117345" y="174067"/>
                  </a:lnTo>
                  <a:lnTo>
                    <a:pt x="1160718" y="165785"/>
                  </a:lnTo>
                  <a:lnTo>
                    <a:pt x="1202245" y="157856"/>
                  </a:lnTo>
                  <a:lnTo>
                    <a:pt x="1242076" y="150250"/>
                  </a:lnTo>
                  <a:lnTo>
                    <a:pt x="1280345" y="142943"/>
                  </a:lnTo>
                  <a:lnTo>
                    <a:pt x="1317170" y="135912"/>
                  </a:lnTo>
                  <a:lnTo>
                    <a:pt x="1352655" y="129137"/>
                  </a:lnTo>
                  <a:lnTo>
                    <a:pt x="1386895" y="122599"/>
                  </a:lnTo>
                  <a:lnTo>
                    <a:pt x="1419974" y="116283"/>
                  </a:lnTo>
                  <a:lnTo>
                    <a:pt x="1451968" y="110174"/>
                  </a:lnTo>
                  <a:lnTo>
                    <a:pt x="1482946" y="104259"/>
                  </a:lnTo>
                  <a:lnTo>
                    <a:pt x="1512971" y="98526"/>
                  </a:lnTo>
                  <a:lnTo>
                    <a:pt x="1542100" y="92964"/>
                  </a:lnTo>
                  <a:lnTo>
                    <a:pt x="1570384" y="87564"/>
                  </a:lnTo>
                  <a:lnTo>
                    <a:pt x="1597871" y="82315"/>
                  </a:lnTo>
                  <a:lnTo>
                    <a:pt x="1624605" y="77211"/>
                  </a:lnTo>
                  <a:lnTo>
                    <a:pt x="1650626" y="72242"/>
                  </a:lnTo>
                  <a:lnTo>
                    <a:pt x="1675972" y="67403"/>
                  </a:lnTo>
                  <a:lnTo>
                    <a:pt x="1700675" y="62686"/>
                  </a:lnTo>
                  <a:lnTo>
                    <a:pt x="1724768" y="58086"/>
                  </a:lnTo>
                  <a:lnTo>
                    <a:pt x="1748281" y="53596"/>
                  </a:lnTo>
                  <a:lnTo>
                    <a:pt x="1771241" y="49212"/>
                  </a:lnTo>
                  <a:lnTo>
                    <a:pt x="1793672" y="44929"/>
                  </a:lnTo>
                  <a:lnTo>
                    <a:pt x="1815600" y="40743"/>
                  </a:lnTo>
                  <a:lnTo>
                    <a:pt x="1837046" y="36648"/>
                  </a:lnTo>
                  <a:lnTo>
                    <a:pt x="1858030" y="32641"/>
                  </a:lnTo>
                  <a:lnTo>
                    <a:pt x="1878572" y="28719"/>
                  </a:lnTo>
                  <a:lnTo>
                    <a:pt x="1898691" y="24877"/>
                  </a:lnTo>
                  <a:lnTo>
                    <a:pt x="1918404" y="21113"/>
                  </a:lnTo>
                  <a:lnTo>
                    <a:pt x="1937726" y="17424"/>
                  </a:lnTo>
                  <a:lnTo>
                    <a:pt x="1956673" y="13806"/>
                  </a:lnTo>
                  <a:lnTo>
                    <a:pt x="1975259" y="10257"/>
                  </a:lnTo>
                  <a:lnTo>
                    <a:pt x="1993497" y="6775"/>
                  </a:lnTo>
                  <a:lnTo>
                    <a:pt x="2011401" y="3356"/>
                  </a:lnTo>
                  <a:lnTo>
                    <a:pt x="202898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4274800" y="3137374"/>
              <a:ext cx="2028983" cy="12386"/>
            </a:xfrm>
            <a:custGeom>
              <a:avLst/>
              <a:pathLst>
                <a:path w="2028983" h="12386">
                  <a:moveTo>
                    <a:pt x="0" y="12386"/>
                  </a:moveTo>
                  <a:lnTo>
                    <a:pt x="130291" y="11590"/>
                  </a:lnTo>
                  <a:lnTo>
                    <a:pt x="245216" y="10889"/>
                  </a:lnTo>
                  <a:lnTo>
                    <a:pt x="348020" y="10261"/>
                  </a:lnTo>
                  <a:lnTo>
                    <a:pt x="441017" y="9693"/>
                  </a:lnTo>
                  <a:lnTo>
                    <a:pt x="525917" y="9175"/>
                  </a:lnTo>
                  <a:lnTo>
                    <a:pt x="604017" y="8698"/>
                  </a:lnTo>
                  <a:lnTo>
                    <a:pt x="676327" y="8257"/>
                  </a:lnTo>
                  <a:lnTo>
                    <a:pt x="743646" y="7846"/>
                  </a:lnTo>
                  <a:lnTo>
                    <a:pt x="806618" y="7462"/>
                  </a:lnTo>
                  <a:lnTo>
                    <a:pt x="865772" y="7100"/>
                  </a:lnTo>
                  <a:lnTo>
                    <a:pt x="921543" y="6760"/>
                  </a:lnTo>
                  <a:lnTo>
                    <a:pt x="974299" y="6438"/>
                  </a:lnTo>
                  <a:lnTo>
                    <a:pt x="1024347" y="6132"/>
                  </a:lnTo>
                  <a:lnTo>
                    <a:pt x="1071954" y="5842"/>
                  </a:lnTo>
                  <a:lnTo>
                    <a:pt x="1117345" y="5565"/>
                  </a:lnTo>
                  <a:lnTo>
                    <a:pt x="1160718" y="5300"/>
                  </a:lnTo>
                  <a:lnTo>
                    <a:pt x="1202245" y="5046"/>
                  </a:lnTo>
                  <a:lnTo>
                    <a:pt x="1242076" y="4803"/>
                  </a:lnTo>
                  <a:lnTo>
                    <a:pt x="1280345" y="4570"/>
                  </a:lnTo>
                  <a:lnTo>
                    <a:pt x="1317170" y="4345"/>
                  </a:lnTo>
                  <a:lnTo>
                    <a:pt x="1352655" y="4128"/>
                  </a:lnTo>
                  <a:lnTo>
                    <a:pt x="1386895" y="3919"/>
                  </a:lnTo>
                  <a:lnTo>
                    <a:pt x="1419974" y="3717"/>
                  </a:lnTo>
                  <a:lnTo>
                    <a:pt x="1451968" y="3522"/>
                  </a:lnTo>
                  <a:lnTo>
                    <a:pt x="1482946" y="3333"/>
                  </a:lnTo>
                  <a:lnTo>
                    <a:pt x="1512971" y="3150"/>
                  </a:lnTo>
                  <a:lnTo>
                    <a:pt x="1542100" y="2972"/>
                  </a:lnTo>
                  <a:lnTo>
                    <a:pt x="1570384" y="2799"/>
                  </a:lnTo>
                  <a:lnTo>
                    <a:pt x="1597871" y="2631"/>
                  </a:lnTo>
                  <a:lnTo>
                    <a:pt x="1624605" y="2468"/>
                  </a:lnTo>
                  <a:lnTo>
                    <a:pt x="1650626" y="2309"/>
                  </a:lnTo>
                  <a:lnTo>
                    <a:pt x="1675972" y="2154"/>
                  </a:lnTo>
                  <a:lnTo>
                    <a:pt x="1700675" y="2004"/>
                  </a:lnTo>
                  <a:lnTo>
                    <a:pt x="1724768" y="1857"/>
                  </a:lnTo>
                  <a:lnTo>
                    <a:pt x="1748281" y="1713"/>
                  </a:lnTo>
                  <a:lnTo>
                    <a:pt x="1771241" y="1573"/>
                  </a:lnTo>
                  <a:lnTo>
                    <a:pt x="1793672" y="1436"/>
                  </a:lnTo>
                  <a:lnTo>
                    <a:pt x="1815600" y="1302"/>
                  </a:lnTo>
                  <a:lnTo>
                    <a:pt x="1837046" y="1171"/>
                  </a:lnTo>
                  <a:lnTo>
                    <a:pt x="1858030" y="1043"/>
                  </a:lnTo>
                  <a:lnTo>
                    <a:pt x="1878572" y="918"/>
                  </a:lnTo>
                  <a:lnTo>
                    <a:pt x="1898691" y="795"/>
                  </a:lnTo>
                  <a:lnTo>
                    <a:pt x="1918404" y="675"/>
                  </a:lnTo>
                  <a:lnTo>
                    <a:pt x="1937726" y="557"/>
                  </a:lnTo>
                  <a:lnTo>
                    <a:pt x="1956673" y="441"/>
                  </a:lnTo>
                  <a:lnTo>
                    <a:pt x="1975259" y="327"/>
                  </a:lnTo>
                  <a:lnTo>
                    <a:pt x="1993497" y="216"/>
                  </a:lnTo>
                  <a:lnTo>
                    <a:pt x="2011401" y="107"/>
                  </a:lnTo>
                  <a:lnTo>
                    <a:pt x="2028983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4274800" y="2322628"/>
              <a:ext cx="2028983" cy="138602"/>
            </a:xfrm>
            <a:custGeom>
              <a:avLst/>
              <a:pathLst>
                <a:path w="2028983" h="138602">
                  <a:moveTo>
                    <a:pt x="0" y="0"/>
                  </a:moveTo>
                  <a:lnTo>
                    <a:pt x="130291" y="8900"/>
                  </a:lnTo>
                  <a:lnTo>
                    <a:pt x="245216" y="16750"/>
                  </a:lnTo>
                  <a:lnTo>
                    <a:pt x="348020" y="23773"/>
                  </a:lnTo>
                  <a:lnTo>
                    <a:pt x="441017" y="30126"/>
                  </a:lnTo>
                  <a:lnTo>
                    <a:pt x="525917" y="35925"/>
                  </a:lnTo>
                  <a:lnTo>
                    <a:pt x="604017" y="41261"/>
                  </a:lnTo>
                  <a:lnTo>
                    <a:pt x="676327" y="46200"/>
                  </a:lnTo>
                  <a:lnTo>
                    <a:pt x="743646" y="50799"/>
                  </a:lnTo>
                  <a:lnTo>
                    <a:pt x="806618" y="55101"/>
                  </a:lnTo>
                  <a:lnTo>
                    <a:pt x="865772" y="59141"/>
                  </a:lnTo>
                  <a:lnTo>
                    <a:pt x="921543" y="62951"/>
                  </a:lnTo>
                  <a:lnTo>
                    <a:pt x="974299" y="66555"/>
                  </a:lnTo>
                  <a:lnTo>
                    <a:pt x="1024347" y="69974"/>
                  </a:lnTo>
                  <a:lnTo>
                    <a:pt x="1071954" y="73226"/>
                  </a:lnTo>
                  <a:lnTo>
                    <a:pt x="1117345" y="76327"/>
                  </a:lnTo>
                  <a:lnTo>
                    <a:pt x="1160718" y="79289"/>
                  </a:lnTo>
                  <a:lnTo>
                    <a:pt x="1202245" y="82126"/>
                  </a:lnTo>
                  <a:lnTo>
                    <a:pt x="1242076" y="84847"/>
                  </a:lnTo>
                  <a:lnTo>
                    <a:pt x="1280345" y="87461"/>
                  </a:lnTo>
                  <a:lnTo>
                    <a:pt x="1317170" y="89977"/>
                  </a:lnTo>
                  <a:lnTo>
                    <a:pt x="1352655" y="92401"/>
                  </a:lnTo>
                  <a:lnTo>
                    <a:pt x="1386895" y="94740"/>
                  </a:lnTo>
                  <a:lnTo>
                    <a:pt x="1419974" y="96999"/>
                  </a:lnTo>
                  <a:lnTo>
                    <a:pt x="1451968" y="99185"/>
                  </a:lnTo>
                  <a:lnTo>
                    <a:pt x="1482946" y="101301"/>
                  </a:lnTo>
                  <a:lnTo>
                    <a:pt x="1512971" y="103352"/>
                  </a:lnTo>
                  <a:lnTo>
                    <a:pt x="1542100" y="105342"/>
                  </a:lnTo>
                  <a:lnTo>
                    <a:pt x="1570384" y="107274"/>
                  </a:lnTo>
                  <a:lnTo>
                    <a:pt x="1597871" y="109152"/>
                  </a:lnTo>
                  <a:lnTo>
                    <a:pt x="1624605" y="110978"/>
                  </a:lnTo>
                  <a:lnTo>
                    <a:pt x="1650626" y="112756"/>
                  </a:lnTo>
                  <a:lnTo>
                    <a:pt x="1675972" y="114487"/>
                  </a:lnTo>
                  <a:lnTo>
                    <a:pt x="1700675" y="116174"/>
                  </a:lnTo>
                  <a:lnTo>
                    <a:pt x="1724768" y="117820"/>
                  </a:lnTo>
                  <a:lnTo>
                    <a:pt x="1748281" y="119427"/>
                  </a:lnTo>
                  <a:lnTo>
                    <a:pt x="1771241" y="120995"/>
                  </a:lnTo>
                  <a:lnTo>
                    <a:pt x="1793672" y="122527"/>
                  </a:lnTo>
                  <a:lnTo>
                    <a:pt x="1815600" y="124025"/>
                  </a:lnTo>
                  <a:lnTo>
                    <a:pt x="1837046" y="125490"/>
                  </a:lnTo>
                  <a:lnTo>
                    <a:pt x="1858030" y="126924"/>
                  </a:lnTo>
                  <a:lnTo>
                    <a:pt x="1878572" y="128327"/>
                  </a:lnTo>
                  <a:lnTo>
                    <a:pt x="1898691" y="129701"/>
                  </a:lnTo>
                  <a:lnTo>
                    <a:pt x="1918404" y="131048"/>
                  </a:lnTo>
                  <a:lnTo>
                    <a:pt x="1937726" y="132368"/>
                  </a:lnTo>
                  <a:lnTo>
                    <a:pt x="1956673" y="133662"/>
                  </a:lnTo>
                  <a:lnTo>
                    <a:pt x="1975259" y="134932"/>
                  </a:lnTo>
                  <a:lnTo>
                    <a:pt x="1993497" y="136177"/>
                  </a:lnTo>
                  <a:lnTo>
                    <a:pt x="2011401" y="137401"/>
                  </a:lnTo>
                  <a:lnTo>
                    <a:pt x="2028983" y="13860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4274800" y="2479975"/>
              <a:ext cx="2028983" cy="255381"/>
            </a:xfrm>
            <a:custGeom>
              <a:avLst/>
              <a:pathLst>
                <a:path w="2028983" h="255381">
                  <a:moveTo>
                    <a:pt x="0" y="255381"/>
                  </a:moveTo>
                  <a:lnTo>
                    <a:pt x="130291" y="238982"/>
                  </a:lnTo>
                  <a:lnTo>
                    <a:pt x="245216" y="224517"/>
                  </a:lnTo>
                  <a:lnTo>
                    <a:pt x="348020" y="211577"/>
                  </a:lnTo>
                  <a:lnTo>
                    <a:pt x="441017" y="199872"/>
                  </a:lnTo>
                  <a:lnTo>
                    <a:pt x="525917" y="189186"/>
                  </a:lnTo>
                  <a:lnTo>
                    <a:pt x="604017" y="179355"/>
                  </a:lnTo>
                  <a:lnTo>
                    <a:pt x="676327" y="170254"/>
                  </a:lnTo>
                  <a:lnTo>
                    <a:pt x="743646" y="161781"/>
                  </a:lnTo>
                  <a:lnTo>
                    <a:pt x="806618" y="153855"/>
                  </a:lnTo>
                  <a:lnTo>
                    <a:pt x="865772" y="146409"/>
                  </a:lnTo>
                  <a:lnTo>
                    <a:pt x="921543" y="139389"/>
                  </a:lnTo>
                  <a:lnTo>
                    <a:pt x="974299" y="132749"/>
                  </a:lnTo>
                  <a:lnTo>
                    <a:pt x="1024347" y="126450"/>
                  </a:lnTo>
                  <a:lnTo>
                    <a:pt x="1071954" y="120458"/>
                  </a:lnTo>
                  <a:lnTo>
                    <a:pt x="1117345" y="114745"/>
                  </a:lnTo>
                  <a:lnTo>
                    <a:pt x="1160718" y="109285"/>
                  </a:lnTo>
                  <a:lnTo>
                    <a:pt x="1202245" y="104058"/>
                  </a:lnTo>
                  <a:lnTo>
                    <a:pt x="1242076" y="99045"/>
                  </a:lnTo>
                  <a:lnTo>
                    <a:pt x="1280345" y="94228"/>
                  </a:lnTo>
                  <a:lnTo>
                    <a:pt x="1317170" y="89593"/>
                  </a:lnTo>
                  <a:lnTo>
                    <a:pt x="1352655" y="85127"/>
                  </a:lnTo>
                  <a:lnTo>
                    <a:pt x="1386895" y="80817"/>
                  </a:lnTo>
                  <a:lnTo>
                    <a:pt x="1419974" y="76654"/>
                  </a:lnTo>
                  <a:lnTo>
                    <a:pt x="1451968" y="72627"/>
                  </a:lnTo>
                  <a:lnTo>
                    <a:pt x="1482946" y="68727"/>
                  </a:lnTo>
                  <a:lnTo>
                    <a:pt x="1512971" y="64948"/>
                  </a:lnTo>
                  <a:lnTo>
                    <a:pt x="1542100" y="61282"/>
                  </a:lnTo>
                  <a:lnTo>
                    <a:pt x="1570384" y="57722"/>
                  </a:lnTo>
                  <a:lnTo>
                    <a:pt x="1597871" y="54262"/>
                  </a:lnTo>
                  <a:lnTo>
                    <a:pt x="1624605" y="50897"/>
                  </a:lnTo>
                  <a:lnTo>
                    <a:pt x="1650626" y="47622"/>
                  </a:lnTo>
                  <a:lnTo>
                    <a:pt x="1675972" y="44432"/>
                  </a:lnTo>
                  <a:lnTo>
                    <a:pt x="1700675" y="41323"/>
                  </a:lnTo>
                  <a:lnTo>
                    <a:pt x="1724768" y="38290"/>
                  </a:lnTo>
                  <a:lnTo>
                    <a:pt x="1748281" y="35331"/>
                  </a:lnTo>
                  <a:lnTo>
                    <a:pt x="1771241" y="32441"/>
                  </a:lnTo>
                  <a:lnTo>
                    <a:pt x="1793672" y="29617"/>
                  </a:lnTo>
                  <a:lnTo>
                    <a:pt x="1815600" y="26857"/>
                  </a:lnTo>
                  <a:lnTo>
                    <a:pt x="1837046" y="24158"/>
                  </a:lnTo>
                  <a:lnTo>
                    <a:pt x="1858030" y="21517"/>
                  </a:lnTo>
                  <a:lnTo>
                    <a:pt x="1878572" y="18931"/>
                  </a:lnTo>
                  <a:lnTo>
                    <a:pt x="1898691" y="16399"/>
                  </a:lnTo>
                  <a:lnTo>
                    <a:pt x="1918404" y="13918"/>
                  </a:lnTo>
                  <a:lnTo>
                    <a:pt x="1937726" y="11486"/>
                  </a:lnTo>
                  <a:lnTo>
                    <a:pt x="1956673" y="9101"/>
                  </a:lnTo>
                  <a:lnTo>
                    <a:pt x="1975259" y="6762"/>
                  </a:lnTo>
                  <a:lnTo>
                    <a:pt x="1993497" y="4466"/>
                  </a:lnTo>
                  <a:lnTo>
                    <a:pt x="2011401" y="2212"/>
                  </a:lnTo>
                  <a:lnTo>
                    <a:pt x="2028983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4274800" y="2017020"/>
              <a:ext cx="2028983" cy="592478"/>
            </a:xfrm>
            <a:custGeom>
              <a:avLst/>
              <a:pathLst>
                <a:path w="2028983" h="592478">
                  <a:moveTo>
                    <a:pt x="0" y="592478"/>
                  </a:moveTo>
                  <a:lnTo>
                    <a:pt x="130291" y="554432"/>
                  </a:lnTo>
                  <a:lnTo>
                    <a:pt x="245216" y="520873"/>
                  </a:lnTo>
                  <a:lnTo>
                    <a:pt x="348020" y="490854"/>
                  </a:lnTo>
                  <a:lnTo>
                    <a:pt x="441017" y="463698"/>
                  </a:lnTo>
                  <a:lnTo>
                    <a:pt x="525917" y="438906"/>
                  </a:lnTo>
                  <a:lnTo>
                    <a:pt x="604017" y="416100"/>
                  </a:lnTo>
                  <a:lnTo>
                    <a:pt x="676327" y="394985"/>
                  </a:lnTo>
                  <a:lnTo>
                    <a:pt x="743646" y="375328"/>
                  </a:lnTo>
                  <a:lnTo>
                    <a:pt x="806618" y="356939"/>
                  </a:lnTo>
                  <a:lnTo>
                    <a:pt x="865772" y="339666"/>
                  </a:lnTo>
                  <a:lnTo>
                    <a:pt x="921543" y="323380"/>
                  </a:lnTo>
                  <a:lnTo>
                    <a:pt x="974299" y="307975"/>
                  </a:lnTo>
                  <a:lnTo>
                    <a:pt x="1024347" y="293361"/>
                  </a:lnTo>
                  <a:lnTo>
                    <a:pt x="1071954" y="279459"/>
                  </a:lnTo>
                  <a:lnTo>
                    <a:pt x="1117345" y="266205"/>
                  </a:lnTo>
                  <a:lnTo>
                    <a:pt x="1160718" y="253540"/>
                  </a:lnTo>
                  <a:lnTo>
                    <a:pt x="1202245" y="241413"/>
                  </a:lnTo>
                  <a:lnTo>
                    <a:pt x="1242076" y="229782"/>
                  </a:lnTo>
                  <a:lnTo>
                    <a:pt x="1280345" y="218607"/>
                  </a:lnTo>
                  <a:lnTo>
                    <a:pt x="1317170" y="207854"/>
                  </a:lnTo>
                  <a:lnTo>
                    <a:pt x="1352655" y="197492"/>
                  </a:lnTo>
                  <a:lnTo>
                    <a:pt x="1386895" y="187494"/>
                  </a:lnTo>
                  <a:lnTo>
                    <a:pt x="1419974" y="177835"/>
                  </a:lnTo>
                  <a:lnTo>
                    <a:pt x="1451968" y="168492"/>
                  </a:lnTo>
                  <a:lnTo>
                    <a:pt x="1482946" y="159446"/>
                  </a:lnTo>
                  <a:lnTo>
                    <a:pt x="1512971" y="150679"/>
                  </a:lnTo>
                  <a:lnTo>
                    <a:pt x="1542100" y="142173"/>
                  </a:lnTo>
                  <a:lnTo>
                    <a:pt x="1570384" y="133914"/>
                  </a:lnTo>
                  <a:lnTo>
                    <a:pt x="1597871" y="125887"/>
                  </a:lnTo>
                  <a:lnTo>
                    <a:pt x="1624605" y="118081"/>
                  </a:lnTo>
                  <a:lnTo>
                    <a:pt x="1650626" y="110482"/>
                  </a:lnTo>
                  <a:lnTo>
                    <a:pt x="1675972" y="103081"/>
                  </a:lnTo>
                  <a:lnTo>
                    <a:pt x="1700675" y="95868"/>
                  </a:lnTo>
                  <a:lnTo>
                    <a:pt x="1724768" y="88832"/>
                  </a:lnTo>
                  <a:lnTo>
                    <a:pt x="1748281" y="81966"/>
                  </a:lnTo>
                  <a:lnTo>
                    <a:pt x="1771241" y="75262"/>
                  </a:lnTo>
                  <a:lnTo>
                    <a:pt x="1793672" y="68712"/>
                  </a:lnTo>
                  <a:lnTo>
                    <a:pt x="1815600" y="62309"/>
                  </a:lnTo>
                  <a:lnTo>
                    <a:pt x="1837046" y="56047"/>
                  </a:lnTo>
                  <a:lnTo>
                    <a:pt x="1858030" y="49919"/>
                  </a:lnTo>
                  <a:lnTo>
                    <a:pt x="1878572" y="43920"/>
                  </a:lnTo>
                  <a:lnTo>
                    <a:pt x="1898691" y="38046"/>
                  </a:lnTo>
                  <a:lnTo>
                    <a:pt x="1918404" y="32289"/>
                  </a:lnTo>
                  <a:lnTo>
                    <a:pt x="1937726" y="26647"/>
                  </a:lnTo>
                  <a:lnTo>
                    <a:pt x="1956673" y="21114"/>
                  </a:lnTo>
                  <a:lnTo>
                    <a:pt x="1975259" y="15687"/>
                  </a:lnTo>
                  <a:lnTo>
                    <a:pt x="1993497" y="10361"/>
                  </a:lnTo>
                  <a:lnTo>
                    <a:pt x="2011401" y="5133"/>
                  </a:lnTo>
                  <a:lnTo>
                    <a:pt x="2028983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4274800" y="2856552"/>
              <a:ext cx="2028983" cy="27487"/>
            </a:xfrm>
            <a:custGeom>
              <a:avLst/>
              <a:pathLst>
                <a:path w="2028983" h="27487">
                  <a:moveTo>
                    <a:pt x="0" y="27487"/>
                  </a:moveTo>
                  <a:lnTo>
                    <a:pt x="130291" y="25722"/>
                  </a:lnTo>
                  <a:lnTo>
                    <a:pt x="245216" y="24165"/>
                  </a:lnTo>
                  <a:lnTo>
                    <a:pt x="348020" y="22772"/>
                  </a:lnTo>
                  <a:lnTo>
                    <a:pt x="441017" y="21512"/>
                  </a:lnTo>
                  <a:lnTo>
                    <a:pt x="525917" y="20362"/>
                  </a:lnTo>
                  <a:lnTo>
                    <a:pt x="604017" y="19304"/>
                  </a:lnTo>
                  <a:lnTo>
                    <a:pt x="676327" y="18325"/>
                  </a:lnTo>
                  <a:lnTo>
                    <a:pt x="743646" y="17413"/>
                  </a:lnTo>
                  <a:lnTo>
                    <a:pt x="806618" y="16560"/>
                  </a:lnTo>
                  <a:lnTo>
                    <a:pt x="865772" y="15758"/>
                  </a:lnTo>
                  <a:lnTo>
                    <a:pt x="921543" y="15003"/>
                  </a:lnTo>
                  <a:lnTo>
                    <a:pt x="974299" y="14288"/>
                  </a:lnTo>
                  <a:lnTo>
                    <a:pt x="1024347" y="13610"/>
                  </a:lnTo>
                  <a:lnTo>
                    <a:pt x="1071954" y="12965"/>
                  </a:lnTo>
                  <a:lnTo>
                    <a:pt x="1117345" y="12350"/>
                  </a:lnTo>
                  <a:lnTo>
                    <a:pt x="1160718" y="11762"/>
                  </a:lnTo>
                  <a:lnTo>
                    <a:pt x="1202245" y="11200"/>
                  </a:lnTo>
                  <a:lnTo>
                    <a:pt x="1242076" y="10660"/>
                  </a:lnTo>
                  <a:lnTo>
                    <a:pt x="1280345" y="10142"/>
                  </a:lnTo>
                  <a:lnTo>
                    <a:pt x="1317170" y="9643"/>
                  </a:lnTo>
                  <a:lnTo>
                    <a:pt x="1352655" y="9162"/>
                  </a:lnTo>
                  <a:lnTo>
                    <a:pt x="1386895" y="8698"/>
                  </a:lnTo>
                  <a:lnTo>
                    <a:pt x="1419974" y="8250"/>
                  </a:lnTo>
                  <a:lnTo>
                    <a:pt x="1451968" y="7817"/>
                  </a:lnTo>
                  <a:lnTo>
                    <a:pt x="1482946" y="7397"/>
                  </a:lnTo>
                  <a:lnTo>
                    <a:pt x="1512971" y="6990"/>
                  </a:lnTo>
                  <a:lnTo>
                    <a:pt x="1542100" y="6596"/>
                  </a:lnTo>
                  <a:lnTo>
                    <a:pt x="1570384" y="6212"/>
                  </a:lnTo>
                  <a:lnTo>
                    <a:pt x="1597871" y="5840"/>
                  </a:lnTo>
                  <a:lnTo>
                    <a:pt x="1624605" y="5478"/>
                  </a:lnTo>
                  <a:lnTo>
                    <a:pt x="1650626" y="5125"/>
                  </a:lnTo>
                  <a:lnTo>
                    <a:pt x="1675972" y="4782"/>
                  </a:lnTo>
                  <a:lnTo>
                    <a:pt x="1700675" y="4447"/>
                  </a:lnTo>
                  <a:lnTo>
                    <a:pt x="1724768" y="4121"/>
                  </a:lnTo>
                  <a:lnTo>
                    <a:pt x="1748281" y="3802"/>
                  </a:lnTo>
                  <a:lnTo>
                    <a:pt x="1771241" y="3491"/>
                  </a:lnTo>
                  <a:lnTo>
                    <a:pt x="1793672" y="3187"/>
                  </a:lnTo>
                  <a:lnTo>
                    <a:pt x="1815600" y="2890"/>
                  </a:lnTo>
                  <a:lnTo>
                    <a:pt x="1837046" y="2600"/>
                  </a:lnTo>
                  <a:lnTo>
                    <a:pt x="1858030" y="2315"/>
                  </a:lnTo>
                  <a:lnTo>
                    <a:pt x="1878572" y="2037"/>
                  </a:lnTo>
                  <a:lnTo>
                    <a:pt x="1898691" y="1765"/>
                  </a:lnTo>
                  <a:lnTo>
                    <a:pt x="1918404" y="1498"/>
                  </a:lnTo>
                  <a:lnTo>
                    <a:pt x="1937726" y="1236"/>
                  </a:lnTo>
                  <a:lnTo>
                    <a:pt x="1956673" y="979"/>
                  </a:lnTo>
                  <a:lnTo>
                    <a:pt x="1975259" y="727"/>
                  </a:lnTo>
                  <a:lnTo>
                    <a:pt x="1993497" y="480"/>
                  </a:lnTo>
                  <a:lnTo>
                    <a:pt x="2011401" y="238"/>
                  </a:lnTo>
                  <a:lnTo>
                    <a:pt x="2028983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2" name="rc201"/>
            <p:cNvSpPr/>
            <p:nvPr/>
          </p:nvSpPr>
          <p:spPr>
            <a:xfrm>
              <a:off x="4122981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4122981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4085024" y="293978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4085024" y="227866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4085024" y="161753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4122981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4274800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4951128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09"/>
            <p:cNvSpPr/>
            <p:nvPr/>
          </p:nvSpPr>
          <p:spPr>
            <a:xfrm>
              <a:off x="5627456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0"/>
            <p:cNvSpPr/>
            <p:nvPr/>
          </p:nvSpPr>
          <p:spPr>
            <a:xfrm>
              <a:off x="6303783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tx211"/>
            <p:cNvSpPr/>
            <p:nvPr/>
          </p:nvSpPr>
          <p:spPr>
            <a:xfrm>
              <a:off x="4122981" y="1110514"/>
              <a:ext cx="63175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13" name="rc212"/>
            <p:cNvSpPr/>
            <p:nvPr/>
          </p:nvSpPr>
          <p:spPr>
            <a:xfrm>
              <a:off x="6742685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6879685" y="295827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6842557" y="298735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6888961" y="3166866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6819235" y="263180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6836243" y="2691553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6853378" y="261279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6908650" y="311771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6889923" y="288350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6849975" y="303864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6888677" y="230894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7499291" y="323078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7561607" y="289937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7573266" y="220443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7570691" y="290836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7586169" y="330821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7513649" y="330068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7546154" y="301074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7553043" y="325259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7515322" y="217906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7586643" y="141911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7534845" y="283323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7512066" y="304287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7541204" y="299634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7516407" y="308885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7513585" y="287444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7550811" y="264413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7577297" y="276413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7493868" y="2909616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8245165" y="319869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8217102" y="321939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8166338" y="3034805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8179219" y="298728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8174783" y="153723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8172992" y="302838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8195788" y="221703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8176632" y="238465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8220551" y="321813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8208603" y="150411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8207368" y="322649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8210903" y="314194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8199023" y="234428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8221006" y="288648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8170112" y="295288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8237786" y="165222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8253917" y="302036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8241720" y="304801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8256547" y="259018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8246501" y="265452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8910579" y="310758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8933067" y="315620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8908007" y="321558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8909091" y="310589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8933154" y="215184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8865973" y="313869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8919546" y="242183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8845775" y="3226818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8877751" y="160306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8913969" y="165319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8852238" y="296112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8925802" y="296971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8893636" y="272440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8894221" y="294979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8904986" y="279931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8894225" y="318357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8891612" y="315907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8881424" y="283517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8851722" y="291147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8930814" y="258864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8917295" y="145114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8840478" y="253024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8936231" y="304327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8863122" y="240396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6895286" y="2897702"/>
              <a:ext cx="2023028" cy="166501"/>
            </a:xfrm>
            <a:custGeom>
              <a:avLst/>
              <a:pathLst>
                <a:path w="2023028" h="166501">
                  <a:moveTo>
                    <a:pt x="0" y="166501"/>
                  </a:moveTo>
                  <a:lnTo>
                    <a:pt x="129908" y="155809"/>
                  </a:lnTo>
                  <a:lnTo>
                    <a:pt x="244496" y="146379"/>
                  </a:lnTo>
                  <a:lnTo>
                    <a:pt x="346998" y="137942"/>
                  </a:lnTo>
                  <a:lnTo>
                    <a:pt x="439723" y="130311"/>
                  </a:lnTo>
                  <a:lnTo>
                    <a:pt x="524374" y="123344"/>
                  </a:lnTo>
                  <a:lnTo>
                    <a:pt x="602245" y="116935"/>
                  </a:lnTo>
                  <a:lnTo>
                    <a:pt x="674342" y="111001"/>
                  </a:lnTo>
                  <a:lnTo>
                    <a:pt x="741464" y="105476"/>
                  </a:lnTo>
                  <a:lnTo>
                    <a:pt x="804251" y="100309"/>
                  </a:lnTo>
                  <a:lnTo>
                    <a:pt x="863231" y="95455"/>
                  </a:lnTo>
                  <a:lnTo>
                    <a:pt x="918839" y="90878"/>
                  </a:lnTo>
                  <a:lnTo>
                    <a:pt x="971439" y="86549"/>
                  </a:lnTo>
                  <a:lnTo>
                    <a:pt x="1021341" y="82442"/>
                  </a:lnTo>
                  <a:lnTo>
                    <a:pt x="1068808" y="78535"/>
                  </a:lnTo>
                  <a:lnTo>
                    <a:pt x="1114066" y="74810"/>
                  </a:lnTo>
                  <a:lnTo>
                    <a:pt x="1157312" y="71251"/>
                  </a:lnTo>
                  <a:lnTo>
                    <a:pt x="1198717" y="67843"/>
                  </a:lnTo>
                  <a:lnTo>
                    <a:pt x="1238431" y="64574"/>
                  </a:lnTo>
                  <a:lnTo>
                    <a:pt x="1276588" y="61434"/>
                  </a:lnTo>
                  <a:lnTo>
                    <a:pt x="1313304" y="58412"/>
                  </a:lnTo>
                  <a:lnTo>
                    <a:pt x="1348685" y="55500"/>
                  </a:lnTo>
                  <a:lnTo>
                    <a:pt x="1382825" y="52690"/>
                  </a:lnTo>
                  <a:lnTo>
                    <a:pt x="1415806" y="49976"/>
                  </a:lnTo>
                  <a:lnTo>
                    <a:pt x="1447707" y="47350"/>
                  </a:lnTo>
                  <a:lnTo>
                    <a:pt x="1478594" y="44808"/>
                  </a:lnTo>
                  <a:lnTo>
                    <a:pt x="1508531" y="42344"/>
                  </a:lnTo>
                  <a:lnTo>
                    <a:pt x="1537574" y="39954"/>
                  </a:lnTo>
                  <a:lnTo>
                    <a:pt x="1565775" y="37633"/>
                  </a:lnTo>
                  <a:lnTo>
                    <a:pt x="1593182" y="35377"/>
                  </a:lnTo>
                  <a:lnTo>
                    <a:pt x="1619838" y="33183"/>
                  </a:lnTo>
                  <a:lnTo>
                    <a:pt x="1645782" y="31048"/>
                  </a:lnTo>
                  <a:lnTo>
                    <a:pt x="1671053" y="28968"/>
                  </a:lnTo>
                  <a:lnTo>
                    <a:pt x="1695684" y="26941"/>
                  </a:lnTo>
                  <a:lnTo>
                    <a:pt x="1719707" y="24964"/>
                  </a:lnTo>
                  <a:lnTo>
                    <a:pt x="1743151" y="23034"/>
                  </a:lnTo>
                  <a:lnTo>
                    <a:pt x="1766043" y="21150"/>
                  </a:lnTo>
                  <a:lnTo>
                    <a:pt x="1788409" y="19309"/>
                  </a:lnTo>
                  <a:lnTo>
                    <a:pt x="1810272" y="17510"/>
                  </a:lnTo>
                  <a:lnTo>
                    <a:pt x="1831654" y="15750"/>
                  </a:lnTo>
                  <a:lnTo>
                    <a:pt x="1852577" y="14028"/>
                  </a:lnTo>
                  <a:lnTo>
                    <a:pt x="1873059" y="12342"/>
                  </a:lnTo>
                  <a:lnTo>
                    <a:pt x="1893119" y="10691"/>
                  </a:lnTo>
                  <a:lnTo>
                    <a:pt x="1912774" y="9074"/>
                  </a:lnTo>
                  <a:lnTo>
                    <a:pt x="1932039" y="7488"/>
                  </a:lnTo>
                  <a:lnTo>
                    <a:pt x="1950931" y="5933"/>
                  </a:lnTo>
                  <a:lnTo>
                    <a:pt x="1969462" y="4408"/>
                  </a:lnTo>
                  <a:lnTo>
                    <a:pt x="1987647" y="2911"/>
                  </a:lnTo>
                  <a:lnTo>
                    <a:pt x="2005498" y="1442"/>
                  </a:lnTo>
                  <a:lnTo>
                    <a:pt x="2023028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6895286" y="2875993"/>
              <a:ext cx="2023028" cy="164874"/>
            </a:xfrm>
            <a:custGeom>
              <a:avLst/>
              <a:pathLst>
                <a:path w="2023028" h="164874">
                  <a:moveTo>
                    <a:pt x="0" y="0"/>
                  </a:moveTo>
                  <a:lnTo>
                    <a:pt x="129908" y="10587"/>
                  </a:lnTo>
                  <a:lnTo>
                    <a:pt x="244496" y="19926"/>
                  </a:lnTo>
                  <a:lnTo>
                    <a:pt x="346998" y="28279"/>
                  </a:lnTo>
                  <a:lnTo>
                    <a:pt x="439723" y="35836"/>
                  </a:lnTo>
                  <a:lnTo>
                    <a:pt x="524374" y="42735"/>
                  </a:lnTo>
                  <a:lnTo>
                    <a:pt x="602245" y="49082"/>
                  </a:lnTo>
                  <a:lnTo>
                    <a:pt x="674342" y="54958"/>
                  </a:lnTo>
                  <a:lnTo>
                    <a:pt x="741464" y="60428"/>
                  </a:lnTo>
                  <a:lnTo>
                    <a:pt x="804251" y="65545"/>
                  </a:lnTo>
                  <a:lnTo>
                    <a:pt x="863231" y="70352"/>
                  </a:lnTo>
                  <a:lnTo>
                    <a:pt x="918839" y="74884"/>
                  </a:lnTo>
                  <a:lnTo>
                    <a:pt x="971439" y="79171"/>
                  </a:lnTo>
                  <a:lnTo>
                    <a:pt x="1021341" y="83238"/>
                  </a:lnTo>
                  <a:lnTo>
                    <a:pt x="1068808" y="87106"/>
                  </a:lnTo>
                  <a:lnTo>
                    <a:pt x="1114066" y="90794"/>
                  </a:lnTo>
                  <a:lnTo>
                    <a:pt x="1157312" y="94319"/>
                  </a:lnTo>
                  <a:lnTo>
                    <a:pt x="1198717" y="97693"/>
                  </a:lnTo>
                  <a:lnTo>
                    <a:pt x="1238431" y="100930"/>
                  </a:lnTo>
                  <a:lnTo>
                    <a:pt x="1276588" y="104040"/>
                  </a:lnTo>
                  <a:lnTo>
                    <a:pt x="1313304" y="107032"/>
                  </a:lnTo>
                  <a:lnTo>
                    <a:pt x="1348685" y="109916"/>
                  </a:lnTo>
                  <a:lnTo>
                    <a:pt x="1382825" y="112698"/>
                  </a:lnTo>
                  <a:lnTo>
                    <a:pt x="1415806" y="115386"/>
                  </a:lnTo>
                  <a:lnTo>
                    <a:pt x="1447707" y="117986"/>
                  </a:lnTo>
                  <a:lnTo>
                    <a:pt x="1478594" y="120503"/>
                  </a:lnTo>
                  <a:lnTo>
                    <a:pt x="1508531" y="122943"/>
                  </a:lnTo>
                  <a:lnTo>
                    <a:pt x="1537574" y="125310"/>
                  </a:lnTo>
                  <a:lnTo>
                    <a:pt x="1565775" y="127608"/>
                  </a:lnTo>
                  <a:lnTo>
                    <a:pt x="1593182" y="129842"/>
                  </a:lnTo>
                  <a:lnTo>
                    <a:pt x="1619838" y="132014"/>
                  </a:lnTo>
                  <a:lnTo>
                    <a:pt x="1645782" y="134129"/>
                  </a:lnTo>
                  <a:lnTo>
                    <a:pt x="1671053" y="136188"/>
                  </a:lnTo>
                  <a:lnTo>
                    <a:pt x="1695684" y="138196"/>
                  </a:lnTo>
                  <a:lnTo>
                    <a:pt x="1719707" y="140153"/>
                  </a:lnTo>
                  <a:lnTo>
                    <a:pt x="1743151" y="142064"/>
                  </a:lnTo>
                  <a:lnTo>
                    <a:pt x="1766043" y="143930"/>
                  </a:lnTo>
                  <a:lnTo>
                    <a:pt x="1788409" y="145753"/>
                  </a:lnTo>
                  <a:lnTo>
                    <a:pt x="1810272" y="147534"/>
                  </a:lnTo>
                  <a:lnTo>
                    <a:pt x="1831654" y="149277"/>
                  </a:lnTo>
                  <a:lnTo>
                    <a:pt x="1852577" y="150982"/>
                  </a:lnTo>
                  <a:lnTo>
                    <a:pt x="1873059" y="152651"/>
                  </a:lnTo>
                  <a:lnTo>
                    <a:pt x="1893119" y="154286"/>
                  </a:lnTo>
                  <a:lnTo>
                    <a:pt x="1912774" y="155888"/>
                  </a:lnTo>
                  <a:lnTo>
                    <a:pt x="1932039" y="157458"/>
                  </a:lnTo>
                  <a:lnTo>
                    <a:pt x="1950931" y="158998"/>
                  </a:lnTo>
                  <a:lnTo>
                    <a:pt x="1969462" y="160508"/>
                  </a:lnTo>
                  <a:lnTo>
                    <a:pt x="1987647" y="161990"/>
                  </a:lnTo>
                  <a:lnTo>
                    <a:pt x="2005498" y="163445"/>
                  </a:lnTo>
                  <a:lnTo>
                    <a:pt x="2023028" y="164874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6895286" y="3159295"/>
              <a:ext cx="2023028" cy="23098"/>
            </a:xfrm>
            <a:custGeom>
              <a:avLst/>
              <a:pathLst>
                <a:path w="2023028" h="23098">
                  <a:moveTo>
                    <a:pt x="0" y="0"/>
                  </a:moveTo>
                  <a:lnTo>
                    <a:pt x="129908" y="1483"/>
                  </a:lnTo>
                  <a:lnTo>
                    <a:pt x="244496" y="2791"/>
                  </a:lnTo>
                  <a:lnTo>
                    <a:pt x="346998" y="3962"/>
                  </a:lnTo>
                  <a:lnTo>
                    <a:pt x="439723" y="5020"/>
                  </a:lnTo>
                  <a:lnTo>
                    <a:pt x="524374" y="5987"/>
                  </a:lnTo>
                  <a:lnTo>
                    <a:pt x="602245" y="6876"/>
                  </a:lnTo>
                  <a:lnTo>
                    <a:pt x="674342" y="7699"/>
                  </a:lnTo>
                  <a:lnTo>
                    <a:pt x="741464" y="8465"/>
                  </a:lnTo>
                  <a:lnTo>
                    <a:pt x="804251" y="9182"/>
                  </a:lnTo>
                  <a:lnTo>
                    <a:pt x="863231" y="9856"/>
                  </a:lnTo>
                  <a:lnTo>
                    <a:pt x="918839" y="10491"/>
                  </a:lnTo>
                  <a:lnTo>
                    <a:pt x="971439" y="11091"/>
                  </a:lnTo>
                  <a:lnTo>
                    <a:pt x="1021341" y="11661"/>
                  </a:lnTo>
                  <a:lnTo>
                    <a:pt x="1068808" y="12203"/>
                  </a:lnTo>
                  <a:lnTo>
                    <a:pt x="1114066" y="12720"/>
                  </a:lnTo>
                  <a:lnTo>
                    <a:pt x="1157312" y="13214"/>
                  </a:lnTo>
                  <a:lnTo>
                    <a:pt x="1198717" y="13686"/>
                  </a:lnTo>
                  <a:lnTo>
                    <a:pt x="1238431" y="14140"/>
                  </a:lnTo>
                  <a:lnTo>
                    <a:pt x="1276588" y="14575"/>
                  </a:lnTo>
                  <a:lnTo>
                    <a:pt x="1313304" y="14995"/>
                  </a:lnTo>
                  <a:lnTo>
                    <a:pt x="1348685" y="15399"/>
                  </a:lnTo>
                  <a:lnTo>
                    <a:pt x="1382825" y="15788"/>
                  </a:lnTo>
                  <a:lnTo>
                    <a:pt x="1415806" y="16165"/>
                  </a:lnTo>
                  <a:lnTo>
                    <a:pt x="1447707" y="16529"/>
                  </a:lnTo>
                  <a:lnTo>
                    <a:pt x="1478594" y="16882"/>
                  </a:lnTo>
                  <a:lnTo>
                    <a:pt x="1508531" y="17224"/>
                  </a:lnTo>
                  <a:lnTo>
                    <a:pt x="1537574" y="17555"/>
                  </a:lnTo>
                  <a:lnTo>
                    <a:pt x="1565775" y="17877"/>
                  </a:lnTo>
                  <a:lnTo>
                    <a:pt x="1593182" y="18190"/>
                  </a:lnTo>
                  <a:lnTo>
                    <a:pt x="1619838" y="18495"/>
                  </a:lnTo>
                  <a:lnTo>
                    <a:pt x="1645782" y="18791"/>
                  </a:lnTo>
                  <a:lnTo>
                    <a:pt x="1671053" y="19079"/>
                  </a:lnTo>
                  <a:lnTo>
                    <a:pt x="1695684" y="19361"/>
                  </a:lnTo>
                  <a:lnTo>
                    <a:pt x="1719707" y="19635"/>
                  </a:lnTo>
                  <a:lnTo>
                    <a:pt x="1743151" y="19903"/>
                  </a:lnTo>
                  <a:lnTo>
                    <a:pt x="1766043" y="20164"/>
                  </a:lnTo>
                  <a:lnTo>
                    <a:pt x="1788409" y="20419"/>
                  </a:lnTo>
                  <a:lnTo>
                    <a:pt x="1810272" y="20669"/>
                  </a:lnTo>
                  <a:lnTo>
                    <a:pt x="1831654" y="20913"/>
                  </a:lnTo>
                  <a:lnTo>
                    <a:pt x="1852577" y="21152"/>
                  </a:lnTo>
                  <a:lnTo>
                    <a:pt x="1873059" y="21386"/>
                  </a:lnTo>
                  <a:lnTo>
                    <a:pt x="1893119" y="21615"/>
                  </a:lnTo>
                  <a:lnTo>
                    <a:pt x="1912774" y="21839"/>
                  </a:lnTo>
                  <a:lnTo>
                    <a:pt x="1932039" y="22059"/>
                  </a:lnTo>
                  <a:lnTo>
                    <a:pt x="1950931" y="22275"/>
                  </a:lnTo>
                  <a:lnTo>
                    <a:pt x="1969462" y="22487"/>
                  </a:lnTo>
                  <a:lnTo>
                    <a:pt x="1987647" y="22694"/>
                  </a:lnTo>
                  <a:lnTo>
                    <a:pt x="2005498" y="22898"/>
                  </a:lnTo>
                  <a:lnTo>
                    <a:pt x="2023028" y="23098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6895286" y="2710847"/>
              <a:ext cx="2023028" cy="344269"/>
            </a:xfrm>
            <a:custGeom>
              <a:avLst/>
              <a:pathLst>
                <a:path w="2023028" h="344269">
                  <a:moveTo>
                    <a:pt x="0" y="0"/>
                  </a:moveTo>
                  <a:lnTo>
                    <a:pt x="129908" y="22107"/>
                  </a:lnTo>
                  <a:lnTo>
                    <a:pt x="244496" y="41607"/>
                  </a:lnTo>
                  <a:lnTo>
                    <a:pt x="346998" y="59050"/>
                  </a:lnTo>
                  <a:lnTo>
                    <a:pt x="439723" y="74829"/>
                  </a:lnTo>
                  <a:lnTo>
                    <a:pt x="524374" y="89235"/>
                  </a:lnTo>
                  <a:lnTo>
                    <a:pt x="602245" y="102487"/>
                  </a:lnTo>
                  <a:lnTo>
                    <a:pt x="674342" y="114756"/>
                  </a:lnTo>
                  <a:lnTo>
                    <a:pt x="741464" y="126178"/>
                  </a:lnTo>
                  <a:lnTo>
                    <a:pt x="804251" y="136863"/>
                  </a:lnTo>
                  <a:lnTo>
                    <a:pt x="863231" y="146900"/>
                  </a:lnTo>
                  <a:lnTo>
                    <a:pt x="918839" y="156363"/>
                  </a:lnTo>
                  <a:lnTo>
                    <a:pt x="971439" y="165314"/>
                  </a:lnTo>
                  <a:lnTo>
                    <a:pt x="1021341" y="173807"/>
                  </a:lnTo>
                  <a:lnTo>
                    <a:pt x="1068808" y="181884"/>
                  </a:lnTo>
                  <a:lnTo>
                    <a:pt x="1114066" y="189586"/>
                  </a:lnTo>
                  <a:lnTo>
                    <a:pt x="1157312" y="196945"/>
                  </a:lnTo>
                  <a:lnTo>
                    <a:pt x="1198717" y="203991"/>
                  </a:lnTo>
                  <a:lnTo>
                    <a:pt x="1238431" y="210750"/>
                  </a:lnTo>
                  <a:lnTo>
                    <a:pt x="1276588" y="217243"/>
                  </a:lnTo>
                  <a:lnTo>
                    <a:pt x="1313304" y="223491"/>
                  </a:lnTo>
                  <a:lnTo>
                    <a:pt x="1348685" y="229512"/>
                  </a:lnTo>
                  <a:lnTo>
                    <a:pt x="1382825" y="235322"/>
                  </a:lnTo>
                  <a:lnTo>
                    <a:pt x="1415806" y="240935"/>
                  </a:lnTo>
                  <a:lnTo>
                    <a:pt x="1447707" y="246363"/>
                  </a:lnTo>
                  <a:lnTo>
                    <a:pt x="1478594" y="251620"/>
                  </a:lnTo>
                  <a:lnTo>
                    <a:pt x="1508531" y="256714"/>
                  </a:lnTo>
                  <a:lnTo>
                    <a:pt x="1537574" y="261657"/>
                  </a:lnTo>
                  <a:lnTo>
                    <a:pt x="1565775" y="266456"/>
                  </a:lnTo>
                  <a:lnTo>
                    <a:pt x="1593182" y="271120"/>
                  </a:lnTo>
                  <a:lnTo>
                    <a:pt x="1619838" y="275656"/>
                  </a:lnTo>
                  <a:lnTo>
                    <a:pt x="1645782" y="280071"/>
                  </a:lnTo>
                  <a:lnTo>
                    <a:pt x="1671053" y="284371"/>
                  </a:lnTo>
                  <a:lnTo>
                    <a:pt x="1695684" y="288563"/>
                  </a:lnTo>
                  <a:lnTo>
                    <a:pt x="1719707" y="292651"/>
                  </a:lnTo>
                  <a:lnTo>
                    <a:pt x="1743151" y="296641"/>
                  </a:lnTo>
                  <a:lnTo>
                    <a:pt x="1766043" y="300536"/>
                  </a:lnTo>
                  <a:lnTo>
                    <a:pt x="1788409" y="304342"/>
                  </a:lnTo>
                  <a:lnTo>
                    <a:pt x="1810272" y="308063"/>
                  </a:lnTo>
                  <a:lnTo>
                    <a:pt x="1831654" y="311702"/>
                  </a:lnTo>
                  <a:lnTo>
                    <a:pt x="1852577" y="315262"/>
                  </a:lnTo>
                  <a:lnTo>
                    <a:pt x="1873059" y="318748"/>
                  </a:lnTo>
                  <a:lnTo>
                    <a:pt x="1893119" y="322162"/>
                  </a:lnTo>
                  <a:lnTo>
                    <a:pt x="1912774" y="325506"/>
                  </a:lnTo>
                  <a:lnTo>
                    <a:pt x="1932039" y="328785"/>
                  </a:lnTo>
                  <a:lnTo>
                    <a:pt x="1950931" y="332000"/>
                  </a:lnTo>
                  <a:lnTo>
                    <a:pt x="1969462" y="335153"/>
                  </a:lnTo>
                  <a:lnTo>
                    <a:pt x="1987647" y="338248"/>
                  </a:lnTo>
                  <a:lnTo>
                    <a:pt x="2005498" y="341286"/>
                  </a:lnTo>
                  <a:lnTo>
                    <a:pt x="2023028" y="344269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6895286" y="2024877"/>
              <a:ext cx="2023028" cy="1318426"/>
            </a:xfrm>
            <a:custGeom>
              <a:avLst/>
              <a:pathLst>
                <a:path w="2023028" h="1318426">
                  <a:moveTo>
                    <a:pt x="0" y="1318426"/>
                  </a:moveTo>
                  <a:lnTo>
                    <a:pt x="129908" y="1233764"/>
                  </a:lnTo>
                  <a:lnTo>
                    <a:pt x="244496" y="1159086"/>
                  </a:lnTo>
                  <a:lnTo>
                    <a:pt x="346998" y="1092284"/>
                  </a:lnTo>
                  <a:lnTo>
                    <a:pt x="439723" y="1031855"/>
                  </a:lnTo>
                  <a:lnTo>
                    <a:pt x="524374" y="976687"/>
                  </a:lnTo>
                  <a:lnTo>
                    <a:pt x="602245" y="925937"/>
                  </a:lnTo>
                  <a:lnTo>
                    <a:pt x="674342" y="878951"/>
                  </a:lnTo>
                  <a:lnTo>
                    <a:pt x="741464" y="835207"/>
                  </a:lnTo>
                  <a:lnTo>
                    <a:pt x="804251" y="794288"/>
                  </a:lnTo>
                  <a:lnTo>
                    <a:pt x="863231" y="755850"/>
                  </a:lnTo>
                  <a:lnTo>
                    <a:pt x="918839" y="719610"/>
                  </a:lnTo>
                  <a:lnTo>
                    <a:pt x="971439" y="685330"/>
                  </a:lnTo>
                  <a:lnTo>
                    <a:pt x="1021341" y="652808"/>
                  </a:lnTo>
                  <a:lnTo>
                    <a:pt x="1068808" y="621874"/>
                  </a:lnTo>
                  <a:lnTo>
                    <a:pt x="1114066" y="592379"/>
                  </a:lnTo>
                  <a:lnTo>
                    <a:pt x="1157312" y="564195"/>
                  </a:lnTo>
                  <a:lnTo>
                    <a:pt x="1198717" y="537211"/>
                  </a:lnTo>
                  <a:lnTo>
                    <a:pt x="1238431" y="511329"/>
                  </a:lnTo>
                  <a:lnTo>
                    <a:pt x="1276588" y="486462"/>
                  </a:lnTo>
                  <a:lnTo>
                    <a:pt x="1313304" y="462533"/>
                  </a:lnTo>
                  <a:lnTo>
                    <a:pt x="1348685" y="439475"/>
                  </a:lnTo>
                  <a:lnTo>
                    <a:pt x="1382825" y="417226"/>
                  </a:lnTo>
                  <a:lnTo>
                    <a:pt x="1415806" y="395732"/>
                  </a:lnTo>
                  <a:lnTo>
                    <a:pt x="1447707" y="374942"/>
                  </a:lnTo>
                  <a:lnTo>
                    <a:pt x="1478594" y="354812"/>
                  </a:lnTo>
                  <a:lnTo>
                    <a:pt x="1508531" y="335302"/>
                  </a:lnTo>
                  <a:lnTo>
                    <a:pt x="1537574" y="316375"/>
                  </a:lnTo>
                  <a:lnTo>
                    <a:pt x="1565775" y="297996"/>
                  </a:lnTo>
                  <a:lnTo>
                    <a:pt x="1593182" y="280134"/>
                  </a:lnTo>
                  <a:lnTo>
                    <a:pt x="1619838" y="262763"/>
                  </a:lnTo>
                  <a:lnTo>
                    <a:pt x="1645782" y="245854"/>
                  </a:lnTo>
                  <a:lnTo>
                    <a:pt x="1671053" y="229385"/>
                  </a:lnTo>
                  <a:lnTo>
                    <a:pt x="1695684" y="213333"/>
                  </a:lnTo>
                  <a:lnTo>
                    <a:pt x="1719707" y="197677"/>
                  </a:lnTo>
                  <a:lnTo>
                    <a:pt x="1743151" y="182398"/>
                  </a:lnTo>
                  <a:lnTo>
                    <a:pt x="1766043" y="167479"/>
                  </a:lnTo>
                  <a:lnTo>
                    <a:pt x="1788409" y="152903"/>
                  </a:lnTo>
                  <a:lnTo>
                    <a:pt x="1810272" y="138655"/>
                  </a:lnTo>
                  <a:lnTo>
                    <a:pt x="1831654" y="124720"/>
                  </a:lnTo>
                  <a:lnTo>
                    <a:pt x="1852577" y="111084"/>
                  </a:lnTo>
                  <a:lnTo>
                    <a:pt x="1873059" y="97736"/>
                  </a:lnTo>
                  <a:lnTo>
                    <a:pt x="1893119" y="84662"/>
                  </a:lnTo>
                  <a:lnTo>
                    <a:pt x="1912774" y="71853"/>
                  </a:lnTo>
                  <a:lnTo>
                    <a:pt x="1932039" y="59298"/>
                  </a:lnTo>
                  <a:lnTo>
                    <a:pt x="1950931" y="46986"/>
                  </a:lnTo>
                  <a:lnTo>
                    <a:pt x="1969462" y="34909"/>
                  </a:lnTo>
                  <a:lnTo>
                    <a:pt x="1987647" y="23058"/>
                  </a:lnTo>
                  <a:lnTo>
                    <a:pt x="2005498" y="11424"/>
                  </a:lnTo>
                  <a:lnTo>
                    <a:pt x="202302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6895286" y="2126098"/>
              <a:ext cx="2023028" cy="14816"/>
            </a:xfrm>
            <a:custGeom>
              <a:avLst/>
              <a:pathLst>
                <a:path w="2023028" h="14816">
                  <a:moveTo>
                    <a:pt x="0" y="14816"/>
                  </a:moveTo>
                  <a:lnTo>
                    <a:pt x="129908" y="13865"/>
                  </a:lnTo>
                  <a:lnTo>
                    <a:pt x="244496" y="13025"/>
                  </a:lnTo>
                  <a:lnTo>
                    <a:pt x="346998" y="12275"/>
                  </a:lnTo>
                  <a:lnTo>
                    <a:pt x="439723" y="11595"/>
                  </a:lnTo>
                  <a:lnTo>
                    <a:pt x="524374" y="10976"/>
                  </a:lnTo>
                  <a:lnTo>
                    <a:pt x="602245" y="10405"/>
                  </a:lnTo>
                  <a:lnTo>
                    <a:pt x="674342" y="9877"/>
                  </a:lnTo>
                  <a:lnTo>
                    <a:pt x="741464" y="9386"/>
                  </a:lnTo>
                  <a:lnTo>
                    <a:pt x="804251" y="8926"/>
                  </a:lnTo>
                  <a:lnTo>
                    <a:pt x="863231" y="8494"/>
                  </a:lnTo>
                  <a:lnTo>
                    <a:pt x="918839" y="8086"/>
                  </a:lnTo>
                  <a:lnTo>
                    <a:pt x="971439" y="7701"/>
                  </a:lnTo>
                  <a:lnTo>
                    <a:pt x="1021341" y="7336"/>
                  </a:lnTo>
                  <a:lnTo>
                    <a:pt x="1068808" y="6988"/>
                  </a:lnTo>
                  <a:lnTo>
                    <a:pt x="1114066" y="6657"/>
                  </a:lnTo>
                  <a:lnTo>
                    <a:pt x="1157312" y="6340"/>
                  </a:lnTo>
                  <a:lnTo>
                    <a:pt x="1198717" y="6037"/>
                  </a:lnTo>
                  <a:lnTo>
                    <a:pt x="1238431" y="5746"/>
                  </a:lnTo>
                  <a:lnTo>
                    <a:pt x="1276588" y="5466"/>
                  </a:lnTo>
                  <a:lnTo>
                    <a:pt x="1313304" y="5197"/>
                  </a:lnTo>
                  <a:lnTo>
                    <a:pt x="1348685" y="4938"/>
                  </a:lnTo>
                  <a:lnTo>
                    <a:pt x="1382825" y="4688"/>
                  </a:lnTo>
                  <a:lnTo>
                    <a:pt x="1415806" y="4447"/>
                  </a:lnTo>
                  <a:lnTo>
                    <a:pt x="1447707" y="4213"/>
                  </a:lnTo>
                  <a:lnTo>
                    <a:pt x="1478594" y="3987"/>
                  </a:lnTo>
                  <a:lnTo>
                    <a:pt x="1508531" y="3768"/>
                  </a:lnTo>
                  <a:lnTo>
                    <a:pt x="1537574" y="3555"/>
                  </a:lnTo>
                  <a:lnTo>
                    <a:pt x="1565775" y="3348"/>
                  </a:lnTo>
                  <a:lnTo>
                    <a:pt x="1593182" y="3148"/>
                  </a:lnTo>
                  <a:lnTo>
                    <a:pt x="1619838" y="2952"/>
                  </a:lnTo>
                  <a:lnTo>
                    <a:pt x="1645782" y="2762"/>
                  </a:lnTo>
                  <a:lnTo>
                    <a:pt x="1671053" y="2577"/>
                  </a:lnTo>
                  <a:lnTo>
                    <a:pt x="1695684" y="2397"/>
                  </a:lnTo>
                  <a:lnTo>
                    <a:pt x="1719707" y="2221"/>
                  </a:lnTo>
                  <a:lnTo>
                    <a:pt x="1743151" y="2049"/>
                  </a:lnTo>
                  <a:lnTo>
                    <a:pt x="1766043" y="1882"/>
                  </a:lnTo>
                  <a:lnTo>
                    <a:pt x="1788409" y="1718"/>
                  </a:lnTo>
                  <a:lnTo>
                    <a:pt x="1810272" y="1558"/>
                  </a:lnTo>
                  <a:lnTo>
                    <a:pt x="1831654" y="1401"/>
                  </a:lnTo>
                  <a:lnTo>
                    <a:pt x="1852577" y="1248"/>
                  </a:lnTo>
                  <a:lnTo>
                    <a:pt x="1873059" y="1098"/>
                  </a:lnTo>
                  <a:lnTo>
                    <a:pt x="1893119" y="951"/>
                  </a:lnTo>
                  <a:lnTo>
                    <a:pt x="1912774" y="807"/>
                  </a:lnTo>
                  <a:lnTo>
                    <a:pt x="1932039" y="666"/>
                  </a:lnTo>
                  <a:lnTo>
                    <a:pt x="1950931" y="528"/>
                  </a:lnTo>
                  <a:lnTo>
                    <a:pt x="1969462" y="392"/>
                  </a:lnTo>
                  <a:lnTo>
                    <a:pt x="1987647" y="259"/>
                  </a:lnTo>
                  <a:lnTo>
                    <a:pt x="2005498" y="128"/>
                  </a:lnTo>
                  <a:lnTo>
                    <a:pt x="2023028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6895286" y="2305991"/>
              <a:ext cx="2023028" cy="484636"/>
            </a:xfrm>
            <a:custGeom>
              <a:avLst/>
              <a:pathLst>
                <a:path w="2023028" h="484636">
                  <a:moveTo>
                    <a:pt x="0" y="0"/>
                  </a:moveTo>
                  <a:lnTo>
                    <a:pt x="129908" y="31120"/>
                  </a:lnTo>
                  <a:lnTo>
                    <a:pt x="244496" y="58571"/>
                  </a:lnTo>
                  <a:lnTo>
                    <a:pt x="346998" y="83126"/>
                  </a:lnTo>
                  <a:lnTo>
                    <a:pt x="439723" y="105340"/>
                  </a:lnTo>
                  <a:lnTo>
                    <a:pt x="524374" y="125618"/>
                  </a:lnTo>
                  <a:lnTo>
                    <a:pt x="602245" y="144273"/>
                  </a:lnTo>
                  <a:lnTo>
                    <a:pt x="674342" y="161545"/>
                  </a:lnTo>
                  <a:lnTo>
                    <a:pt x="741464" y="177625"/>
                  </a:lnTo>
                  <a:lnTo>
                    <a:pt x="804251" y="192666"/>
                  </a:lnTo>
                  <a:lnTo>
                    <a:pt x="863231" y="206795"/>
                  </a:lnTo>
                  <a:lnTo>
                    <a:pt x="918839" y="220117"/>
                  </a:lnTo>
                  <a:lnTo>
                    <a:pt x="971439" y="232717"/>
                  </a:lnTo>
                  <a:lnTo>
                    <a:pt x="1021341" y="244672"/>
                  </a:lnTo>
                  <a:lnTo>
                    <a:pt x="1068808" y="256043"/>
                  </a:lnTo>
                  <a:lnTo>
                    <a:pt x="1114066" y="266885"/>
                  </a:lnTo>
                  <a:lnTo>
                    <a:pt x="1157312" y="277245"/>
                  </a:lnTo>
                  <a:lnTo>
                    <a:pt x="1198717" y="287164"/>
                  </a:lnTo>
                  <a:lnTo>
                    <a:pt x="1238431" y="296678"/>
                  </a:lnTo>
                  <a:lnTo>
                    <a:pt x="1276588" y="305819"/>
                  </a:lnTo>
                  <a:lnTo>
                    <a:pt x="1313304" y="314615"/>
                  </a:lnTo>
                  <a:lnTo>
                    <a:pt x="1348685" y="323090"/>
                  </a:lnTo>
                  <a:lnTo>
                    <a:pt x="1382825" y="331269"/>
                  </a:lnTo>
                  <a:lnTo>
                    <a:pt x="1415806" y="339170"/>
                  </a:lnTo>
                  <a:lnTo>
                    <a:pt x="1447707" y="346812"/>
                  </a:lnTo>
                  <a:lnTo>
                    <a:pt x="1478594" y="354211"/>
                  </a:lnTo>
                  <a:lnTo>
                    <a:pt x="1508531" y="361383"/>
                  </a:lnTo>
                  <a:lnTo>
                    <a:pt x="1537574" y="368341"/>
                  </a:lnTo>
                  <a:lnTo>
                    <a:pt x="1565775" y="375096"/>
                  </a:lnTo>
                  <a:lnTo>
                    <a:pt x="1593182" y="381662"/>
                  </a:lnTo>
                  <a:lnTo>
                    <a:pt x="1619838" y="388048"/>
                  </a:lnTo>
                  <a:lnTo>
                    <a:pt x="1645782" y="394263"/>
                  </a:lnTo>
                  <a:lnTo>
                    <a:pt x="1671053" y="400317"/>
                  </a:lnTo>
                  <a:lnTo>
                    <a:pt x="1695684" y="406217"/>
                  </a:lnTo>
                  <a:lnTo>
                    <a:pt x="1719707" y="411972"/>
                  </a:lnTo>
                  <a:lnTo>
                    <a:pt x="1743151" y="417588"/>
                  </a:lnTo>
                  <a:lnTo>
                    <a:pt x="1766043" y="423073"/>
                  </a:lnTo>
                  <a:lnTo>
                    <a:pt x="1788409" y="428430"/>
                  </a:lnTo>
                  <a:lnTo>
                    <a:pt x="1810272" y="433668"/>
                  </a:lnTo>
                  <a:lnTo>
                    <a:pt x="1831654" y="438790"/>
                  </a:lnTo>
                  <a:lnTo>
                    <a:pt x="1852577" y="443803"/>
                  </a:lnTo>
                  <a:lnTo>
                    <a:pt x="1873059" y="448709"/>
                  </a:lnTo>
                  <a:lnTo>
                    <a:pt x="1893119" y="453515"/>
                  </a:lnTo>
                  <a:lnTo>
                    <a:pt x="1912774" y="458223"/>
                  </a:lnTo>
                  <a:lnTo>
                    <a:pt x="1932039" y="462839"/>
                  </a:lnTo>
                  <a:lnTo>
                    <a:pt x="1950931" y="467364"/>
                  </a:lnTo>
                  <a:lnTo>
                    <a:pt x="1969462" y="471804"/>
                  </a:lnTo>
                  <a:lnTo>
                    <a:pt x="1987647" y="476160"/>
                  </a:lnTo>
                  <a:lnTo>
                    <a:pt x="2005498" y="480437"/>
                  </a:lnTo>
                  <a:lnTo>
                    <a:pt x="2023028" y="48463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6895286" y="2940947"/>
              <a:ext cx="2023028" cy="109642"/>
            </a:xfrm>
            <a:custGeom>
              <a:avLst/>
              <a:pathLst>
                <a:path w="2023028" h="109642">
                  <a:moveTo>
                    <a:pt x="0" y="109642"/>
                  </a:moveTo>
                  <a:lnTo>
                    <a:pt x="129908" y="102601"/>
                  </a:lnTo>
                  <a:lnTo>
                    <a:pt x="244496" y="96391"/>
                  </a:lnTo>
                  <a:lnTo>
                    <a:pt x="346998" y="90836"/>
                  </a:lnTo>
                  <a:lnTo>
                    <a:pt x="439723" y="85810"/>
                  </a:lnTo>
                  <a:lnTo>
                    <a:pt x="524374" y="81222"/>
                  </a:lnTo>
                  <a:lnTo>
                    <a:pt x="602245" y="77002"/>
                  </a:lnTo>
                  <a:lnTo>
                    <a:pt x="674342" y="73095"/>
                  </a:lnTo>
                  <a:lnTo>
                    <a:pt x="741464" y="69457"/>
                  </a:lnTo>
                  <a:lnTo>
                    <a:pt x="804251" y="66054"/>
                  </a:lnTo>
                  <a:lnTo>
                    <a:pt x="863231" y="62857"/>
                  </a:lnTo>
                  <a:lnTo>
                    <a:pt x="918839" y="59844"/>
                  </a:lnTo>
                  <a:lnTo>
                    <a:pt x="971439" y="56993"/>
                  </a:lnTo>
                  <a:lnTo>
                    <a:pt x="1021341" y="54288"/>
                  </a:lnTo>
                  <a:lnTo>
                    <a:pt x="1068808" y="51716"/>
                  </a:lnTo>
                  <a:lnTo>
                    <a:pt x="1114066" y="49263"/>
                  </a:lnTo>
                  <a:lnTo>
                    <a:pt x="1157312" y="46919"/>
                  </a:lnTo>
                  <a:lnTo>
                    <a:pt x="1198717" y="44675"/>
                  </a:lnTo>
                  <a:lnTo>
                    <a:pt x="1238431" y="42523"/>
                  </a:lnTo>
                  <a:lnTo>
                    <a:pt x="1276588" y="40455"/>
                  </a:lnTo>
                  <a:lnTo>
                    <a:pt x="1313304" y="38465"/>
                  </a:lnTo>
                  <a:lnTo>
                    <a:pt x="1348685" y="36547"/>
                  </a:lnTo>
                  <a:lnTo>
                    <a:pt x="1382825" y="34697"/>
                  </a:lnTo>
                  <a:lnTo>
                    <a:pt x="1415806" y="32909"/>
                  </a:lnTo>
                  <a:lnTo>
                    <a:pt x="1447707" y="31180"/>
                  </a:lnTo>
                  <a:lnTo>
                    <a:pt x="1478594" y="29506"/>
                  </a:lnTo>
                  <a:lnTo>
                    <a:pt x="1508531" y="27884"/>
                  </a:lnTo>
                  <a:lnTo>
                    <a:pt x="1537574" y="26310"/>
                  </a:lnTo>
                  <a:lnTo>
                    <a:pt x="1565775" y="24781"/>
                  </a:lnTo>
                  <a:lnTo>
                    <a:pt x="1593182" y="23296"/>
                  </a:lnTo>
                  <a:lnTo>
                    <a:pt x="1619838" y="21851"/>
                  </a:lnTo>
                  <a:lnTo>
                    <a:pt x="1645782" y="20445"/>
                  </a:lnTo>
                  <a:lnTo>
                    <a:pt x="1671053" y="19076"/>
                  </a:lnTo>
                  <a:lnTo>
                    <a:pt x="1695684" y="17741"/>
                  </a:lnTo>
                  <a:lnTo>
                    <a:pt x="1719707" y="16439"/>
                  </a:lnTo>
                  <a:lnTo>
                    <a:pt x="1743151" y="15168"/>
                  </a:lnTo>
                  <a:lnTo>
                    <a:pt x="1766043" y="13927"/>
                  </a:lnTo>
                  <a:lnTo>
                    <a:pt x="1788409" y="12715"/>
                  </a:lnTo>
                  <a:lnTo>
                    <a:pt x="1810272" y="11530"/>
                  </a:lnTo>
                  <a:lnTo>
                    <a:pt x="1831654" y="10371"/>
                  </a:lnTo>
                  <a:lnTo>
                    <a:pt x="1852577" y="9237"/>
                  </a:lnTo>
                  <a:lnTo>
                    <a:pt x="1873059" y="8127"/>
                  </a:lnTo>
                  <a:lnTo>
                    <a:pt x="1893119" y="7040"/>
                  </a:lnTo>
                  <a:lnTo>
                    <a:pt x="1912774" y="5975"/>
                  </a:lnTo>
                  <a:lnTo>
                    <a:pt x="1932039" y="4931"/>
                  </a:lnTo>
                  <a:lnTo>
                    <a:pt x="1950931" y="3907"/>
                  </a:lnTo>
                  <a:lnTo>
                    <a:pt x="1969462" y="2903"/>
                  </a:lnTo>
                  <a:lnTo>
                    <a:pt x="1987647" y="1917"/>
                  </a:lnTo>
                  <a:lnTo>
                    <a:pt x="2005498" y="950"/>
                  </a:lnTo>
                  <a:lnTo>
                    <a:pt x="2023028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6895286" y="3056739"/>
              <a:ext cx="2023028" cy="139441"/>
            </a:xfrm>
            <a:custGeom>
              <a:avLst/>
              <a:pathLst>
                <a:path w="2023028" h="139441">
                  <a:moveTo>
                    <a:pt x="0" y="0"/>
                  </a:moveTo>
                  <a:lnTo>
                    <a:pt x="129908" y="8954"/>
                  </a:lnTo>
                  <a:lnTo>
                    <a:pt x="244496" y="16852"/>
                  </a:lnTo>
                  <a:lnTo>
                    <a:pt x="346998" y="23917"/>
                  </a:lnTo>
                  <a:lnTo>
                    <a:pt x="439723" y="30308"/>
                  </a:lnTo>
                  <a:lnTo>
                    <a:pt x="524374" y="36143"/>
                  </a:lnTo>
                  <a:lnTo>
                    <a:pt x="602245" y="41511"/>
                  </a:lnTo>
                  <a:lnTo>
                    <a:pt x="674342" y="46480"/>
                  </a:lnTo>
                  <a:lnTo>
                    <a:pt x="741464" y="51107"/>
                  </a:lnTo>
                  <a:lnTo>
                    <a:pt x="804251" y="55434"/>
                  </a:lnTo>
                  <a:lnTo>
                    <a:pt x="863231" y="59500"/>
                  </a:lnTo>
                  <a:lnTo>
                    <a:pt x="918839" y="63333"/>
                  </a:lnTo>
                  <a:lnTo>
                    <a:pt x="971439" y="66958"/>
                  </a:lnTo>
                  <a:lnTo>
                    <a:pt x="1021341" y="70398"/>
                  </a:lnTo>
                  <a:lnTo>
                    <a:pt x="1068808" y="73670"/>
                  </a:lnTo>
                  <a:lnTo>
                    <a:pt x="1114066" y="76789"/>
                  </a:lnTo>
                  <a:lnTo>
                    <a:pt x="1157312" y="79770"/>
                  </a:lnTo>
                  <a:lnTo>
                    <a:pt x="1198717" y="82624"/>
                  </a:lnTo>
                  <a:lnTo>
                    <a:pt x="1238431" y="85361"/>
                  </a:lnTo>
                  <a:lnTo>
                    <a:pt x="1276588" y="87991"/>
                  </a:lnTo>
                  <a:lnTo>
                    <a:pt x="1313304" y="90522"/>
                  </a:lnTo>
                  <a:lnTo>
                    <a:pt x="1348685" y="92961"/>
                  </a:lnTo>
                  <a:lnTo>
                    <a:pt x="1382825" y="95314"/>
                  </a:lnTo>
                  <a:lnTo>
                    <a:pt x="1415806" y="97587"/>
                  </a:lnTo>
                  <a:lnTo>
                    <a:pt x="1447707" y="99786"/>
                  </a:lnTo>
                  <a:lnTo>
                    <a:pt x="1478594" y="101915"/>
                  </a:lnTo>
                  <a:lnTo>
                    <a:pt x="1508531" y="103979"/>
                  </a:lnTo>
                  <a:lnTo>
                    <a:pt x="1537574" y="105980"/>
                  </a:lnTo>
                  <a:lnTo>
                    <a:pt x="1565775" y="107924"/>
                  </a:lnTo>
                  <a:lnTo>
                    <a:pt x="1593182" y="109813"/>
                  </a:lnTo>
                  <a:lnTo>
                    <a:pt x="1619838" y="111651"/>
                  </a:lnTo>
                  <a:lnTo>
                    <a:pt x="1645782" y="113439"/>
                  </a:lnTo>
                  <a:lnTo>
                    <a:pt x="1671053" y="115181"/>
                  </a:lnTo>
                  <a:lnTo>
                    <a:pt x="1695684" y="116878"/>
                  </a:lnTo>
                  <a:lnTo>
                    <a:pt x="1719707" y="118534"/>
                  </a:lnTo>
                  <a:lnTo>
                    <a:pt x="1743151" y="120150"/>
                  </a:lnTo>
                  <a:lnTo>
                    <a:pt x="1766043" y="121728"/>
                  </a:lnTo>
                  <a:lnTo>
                    <a:pt x="1788409" y="123270"/>
                  </a:lnTo>
                  <a:lnTo>
                    <a:pt x="1810272" y="124777"/>
                  </a:lnTo>
                  <a:lnTo>
                    <a:pt x="1831654" y="126251"/>
                  </a:lnTo>
                  <a:lnTo>
                    <a:pt x="1852577" y="127693"/>
                  </a:lnTo>
                  <a:lnTo>
                    <a:pt x="1873059" y="129105"/>
                  </a:lnTo>
                  <a:lnTo>
                    <a:pt x="1893119" y="130487"/>
                  </a:lnTo>
                  <a:lnTo>
                    <a:pt x="1912774" y="131842"/>
                  </a:lnTo>
                  <a:lnTo>
                    <a:pt x="1932039" y="133170"/>
                  </a:lnTo>
                  <a:lnTo>
                    <a:pt x="1950931" y="134472"/>
                  </a:lnTo>
                  <a:lnTo>
                    <a:pt x="1969462" y="135749"/>
                  </a:lnTo>
                  <a:lnTo>
                    <a:pt x="1987647" y="137003"/>
                  </a:lnTo>
                  <a:lnTo>
                    <a:pt x="2005498" y="138233"/>
                  </a:lnTo>
                  <a:lnTo>
                    <a:pt x="2023028" y="139441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6895286" y="2762024"/>
              <a:ext cx="2023028" cy="84487"/>
            </a:xfrm>
            <a:custGeom>
              <a:avLst/>
              <a:pathLst>
                <a:path w="2023028" h="84487">
                  <a:moveTo>
                    <a:pt x="0" y="84487"/>
                  </a:moveTo>
                  <a:lnTo>
                    <a:pt x="129908" y="79062"/>
                  </a:lnTo>
                  <a:lnTo>
                    <a:pt x="244496" y="74276"/>
                  </a:lnTo>
                  <a:lnTo>
                    <a:pt x="346998" y="69996"/>
                  </a:lnTo>
                  <a:lnTo>
                    <a:pt x="439723" y="66123"/>
                  </a:lnTo>
                  <a:lnTo>
                    <a:pt x="524374" y="62588"/>
                  </a:lnTo>
                  <a:lnTo>
                    <a:pt x="602245" y="59336"/>
                  </a:lnTo>
                  <a:lnTo>
                    <a:pt x="674342" y="56325"/>
                  </a:lnTo>
                  <a:lnTo>
                    <a:pt x="741464" y="53522"/>
                  </a:lnTo>
                  <a:lnTo>
                    <a:pt x="804251" y="50899"/>
                  </a:lnTo>
                  <a:lnTo>
                    <a:pt x="863231" y="48436"/>
                  </a:lnTo>
                  <a:lnTo>
                    <a:pt x="918839" y="46114"/>
                  </a:lnTo>
                  <a:lnTo>
                    <a:pt x="971439" y="43917"/>
                  </a:lnTo>
                  <a:lnTo>
                    <a:pt x="1021341" y="41833"/>
                  </a:lnTo>
                  <a:lnTo>
                    <a:pt x="1068808" y="39851"/>
                  </a:lnTo>
                  <a:lnTo>
                    <a:pt x="1114066" y="37961"/>
                  </a:lnTo>
                  <a:lnTo>
                    <a:pt x="1157312" y="36155"/>
                  </a:lnTo>
                  <a:lnTo>
                    <a:pt x="1198717" y="34425"/>
                  </a:lnTo>
                  <a:lnTo>
                    <a:pt x="1238431" y="32767"/>
                  </a:lnTo>
                  <a:lnTo>
                    <a:pt x="1276588" y="31173"/>
                  </a:lnTo>
                  <a:lnTo>
                    <a:pt x="1313304" y="29640"/>
                  </a:lnTo>
                  <a:lnTo>
                    <a:pt x="1348685" y="28162"/>
                  </a:lnTo>
                  <a:lnTo>
                    <a:pt x="1382825" y="26736"/>
                  </a:lnTo>
                  <a:lnTo>
                    <a:pt x="1415806" y="25359"/>
                  </a:lnTo>
                  <a:lnTo>
                    <a:pt x="1447707" y="24027"/>
                  </a:lnTo>
                  <a:lnTo>
                    <a:pt x="1478594" y="22737"/>
                  </a:lnTo>
                  <a:lnTo>
                    <a:pt x="1508531" y="21486"/>
                  </a:lnTo>
                  <a:lnTo>
                    <a:pt x="1537574" y="20274"/>
                  </a:lnTo>
                  <a:lnTo>
                    <a:pt x="1565775" y="19096"/>
                  </a:lnTo>
                  <a:lnTo>
                    <a:pt x="1593182" y="17951"/>
                  </a:lnTo>
                  <a:lnTo>
                    <a:pt x="1619838" y="16838"/>
                  </a:lnTo>
                  <a:lnTo>
                    <a:pt x="1645782" y="15754"/>
                  </a:lnTo>
                  <a:lnTo>
                    <a:pt x="1671053" y="14699"/>
                  </a:lnTo>
                  <a:lnTo>
                    <a:pt x="1695684" y="13670"/>
                  </a:lnTo>
                  <a:lnTo>
                    <a:pt x="1719707" y="12667"/>
                  </a:lnTo>
                  <a:lnTo>
                    <a:pt x="1743151" y="11688"/>
                  </a:lnTo>
                  <a:lnTo>
                    <a:pt x="1766043" y="10732"/>
                  </a:lnTo>
                  <a:lnTo>
                    <a:pt x="1788409" y="9798"/>
                  </a:lnTo>
                  <a:lnTo>
                    <a:pt x="1810272" y="8885"/>
                  </a:lnTo>
                  <a:lnTo>
                    <a:pt x="1831654" y="7992"/>
                  </a:lnTo>
                  <a:lnTo>
                    <a:pt x="1852577" y="7118"/>
                  </a:lnTo>
                  <a:lnTo>
                    <a:pt x="1873059" y="6263"/>
                  </a:lnTo>
                  <a:lnTo>
                    <a:pt x="1893119" y="5425"/>
                  </a:lnTo>
                  <a:lnTo>
                    <a:pt x="1912774" y="4604"/>
                  </a:lnTo>
                  <a:lnTo>
                    <a:pt x="1932039" y="3799"/>
                  </a:lnTo>
                  <a:lnTo>
                    <a:pt x="1950931" y="3011"/>
                  </a:lnTo>
                  <a:lnTo>
                    <a:pt x="1969462" y="2237"/>
                  </a:lnTo>
                  <a:lnTo>
                    <a:pt x="1987647" y="1477"/>
                  </a:lnTo>
                  <a:lnTo>
                    <a:pt x="2005498" y="732"/>
                  </a:lnTo>
                  <a:lnTo>
                    <a:pt x="2023028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6" name="rc295"/>
            <p:cNvSpPr/>
            <p:nvPr/>
          </p:nvSpPr>
          <p:spPr>
            <a:xfrm>
              <a:off x="6742685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6742685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6704728" y="299959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6704728" y="238061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6704728" y="176163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6742685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6895286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7569629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8243972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8918314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tx305"/>
            <p:cNvSpPr/>
            <p:nvPr/>
          </p:nvSpPr>
          <p:spPr>
            <a:xfrm>
              <a:off x="6742685" y="1110514"/>
              <a:ext cx="779891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307" name="rc306"/>
            <p:cNvSpPr/>
            <p:nvPr/>
          </p:nvSpPr>
          <p:spPr>
            <a:xfrm>
              <a:off x="9362389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9513602" y="290960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9461916" y="273817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9469584" y="2630637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9474079" y="304363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9523593" y="310920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9465854" y="189654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9451499" y="291751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9526120" y="246991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9438939" y="291146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9480285" y="303428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10105640" y="271918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10121961" y="293182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10175013" y="230936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10155760" y="300307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10152015" y="289224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10150823" y="246805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10161162" y="311533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10199011" y="292506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10118454" y="277344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10168784" y="145988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10126495" y="200092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10106154" y="277793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10183660" y="270147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10189536" y="309250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10167758" y="281663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10114788" y="270809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10183570" y="298536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10197355" y="2884245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0783367" y="331400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0816789" y="293138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10878521" y="2888352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10799662" y="268048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10875119" y="185691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10802739" y="174636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10862586" y="227941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10790344" y="248585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10792933" y="251006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10829896" y="236540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10800171" y="245457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10862549" y="234802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10822568" y="294320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10871712" y="274721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10820810" y="288394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10850309" y="219456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10848052" y="235210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10785465" y="271366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10873705" y="244590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10820150" y="141911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11553831" y="246659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11538674" y="267614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11512244" y="247815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11555935" y="245933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11514416" y="258564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11488814" y="249039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11526374" y="228863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11493130" y="2477011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11507329" y="286898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11544598" y="200331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11465787" y="286596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11496491" y="284010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11546478" y="2676529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11512687" y="250950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11469183" y="254681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11538457" y="287200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11460369" y="232690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11475383" y="257136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11488363" y="268730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11534018" y="257142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11536862" y="269379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11481945" y="212013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11505154" y="259681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11502528" y="249126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9506614" y="2483850"/>
              <a:ext cx="2030348" cy="254540"/>
            </a:xfrm>
            <a:custGeom>
              <a:avLst/>
              <a:pathLst>
                <a:path w="2030348" h="254540">
                  <a:moveTo>
                    <a:pt x="0" y="254540"/>
                  </a:moveTo>
                  <a:lnTo>
                    <a:pt x="130378" y="238195"/>
                  </a:lnTo>
                  <a:lnTo>
                    <a:pt x="245381" y="223777"/>
                  </a:lnTo>
                  <a:lnTo>
                    <a:pt x="348254" y="210880"/>
                  </a:lnTo>
                  <a:lnTo>
                    <a:pt x="441314" y="199214"/>
                  </a:lnTo>
                  <a:lnTo>
                    <a:pt x="526271" y="188563"/>
                  </a:lnTo>
                  <a:lnTo>
                    <a:pt x="604424" y="178765"/>
                  </a:lnTo>
                  <a:lnTo>
                    <a:pt x="676782" y="169693"/>
                  </a:lnTo>
                  <a:lnTo>
                    <a:pt x="744146" y="161248"/>
                  </a:lnTo>
                  <a:lnTo>
                    <a:pt x="807161" y="153348"/>
                  </a:lnTo>
                  <a:lnTo>
                    <a:pt x="866354" y="145927"/>
                  </a:lnTo>
                  <a:lnTo>
                    <a:pt x="922163" y="138930"/>
                  </a:lnTo>
                  <a:lnTo>
                    <a:pt x="974954" y="132312"/>
                  </a:lnTo>
                  <a:lnTo>
                    <a:pt x="1025036" y="126033"/>
                  </a:lnTo>
                  <a:lnTo>
                    <a:pt x="1072675" y="120061"/>
                  </a:lnTo>
                  <a:lnTo>
                    <a:pt x="1118096" y="114367"/>
                  </a:lnTo>
                  <a:lnTo>
                    <a:pt x="1161499" y="108925"/>
                  </a:lnTo>
                  <a:lnTo>
                    <a:pt x="1203054" y="103716"/>
                  </a:lnTo>
                  <a:lnTo>
                    <a:pt x="1242912" y="98719"/>
                  </a:lnTo>
                  <a:lnTo>
                    <a:pt x="1281207" y="93918"/>
                  </a:lnTo>
                  <a:lnTo>
                    <a:pt x="1318056" y="89298"/>
                  </a:lnTo>
                  <a:lnTo>
                    <a:pt x="1353565" y="84846"/>
                  </a:lnTo>
                  <a:lnTo>
                    <a:pt x="1387828" y="80551"/>
                  </a:lnTo>
                  <a:lnTo>
                    <a:pt x="1420929" y="76401"/>
                  </a:lnTo>
                  <a:lnTo>
                    <a:pt x="1452945" y="72387"/>
                  </a:lnTo>
                  <a:lnTo>
                    <a:pt x="1483944" y="68501"/>
                  </a:lnTo>
                  <a:lnTo>
                    <a:pt x="1513989" y="64734"/>
                  </a:lnTo>
                  <a:lnTo>
                    <a:pt x="1543137" y="61080"/>
                  </a:lnTo>
                  <a:lnTo>
                    <a:pt x="1571440" y="57532"/>
                  </a:lnTo>
                  <a:lnTo>
                    <a:pt x="1598946" y="54083"/>
                  </a:lnTo>
                  <a:lnTo>
                    <a:pt x="1625698" y="50730"/>
                  </a:lnTo>
                  <a:lnTo>
                    <a:pt x="1651737" y="47465"/>
                  </a:lnTo>
                  <a:lnTo>
                    <a:pt x="1677099" y="44286"/>
                  </a:lnTo>
                  <a:lnTo>
                    <a:pt x="1701819" y="41186"/>
                  </a:lnTo>
                  <a:lnTo>
                    <a:pt x="1725929" y="38164"/>
                  </a:lnTo>
                  <a:lnTo>
                    <a:pt x="1749457" y="35214"/>
                  </a:lnTo>
                  <a:lnTo>
                    <a:pt x="1772432" y="32334"/>
                  </a:lnTo>
                  <a:lnTo>
                    <a:pt x="1794879" y="29520"/>
                  </a:lnTo>
                  <a:lnTo>
                    <a:pt x="1816822" y="26769"/>
                  </a:lnTo>
                  <a:lnTo>
                    <a:pt x="1838282" y="24078"/>
                  </a:lnTo>
                  <a:lnTo>
                    <a:pt x="1859280" y="21446"/>
                  </a:lnTo>
                  <a:lnTo>
                    <a:pt x="1879836" y="18869"/>
                  </a:lnTo>
                  <a:lnTo>
                    <a:pt x="1899969" y="16345"/>
                  </a:lnTo>
                  <a:lnTo>
                    <a:pt x="1919695" y="13872"/>
                  </a:lnTo>
                  <a:lnTo>
                    <a:pt x="1939030" y="11448"/>
                  </a:lnTo>
                  <a:lnTo>
                    <a:pt x="1957989" y="9071"/>
                  </a:lnTo>
                  <a:lnTo>
                    <a:pt x="1976588" y="6739"/>
                  </a:lnTo>
                  <a:lnTo>
                    <a:pt x="1994839" y="4451"/>
                  </a:lnTo>
                  <a:lnTo>
                    <a:pt x="2012755" y="2205"/>
                  </a:lnTo>
                  <a:lnTo>
                    <a:pt x="2030348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9506614" y="2566839"/>
              <a:ext cx="2030348" cy="496141"/>
            </a:xfrm>
            <a:custGeom>
              <a:avLst/>
              <a:pathLst>
                <a:path w="2030348" h="496141">
                  <a:moveTo>
                    <a:pt x="0" y="496141"/>
                  </a:moveTo>
                  <a:lnTo>
                    <a:pt x="130378" y="464281"/>
                  </a:lnTo>
                  <a:lnTo>
                    <a:pt x="245381" y="436179"/>
                  </a:lnTo>
                  <a:lnTo>
                    <a:pt x="348254" y="411041"/>
                  </a:lnTo>
                  <a:lnTo>
                    <a:pt x="441314" y="388300"/>
                  </a:lnTo>
                  <a:lnTo>
                    <a:pt x="526271" y="367540"/>
                  </a:lnTo>
                  <a:lnTo>
                    <a:pt x="604424" y="348442"/>
                  </a:lnTo>
                  <a:lnTo>
                    <a:pt x="676782" y="330760"/>
                  </a:lnTo>
                  <a:lnTo>
                    <a:pt x="744146" y="314299"/>
                  </a:lnTo>
                  <a:lnTo>
                    <a:pt x="807161" y="298901"/>
                  </a:lnTo>
                  <a:lnTo>
                    <a:pt x="866354" y="284436"/>
                  </a:lnTo>
                  <a:lnTo>
                    <a:pt x="922163" y="270798"/>
                  </a:lnTo>
                  <a:lnTo>
                    <a:pt x="974954" y="257898"/>
                  </a:lnTo>
                  <a:lnTo>
                    <a:pt x="1025036" y="245660"/>
                  </a:lnTo>
                  <a:lnTo>
                    <a:pt x="1072675" y="234019"/>
                  </a:lnTo>
                  <a:lnTo>
                    <a:pt x="1118096" y="222920"/>
                  </a:lnTo>
                  <a:lnTo>
                    <a:pt x="1161499" y="212314"/>
                  </a:lnTo>
                  <a:lnTo>
                    <a:pt x="1203054" y="202159"/>
                  </a:lnTo>
                  <a:lnTo>
                    <a:pt x="1242912" y="192419"/>
                  </a:lnTo>
                  <a:lnTo>
                    <a:pt x="1281207" y="183062"/>
                  </a:lnTo>
                  <a:lnTo>
                    <a:pt x="1318056" y="174057"/>
                  </a:lnTo>
                  <a:lnTo>
                    <a:pt x="1353565" y="165380"/>
                  </a:lnTo>
                  <a:lnTo>
                    <a:pt x="1387828" y="157007"/>
                  </a:lnTo>
                  <a:lnTo>
                    <a:pt x="1420929" y="148919"/>
                  </a:lnTo>
                  <a:lnTo>
                    <a:pt x="1452945" y="141095"/>
                  </a:lnTo>
                  <a:lnTo>
                    <a:pt x="1483944" y="133520"/>
                  </a:lnTo>
                  <a:lnTo>
                    <a:pt x="1513989" y="126178"/>
                  </a:lnTo>
                  <a:lnTo>
                    <a:pt x="1543137" y="119056"/>
                  </a:lnTo>
                  <a:lnTo>
                    <a:pt x="1571440" y="112139"/>
                  </a:lnTo>
                  <a:lnTo>
                    <a:pt x="1598946" y="105418"/>
                  </a:lnTo>
                  <a:lnTo>
                    <a:pt x="1625698" y="98881"/>
                  </a:lnTo>
                  <a:lnTo>
                    <a:pt x="1651737" y="92518"/>
                  </a:lnTo>
                  <a:lnTo>
                    <a:pt x="1677099" y="86320"/>
                  </a:lnTo>
                  <a:lnTo>
                    <a:pt x="1701819" y="80280"/>
                  </a:lnTo>
                  <a:lnTo>
                    <a:pt x="1725929" y="74388"/>
                  </a:lnTo>
                  <a:lnTo>
                    <a:pt x="1749457" y="68639"/>
                  </a:lnTo>
                  <a:lnTo>
                    <a:pt x="1772432" y="63024"/>
                  </a:lnTo>
                  <a:lnTo>
                    <a:pt x="1794879" y="57539"/>
                  </a:lnTo>
                  <a:lnTo>
                    <a:pt x="1816822" y="52177"/>
                  </a:lnTo>
                  <a:lnTo>
                    <a:pt x="1838282" y="46933"/>
                  </a:lnTo>
                  <a:lnTo>
                    <a:pt x="1859280" y="41802"/>
                  </a:lnTo>
                  <a:lnTo>
                    <a:pt x="1879836" y="36779"/>
                  </a:lnTo>
                  <a:lnTo>
                    <a:pt x="1899969" y="31859"/>
                  </a:lnTo>
                  <a:lnTo>
                    <a:pt x="1919695" y="27039"/>
                  </a:lnTo>
                  <a:lnTo>
                    <a:pt x="1939030" y="22314"/>
                  </a:lnTo>
                  <a:lnTo>
                    <a:pt x="1957989" y="17681"/>
                  </a:lnTo>
                  <a:lnTo>
                    <a:pt x="1976588" y="13136"/>
                  </a:lnTo>
                  <a:lnTo>
                    <a:pt x="1994839" y="8677"/>
                  </a:lnTo>
                  <a:lnTo>
                    <a:pt x="2012755" y="4299"/>
                  </a:lnTo>
                  <a:lnTo>
                    <a:pt x="2030348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9506614" y="2660667"/>
              <a:ext cx="2030348" cy="76415"/>
            </a:xfrm>
            <a:custGeom>
              <a:avLst/>
              <a:pathLst>
                <a:path w="2030348" h="76415">
                  <a:moveTo>
                    <a:pt x="0" y="76415"/>
                  </a:moveTo>
                  <a:lnTo>
                    <a:pt x="130378" y="71508"/>
                  </a:lnTo>
                  <a:lnTo>
                    <a:pt x="245381" y="67180"/>
                  </a:lnTo>
                  <a:lnTo>
                    <a:pt x="348254" y="63308"/>
                  </a:lnTo>
                  <a:lnTo>
                    <a:pt x="441314" y="59806"/>
                  </a:lnTo>
                  <a:lnTo>
                    <a:pt x="526271" y="56608"/>
                  </a:lnTo>
                  <a:lnTo>
                    <a:pt x="604424" y="53667"/>
                  </a:lnTo>
                  <a:lnTo>
                    <a:pt x="676782" y="50943"/>
                  </a:lnTo>
                  <a:lnTo>
                    <a:pt x="744146" y="48408"/>
                  </a:lnTo>
                  <a:lnTo>
                    <a:pt x="807161" y="46036"/>
                  </a:lnTo>
                  <a:lnTo>
                    <a:pt x="866354" y="43808"/>
                  </a:lnTo>
                  <a:lnTo>
                    <a:pt x="922163" y="41708"/>
                  </a:lnTo>
                  <a:lnTo>
                    <a:pt x="974954" y="39721"/>
                  </a:lnTo>
                  <a:lnTo>
                    <a:pt x="1025036" y="37836"/>
                  </a:lnTo>
                  <a:lnTo>
                    <a:pt x="1072675" y="36043"/>
                  </a:lnTo>
                  <a:lnTo>
                    <a:pt x="1118096" y="34334"/>
                  </a:lnTo>
                  <a:lnTo>
                    <a:pt x="1161499" y="32700"/>
                  </a:lnTo>
                  <a:lnTo>
                    <a:pt x="1203054" y="31136"/>
                  </a:lnTo>
                  <a:lnTo>
                    <a:pt x="1242912" y="29636"/>
                  </a:lnTo>
                  <a:lnTo>
                    <a:pt x="1281207" y="28195"/>
                  </a:lnTo>
                  <a:lnTo>
                    <a:pt x="1318056" y="26808"/>
                  </a:lnTo>
                  <a:lnTo>
                    <a:pt x="1353565" y="25471"/>
                  </a:lnTo>
                  <a:lnTo>
                    <a:pt x="1387828" y="24182"/>
                  </a:lnTo>
                  <a:lnTo>
                    <a:pt x="1420929" y="22936"/>
                  </a:lnTo>
                  <a:lnTo>
                    <a:pt x="1452945" y="21731"/>
                  </a:lnTo>
                  <a:lnTo>
                    <a:pt x="1483944" y="20564"/>
                  </a:lnTo>
                  <a:lnTo>
                    <a:pt x="1513989" y="19434"/>
                  </a:lnTo>
                  <a:lnTo>
                    <a:pt x="1543137" y="18337"/>
                  </a:lnTo>
                  <a:lnTo>
                    <a:pt x="1571440" y="17271"/>
                  </a:lnTo>
                  <a:lnTo>
                    <a:pt x="1598946" y="16236"/>
                  </a:lnTo>
                  <a:lnTo>
                    <a:pt x="1625698" y="15229"/>
                  </a:lnTo>
                  <a:lnTo>
                    <a:pt x="1651737" y="14249"/>
                  </a:lnTo>
                  <a:lnTo>
                    <a:pt x="1677099" y="13295"/>
                  </a:lnTo>
                  <a:lnTo>
                    <a:pt x="1701819" y="12364"/>
                  </a:lnTo>
                  <a:lnTo>
                    <a:pt x="1725929" y="11457"/>
                  </a:lnTo>
                  <a:lnTo>
                    <a:pt x="1749457" y="10571"/>
                  </a:lnTo>
                  <a:lnTo>
                    <a:pt x="1772432" y="9707"/>
                  </a:lnTo>
                  <a:lnTo>
                    <a:pt x="1794879" y="8862"/>
                  </a:lnTo>
                  <a:lnTo>
                    <a:pt x="1816822" y="8036"/>
                  </a:lnTo>
                  <a:lnTo>
                    <a:pt x="1838282" y="7228"/>
                  </a:lnTo>
                  <a:lnTo>
                    <a:pt x="1859280" y="6438"/>
                  </a:lnTo>
                  <a:lnTo>
                    <a:pt x="1879836" y="5664"/>
                  </a:lnTo>
                  <a:lnTo>
                    <a:pt x="1899969" y="4907"/>
                  </a:lnTo>
                  <a:lnTo>
                    <a:pt x="1919695" y="4164"/>
                  </a:lnTo>
                  <a:lnTo>
                    <a:pt x="1939030" y="3436"/>
                  </a:lnTo>
                  <a:lnTo>
                    <a:pt x="1957989" y="2723"/>
                  </a:lnTo>
                  <a:lnTo>
                    <a:pt x="1976588" y="2023"/>
                  </a:lnTo>
                  <a:lnTo>
                    <a:pt x="1994839" y="1336"/>
                  </a:lnTo>
                  <a:lnTo>
                    <a:pt x="2012755" y="662"/>
                  </a:lnTo>
                  <a:lnTo>
                    <a:pt x="2030348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9506614" y="1892344"/>
              <a:ext cx="2030348" cy="1143617"/>
            </a:xfrm>
            <a:custGeom>
              <a:avLst/>
              <a:pathLst>
                <a:path w="2030348" h="1143617">
                  <a:moveTo>
                    <a:pt x="0" y="1143617"/>
                  </a:moveTo>
                  <a:lnTo>
                    <a:pt x="130378" y="1070179"/>
                  </a:lnTo>
                  <a:lnTo>
                    <a:pt x="245381" y="1005403"/>
                  </a:lnTo>
                  <a:lnTo>
                    <a:pt x="348254" y="947458"/>
                  </a:lnTo>
                  <a:lnTo>
                    <a:pt x="441314" y="895041"/>
                  </a:lnTo>
                  <a:lnTo>
                    <a:pt x="526271" y="847188"/>
                  </a:lnTo>
                  <a:lnTo>
                    <a:pt x="604424" y="803168"/>
                  </a:lnTo>
                  <a:lnTo>
                    <a:pt x="676782" y="762411"/>
                  </a:lnTo>
                  <a:lnTo>
                    <a:pt x="744146" y="724467"/>
                  </a:lnTo>
                  <a:lnTo>
                    <a:pt x="807161" y="688973"/>
                  </a:lnTo>
                  <a:lnTo>
                    <a:pt x="866354" y="655632"/>
                  </a:lnTo>
                  <a:lnTo>
                    <a:pt x="922163" y="624197"/>
                  </a:lnTo>
                  <a:lnTo>
                    <a:pt x="974954" y="594462"/>
                  </a:lnTo>
                  <a:lnTo>
                    <a:pt x="1025036" y="566253"/>
                  </a:lnTo>
                  <a:lnTo>
                    <a:pt x="1072675" y="539420"/>
                  </a:lnTo>
                  <a:lnTo>
                    <a:pt x="1118096" y="513836"/>
                  </a:lnTo>
                  <a:lnTo>
                    <a:pt x="1161499" y="489389"/>
                  </a:lnTo>
                  <a:lnTo>
                    <a:pt x="1203054" y="465982"/>
                  </a:lnTo>
                  <a:lnTo>
                    <a:pt x="1242912" y="443532"/>
                  </a:lnTo>
                  <a:lnTo>
                    <a:pt x="1281207" y="421962"/>
                  </a:lnTo>
                  <a:lnTo>
                    <a:pt x="1318056" y="401206"/>
                  </a:lnTo>
                  <a:lnTo>
                    <a:pt x="1353565" y="381205"/>
                  </a:lnTo>
                  <a:lnTo>
                    <a:pt x="1387828" y="361906"/>
                  </a:lnTo>
                  <a:lnTo>
                    <a:pt x="1420929" y="343262"/>
                  </a:lnTo>
                  <a:lnTo>
                    <a:pt x="1452945" y="325228"/>
                  </a:lnTo>
                  <a:lnTo>
                    <a:pt x="1483944" y="307768"/>
                  </a:lnTo>
                  <a:lnTo>
                    <a:pt x="1513989" y="290845"/>
                  </a:lnTo>
                  <a:lnTo>
                    <a:pt x="1543137" y="274426"/>
                  </a:lnTo>
                  <a:lnTo>
                    <a:pt x="1571440" y="258484"/>
                  </a:lnTo>
                  <a:lnTo>
                    <a:pt x="1598946" y="242991"/>
                  </a:lnTo>
                  <a:lnTo>
                    <a:pt x="1625698" y="227923"/>
                  </a:lnTo>
                  <a:lnTo>
                    <a:pt x="1651737" y="213256"/>
                  </a:lnTo>
                  <a:lnTo>
                    <a:pt x="1677099" y="198971"/>
                  </a:lnTo>
                  <a:lnTo>
                    <a:pt x="1701819" y="185047"/>
                  </a:lnTo>
                  <a:lnTo>
                    <a:pt x="1725929" y="171467"/>
                  </a:lnTo>
                  <a:lnTo>
                    <a:pt x="1749457" y="158214"/>
                  </a:lnTo>
                  <a:lnTo>
                    <a:pt x="1772432" y="145273"/>
                  </a:lnTo>
                  <a:lnTo>
                    <a:pt x="1794879" y="132630"/>
                  </a:lnTo>
                  <a:lnTo>
                    <a:pt x="1816822" y="120271"/>
                  </a:lnTo>
                  <a:lnTo>
                    <a:pt x="1838282" y="108183"/>
                  </a:lnTo>
                  <a:lnTo>
                    <a:pt x="1859280" y="96355"/>
                  </a:lnTo>
                  <a:lnTo>
                    <a:pt x="1879836" y="84777"/>
                  </a:lnTo>
                  <a:lnTo>
                    <a:pt x="1899969" y="73437"/>
                  </a:lnTo>
                  <a:lnTo>
                    <a:pt x="1919695" y="62326"/>
                  </a:lnTo>
                  <a:lnTo>
                    <a:pt x="1939030" y="51435"/>
                  </a:lnTo>
                  <a:lnTo>
                    <a:pt x="1957989" y="40756"/>
                  </a:lnTo>
                  <a:lnTo>
                    <a:pt x="1976588" y="30280"/>
                  </a:lnTo>
                  <a:lnTo>
                    <a:pt x="1994839" y="20000"/>
                  </a:lnTo>
                  <a:lnTo>
                    <a:pt x="2012755" y="9909"/>
                  </a:lnTo>
                  <a:lnTo>
                    <a:pt x="203034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9506614" y="2487164"/>
              <a:ext cx="2030348" cy="302659"/>
            </a:xfrm>
            <a:custGeom>
              <a:avLst/>
              <a:pathLst>
                <a:path w="2030348" h="302659">
                  <a:moveTo>
                    <a:pt x="0" y="0"/>
                  </a:moveTo>
                  <a:lnTo>
                    <a:pt x="130378" y="19435"/>
                  </a:lnTo>
                  <a:lnTo>
                    <a:pt x="245381" y="36578"/>
                  </a:lnTo>
                  <a:lnTo>
                    <a:pt x="348254" y="51913"/>
                  </a:lnTo>
                  <a:lnTo>
                    <a:pt x="441314" y="65785"/>
                  </a:lnTo>
                  <a:lnTo>
                    <a:pt x="526271" y="78450"/>
                  </a:lnTo>
                  <a:lnTo>
                    <a:pt x="604424" y="90100"/>
                  </a:lnTo>
                  <a:lnTo>
                    <a:pt x="676782" y="100886"/>
                  </a:lnTo>
                  <a:lnTo>
                    <a:pt x="744146" y="110928"/>
                  </a:lnTo>
                  <a:lnTo>
                    <a:pt x="807161" y="120321"/>
                  </a:lnTo>
                  <a:lnTo>
                    <a:pt x="866354" y="129145"/>
                  </a:lnTo>
                  <a:lnTo>
                    <a:pt x="922163" y="137464"/>
                  </a:lnTo>
                  <a:lnTo>
                    <a:pt x="974954" y="145334"/>
                  </a:lnTo>
                  <a:lnTo>
                    <a:pt x="1025036" y="152800"/>
                  </a:lnTo>
                  <a:lnTo>
                    <a:pt x="1072675" y="159901"/>
                  </a:lnTo>
                  <a:lnTo>
                    <a:pt x="1118096" y="166672"/>
                  </a:lnTo>
                  <a:lnTo>
                    <a:pt x="1161499" y="173142"/>
                  </a:lnTo>
                  <a:lnTo>
                    <a:pt x="1203054" y="179336"/>
                  </a:lnTo>
                  <a:lnTo>
                    <a:pt x="1242912" y="185278"/>
                  </a:lnTo>
                  <a:lnTo>
                    <a:pt x="1281207" y="190986"/>
                  </a:lnTo>
                  <a:lnTo>
                    <a:pt x="1318056" y="196479"/>
                  </a:lnTo>
                  <a:lnTo>
                    <a:pt x="1353565" y="201773"/>
                  </a:lnTo>
                  <a:lnTo>
                    <a:pt x="1387828" y="206880"/>
                  </a:lnTo>
                  <a:lnTo>
                    <a:pt x="1420929" y="211814"/>
                  </a:lnTo>
                  <a:lnTo>
                    <a:pt x="1452945" y="216587"/>
                  </a:lnTo>
                  <a:lnTo>
                    <a:pt x="1483944" y="221208"/>
                  </a:lnTo>
                  <a:lnTo>
                    <a:pt x="1513989" y="225687"/>
                  </a:lnTo>
                  <a:lnTo>
                    <a:pt x="1543137" y="230032"/>
                  </a:lnTo>
                  <a:lnTo>
                    <a:pt x="1571440" y="234251"/>
                  </a:lnTo>
                  <a:lnTo>
                    <a:pt x="1598946" y="238351"/>
                  </a:lnTo>
                  <a:lnTo>
                    <a:pt x="1625698" y="242339"/>
                  </a:lnTo>
                  <a:lnTo>
                    <a:pt x="1651737" y="246220"/>
                  </a:lnTo>
                  <a:lnTo>
                    <a:pt x="1677099" y="250001"/>
                  </a:lnTo>
                  <a:lnTo>
                    <a:pt x="1701819" y="253686"/>
                  </a:lnTo>
                  <a:lnTo>
                    <a:pt x="1725929" y="257280"/>
                  </a:lnTo>
                  <a:lnTo>
                    <a:pt x="1749457" y="260787"/>
                  </a:lnTo>
                  <a:lnTo>
                    <a:pt x="1772432" y="264212"/>
                  </a:lnTo>
                  <a:lnTo>
                    <a:pt x="1794879" y="267558"/>
                  </a:lnTo>
                  <a:lnTo>
                    <a:pt x="1816822" y="270829"/>
                  </a:lnTo>
                  <a:lnTo>
                    <a:pt x="1838282" y="274028"/>
                  </a:lnTo>
                  <a:lnTo>
                    <a:pt x="1859280" y="277158"/>
                  </a:lnTo>
                  <a:lnTo>
                    <a:pt x="1879836" y="280223"/>
                  </a:lnTo>
                  <a:lnTo>
                    <a:pt x="1899969" y="283224"/>
                  </a:lnTo>
                  <a:lnTo>
                    <a:pt x="1919695" y="286164"/>
                  </a:lnTo>
                  <a:lnTo>
                    <a:pt x="1939030" y="289047"/>
                  </a:lnTo>
                  <a:lnTo>
                    <a:pt x="1957989" y="291873"/>
                  </a:lnTo>
                  <a:lnTo>
                    <a:pt x="1976588" y="294645"/>
                  </a:lnTo>
                  <a:lnTo>
                    <a:pt x="1994839" y="297366"/>
                  </a:lnTo>
                  <a:lnTo>
                    <a:pt x="2012755" y="300037"/>
                  </a:lnTo>
                  <a:lnTo>
                    <a:pt x="2030348" y="302659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9506614" y="1824610"/>
              <a:ext cx="2030348" cy="434653"/>
            </a:xfrm>
            <a:custGeom>
              <a:avLst/>
              <a:pathLst>
                <a:path w="2030348" h="434653">
                  <a:moveTo>
                    <a:pt x="0" y="0"/>
                  </a:moveTo>
                  <a:lnTo>
                    <a:pt x="130378" y="27911"/>
                  </a:lnTo>
                  <a:lnTo>
                    <a:pt x="245381" y="52530"/>
                  </a:lnTo>
                  <a:lnTo>
                    <a:pt x="348254" y="74553"/>
                  </a:lnTo>
                  <a:lnTo>
                    <a:pt x="441314" y="94475"/>
                  </a:lnTo>
                  <a:lnTo>
                    <a:pt x="526271" y="112663"/>
                  </a:lnTo>
                  <a:lnTo>
                    <a:pt x="604424" y="129394"/>
                  </a:lnTo>
                  <a:lnTo>
                    <a:pt x="676782" y="144884"/>
                  </a:lnTo>
                  <a:lnTo>
                    <a:pt x="744146" y="159305"/>
                  </a:lnTo>
                  <a:lnTo>
                    <a:pt x="807161" y="172795"/>
                  </a:lnTo>
                  <a:lnTo>
                    <a:pt x="866354" y="185467"/>
                  </a:lnTo>
                  <a:lnTo>
                    <a:pt x="922163" y="197415"/>
                  </a:lnTo>
                  <a:lnTo>
                    <a:pt x="974954" y="208716"/>
                  </a:lnTo>
                  <a:lnTo>
                    <a:pt x="1025036" y="219438"/>
                  </a:lnTo>
                  <a:lnTo>
                    <a:pt x="1072675" y="229636"/>
                  </a:lnTo>
                  <a:lnTo>
                    <a:pt x="1118096" y="239360"/>
                  </a:lnTo>
                  <a:lnTo>
                    <a:pt x="1161499" y="248651"/>
                  </a:lnTo>
                  <a:lnTo>
                    <a:pt x="1203054" y="257547"/>
                  </a:lnTo>
                  <a:lnTo>
                    <a:pt x="1242912" y="266080"/>
                  </a:lnTo>
                  <a:lnTo>
                    <a:pt x="1281207" y="274278"/>
                  </a:lnTo>
                  <a:lnTo>
                    <a:pt x="1318056" y="282167"/>
                  </a:lnTo>
                  <a:lnTo>
                    <a:pt x="1353565" y="289769"/>
                  </a:lnTo>
                  <a:lnTo>
                    <a:pt x="1387828" y="297103"/>
                  </a:lnTo>
                  <a:lnTo>
                    <a:pt x="1420929" y="304190"/>
                  </a:lnTo>
                  <a:lnTo>
                    <a:pt x="1452945" y="311044"/>
                  </a:lnTo>
                  <a:lnTo>
                    <a:pt x="1483944" y="317680"/>
                  </a:lnTo>
                  <a:lnTo>
                    <a:pt x="1513989" y="324112"/>
                  </a:lnTo>
                  <a:lnTo>
                    <a:pt x="1543137" y="330352"/>
                  </a:lnTo>
                  <a:lnTo>
                    <a:pt x="1571440" y="336411"/>
                  </a:lnTo>
                  <a:lnTo>
                    <a:pt x="1598946" y="342299"/>
                  </a:lnTo>
                  <a:lnTo>
                    <a:pt x="1625698" y="348026"/>
                  </a:lnTo>
                  <a:lnTo>
                    <a:pt x="1651737" y="353601"/>
                  </a:lnTo>
                  <a:lnTo>
                    <a:pt x="1677099" y="359030"/>
                  </a:lnTo>
                  <a:lnTo>
                    <a:pt x="1701819" y="364322"/>
                  </a:lnTo>
                  <a:lnTo>
                    <a:pt x="1725929" y="369484"/>
                  </a:lnTo>
                  <a:lnTo>
                    <a:pt x="1749457" y="374521"/>
                  </a:lnTo>
                  <a:lnTo>
                    <a:pt x="1772432" y="379439"/>
                  </a:lnTo>
                  <a:lnTo>
                    <a:pt x="1794879" y="384244"/>
                  </a:lnTo>
                  <a:lnTo>
                    <a:pt x="1816822" y="388942"/>
                  </a:lnTo>
                  <a:lnTo>
                    <a:pt x="1838282" y="393536"/>
                  </a:lnTo>
                  <a:lnTo>
                    <a:pt x="1859280" y="398031"/>
                  </a:lnTo>
                  <a:lnTo>
                    <a:pt x="1879836" y="402432"/>
                  </a:lnTo>
                  <a:lnTo>
                    <a:pt x="1899969" y="406742"/>
                  </a:lnTo>
                  <a:lnTo>
                    <a:pt x="1919695" y="410965"/>
                  </a:lnTo>
                  <a:lnTo>
                    <a:pt x="1939030" y="415104"/>
                  </a:lnTo>
                  <a:lnTo>
                    <a:pt x="1957989" y="419163"/>
                  </a:lnTo>
                  <a:lnTo>
                    <a:pt x="1976588" y="423144"/>
                  </a:lnTo>
                  <a:lnTo>
                    <a:pt x="1994839" y="427051"/>
                  </a:lnTo>
                  <a:lnTo>
                    <a:pt x="2012755" y="430887"/>
                  </a:lnTo>
                  <a:lnTo>
                    <a:pt x="2030348" y="434653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9506614" y="2563989"/>
              <a:ext cx="2030348" cy="306042"/>
            </a:xfrm>
            <a:custGeom>
              <a:avLst/>
              <a:pathLst>
                <a:path w="2030348" h="306042">
                  <a:moveTo>
                    <a:pt x="0" y="306042"/>
                  </a:moveTo>
                  <a:lnTo>
                    <a:pt x="130378" y="286390"/>
                  </a:lnTo>
                  <a:lnTo>
                    <a:pt x="245381" y="269055"/>
                  </a:lnTo>
                  <a:lnTo>
                    <a:pt x="348254" y="253548"/>
                  </a:lnTo>
                  <a:lnTo>
                    <a:pt x="441314" y="239521"/>
                  </a:lnTo>
                  <a:lnTo>
                    <a:pt x="526271" y="226715"/>
                  </a:lnTo>
                  <a:lnTo>
                    <a:pt x="604424" y="214935"/>
                  </a:lnTo>
                  <a:lnTo>
                    <a:pt x="676782" y="204028"/>
                  </a:lnTo>
                  <a:lnTo>
                    <a:pt x="744146" y="193874"/>
                  </a:lnTo>
                  <a:lnTo>
                    <a:pt x="807161" y="184375"/>
                  </a:lnTo>
                  <a:lnTo>
                    <a:pt x="866354" y="175453"/>
                  </a:lnTo>
                  <a:lnTo>
                    <a:pt x="922163" y="167041"/>
                  </a:lnTo>
                  <a:lnTo>
                    <a:pt x="974954" y="159083"/>
                  </a:lnTo>
                  <a:lnTo>
                    <a:pt x="1025036" y="151534"/>
                  </a:lnTo>
                  <a:lnTo>
                    <a:pt x="1072675" y="144353"/>
                  </a:lnTo>
                  <a:lnTo>
                    <a:pt x="1118096" y="137507"/>
                  </a:lnTo>
                  <a:lnTo>
                    <a:pt x="1161499" y="130965"/>
                  </a:lnTo>
                  <a:lnTo>
                    <a:pt x="1203054" y="124701"/>
                  </a:lnTo>
                  <a:lnTo>
                    <a:pt x="1242912" y="118693"/>
                  </a:lnTo>
                  <a:lnTo>
                    <a:pt x="1281207" y="112921"/>
                  </a:lnTo>
                  <a:lnTo>
                    <a:pt x="1318056" y="107366"/>
                  </a:lnTo>
                  <a:lnTo>
                    <a:pt x="1353565" y="102014"/>
                  </a:lnTo>
                  <a:lnTo>
                    <a:pt x="1387828" y="96849"/>
                  </a:lnTo>
                  <a:lnTo>
                    <a:pt x="1420929" y="91860"/>
                  </a:lnTo>
                  <a:lnTo>
                    <a:pt x="1452945" y="87034"/>
                  </a:lnTo>
                  <a:lnTo>
                    <a:pt x="1483944" y="82361"/>
                  </a:lnTo>
                  <a:lnTo>
                    <a:pt x="1513989" y="77832"/>
                  </a:lnTo>
                  <a:lnTo>
                    <a:pt x="1543137" y="73439"/>
                  </a:lnTo>
                  <a:lnTo>
                    <a:pt x="1571440" y="69172"/>
                  </a:lnTo>
                  <a:lnTo>
                    <a:pt x="1598946" y="65026"/>
                  </a:lnTo>
                  <a:lnTo>
                    <a:pt x="1625698" y="60994"/>
                  </a:lnTo>
                  <a:lnTo>
                    <a:pt x="1651737" y="57069"/>
                  </a:lnTo>
                  <a:lnTo>
                    <a:pt x="1677099" y="53246"/>
                  </a:lnTo>
                  <a:lnTo>
                    <a:pt x="1701819" y="49520"/>
                  </a:lnTo>
                  <a:lnTo>
                    <a:pt x="1725929" y="45886"/>
                  </a:lnTo>
                  <a:lnTo>
                    <a:pt x="1749457" y="42339"/>
                  </a:lnTo>
                  <a:lnTo>
                    <a:pt x="1772432" y="38876"/>
                  </a:lnTo>
                  <a:lnTo>
                    <a:pt x="1794879" y="35493"/>
                  </a:lnTo>
                  <a:lnTo>
                    <a:pt x="1816822" y="32185"/>
                  </a:lnTo>
                  <a:lnTo>
                    <a:pt x="1838282" y="28950"/>
                  </a:lnTo>
                  <a:lnTo>
                    <a:pt x="1859280" y="25785"/>
                  </a:lnTo>
                  <a:lnTo>
                    <a:pt x="1879836" y="22687"/>
                  </a:lnTo>
                  <a:lnTo>
                    <a:pt x="1899969" y="19652"/>
                  </a:lnTo>
                  <a:lnTo>
                    <a:pt x="1919695" y="16679"/>
                  </a:lnTo>
                  <a:lnTo>
                    <a:pt x="1939030" y="13764"/>
                  </a:lnTo>
                  <a:lnTo>
                    <a:pt x="1957989" y="10906"/>
                  </a:lnTo>
                  <a:lnTo>
                    <a:pt x="1976588" y="8103"/>
                  </a:lnTo>
                  <a:lnTo>
                    <a:pt x="1994839" y="5352"/>
                  </a:lnTo>
                  <a:lnTo>
                    <a:pt x="2012755" y="2651"/>
                  </a:lnTo>
                  <a:lnTo>
                    <a:pt x="2030348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9506614" y="2441106"/>
              <a:ext cx="2030348" cy="546419"/>
            </a:xfrm>
            <a:custGeom>
              <a:avLst/>
              <a:pathLst>
                <a:path w="2030348" h="546419">
                  <a:moveTo>
                    <a:pt x="0" y="546419"/>
                  </a:moveTo>
                  <a:lnTo>
                    <a:pt x="130378" y="511331"/>
                  </a:lnTo>
                  <a:lnTo>
                    <a:pt x="245381" y="480381"/>
                  </a:lnTo>
                  <a:lnTo>
                    <a:pt x="348254" y="452695"/>
                  </a:lnTo>
                  <a:lnTo>
                    <a:pt x="441314" y="427650"/>
                  </a:lnTo>
                  <a:lnTo>
                    <a:pt x="526271" y="404786"/>
                  </a:lnTo>
                  <a:lnTo>
                    <a:pt x="604424" y="383753"/>
                  </a:lnTo>
                  <a:lnTo>
                    <a:pt x="676782" y="364279"/>
                  </a:lnTo>
                  <a:lnTo>
                    <a:pt x="744146" y="346150"/>
                  </a:lnTo>
                  <a:lnTo>
                    <a:pt x="807161" y="329191"/>
                  </a:lnTo>
                  <a:lnTo>
                    <a:pt x="866354" y="313260"/>
                  </a:lnTo>
                  <a:lnTo>
                    <a:pt x="922163" y="298241"/>
                  </a:lnTo>
                  <a:lnTo>
                    <a:pt x="974954" y="284033"/>
                  </a:lnTo>
                  <a:lnTo>
                    <a:pt x="1025036" y="270555"/>
                  </a:lnTo>
                  <a:lnTo>
                    <a:pt x="1072675" y="257734"/>
                  </a:lnTo>
                  <a:lnTo>
                    <a:pt x="1118096" y="245510"/>
                  </a:lnTo>
                  <a:lnTo>
                    <a:pt x="1161499" y="233829"/>
                  </a:lnTo>
                  <a:lnTo>
                    <a:pt x="1203054" y="222646"/>
                  </a:lnTo>
                  <a:lnTo>
                    <a:pt x="1242912" y="211919"/>
                  </a:lnTo>
                  <a:lnTo>
                    <a:pt x="1281207" y="201613"/>
                  </a:lnTo>
                  <a:lnTo>
                    <a:pt x="1318056" y="191696"/>
                  </a:lnTo>
                  <a:lnTo>
                    <a:pt x="1353565" y="182139"/>
                  </a:lnTo>
                  <a:lnTo>
                    <a:pt x="1387828" y="172918"/>
                  </a:lnTo>
                  <a:lnTo>
                    <a:pt x="1420929" y="164010"/>
                  </a:lnTo>
                  <a:lnTo>
                    <a:pt x="1452945" y="155394"/>
                  </a:lnTo>
                  <a:lnTo>
                    <a:pt x="1483944" y="147051"/>
                  </a:lnTo>
                  <a:lnTo>
                    <a:pt x="1513989" y="138965"/>
                  </a:lnTo>
                  <a:lnTo>
                    <a:pt x="1543137" y="131121"/>
                  </a:lnTo>
                  <a:lnTo>
                    <a:pt x="1571440" y="123503"/>
                  </a:lnTo>
                  <a:lnTo>
                    <a:pt x="1598946" y="116101"/>
                  </a:lnTo>
                  <a:lnTo>
                    <a:pt x="1625698" y="108901"/>
                  </a:lnTo>
                  <a:lnTo>
                    <a:pt x="1651737" y="101894"/>
                  </a:lnTo>
                  <a:lnTo>
                    <a:pt x="1677099" y="95068"/>
                  </a:lnTo>
                  <a:lnTo>
                    <a:pt x="1701819" y="88415"/>
                  </a:lnTo>
                  <a:lnTo>
                    <a:pt x="1725929" y="81927"/>
                  </a:lnTo>
                  <a:lnTo>
                    <a:pt x="1749457" y="75594"/>
                  </a:lnTo>
                  <a:lnTo>
                    <a:pt x="1772432" y="69411"/>
                  </a:lnTo>
                  <a:lnTo>
                    <a:pt x="1794879" y="63370"/>
                  </a:lnTo>
                  <a:lnTo>
                    <a:pt x="1816822" y="57465"/>
                  </a:lnTo>
                  <a:lnTo>
                    <a:pt x="1838282" y="51690"/>
                  </a:lnTo>
                  <a:lnTo>
                    <a:pt x="1859280" y="46038"/>
                  </a:lnTo>
                  <a:lnTo>
                    <a:pt x="1879836" y="40506"/>
                  </a:lnTo>
                  <a:lnTo>
                    <a:pt x="1899969" y="35088"/>
                  </a:lnTo>
                  <a:lnTo>
                    <a:pt x="1919695" y="29779"/>
                  </a:lnTo>
                  <a:lnTo>
                    <a:pt x="1939030" y="24576"/>
                  </a:lnTo>
                  <a:lnTo>
                    <a:pt x="1957989" y="19473"/>
                  </a:lnTo>
                  <a:lnTo>
                    <a:pt x="1976588" y="14468"/>
                  </a:lnTo>
                  <a:lnTo>
                    <a:pt x="1994839" y="9556"/>
                  </a:lnTo>
                  <a:lnTo>
                    <a:pt x="2012755" y="4734"/>
                  </a:lnTo>
                  <a:lnTo>
                    <a:pt x="2030348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9506614" y="2922824"/>
              <a:ext cx="2030348" cy="121964"/>
            </a:xfrm>
            <a:custGeom>
              <a:avLst/>
              <a:pathLst>
                <a:path w="2030348" h="121964">
                  <a:moveTo>
                    <a:pt x="0" y="121964"/>
                  </a:moveTo>
                  <a:lnTo>
                    <a:pt x="130378" y="114132"/>
                  </a:lnTo>
                  <a:lnTo>
                    <a:pt x="245381" y="107224"/>
                  </a:lnTo>
                  <a:lnTo>
                    <a:pt x="348254" y="101044"/>
                  </a:lnTo>
                  <a:lnTo>
                    <a:pt x="441314" y="95454"/>
                  </a:lnTo>
                  <a:lnTo>
                    <a:pt x="526271" y="90351"/>
                  </a:lnTo>
                  <a:lnTo>
                    <a:pt x="604424" y="85656"/>
                  </a:lnTo>
                  <a:lnTo>
                    <a:pt x="676782" y="81309"/>
                  </a:lnTo>
                  <a:lnTo>
                    <a:pt x="744146" y="77263"/>
                  </a:lnTo>
                  <a:lnTo>
                    <a:pt x="807161" y="73477"/>
                  </a:lnTo>
                  <a:lnTo>
                    <a:pt x="866354" y="69922"/>
                  </a:lnTo>
                  <a:lnTo>
                    <a:pt x="922163" y="66569"/>
                  </a:lnTo>
                  <a:lnTo>
                    <a:pt x="974954" y="63398"/>
                  </a:lnTo>
                  <a:lnTo>
                    <a:pt x="1025036" y="60390"/>
                  </a:lnTo>
                  <a:lnTo>
                    <a:pt x="1072675" y="57528"/>
                  </a:lnTo>
                  <a:lnTo>
                    <a:pt x="1118096" y="54799"/>
                  </a:lnTo>
                  <a:lnTo>
                    <a:pt x="1161499" y="52192"/>
                  </a:lnTo>
                  <a:lnTo>
                    <a:pt x="1203054" y="49696"/>
                  </a:lnTo>
                  <a:lnTo>
                    <a:pt x="1242912" y="47302"/>
                  </a:lnTo>
                  <a:lnTo>
                    <a:pt x="1281207" y="45001"/>
                  </a:lnTo>
                  <a:lnTo>
                    <a:pt x="1318056" y="42788"/>
                  </a:lnTo>
                  <a:lnTo>
                    <a:pt x="1353565" y="40654"/>
                  </a:lnTo>
                  <a:lnTo>
                    <a:pt x="1387828" y="38596"/>
                  </a:lnTo>
                  <a:lnTo>
                    <a:pt x="1420929" y="36608"/>
                  </a:lnTo>
                  <a:lnTo>
                    <a:pt x="1452945" y="34685"/>
                  </a:lnTo>
                  <a:lnTo>
                    <a:pt x="1483944" y="32823"/>
                  </a:lnTo>
                  <a:lnTo>
                    <a:pt x="1513989" y="31018"/>
                  </a:lnTo>
                  <a:lnTo>
                    <a:pt x="1543137" y="29267"/>
                  </a:lnTo>
                  <a:lnTo>
                    <a:pt x="1571440" y="27567"/>
                  </a:lnTo>
                  <a:lnTo>
                    <a:pt x="1598946" y="25914"/>
                  </a:lnTo>
                  <a:lnTo>
                    <a:pt x="1625698" y="24307"/>
                  </a:lnTo>
                  <a:lnTo>
                    <a:pt x="1651737" y="22743"/>
                  </a:lnTo>
                  <a:lnTo>
                    <a:pt x="1677099" y="21219"/>
                  </a:lnTo>
                  <a:lnTo>
                    <a:pt x="1701819" y="19735"/>
                  </a:lnTo>
                  <a:lnTo>
                    <a:pt x="1725929" y="18286"/>
                  </a:lnTo>
                  <a:lnTo>
                    <a:pt x="1749457" y="16873"/>
                  </a:lnTo>
                  <a:lnTo>
                    <a:pt x="1772432" y="15493"/>
                  </a:lnTo>
                  <a:lnTo>
                    <a:pt x="1794879" y="14144"/>
                  </a:lnTo>
                  <a:lnTo>
                    <a:pt x="1816822" y="12826"/>
                  </a:lnTo>
                  <a:lnTo>
                    <a:pt x="1838282" y="11537"/>
                  </a:lnTo>
                  <a:lnTo>
                    <a:pt x="1859280" y="10276"/>
                  </a:lnTo>
                  <a:lnTo>
                    <a:pt x="1879836" y="9041"/>
                  </a:lnTo>
                  <a:lnTo>
                    <a:pt x="1899969" y="7831"/>
                  </a:lnTo>
                  <a:lnTo>
                    <a:pt x="1919695" y="6647"/>
                  </a:lnTo>
                  <a:lnTo>
                    <a:pt x="1939030" y="5485"/>
                  </a:lnTo>
                  <a:lnTo>
                    <a:pt x="1957989" y="4346"/>
                  </a:lnTo>
                  <a:lnTo>
                    <a:pt x="1976588" y="3229"/>
                  </a:lnTo>
                  <a:lnTo>
                    <a:pt x="1994839" y="2133"/>
                  </a:lnTo>
                  <a:lnTo>
                    <a:pt x="2012755" y="1056"/>
                  </a:lnTo>
                  <a:lnTo>
                    <a:pt x="2030348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9506614" y="2664901"/>
              <a:ext cx="2030348" cy="160423"/>
            </a:xfrm>
            <a:custGeom>
              <a:avLst/>
              <a:pathLst>
                <a:path w="2030348" h="160423">
                  <a:moveTo>
                    <a:pt x="0" y="160423"/>
                  </a:moveTo>
                  <a:lnTo>
                    <a:pt x="130378" y="150121"/>
                  </a:lnTo>
                  <a:lnTo>
                    <a:pt x="245381" y="141034"/>
                  </a:lnTo>
                  <a:lnTo>
                    <a:pt x="348254" y="132906"/>
                  </a:lnTo>
                  <a:lnTo>
                    <a:pt x="441314" y="125553"/>
                  </a:lnTo>
                  <a:lnTo>
                    <a:pt x="526271" y="118840"/>
                  </a:lnTo>
                  <a:lnTo>
                    <a:pt x="604424" y="112665"/>
                  </a:lnTo>
                  <a:lnTo>
                    <a:pt x="676782" y="106948"/>
                  </a:lnTo>
                  <a:lnTo>
                    <a:pt x="744146" y="101626"/>
                  </a:lnTo>
                  <a:lnTo>
                    <a:pt x="807161" y="96647"/>
                  </a:lnTo>
                  <a:lnTo>
                    <a:pt x="866354" y="91970"/>
                  </a:lnTo>
                  <a:lnTo>
                    <a:pt x="922163" y="87560"/>
                  </a:lnTo>
                  <a:lnTo>
                    <a:pt x="974954" y="83389"/>
                  </a:lnTo>
                  <a:lnTo>
                    <a:pt x="1025036" y="79432"/>
                  </a:lnTo>
                  <a:lnTo>
                    <a:pt x="1072675" y="75668"/>
                  </a:lnTo>
                  <a:lnTo>
                    <a:pt x="1118096" y="72079"/>
                  </a:lnTo>
                  <a:lnTo>
                    <a:pt x="1161499" y="68649"/>
                  </a:lnTo>
                  <a:lnTo>
                    <a:pt x="1203054" y="65366"/>
                  </a:lnTo>
                  <a:lnTo>
                    <a:pt x="1242912" y="62217"/>
                  </a:lnTo>
                  <a:lnTo>
                    <a:pt x="1281207" y="59191"/>
                  </a:lnTo>
                  <a:lnTo>
                    <a:pt x="1318056" y="56279"/>
                  </a:lnTo>
                  <a:lnTo>
                    <a:pt x="1353565" y="53474"/>
                  </a:lnTo>
                  <a:lnTo>
                    <a:pt x="1387828" y="50767"/>
                  </a:lnTo>
                  <a:lnTo>
                    <a:pt x="1420929" y="48151"/>
                  </a:lnTo>
                  <a:lnTo>
                    <a:pt x="1452945" y="45622"/>
                  </a:lnTo>
                  <a:lnTo>
                    <a:pt x="1483944" y="43172"/>
                  </a:lnTo>
                  <a:lnTo>
                    <a:pt x="1513989" y="40798"/>
                  </a:lnTo>
                  <a:lnTo>
                    <a:pt x="1543137" y="38495"/>
                  </a:lnTo>
                  <a:lnTo>
                    <a:pt x="1571440" y="36259"/>
                  </a:lnTo>
                  <a:lnTo>
                    <a:pt x="1598946" y="34086"/>
                  </a:lnTo>
                  <a:lnTo>
                    <a:pt x="1625698" y="31972"/>
                  </a:lnTo>
                  <a:lnTo>
                    <a:pt x="1651737" y="29915"/>
                  </a:lnTo>
                  <a:lnTo>
                    <a:pt x="1677099" y="27911"/>
                  </a:lnTo>
                  <a:lnTo>
                    <a:pt x="1701819" y="25957"/>
                  </a:lnTo>
                  <a:lnTo>
                    <a:pt x="1725929" y="24052"/>
                  </a:lnTo>
                  <a:lnTo>
                    <a:pt x="1749457" y="22193"/>
                  </a:lnTo>
                  <a:lnTo>
                    <a:pt x="1772432" y="20378"/>
                  </a:lnTo>
                  <a:lnTo>
                    <a:pt x="1794879" y="18604"/>
                  </a:lnTo>
                  <a:lnTo>
                    <a:pt x="1816822" y="16871"/>
                  </a:lnTo>
                  <a:lnTo>
                    <a:pt x="1838282" y="15175"/>
                  </a:lnTo>
                  <a:lnTo>
                    <a:pt x="1859280" y="13516"/>
                  </a:lnTo>
                  <a:lnTo>
                    <a:pt x="1879836" y="11892"/>
                  </a:lnTo>
                  <a:lnTo>
                    <a:pt x="1899969" y="10301"/>
                  </a:lnTo>
                  <a:lnTo>
                    <a:pt x="1919695" y="8742"/>
                  </a:lnTo>
                  <a:lnTo>
                    <a:pt x="1939030" y="7215"/>
                  </a:lnTo>
                  <a:lnTo>
                    <a:pt x="1957989" y="5717"/>
                  </a:lnTo>
                  <a:lnTo>
                    <a:pt x="1976588" y="4247"/>
                  </a:lnTo>
                  <a:lnTo>
                    <a:pt x="1994839" y="2805"/>
                  </a:lnTo>
                  <a:lnTo>
                    <a:pt x="2012755" y="1390"/>
                  </a:lnTo>
                  <a:lnTo>
                    <a:pt x="2030348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" name="rc389"/>
            <p:cNvSpPr/>
            <p:nvPr/>
          </p:nvSpPr>
          <p:spPr>
            <a:xfrm>
              <a:off x="9362389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9362389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9324432" y="334205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9324432" y="283294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9324432" y="232382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9324432" y="181471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9362389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9506614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10183397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10860180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11536963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tx400"/>
            <p:cNvSpPr/>
            <p:nvPr/>
          </p:nvSpPr>
          <p:spPr>
            <a:xfrm>
              <a:off x="9362389" y="1110514"/>
              <a:ext cx="631576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402" name="rc401"/>
            <p:cNvSpPr/>
            <p:nvPr/>
          </p:nvSpPr>
          <p:spPr>
            <a:xfrm>
              <a:off x="1503277" y="3972216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579827" y="548974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625489" y="568299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599701" y="5150922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609272" y="518879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609712" y="5928815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595049" y="520034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620686" y="590210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592893" y="593254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595116" y="572457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644046" y="530739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2332841" y="536577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270254" y="4037661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287668" y="507823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292469" y="556245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255320" y="576025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247492" y="557780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261846" y="491964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285110" y="518701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336123" y="547424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306115" y="434549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260014" y="493181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315835" y="537249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60700" y="473990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49968" y="474166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326738" y="578281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259559" y="435865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336458" y="503026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295610" y="5190239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958360" y="527284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3005939" y="514991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931794" y="5331868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977324" y="534086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017279" y="484697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980013" y="544945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979454" y="519361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965744" y="559026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969013" y="558562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989173" y="477261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007159" y="500210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005681" y="477948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994279" y="469825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942329" y="578384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005975" y="542674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976490" y="484287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966794" y="448602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013784" y="560402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937636" y="487716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937258" y="5156455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663867" y="534378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663414" y="550073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608756" y="541701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619808" y="592715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606228" y="555454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659450" y="568107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693876" y="415582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696822" y="5708924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653767" y="539526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645134" y="520750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673251" y="556157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620258" y="523287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636569" y="560020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652488" y="561880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689657" y="563903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610657" y="579407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678039" y="508125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634689" y="566265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674597" y="549984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690399" y="534245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657927" y="548018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635094" y="427168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686869" y="545878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651680" y="555070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637581" y="5469937"/>
              <a:ext cx="2040322" cy="159635"/>
            </a:xfrm>
            <a:custGeom>
              <a:avLst/>
              <a:pathLst>
                <a:path w="2040322" h="159635">
                  <a:moveTo>
                    <a:pt x="0" y="0"/>
                  </a:moveTo>
                  <a:lnTo>
                    <a:pt x="131019" y="10251"/>
                  </a:lnTo>
                  <a:lnTo>
                    <a:pt x="246586" y="19293"/>
                  </a:lnTo>
                  <a:lnTo>
                    <a:pt x="349965" y="27381"/>
                  </a:lnTo>
                  <a:lnTo>
                    <a:pt x="443482" y="34698"/>
                  </a:lnTo>
                  <a:lnTo>
                    <a:pt x="528856" y="41377"/>
                  </a:lnTo>
                  <a:lnTo>
                    <a:pt x="607393" y="47522"/>
                  </a:lnTo>
                  <a:lnTo>
                    <a:pt x="680107" y="53211"/>
                  </a:lnTo>
                  <a:lnTo>
                    <a:pt x="747802" y="58508"/>
                  </a:lnTo>
                  <a:lnTo>
                    <a:pt x="811126" y="63462"/>
                  </a:lnTo>
                  <a:lnTo>
                    <a:pt x="870610" y="68116"/>
                  </a:lnTo>
                  <a:lnTo>
                    <a:pt x="926694" y="72504"/>
                  </a:lnTo>
                  <a:lnTo>
                    <a:pt x="979744" y="76655"/>
                  </a:lnTo>
                  <a:lnTo>
                    <a:pt x="1030072" y="80593"/>
                  </a:lnTo>
                  <a:lnTo>
                    <a:pt x="1077944" y="84338"/>
                  </a:lnTo>
                  <a:lnTo>
                    <a:pt x="1123589" y="87910"/>
                  </a:lnTo>
                  <a:lnTo>
                    <a:pt x="1167205" y="91322"/>
                  </a:lnTo>
                  <a:lnTo>
                    <a:pt x="1208964" y="94589"/>
                  </a:lnTo>
                  <a:lnTo>
                    <a:pt x="1249018" y="97723"/>
                  </a:lnTo>
                  <a:lnTo>
                    <a:pt x="1287501" y="100734"/>
                  </a:lnTo>
                  <a:lnTo>
                    <a:pt x="1324531" y="103631"/>
                  </a:lnTo>
                  <a:lnTo>
                    <a:pt x="1360214" y="106423"/>
                  </a:lnTo>
                  <a:lnTo>
                    <a:pt x="1394646" y="109117"/>
                  </a:lnTo>
                  <a:lnTo>
                    <a:pt x="1427909" y="111720"/>
                  </a:lnTo>
                  <a:lnTo>
                    <a:pt x="1460082" y="114237"/>
                  </a:lnTo>
                  <a:lnTo>
                    <a:pt x="1491234" y="116674"/>
                  </a:lnTo>
                  <a:lnTo>
                    <a:pt x="1521427" y="119037"/>
                  </a:lnTo>
                  <a:lnTo>
                    <a:pt x="1550718" y="121328"/>
                  </a:lnTo>
                  <a:lnTo>
                    <a:pt x="1579160" y="123554"/>
                  </a:lnTo>
                  <a:lnTo>
                    <a:pt x="1606801" y="125716"/>
                  </a:lnTo>
                  <a:lnTo>
                    <a:pt x="1633685" y="127820"/>
                  </a:lnTo>
                  <a:lnTo>
                    <a:pt x="1659851" y="129867"/>
                  </a:lnTo>
                  <a:lnTo>
                    <a:pt x="1685338" y="131861"/>
                  </a:lnTo>
                  <a:lnTo>
                    <a:pt x="1710180" y="133805"/>
                  </a:lnTo>
                  <a:lnTo>
                    <a:pt x="1734408" y="135700"/>
                  </a:lnTo>
                  <a:lnTo>
                    <a:pt x="1758052" y="137550"/>
                  </a:lnTo>
                  <a:lnTo>
                    <a:pt x="1781140" y="139357"/>
                  </a:lnTo>
                  <a:lnTo>
                    <a:pt x="1803697" y="141122"/>
                  </a:lnTo>
                  <a:lnTo>
                    <a:pt x="1825747" y="142847"/>
                  </a:lnTo>
                  <a:lnTo>
                    <a:pt x="1847312" y="144534"/>
                  </a:lnTo>
                  <a:lnTo>
                    <a:pt x="1868414" y="146185"/>
                  </a:lnTo>
                  <a:lnTo>
                    <a:pt x="1889071" y="147801"/>
                  </a:lnTo>
                  <a:lnTo>
                    <a:pt x="1909303" y="149384"/>
                  </a:lnTo>
                  <a:lnTo>
                    <a:pt x="1929125" y="150935"/>
                  </a:lnTo>
                  <a:lnTo>
                    <a:pt x="1948555" y="152455"/>
                  </a:lnTo>
                  <a:lnTo>
                    <a:pt x="1967608" y="153946"/>
                  </a:lnTo>
                  <a:lnTo>
                    <a:pt x="1986298" y="155408"/>
                  </a:lnTo>
                  <a:lnTo>
                    <a:pt x="2004638" y="156843"/>
                  </a:lnTo>
                  <a:lnTo>
                    <a:pt x="2022642" y="158252"/>
                  </a:lnTo>
                  <a:lnTo>
                    <a:pt x="2040322" y="159635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637581" y="5258217"/>
              <a:ext cx="2040322" cy="88569"/>
            </a:xfrm>
            <a:custGeom>
              <a:avLst/>
              <a:pathLst>
                <a:path w="2040322" h="88569">
                  <a:moveTo>
                    <a:pt x="0" y="0"/>
                  </a:moveTo>
                  <a:lnTo>
                    <a:pt x="131019" y="5687"/>
                  </a:lnTo>
                  <a:lnTo>
                    <a:pt x="246586" y="10704"/>
                  </a:lnTo>
                  <a:lnTo>
                    <a:pt x="349965" y="15191"/>
                  </a:lnTo>
                  <a:lnTo>
                    <a:pt x="443482" y="19251"/>
                  </a:lnTo>
                  <a:lnTo>
                    <a:pt x="528856" y="22957"/>
                  </a:lnTo>
                  <a:lnTo>
                    <a:pt x="607393" y="26366"/>
                  </a:lnTo>
                  <a:lnTo>
                    <a:pt x="680107" y="29523"/>
                  </a:lnTo>
                  <a:lnTo>
                    <a:pt x="747802" y="32461"/>
                  </a:lnTo>
                  <a:lnTo>
                    <a:pt x="811126" y="35210"/>
                  </a:lnTo>
                  <a:lnTo>
                    <a:pt x="870610" y="37792"/>
                  </a:lnTo>
                  <a:lnTo>
                    <a:pt x="926694" y="40227"/>
                  </a:lnTo>
                  <a:lnTo>
                    <a:pt x="979744" y="42530"/>
                  </a:lnTo>
                  <a:lnTo>
                    <a:pt x="1030072" y="44714"/>
                  </a:lnTo>
                  <a:lnTo>
                    <a:pt x="1077944" y="46792"/>
                  </a:lnTo>
                  <a:lnTo>
                    <a:pt x="1123589" y="48774"/>
                  </a:lnTo>
                  <a:lnTo>
                    <a:pt x="1167205" y="50667"/>
                  </a:lnTo>
                  <a:lnTo>
                    <a:pt x="1208964" y="52480"/>
                  </a:lnTo>
                  <a:lnTo>
                    <a:pt x="1249018" y="54219"/>
                  </a:lnTo>
                  <a:lnTo>
                    <a:pt x="1287501" y="55889"/>
                  </a:lnTo>
                  <a:lnTo>
                    <a:pt x="1324531" y="57497"/>
                  </a:lnTo>
                  <a:lnTo>
                    <a:pt x="1360214" y="59046"/>
                  </a:lnTo>
                  <a:lnTo>
                    <a:pt x="1394646" y="60540"/>
                  </a:lnTo>
                  <a:lnTo>
                    <a:pt x="1427909" y="61984"/>
                  </a:lnTo>
                  <a:lnTo>
                    <a:pt x="1460082" y="63381"/>
                  </a:lnTo>
                  <a:lnTo>
                    <a:pt x="1491234" y="64733"/>
                  </a:lnTo>
                  <a:lnTo>
                    <a:pt x="1521427" y="66044"/>
                  </a:lnTo>
                  <a:lnTo>
                    <a:pt x="1550718" y="67315"/>
                  </a:lnTo>
                  <a:lnTo>
                    <a:pt x="1579160" y="68550"/>
                  </a:lnTo>
                  <a:lnTo>
                    <a:pt x="1606801" y="69750"/>
                  </a:lnTo>
                  <a:lnTo>
                    <a:pt x="1633685" y="70917"/>
                  </a:lnTo>
                  <a:lnTo>
                    <a:pt x="1659851" y="72053"/>
                  </a:lnTo>
                  <a:lnTo>
                    <a:pt x="1685338" y="73159"/>
                  </a:lnTo>
                  <a:lnTo>
                    <a:pt x="1710180" y="74237"/>
                  </a:lnTo>
                  <a:lnTo>
                    <a:pt x="1734408" y="75289"/>
                  </a:lnTo>
                  <a:lnTo>
                    <a:pt x="1758052" y="76316"/>
                  </a:lnTo>
                  <a:lnTo>
                    <a:pt x="1781140" y="77318"/>
                  </a:lnTo>
                  <a:lnTo>
                    <a:pt x="1803697" y="78297"/>
                  </a:lnTo>
                  <a:lnTo>
                    <a:pt x="1825747" y="79254"/>
                  </a:lnTo>
                  <a:lnTo>
                    <a:pt x="1847312" y="80190"/>
                  </a:lnTo>
                  <a:lnTo>
                    <a:pt x="1868414" y="81106"/>
                  </a:lnTo>
                  <a:lnTo>
                    <a:pt x="1889071" y="82003"/>
                  </a:lnTo>
                  <a:lnTo>
                    <a:pt x="1909303" y="82881"/>
                  </a:lnTo>
                  <a:lnTo>
                    <a:pt x="1929125" y="83742"/>
                  </a:lnTo>
                  <a:lnTo>
                    <a:pt x="1948555" y="84585"/>
                  </a:lnTo>
                  <a:lnTo>
                    <a:pt x="1967608" y="85412"/>
                  </a:lnTo>
                  <a:lnTo>
                    <a:pt x="1986298" y="86224"/>
                  </a:lnTo>
                  <a:lnTo>
                    <a:pt x="2004638" y="87020"/>
                  </a:lnTo>
                  <a:lnTo>
                    <a:pt x="2022642" y="87801"/>
                  </a:lnTo>
                  <a:lnTo>
                    <a:pt x="2040322" y="88569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637581" y="5139285"/>
              <a:ext cx="2040322" cy="516920"/>
            </a:xfrm>
            <a:custGeom>
              <a:avLst/>
              <a:pathLst>
                <a:path w="2040322" h="516920">
                  <a:moveTo>
                    <a:pt x="0" y="0"/>
                  </a:moveTo>
                  <a:lnTo>
                    <a:pt x="131019" y="33194"/>
                  </a:lnTo>
                  <a:lnTo>
                    <a:pt x="246586" y="62473"/>
                  </a:lnTo>
                  <a:lnTo>
                    <a:pt x="349965" y="88664"/>
                  </a:lnTo>
                  <a:lnTo>
                    <a:pt x="443482" y="112357"/>
                  </a:lnTo>
                  <a:lnTo>
                    <a:pt x="528856" y="133987"/>
                  </a:lnTo>
                  <a:lnTo>
                    <a:pt x="607393" y="153884"/>
                  </a:lnTo>
                  <a:lnTo>
                    <a:pt x="680107" y="172306"/>
                  </a:lnTo>
                  <a:lnTo>
                    <a:pt x="747802" y="189457"/>
                  </a:lnTo>
                  <a:lnTo>
                    <a:pt x="811126" y="205500"/>
                  </a:lnTo>
                  <a:lnTo>
                    <a:pt x="870610" y="220571"/>
                  </a:lnTo>
                  <a:lnTo>
                    <a:pt x="926694" y="234780"/>
                  </a:lnTo>
                  <a:lnTo>
                    <a:pt x="979744" y="248220"/>
                  </a:lnTo>
                  <a:lnTo>
                    <a:pt x="1030072" y="260971"/>
                  </a:lnTo>
                  <a:lnTo>
                    <a:pt x="1077944" y="273099"/>
                  </a:lnTo>
                  <a:lnTo>
                    <a:pt x="1123589" y="284664"/>
                  </a:lnTo>
                  <a:lnTo>
                    <a:pt x="1167205" y="295714"/>
                  </a:lnTo>
                  <a:lnTo>
                    <a:pt x="1208964" y="306293"/>
                  </a:lnTo>
                  <a:lnTo>
                    <a:pt x="1249018" y="316441"/>
                  </a:lnTo>
                  <a:lnTo>
                    <a:pt x="1287501" y="326191"/>
                  </a:lnTo>
                  <a:lnTo>
                    <a:pt x="1324531" y="335573"/>
                  </a:lnTo>
                  <a:lnTo>
                    <a:pt x="1360214" y="344613"/>
                  </a:lnTo>
                  <a:lnTo>
                    <a:pt x="1394646" y="353336"/>
                  </a:lnTo>
                  <a:lnTo>
                    <a:pt x="1427909" y="361764"/>
                  </a:lnTo>
                  <a:lnTo>
                    <a:pt x="1460082" y="369915"/>
                  </a:lnTo>
                  <a:lnTo>
                    <a:pt x="1491234" y="377807"/>
                  </a:lnTo>
                  <a:lnTo>
                    <a:pt x="1521427" y="385457"/>
                  </a:lnTo>
                  <a:lnTo>
                    <a:pt x="1550718" y="392878"/>
                  </a:lnTo>
                  <a:lnTo>
                    <a:pt x="1579160" y="400084"/>
                  </a:lnTo>
                  <a:lnTo>
                    <a:pt x="1606801" y="407086"/>
                  </a:lnTo>
                  <a:lnTo>
                    <a:pt x="1633685" y="413897"/>
                  </a:lnTo>
                  <a:lnTo>
                    <a:pt x="1659851" y="420527"/>
                  </a:lnTo>
                  <a:lnTo>
                    <a:pt x="1685338" y="426984"/>
                  </a:lnTo>
                  <a:lnTo>
                    <a:pt x="1710180" y="433278"/>
                  </a:lnTo>
                  <a:lnTo>
                    <a:pt x="1734408" y="439416"/>
                  </a:lnTo>
                  <a:lnTo>
                    <a:pt x="1758052" y="445406"/>
                  </a:lnTo>
                  <a:lnTo>
                    <a:pt x="1781140" y="451256"/>
                  </a:lnTo>
                  <a:lnTo>
                    <a:pt x="1803697" y="456970"/>
                  </a:lnTo>
                  <a:lnTo>
                    <a:pt x="1825747" y="462557"/>
                  </a:lnTo>
                  <a:lnTo>
                    <a:pt x="1847312" y="468021"/>
                  </a:lnTo>
                  <a:lnTo>
                    <a:pt x="1868414" y="473367"/>
                  </a:lnTo>
                  <a:lnTo>
                    <a:pt x="1889071" y="478600"/>
                  </a:lnTo>
                  <a:lnTo>
                    <a:pt x="1909303" y="483726"/>
                  </a:lnTo>
                  <a:lnTo>
                    <a:pt x="1929125" y="488748"/>
                  </a:lnTo>
                  <a:lnTo>
                    <a:pt x="1948555" y="493671"/>
                  </a:lnTo>
                  <a:lnTo>
                    <a:pt x="1967608" y="498498"/>
                  </a:lnTo>
                  <a:lnTo>
                    <a:pt x="1986298" y="503233"/>
                  </a:lnTo>
                  <a:lnTo>
                    <a:pt x="2004638" y="507880"/>
                  </a:lnTo>
                  <a:lnTo>
                    <a:pt x="2022642" y="512441"/>
                  </a:lnTo>
                  <a:lnTo>
                    <a:pt x="2040322" y="51692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637581" y="4981803"/>
              <a:ext cx="2040322" cy="773192"/>
            </a:xfrm>
            <a:custGeom>
              <a:avLst/>
              <a:pathLst>
                <a:path w="2040322" h="773192">
                  <a:moveTo>
                    <a:pt x="0" y="773192"/>
                  </a:moveTo>
                  <a:lnTo>
                    <a:pt x="131019" y="723542"/>
                  </a:lnTo>
                  <a:lnTo>
                    <a:pt x="246586" y="679747"/>
                  </a:lnTo>
                  <a:lnTo>
                    <a:pt x="349965" y="640571"/>
                  </a:lnTo>
                  <a:lnTo>
                    <a:pt x="443482" y="605132"/>
                  </a:lnTo>
                  <a:lnTo>
                    <a:pt x="528856" y="572779"/>
                  </a:lnTo>
                  <a:lnTo>
                    <a:pt x="607393" y="543017"/>
                  </a:lnTo>
                  <a:lnTo>
                    <a:pt x="680107" y="515461"/>
                  </a:lnTo>
                  <a:lnTo>
                    <a:pt x="747802" y="489808"/>
                  </a:lnTo>
                  <a:lnTo>
                    <a:pt x="811126" y="465811"/>
                  </a:lnTo>
                  <a:lnTo>
                    <a:pt x="870610" y="443269"/>
                  </a:lnTo>
                  <a:lnTo>
                    <a:pt x="926694" y="422016"/>
                  </a:lnTo>
                  <a:lnTo>
                    <a:pt x="979744" y="401912"/>
                  </a:lnTo>
                  <a:lnTo>
                    <a:pt x="1030072" y="382840"/>
                  </a:lnTo>
                  <a:lnTo>
                    <a:pt x="1077944" y="364699"/>
                  </a:lnTo>
                  <a:lnTo>
                    <a:pt x="1123589" y="347401"/>
                  </a:lnTo>
                  <a:lnTo>
                    <a:pt x="1167205" y="330873"/>
                  </a:lnTo>
                  <a:lnTo>
                    <a:pt x="1208964" y="315048"/>
                  </a:lnTo>
                  <a:lnTo>
                    <a:pt x="1249018" y="299869"/>
                  </a:lnTo>
                  <a:lnTo>
                    <a:pt x="1287501" y="285286"/>
                  </a:lnTo>
                  <a:lnTo>
                    <a:pt x="1324531" y="271253"/>
                  </a:lnTo>
                  <a:lnTo>
                    <a:pt x="1360214" y="257730"/>
                  </a:lnTo>
                  <a:lnTo>
                    <a:pt x="1394646" y="244683"/>
                  </a:lnTo>
                  <a:lnTo>
                    <a:pt x="1427909" y="232077"/>
                  </a:lnTo>
                  <a:lnTo>
                    <a:pt x="1460082" y="219885"/>
                  </a:lnTo>
                  <a:lnTo>
                    <a:pt x="1491234" y="208080"/>
                  </a:lnTo>
                  <a:lnTo>
                    <a:pt x="1521427" y="196638"/>
                  </a:lnTo>
                  <a:lnTo>
                    <a:pt x="1550718" y="185538"/>
                  </a:lnTo>
                  <a:lnTo>
                    <a:pt x="1579160" y="174760"/>
                  </a:lnTo>
                  <a:lnTo>
                    <a:pt x="1606801" y="164285"/>
                  </a:lnTo>
                  <a:lnTo>
                    <a:pt x="1633685" y="154097"/>
                  </a:lnTo>
                  <a:lnTo>
                    <a:pt x="1659851" y="144181"/>
                  </a:lnTo>
                  <a:lnTo>
                    <a:pt x="1685338" y="134523"/>
                  </a:lnTo>
                  <a:lnTo>
                    <a:pt x="1710180" y="125109"/>
                  </a:lnTo>
                  <a:lnTo>
                    <a:pt x="1734408" y="115928"/>
                  </a:lnTo>
                  <a:lnTo>
                    <a:pt x="1758052" y="106968"/>
                  </a:lnTo>
                  <a:lnTo>
                    <a:pt x="1781140" y="98218"/>
                  </a:lnTo>
                  <a:lnTo>
                    <a:pt x="1803697" y="89670"/>
                  </a:lnTo>
                  <a:lnTo>
                    <a:pt x="1825747" y="81314"/>
                  </a:lnTo>
                  <a:lnTo>
                    <a:pt x="1847312" y="73142"/>
                  </a:lnTo>
                  <a:lnTo>
                    <a:pt x="1868414" y="65145"/>
                  </a:lnTo>
                  <a:lnTo>
                    <a:pt x="1889071" y="57317"/>
                  </a:lnTo>
                  <a:lnTo>
                    <a:pt x="1909303" y="49650"/>
                  </a:lnTo>
                  <a:lnTo>
                    <a:pt x="1929125" y="42138"/>
                  </a:lnTo>
                  <a:lnTo>
                    <a:pt x="1948555" y="34775"/>
                  </a:lnTo>
                  <a:lnTo>
                    <a:pt x="1967608" y="27555"/>
                  </a:lnTo>
                  <a:lnTo>
                    <a:pt x="1986298" y="20472"/>
                  </a:lnTo>
                  <a:lnTo>
                    <a:pt x="2004638" y="13522"/>
                  </a:lnTo>
                  <a:lnTo>
                    <a:pt x="2022642" y="6699"/>
                  </a:lnTo>
                  <a:lnTo>
                    <a:pt x="204032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637581" y="5452450"/>
              <a:ext cx="2040322" cy="10847"/>
            </a:xfrm>
            <a:custGeom>
              <a:avLst/>
              <a:pathLst>
                <a:path w="2040322" h="10847">
                  <a:moveTo>
                    <a:pt x="0" y="10847"/>
                  </a:moveTo>
                  <a:lnTo>
                    <a:pt x="131019" y="10151"/>
                  </a:lnTo>
                  <a:lnTo>
                    <a:pt x="246586" y="9536"/>
                  </a:lnTo>
                  <a:lnTo>
                    <a:pt x="349965" y="8987"/>
                  </a:lnTo>
                  <a:lnTo>
                    <a:pt x="443482" y="8490"/>
                  </a:lnTo>
                  <a:lnTo>
                    <a:pt x="528856" y="8036"/>
                  </a:lnTo>
                  <a:lnTo>
                    <a:pt x="607393" y="7618"/>
                  </a:lnTo>
                  <a:lnTo>
                    <a:pt x="680107" y="7231"/>
                  </a:lnTo>
                  <a:lnTo>
                    <a:pt x="747802" y="6872"/>
                  </a:lnTo>
                  <a:lnTo>
                    <a:pt x="811126" y="6535"/>
                  </a:lnTo>
                  <a:lnTo>
                    <a:pt x="870610" y="6219"/>
                  </a:lnTo>
                  <a:lnTo>
                    <a:pt x="926694" y="5920"/>
                  </a:lnTo>
                  <a:lnTo>
                    <a:pt x="979744" y="5638"/>
                  </a:lnTo>
                  <a:lnTo>
                    <a:pt x="1030072" y="5371"/>
                  </a:lnTo>
                  <a:lnTo>
                    <a:pt x="1077944" y="5116"/>
                  </a:lnTo>
                  <a:lnTo>
                    <a:pt x="1123589" y="4874"/>
                  </a:lnTo>
                  <a:lnTo>
                    <a:pt x="1167205" y="4642"/>
                  </a:lnTo>
                  <a:lnTo>
                    <a:pt x="1208964" y="4420"/>
                  </a:lnTo>
                  <a:lnTo>
                    <a:pt x="1249018" y="4207"/>
                  </a:lnTo>
                  <a:lnTo>
                    <a:pt x="1287501" y="4002"/>
                  </a:lnTo>
                  <a:lnTo>
                    <a:pt x="1324531" y="3805"/>
                  </a:lnTo>
                  <a:lnTo>
                    <a:pt x="1360214" y="3615"/>
                  </a:lnTo>
                  <a:lnTo>
                    <a:pt x="1394646" y="3432"/>
                  </a:lnTo>
                  <a:lnTo>
                    <a:pt x="1427909" y="3256"/>
                  </a:lnTo>
                  <a:lnTo>
                    <a:pt x="1460082" y="3085"/>
                  </a:lnTo>
                  <a:lnTo>
                    <a:pt x="1491234" y="2919"/>
                  </a:lnTo>
                  <a:lnTo>
                    <a:pt x="1521427" y="2758"/>
                  </a:lnTo>
                  <a:lnTo>
                    <a:pt x="1550718" y="2603"/>
                  </a:lnTo>
                  <a:lnTo>
                    <a:pt x="1579160" y="2451"/>
                  </a:lnTo>
                  <a:lnTo>
                    <a:pt x="1606801" y="2304"/>
                  </a:lnTo>
                  <a:lnTo>
                    <a:pt x="1633685" y="2161"/>
                  </a:lnTo>
                  <a:lnTo>
                    <a:pt x="1659851" y="2022"/>
                  </a:lnTo>
                  <a:lnTo>
                    <a:pt x="1685338" y="1887"/>
                  </a:lnTo>
                  <a:lnTo>
                    <a:pt x="1710180" y="1755"/>
                  </a:lnTo>
                  <a:lnTo>
                    <a:pt x="1734408" y="1626"/>
                  </a:lnTo>
                  <a:lnTo>
                    <a:pt x="1758052" y="1500"/>
                  </a:lnTo>
                  <a:lnTo>
                    <a:pt x="1781140" y="1378"/>
                  </a:lnTo>
                  <a:lnTo>
                    <a:pt x="1803697" y="1258"/>
                  </a:lnTo>
                  <a:lnTo>
                    <a:pt x="1825747" y="1140"/>
                  </a:lnTo>
                  <a:lnTo>
                    <a:pt x="1847312" y="1026"/>
                  </a:lnTo>
                  <a:lnTo>
                    <a:pt x="1868414" y="913"/>
                  </a:lnTo>
                  <a:lnTo>
                    <a:pt x="1889071" y="804"/>
                  </a:lnTo>
                  <a:lnTo>
                    <a:pt x="1909303" y="696"/>
                  </a:lnTo>
                  <a:lnTo>
                    <a:pt x="1929125" y="591"/>
                  </a:lnTo>
                  <a:lnTo>
                    <a:pt x="1948555" y="487"/>
                  </a:lnTo>
                  <a:lnTo>
                    <a:pt x="1967608" y="386"/>
                  </a:lnTo>
                  <a:lnTo>
                    <a:pt x="1986298" y="287"/>
                  </a:lnTo>
                  <a:lnTo>
                    <a:pt x="2004638" y="189"/>
                  </a:lnTo>
                  <a:lnTo>
                    <a:pt x="2022642" y="93"/>
                  </a:lnTo>
                  <a:lnTo>
                    <a:pt x="204032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637581" y="4550570"/>
              <a:ext cx="2040322" cy="416810"/>
            </a:xfrm>
            <a:custGeom>
              <a:avLst/>
              <a:pathLst>
                <a:path w="2040322" h="416810">
                  <a:moveTo>
                    <a:pt x="0" y="416810"/>
                  </a:moveTo>
                  <a:lnTo>
                    <a:pt x="131019" y="390045"/>
                  </a:lnTo>
                  <a:lnTo>
                    <a:pt x="246586" y="366436"/>
                  </a:lnTo>
                  <a:lnTo>
                    <a:pt x="349965" y="345317"/>
                  </a:lnTo>
                  <a:lnTo>
                    <a:pt x="443482" y="326213"/>
                  </a:lnTo>
                  <a:lnTo>
                    <a:pt x="528856" y="308772"/>
                  </a:lnTo>
                  <a:lnTo>
                    <a:pt x="607393" y="292728"/>
                  </a:lnTo>
                  <a:lnTo>
                    <a:pt x="680107" y="277873"/>
                  </a:lnTo>
                  <a:lnTo>
                    <a:pt x="747802" y="264044"/>
                  </a:lnTo>
                  <a:lnTo>
                    <a:pt x="811126" y="251108"/>
                  </a:lnTo>
                  <a:lnTo>
                    <a:pt x="870610" y="238956"/>
                  </a:lnTo>
                  <a:lnTo>
                    <a:pt x="926694" y="227499"/>
                  </a:lnTo>
                  <a:lnTo>
                    <a:pt x="979744" y="216662"/>
                  </a:lnTo>
                  <a:lnTo>
                    <a:pt x="1030072" y="206380"/>
                  </a:lnTo>
                  <a:lnTo>
                    <a:pt x="1077944" y="196600"/>
                  </a:lnTo>
                  <a:lnTo>
                    <a:pt x="1123589" y="187276"/>
                  </a:lnTo>
                  <a:lnTo>
                    <a:pt x="1167205" y="178366"/>
                  </a:lnTo>
                  <a:lnTo>
                    <a:pt x="1208964" y="169835"/>
                  </a:lnTo>
                  <a:lnTo>
                    <a:pt x="1249018" y="161652"/>
                  </a:lnTo>
                  <a:lnTo>
                    <a:pt x="1287501" y="153791"/>
                  </a:lnTo>
                  <a:lnTo>
                    <a:pt x="1324531" y="146226"/>
                  </a:lnTo>
                  <a:lnTo>
                    <a:pt x="1360214" y="138936"/>
                  </a:lnTo>
                  <a:lnTo>
                    <a:pt x="1394646" y="131903"/>
                  </a:lnTo>
                  <a:lnTo>
                    <a:pt x="1427909" y="125107"/>
                  </a:lnTo>
                  <a:lnTo>
                    <a:pt x="1460082" y="118535"/>
                  </a:lnTo>
                  <a:lnTo>
                    <a:pt x="1491234" y="112171"/>
                  </a:lnTo>
                  <a:lnTo>
                    <a:pt x="1521427" y="106003"/>
                  </a:lnTo>
                  <a:lnTo>
                    <a:pt x="1550718" y="100019"/>
                  </a:lnTo>
                  <a:lnTo>
                    <a:pt x="1579160" y="94209"/>
                  </a:lnTo>
                  <a:lnTo>
                    <a:pt x="1606801" y="88562"/>
                  </a:lnTo>
                  <a:lnTo>
                    <a:pt x="1633685" y="83070"/>
                  </a:lnTo>
                  <a:lnTo>
                    <a:pt x="1659851" y="77725"/>
                  </a:lnTo>
                  <a:lnTo>
                    <a:pt x="1685338" y="72518"/>
                  </a:lnTo>
                  <a:lnTo>
                    <a:pt x="1710180" y="67443"/>
                  </a:lnTo>
                  <a:lnTo>
                    <a:pt x="1734408" y="62494"/>
                  </a:lnTo>
                  <a:lnTo>
                    <a:pt x="1758052" y="57664"/>
                  </a:lnTo>
                  <a:lnTo>
                    <a:pt x="1781140" y="52947"/>
                  </a:lnTo>
                  <a:lnTo>
                    <a:pt x="1803697" y="48339"/>
                  </a:lnTo>
                  <a:lnTo>
                    <a:pt x="1825747" y="43834"/>
                  </a:lnTo>
                  <a:lnTo>
                    <a:pt x="1847312" y="39429"/>
                  </a:lnTo>
                  <a:lnTo>
                    <a:pt x="1868414" y="35118"/>
                  </a:lnTo>
                  <a:lnTo>
                    <a:pt x="1889071" y="30898"/>
                  </a:lnTo>
                  <a:lnTo>
                    <a:pt x="1909303" y="26765"/>
                  </a:lnTo>
                  <a:lnTo>
                    <a:pt x="1929125" y="22716"/>
                  </a:lnTo>
                  <a:lnTo>
                    <a:pt x="1948555" y="18746"/>
                  </a:lnTo>
                  <a:lnTo>
                    <a:pt x="1967608" y="14854"/>
                  </a:lnTo>
                  <a:lnTo>
                    <a:pt x="1986298" y="11036"/>
                  </a:lnTo>
                  <a:lnTo>
                    <a:pt x="2004638" y="7289"/>
                  </a:lnTo>
                  <a:lnTo>
                    <a:pt x="2022642" y="3611"/>
                  </a:lnTo>
                  <a:lnTo>
                    <a:pt x="2040322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637581" y="4957668"/>
              <a:ext cx="2040322" cy="349269"/>
            </a:xfrm>
            <a:custGeom>
              <a:avLst/>
              <a:pathLst>
                <a:path w="2040322" h="349269">
                  <a:moveTo>
                    <a:pt x="0" y="0"/>
                  </a:moveTo>
                  <a:lnTo>
                    <a:pt x="131019" y="22428"/>
                  </a:lnTo>
                  <a:lnTo>
                    <a:pt x="246586" y="42211"/>
                  </a:lnTo>
                  <a:lnTo>
                    <a:pt x="349965" y="59908"/>
                  </a:lnTo>
                  <a:lnTo>
                    <a:pt x="443482" y="75916"/>
                  </a:lnTo>
                  <a:lnTo>
                    <a:pt x="528856" y="90531"/>
                  </a:lnTo>
                  <a:lnTo>
                    <a:pt x="607393" y="103975"/>
                  </a:lnTo>
                  <a:lnTo>
                    <a:pt x="680107" y="116423"/>
                  </a:lnTo>
                  <a:lnTo>
                    <a:pt x="747802" y="128011"/>
                  </a:lnTo>
                  <a:lnTo>
                    <a:pt x="811126" y="138851"/>
                  </a:lnTo>
                  <a:lnTo>
                    <a:pt x="870610" y="149034"/>
                  </a:lnTo>
                  <a:lnTo>
                    <a:pt x="926694" y="158634"/>
                  </a:lnTo>
                  <a:lnTo>
                    <a:pt x="979744" y="167716"/>
                  </a:lnTo>
                  <a:lnTo>
                    <a:pt x="1030072" y="176331"/>
                  </a:lnTo>
                  <a:lnTo>
                    <a:pt x="1077944" y="184526"/>
                  </a:lnTo>
                  <a:lnTo>
                    <a:pt x="1123589" y="192340"/>
                  </a:lnTo>
                  <a:lnTo>
                    <a:pt x="1167205" y="199806"/>
                  </a:lnTo>
                  <a:lnTo>
                    <a:pt x="1208964" y="206954"/>
                  </a:lnTo>
                  <a:lnTo>
                    <a:pt x="1249018" y="213811"/>
                  </a:lnTo>
                  <a:lnTo>
                    <a:pt x="1287501" y="220399"/>
                  </a:lnTo>
                  <a:lnTo>
                    <a:pt x="1324531" y="226738"/>
                  </a:lnTo>
                  <a:lnTo>
                    <a:pt x="1360214" y="232846"/>
                  </a:lnTo>
                  <a:lnTo>
                    <a:pt x="1394646" y="238740"/>
                  </a:lnTo>
                  <a:lnTo>
                    <a:pt x="1427909" y="244434"/>
                  </a:lnTo>
                  <a:lnTo>
                    <a:pt x="1460082" y="249942"/>
                  </a:lnTo>
                  <a:lnTo>
                    <a:pt x="1491234" y="255275"/>
                  </a:lnTo>
                  <a:lnTo>
                    <a:pt x="1521427" y="260443"/>
                  </a:lnTo>
                  <a:lnTo>
                    <a:pt x="1550718" y="265457"/>
                  </a:lnTo>
                  <a:lnTo>
                    <a:pt x="1579160" y="270326"/>
                  </a:lnTo>
                  <a:lnTo>
                    <a:pt x="1606801" y="275058"/>
                  </a:lnTo>
                  <a:lnTo>
                    <a:pt x="1633685" y="279660"/>
                  </a:lnTo>
                  <a:lnTo>
                    <a:pt x="1659851" y="284139"/>
                  </a:lnTo>
                  <a:lnTo>
                    <a:pt x="1685338" y="288502"/>
                  </a:lnTo>
                  <a:lnTo>
                    <a:pt x="1710180" y="292754"/>
                  </a:lnTo>
                  <a:lnTo>
                    <a:pt x="1734408" y="296902"/>
                  </a:lnTo>
                  <a:lnTo>
                    <a:pt x="1758052" y="300949"/>
                  </a:lnTo>
                  <a:lnTo>
                    <a:pt x="1781140" y="304902"/>
                  </a:lnTo>
                  <a:lnTo>
                    <a:pt x="1803697" y="308763"/>
                  </a:lnTo>
                  <a:lnTo>
                    <a:pt x="1825747" y="312538"/>
                  </a:lnTo>
                  <a:lnTo>
                    <a:pt x="1847312" y="316229"/>
                  </a:lnTo>
                  <a:lnTo>
                    <a:pt x="1868414" y="319842"/>
                  </a:lnTo>
                  <a:lnTo>
                    <a:pt x="1889071" y="323378"/>
                  </a:lnTo>
                  <a:lnTo>
                    <a:pt x="1909303" y="326841"/>
                  </a:lnTo>
                  <a:lnTo>
                    <a:pt x="1929125" y="330234"/>
                  </a:lnTo>
                  <a:lnTo>
                    <a:pt x="1948555" y="333561"/>
                  </a:lnTo>
                  <a:lnTo>
                    <a:pt x="1967608" y="336822"/>
                  </a:lnTo>
                  <a:lnTo>
                    <a:pt x="1986298" y="340021"/>
                  </a:lnTo>
                  <a:lnTo>
                    <a:pt x="2004638" y="343161"/>
                  </a:lnTo>
                  <a:lnTo>
                    <a:pt x="2022642" y="346243"/>
                  </a:lnTo>
                  <a:lnTo>
                    <a:pt x="2040322" y="349269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637581" y="5411983"/>
              <a:ext cx="2040322" cy="162800"/>
            </a:xfrm>
            <a:custGeom>
              <a:avLst/>
              <a:pathLst>
                <a:path w="2040322" h="162800">
                  <a:moveTo>
                    <a:pt x="0" y="0"/>
                  </a:moveTo>
                  <a:lnTo>
                    <a:pt x="131019" y="10454"/>
                  </a:lnTo>
                  <a:lnTo>
                    <a:pt x="246586" y="19675"/>
                  </a:lnTo>
                  <a:lnTo>
                    <a:pt x="349965" y="27924"/>
                  </a:lnTo>
                  <a:lnTo>
                    <a:pt x="443482" y="35386"/>
                  </a:lnTo>
                  <a:lnTo>
                    <a:pt x="528856" y="42198"/>
                  </a:lnTo>
                  <a:lnTo>
                    <a:pt x="607393" y="48464"/>
                  </a:lnTo>
                  <a:lnTo>
                    <a:pt x="680107" y="54266"/>
                  </a:lnTo>
                  <a:lnTo>
                    <a:pt x="747802" y="59668"/>
                  </a:lnTo>
                  <a:lnTo>
                    <a:pt x="811126" y="64721"/>
                  </a:lnTo>
                  <a:lnTo>
                    <a:pt x="870610" y="69467"/>
                  </a:lnTo>
                  <a:lnTo>
                    <a:pt x="926694" y="73942"/>
                  </a:lnTo>
                  <a:lnTo>
                    <a:pt x="979744" y="78175"/>
                  </a:lnTo>
                  <a:lnTo>
                    <a:pt x="1030072" y="82191"/>
                  </a:lnTo>
                  <a:lnTo>
                    <a:pt x="1077944" y="86010"/>
                  </a:lnTo>
                  <a:lnTo>
                    <a:pt x="1123589" y="89652"/>
                  </a:lnTo>
                  <a:lnTo>
                    <a:pt x="1167205" y="93133"/>
                  </a:lnTo>
                  <a:lnTo>
                    <a:pt x="1208964" y="96465"/>
                  </a:lnTo>
                  <a:lnTo>
                    <a:pt x="1249018" y="99661"/>
                  </a:lnTo>
                  <a:lnTo>
                    <a:pt x="1287501" y="102731"/>
                  </a:lnTo>
                  <a:lnTo>
                    <a:pt x="1324531" y="105686"/>
                  </a:lnTo>
                  <a:lnTo>
                    <a:pt x="1360214" y="108533"/>
                  </a:lnTo>
                  <a:lnTo>
                    <a:pt x="1394646" y="111280"/>
                  </a:lnTo>
                  <a:lnTo>
                    <a:pt x="1427909" y="113935"/>
                  </a:lnTo>
                  <a:lnTo>
                    <a:pt x="1460082" y="116502"/>
                  </a:lnTo>
                  <a:lnTo>
                    <a:pt x="1491234" y="118987"/>
                  </a:lnTo>
                  <a:lnTo>
                    <a:pt x="1521427" y="121396"/>
                  </a:lnTo>
                  <a:lnTo>
                    <a:pt x="1550718" y="123734"/>
                  </a:lnTo>
                  <a:lnTo>
                    <a:pt x="1579160" y="126003"/>
                  </a:lnTo>
                  <a:lnTo>
                    <a:pt x="1606801" y="128209"/>
                  </a:lnTo>
                  <a:lnTo>
                    <a:pt x="1633685" y="130354"/>
                  </a:lnTo>
                  <a:lnTo>
                    <a:pt x="1659851" y="132442"/>
                  </a:lnTo>
                  <a:lnTo>
                    <a:pt x="1685338" y="134475"/>
                  </a:lnTo>
                  <a:lnTo>
                    <a:pt x="1710180" y="136457"/>
                  </a:lnTo>
                  <a:lnTo>
                    <a:pt x="1734408" y="138390"/>
                  </a:lnTo>
                  <a:lnTo>
                    <a:pt x="1758052" y="140277"/>
                  </a:lnTo>
                  <a:lnTo>
                    <a:pt x="1781140" y="142119"/>
                  </a:lnTo>
                  <a:lnTo>
                    <a:pt x="1803697" y="143919"/>
                  </a:lnTo>
                  <a:lnTo>
                    <a:pt x="1825747" y="145679"/>
                  </a:lnTo>
                  <a:lnTo>
                    <a:pt x="1847312" y="147399"/>
                  </a:lnTo>
                  <a:lnTo>
                    <a:pt x="1868414" y="149083"/>
                  </a:lnTo>
                  <a:lnTo>
                    <a:pt x="1889071" y="150731"/>
                  </a:lnTo>
                  <a:lnTo>
                    <a:pt x="1909303" y="152346"/>
                  </a:lnTo>
                  <a:lnTo>
                    <a:pt x="1929125" y="153927"/>
                  </a:lnTo>
                  <a:lnTo>
                    <a:pt x="1948555" y="155478"/>
                  </a:lnTo>
                  <a:lnTo>
                    <a:pt x="1967608" y="156998"/>
                  </a:lnTo>
                  <a:lnTo>
                    <a:pt x="1986298" y="158489"/>
                  </a:lnTo>
                  <a:lnTo>
                    <a:pt x="2004638" y="159953"/>
                  </a:lnTo>
                  <a:lnTo>
                    <a:pt x="2022642" y="161389"/>
                  </a:lnTo>
                  <a:lnTo>
                    <a:pt x="2040322" y="16280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637581" y="5131200"/>
              <a:ext cx="2040322" cy="332796"/>
            </a:xfrm>
            <a:custGeom>
              <a:avLst/>
              <a:pathLst>
                <a:path w="2040322" h="332796">
                  <a:moveTo>
                    <a:pt x="0" y="0"/>
                  </a:moveTo>
                  <a:lnTo>
                    <a:pt x="131019" y="21370"/>
                  </a:lnTo>
                  <a:lnTo>
                    <a:pt x="246586" y="40220"/>
                  </a:lnTo>
                  <a:lnTo>
                    <a:pt x="349965" y="57082"/>
                  </a:lnTo>
                  <a:lnTo>
                    <a:pt x="443482" y="72336"/>
                  </a:lnTo>
                  <a:lnTo>
                    <a:pt x="528856" y="86261"/>
                  </a:lnTo>
                  <a:lnTo>
                    <a:pt x="607393" y="99071"/>
                  </a:lnTo>
                  <a:lnTo>
                    <a:pt x="680107" y="110932"/>
                  </a:lnTo>
                  <a:lnTo>
                    <a:pt x="747802" y="121973"/>
                  </a:lnTo>
                  <a:lnTo>
                    <a:pt x="811126" y="132302"/>
                  </a:lnTo>
                  <a:lnTo>
                    <a:pt x="870610" y="142004"/>
                  </a:lnTo>
                  <a:lnTo>
                    <a:pt x="926694" y="151152"/>
                  </a:lnTo>
                  <a:lnTo>
                    <a:pt x="979744" y="159805"/>
                  </a:lnTo>
                  <a:lnTo>
                    <a:pt x="1030072" y="168014"/>
                  </a:lnTo>
                  <a:lnTo>
                    <a:pt x="1077944" y="175823"/>
                  </a:lnTo>
                  <a:lnTo>
                    <a:pt x="1123589" y="183268"/>
                  </a:lnTo>
                  <a:lnTo>
                    <a:pt x="1167205" y="190382"/>
                  </a:lnTo>
                  <a:lnTo>
                    <a:pt x="1208964" y="197193"/>
                  </a:lnTo>
                  <a:lnTo>
                    <a:pt x="1249018" y="203726"/>
                  </a:lnTo>
                  <a:lnTo>
                    <a:pt x="1287501" y="210003"/>
                  </a:lnTo>
                  <a:lnTo>
                    <a:pt x="1324531" y="216043"/>
                  </a:lnTo>
                  <a:lnTo>
                    <a:pt x="1360214" y="221864"/>
                  </a:lnTo>
                  <a:lnTo>
                    <a:pt x="1394646" y="227480"/>
                  </a:lnTo>
                  <a:lnTo>
                    <a:pt x="1427909" y="232905"/>
                  </a:lnTo>
                  <a:lnTo>
                    <a:pt x="1460082" y="238153"/>
                  </a:lnTo>
                  <a:lnTo>
                    <a:pt x="1491234" y="243234"/>
                  </a:lnTo>
                  <a:lnTo>
                    <a:pt x="1521427" y="248159"/>
                  </a:lnTo>
                  <a:lnTo>
                    <a:pt x="1550718" y="252937"/>
                  </a:lnTo>
                  <a:lnTo>
                    <a:pt x="1579160" y="257576"/>
                  </a:lnTo>
                  <a:lnTo>
                    <a:pt x="1606801" y="262084"/>
                  </a:lnTo>
                  <a:lnTo>
                    <a:pt x="1633685" y="266469"/>
                  </a:lnTo>
                  <a:lnTo>
                    <a:pt x="1659851" y="270737"/>
                  </a:lnTo>
                  <a:lnTo>
                    <a:pt x="1685338" y="274894"/>
                  </a:lnTo>
                  <a:lnTo>
                    <a:pt x="1710180" y="278946"/>
                  </a:lnTo>
                  <a:lnTo>
                    <a:pt x="1734408" y="282898"/>
                  </a:lnTo>
                  <a:lnTo>
                    <a:pt x="1758052" y="286755"/>
                  </a:lnTo>
                  <a:lnTo>
                    <a:pt x="1781140" y="290521"/>
                  </a:lnTo>
                  <a:lnTo>
                    <a:pt x="1803697" y="294200"/>
                  </a:lnTo>
                  <a:lnTo>
                    <a:pt x="1825747" y="297796"/>
                  </a:lnTo>
                  <a:lnTo>
                    <a:pt x="1847312" y="301314"/>
                  </a:lnTo>
                  <a:lnTo>
                    <a:pt x="1868414" y="304756"/>
                  </a:lnTo>
                  <a:lnTo>
                    <a:pt x="1889071" y="308125"/>
                  </a:lnTo>
                  <a:lnTo>
                    <a:pt x="1909303" y="311425"/>
                  </a:lnTo>
                  <a:lnTo>
                    <a:pt x="1929125" y="314658"/>
                  </a:lnTo>
                  <a:lnTo>
                    <a:pt x="1948555" y="317828"/>
                  </a:lnTo>
                  <a:lnTo>
                    <a:pt x="1967608" y="320935"/>
                  </a:lnTo>
                  <a:lnTo>
                    <a:pt x="1986298" y="323984"/>
                  </a:lnTo>
                  <a:lnTo>
                    <a:pt x="2004638" y="326975"/>
                  </a:lnTo>
                  <a:lnTo>
                    <a:pt x="2022642" y="329912"/>
                  </a:lnTo>
                  <a:lnTo>
                    <a:pt x="2040322" y="332796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637581" y="5046406"/>
              <a:ext cx="2040322" cy="284035"/>
            </a:xfrm>
            <a:custGeom>
              <a:avLst/>
              <a:pathLst>
                <a:path w="2040322" h="284035">
                  <a:moveTo>
                    <a:pt x="0" y="0"/>
                  </a:moveTo>
                  <a:lnTo>
                    <a:pt x="131019" y="18239"/>
                  </a:lnTo>
                  <a:lnTo>
                    <a:pt x="246586" y="34327"/>
                  </a:lnTo>
                  <a:lnTo>
                    <a:pt x="349965" y="48719"/>
                  </a:lnTo>
                  <a:lnTo>
                    <a:pt x="443482" y="61737"/>
                  </a:lnTo>
                  <a:lnTo>
                    <a:pt x="528856" y="73622"/>
                  </a:lnTo>
                  <a:lnTo>
                    <a:pt x="607393" y="84555"/>
                  </a:lnTo>
                  <a:lnTo>
                    <a:pt x="680107" y="94678"/>
                  </a:lnTo>
                  <a:lnTo>
                    <a:pt x="747802" y="104102"/>
                  </a:lnTo>
                  <a:lnTo>
                    <a:pt x="811126" y="112917"/>
                  </a:lnTo>
                  <a:lnTo>
                    <a:pt x="870610" y="121198"/>
                  </a:lnTo>
                  <a:lnTo>
                    <a:pt x="926694" y="129006"/>
                  </a:lnTo>
                  <a:lnTo>
                    <a:pt x="979744" y="136391"/>
                  </a:lnTo>
                  <a:lnTo>
                    <a:pt x="1030072" y="143397"/>
                  </a:lnTo>
                  <a:lnTo>
                    <a:pt x="1077944" y="150061"/>
                  </a:lnTo>
                  <a:lnTo>
                    <a:pt x="1123589" y="156416"/>
                  </a:lnTo>
                  <a:lnTo>
                    <a:pt x="1167205" y="162488"/>
                  </a:lnTo>
                  <a:lnTo>
                    <a:pt x="1208964" y="168301"/>
                  </a:lnTo>
                  <a:lnTo>
                    <a:pt x="1249018" y="173877"/>
                  </a:lnTo>
                  <a:lnTo>
                    <a:pt x="1287501" y="179234"/>
                  </a:lnTo>
                  <a:lnTo>
                    <a:pt x="1324531" y="184389"/>
                  </a:lnTo>
                  <a:lnTo>
                    <a:pt x="1360214" y="189357"/>
                  </a:lnTo>
                  <a:lnTo>
                    <a:pt x="1394646" y="194150"/>
                  </a:lnTo>
                  <a:lnTo>
                    <a:pt x="1427909" y="198781"/>
                  </a:lnTo>
                  <a:lnTo>
                    <a:pt x="1460082" y="203259"/>
                  </a:lnTo>
                  <a:lnTo>
                    <a:pt x="1491234" y="207596"/>
                  </a:lnTo>
                  <a:lnTo>
                    <a:pt x="1521427" y="211799"/>
                  </a:lnTo>
                  <a:lnTo>
                    <a:pt x="1550718" y="215877"/>
                  </a:lnTo>
                  <a:lnTo>
                    <a:pt x="1579160" y="219836"/>
                  </a:lnTo>
                  <a:lnTo>
                    <a:pt x="1606801" y="223684"/>
                  </a:lnTo>
                  <a:lnTo>
                    <a:pt x="1633685" y="227427"/>
                  </a:lnTo>
                  <a:lnTo>
                    <a:pt x="1659851" y="231069"/>
                  </a:lnTo>
                  <a:lnTo>
                    <a:pt x="1685338" y="234617"/>
                  </a:lnTo>
                  <a:lnTo>
                    <a:pt x="1710180" y="238076"/>
                  </a:lnTo>
                  <a:lnTo>
                    <a:pt x="1734408" y="241448"/>
                  </a:lnTo>
                  <a:lnTo>
                    <a:pt x="1758052" y="244740"/>
                  </a:lnTo>
                  <a:lnTo>
                    <a:pt x="1781140" y="247954"/>
                  </a:lnTo>
                  <a:lnTo>
                    <a:pt x="1803697" y="251094"/>
                  </a:lnTo>
                  <a:lnTo>
                    <a:pt x="1825747" y="254164"/>
                  </a:lnTo>
                  <a:lnTo>
                    <a:pt x="1847312" y="257166"/>
                  </a:lnTo>
                  <a:lnTo>
                    <a:pt x="1868414" y="260104"/>
                  </a:lnTo>
                  <a:lnTo>
                    <a:pt x="1889071" y="262979"/>
                  </a:lnTo>
                  <a:lnTo>
                    <a:pt x="1909303" y="265796"/>
                  </a:lnTo>
                  <a:lnTo>
                    <a:pt x="1929125" y="268555"/>
                  </a:lnTo>
                  <a:lnTo>
                    <a:pt x="1948555" y="271260"/>
                  </a:lnTo>
                  <a:lnTo>
                    <a:pt x="1967608" y="273913"/>
                  </a:lnTo>
                  <a:lnTo>
                    <a:pt x="1986298" y="276514"/>
                  </a:lnTo>
                  <a:lnTo>
                    <a:pt x="2004638" y="279068"/>
                  </a:lnTo>
                  <a:lnTo>
                    <a:pt x="2022642" y="281574"/>
                  </a:lnTo>
                  <a:lnTo>
                    <a:pt x="2040322" y="284035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5" name="rc484"/>
            <p:cNvSpPr/>
            <p:nvPr/>
          </p:nvSpPr>
          <p:spPr>
            <a:xfrm>
              <a:off x="1503277" y="3972216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503277" y="3972216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6"/>
            <p:cNvSpPr/>
            <p:nvPr/>
          </p:nvSpPr>
          <p:spPr>
            <a:xfrm rot="-5400000">
              <a:off x="1272281" y="5826813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88" name="tx487"/>
            <p:cNvSpPr/>
            <p:nvPr/>
          </p:nvSpPr>
          <p:spPr>
            <a:xfrm rot="-5400000">
              <a:off x="1272281" y="5337865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272281" y="4848917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272281" y="4359968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91" name="pl490"/>
            <p:cNvSpPr/>
            <p:nvPr/>
          </p:nvSpPr>
          <p:spPr>
            <a:xfrm>
              <a:off x="1465319" y="587692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465319" y="538797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465319" y="489902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465319" y="441007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503277" y="6056592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637581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2317689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2997796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3677904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tx499"/>
            <p:cNvSpPr/>
            <p:nvPr/>
          </p:nvSpPr>
          <p:spPr>
            <a:xfrm rot="-5400000">
              <a:off x="1004992" y="4954968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01" name="tx500"/>
            <p:cNvSpPr/>
            <p:nvPr/>
          </p:nvSpPr>
          <p:spPr>
            <a:xfrm>
              <a:off x="1503277" y="3729057"/>
              <a:ext cx="552846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502" name="rc501"/>
            <p:cNvSpPr/>
            <p:nvPr/>
          </p:nvSpPr>
          <p:spPr>
            <a:xfrm>
              <a:off x="4122981" y="3972216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4234063" y="534619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4252782" y="497782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4239329" y="5269884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4267355" y="526727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4268511" y="555990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199531" y="521054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284042" y="544666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263814" y="533090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225413" y="560522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262424" y="565377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877693" y="578753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923750" y="573419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4893090" y="547624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883051" y="569512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4896185" y="549603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4952549" y="513715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4952860" y="574385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4950916" y="573307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4938695" y="546553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4930654" y="519028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4954624" y="536081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4913033" y="573247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4895996" y="506425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4880500" y="550613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4960732" y="528033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4903182" y="525525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4914272" y="487347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4947479" y="510248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575343" y="5144181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615086" y="587252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584914" y="5229685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594286" y="562224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609088" y="567793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581369" y="593254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619820" y="476536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545204" y="511657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546560" y="544621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602619" y="531198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592903" y="582165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545016" y="560873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607654" y="559072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543353" y="562954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590798" y="534112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620597" y="570713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611325" y="556169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577282" y="504349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613213" y="545351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573678" y="403766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6293591" y="541727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6299247" y="551389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6295338" y="479319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6303375" y="571450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6230254" y="499418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6224843" y="558838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6256434" y="554072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249459" y="5141263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286892" y="488431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311524" y="562515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316527" y="528828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235690" y="547307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292811" y="519035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257469" y="569874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314994" y="507145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220978" y="505480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244041" y="5484822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307421" y="513251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284893" y="502310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233086" y="544194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254161" y="503496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221602" y="574596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243671" y="559886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302532" y="586220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l574"/>
            <p:cNvSpPr/>
            <p:nvPr/>
          </p:nvSpPr>
          <p:spPr>
            <a:xfrm>
              <a:off x="4264439" y="5237127"/>
              <a:ext cx="2033945" cy="13938"/>
            </a:xfrm>
            <a:custGeom>
              <a:avLst/>
              <a:pathLst>
                <a:path w="2033945" h="13938">
                  <a:moveTo>
                    <a:pt x="0" y="13938"/>
                  </a:moveTo>
                  <a:lnTo>
                    <a:pt x="130609" y="13043"/>
                  </a:lnTo>
                  <a:lnTo>
                    <a:pt x="245815" y="12253"/>
                  </a:lnTo>
                  <a:lnTo>
                    <a:pt x="348871" y="11547"/>
                  </a:lnTo>
                  <a:lnTo>
                    <a:pt x="442096" y="10908"/>
                  </a:lnTo>
                  <a:lnTo>
                    <a:pt x="527203" y="10325"/>
                  </a:lnTo>
                  <a:lnTo>
                    <a:pt x="605495" y="9788"/>
                  </a:lnTo>
                  <a:lnTo>
                    <a:pt x="677981" y="9292"/>
                  </a:lnTo>
                  <a:lnTo>
                    <a:pt x="745465" y="8829"/>
                  </a:lnTo>
                  <a:lnTo>
                    <a:pt x="808591" y="8397"/>
                  </a:lnTo>
                  <a:lnTo>
                    <a:pt x="867890" y="7990"/>
                  </a:lnTo>
                  <a:lnTo>
                    <a:pt x="923797" y="7607"/>
                  </a:lnTo>
                  <a:lnTo>
                    <a:pt x="976682" y="7245"/>
                  </a:lnTo>
                  <a:lnTo>
                    <a:pt x="1026853" y="6901"/>
                  </a:lnTo>
                  <a:lnTo>
                    <a:pt x="1074575" y="6574"/>
                  </a:lnTo>
                  <a:lnTo>
                    <a:pt x="1120078" y="6262"/>
                  </a:lnTo>
                  <a:lnTo>
                    <a:pt x="1163557" y="5964"/>
                  </a:lnTo>
                  <a:lnTo>
                    <a:pt x="1205185" y="5679"/>
                  </a:lnTo>
                  <a:lnTo>
                    <a:pt x="1245114" y="5405"/>
                  </a:lnTo>
                  <a:lnTo>
                    <a:pt x="1283477" y="5142"/>
                  </a:lnTo>
                  <a:lnTo>
                    <a:pt x="1320391" y="4889"/>
                  </a:lnTo>
                  <a:lnTo>
                    <a:pt x="1355963" y="4646"/>
                  </a:lnTo>
                  <a:lnTo>
                    <a:pt x="1390287" y="4410"/>
                  </a:lnTo>
                  <a:lnTo>
                    <a:pt x="1423447" y="4183"/>
                  </a:lnTo>
                  <a:lnTo>
                    <a:pt x="1455519" y="3963"/>
                  </a:lnTo>
                  <a:lnTo>
                    <a:pt x="1486573" y="3750"/>
                  </a:lnTo>
                  <a:lnTo>
                    <a:pt x="1516672" y="3544"/>
                  </a:lnTo>
                  <a:lnTo>
                    <a:pt x="1545871" y="3344"/>
                  </a:lnTo>
                  <a:lnTo>
                    <a:pt x="1574225" y="3150"/>
                  </a:lnTo>
                  <a:lnTo>
                    <a:pt x="1601779" y="2961"/>
                  </a:lnTo>
                  <a:lnTo>
                    <a:pt x="1628579" y="2777"/>
                  </a:lnTo>
                  <a:lnTo>
                    <a:pt x="1654664" y="2599"/>
                  </a:lnTo>
                  <a:lnTo>
                    <a:pt x="1680071" y="2425"/>
                  </a:lnTo>
                  <a:lnTo>
                    <a:pt x="1704835" y="2255"/>
                  </a:lnTo>
                  <a:lnTo>
                    <a:pt x="1728987" y="2089"/>
                  </a:lnTo>
                  <a:lnTo>
                    <a:pt x="1752557" y="1928"/>
                  </a:lnTo>
                  <a:lnTo>
                    <a:pt x="1775573" y="1770"/>
                  </a:lnTo>
                  <a:lnTo>
                    <a:pt x="1798060" y="1616"/>
                  </a:lnTo>
                  <a:lnTo>
                    <a:pt x="1820041" y="1465"/>
                  </a:lnTo>
                  <a:lnTo>
                    <a:pt x="1841539" y="1318"/>
                  </a:lnTo>
                  <a:lnTo>
                    <a:pt x="1862574" y="1174"/>
                  </a:lnTo>
                  <a:lnTo>
                    <a:pt x="1883167" y="1033"/>
                  </a:lnTo>
                  <a:lnTo>
                    <a:pt x="1903335" y="895"/>
                  </a:lnTo>
                  <a:lnTo>
                    <a:pt x="1923096" y="759"/>
                  </a:lnTo>
                  <a:lnTo>
                    <a:pt x="1942465" y="626"/>
                  </a:lnTo>
                  <a:lnTo>
                    <a:pt x="1961459" y="496"/>
                  </a:lnTo>
                  <a:lnTo>
                    <a:pt x="1980090" y="369"/>
                  </a:lnTo>
                  <a:lnTo>
                    <a:pt x="1998373" y="243"/>
                  </a:lnTo>
                  <a:lnTo>
                    <a:pt x="2016321" y="120"/>
                  </a:lnTo>
                  <a:lnTo>
                    <a:pt x="2033945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6" name="pl575"/>
            <p:cNvSpPr/>
            <p:nvPr/>
          </p:nvSpPr>
          <p:spPr>
            <a:xfrm>
              <a:off x="4264439" y="5456498"/>
              <a:ext cx="2033945" cy="60834"/>
            </a:xfrm>
            <a:custGeom>
              <a:avLst/>
              <a:pathLst>
                <a:path w="2033945" h="60834">
                  <a:moveTo>
                    <a:pt x="0" y="0"/>
                  </a:moveTo>
                  <a:lnTo>
                    <a:pt x="130609" y="3906"/>
                  </a:lnTo>
                  <a:lnTo>
                    <a:pt x="245815" y="7352"/>
                  </a:lnTo>
                  <a:lnTo>
                    <a:pt x="348871" y="10434"/>
                  </a:lnTo>
                  <a:lnTo>
                    <a:pt x="442096" y="13223"/>
                  </a:lnTo>
                  <a:lnTo>
                    <a:pt x="527203" y="15768"/>
                  </a:lnTo>
                  <a:lnTo>
                    <a:pt x="605495" y="18110"/>
                  </a:lnTo>
                  <a:lnTo>
                    <a:pt x="677981" y="20278"/>
                  </a:lnTo>
                  <a:lnTo>
                    <a:pt x="745465" y="22296"/>
                  </a:lnTo>
                  <a:lnTo>
                    <a:pt x="808591" y="24184"/>
                  </a:lnTo>
                  <a:lnTo>
                    <a:pt x="867890" y="25958"/>
                  </a:lnTo>
                  <a:lnTo>
                    <a:pt x="923797" y="27630"/>
                  </a:lnTo>
                  <a:lnTo>
                    <a:pt x="976682" y="29212"/>
                  </a:lnTo>
                  <a:lnTo>
                    <a:pt x="1026853" y="30712"/>
                  </a:lnTo>
                  <a:lnTo>
                    <a:pt x="1074575" y="32140"/>
                  </a:lnTo>
                  <a:lnTo>
                    <a:pt x="1120078" y="33501"/>
                  </a:lnTo>
                  <a:lnTo>
                    <a:pt x="1163557" y="34801"/>
                  </a:lnTo>
                  <a:lnTo>
                    <a:pt x="1205185" y="36046"/>
                  </a:lnTo>
                  <a:lnTo>
                    <a:pt x="1245114" y="37241"/>
                  </a:lnTo>
                  <a:lnTo>
                    <a:pt x="1283477" y="38388"/>
                  </a:lnTo>
                  <a:lnTo>
                    <a:pt x="1320391" y="39492"/>
                  </a:lnTo>
                  <a:lnTo>
                    <a:pt x="1355963" y="40556"/>
                  </a:lnTo>
                  <a:lnTo>
                    <a:pt x="1390287" y="41583"/>
                  </a:lnTo>
                  <a:lnTo>
                    <a:pt x="1423447" y="42575"/>
                  </a:lnTo>
                  <a:lnTo>
                    <a:pt x="1455519" y="43534"/>
                  </a:lnTo>
                  <a:lnTo>
                    <a:pt x="1486573" y="44463"/>
                  </a:lnTo>
                  <a:lnTo>
                    <a:pt x="1516672" y="45363"/>
                  </a:lnTo>
                  <a:lnTo>
                    <a:pt x="1545871" y="46236"/>
                  </a:lnTo>
                  <a:lnTo>
                    <a:pt x="1574225" y="47084"/>
                  </a:lnTo>
                  <a:lnTo>
                    <a:pt x="1601779" y="47908"/>
                  </a:lnTo>
                  <a:lnTo>
                    <a:pt x="1628579" y="48710"/>
                  </a:lnTo>
                  <a:lnTo>
                    <a:pt x="1654664" y="49490"/>
                  </a:lnTo>
                  <a:lnTo>
                    <a:pt x="1680071" y="50250"/>
                  </a:lnTo>
                  <a:lnTo>
                    <a:pt x="1704835" y="50991"/>
                  </a:lnTo>
                  <a:lnTo>
                    <a:pt x="1728987" y="51713"/>
                  </a:lnTo>
                  <a:lnTo>
                    <a:pt x="1752557" y="52418"/>
                  </a:lnTo>
                  <a:lnTo>
                    <a:pt x="1775573" y="53107"/>
                  </a:lnTo>
                  <a:lnTo>
                    <a:pt x="1798060" y="53779"/>
                  </a:lnTo>
                  <a:lnTo>
                    <a:pt x="1820041" y="54437"/>
                  </a:lnTo>
                  <a:lnTo>
                    <a:pt x="1841539" y="55080"/>
                  </a:lnTo>
                  <a:lnTo>
                    <a:pt x="1862574" y="55709"/>
                  </a:lnTo>
                  <a:lnTo>
                    <a:pt x="1883167" y="56325"/>
                  </a:lnTo>
                  <a:lnTo>
                    <a:pt x="1903335" y="56928"/>
                  </a:lnTo>
                  <a:lnTo>
                    <a:pt x="1923096" y="57519"/>
                  </a:lnTo>
                  <a:lnTo>
                    <a:pt x="1942465" y="58098"/>
                  </a:lnTo>
                  <a:lnTo>
                    <a:pt x="1961459" y="58666"/>
                  </a:lnTo>
                  <a:lnTo>
                    <a:pt x="1980090" y="59224"/>
                  </a:lnTo>
                  <a:lnTo>
                    <a:pt x="1998373" y="59770"/>
                  </a:lnTo>
                  <a:lnTo>
                    <a:pt x="2016321" y="60307"/>
                  </a:lnTo>
                  <a:lnTo>
                    <a:pt x="2033945" y="60834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4264439" y="5190087"/>
              <a:ext cx="2033945" cy="118857"/>
            </a:xfrm>
            <a:custGeom>
              <a:avLst/>
              <a:pathLst>
                <a:path w="2033945" h="118857">
                  <a:moveTo>
                    <a:pt x="0" y="118857"/>
                  </a:moveTo>
                  <a:lnTo>
                    <a:pt x="130609" y="111224"/>
                  </a:lnTo>
                  <a:lnTo>
                    <a:pt x="245815" y="104492"/>
                  </a:lnTo>
                  <a:lnTo>
                    <a:pt x="348871" y="98470"/>
                  </a:lnTo>
                  <a:lnTo>
                    <a:pt x="442096" y="93022"/>
                  </a:lnTo>
                  <a:lnTo>
                    <a:pt x="527203" y="88048"/>
                  </a:lnTo>
                  <a:lnTo>
                    <a:pt x="605495" y="83473"/>
                  </a:lnTo>
                  <a:lnTo>
                    <a:pt x="677981" y="79238"/>
                  </a:lnTo>
                  <a:lnTo>
                    <a:pt x="745465" y="75294"/>
                  </a:lnTo>
                  <a:lnTo>
                    <a:pt x="808591" y="71605"/>
                  </a:lnTo>
                  <a:lnTo>
                    <a:pt x="867890" y="68140"/>
                  </a:lnTo>
                  <a:lnTo>
                    <a:pt x="923797" y="64873"/>
                  </a:lnTo>
                  <a:lnTo>
                    <a:pt x="976682" y="61782"/>
                  </a:lnTo>
                  <a:lnTo>
                    <a:pt x="1026853" y="58851"/>
                  </a:lnTo>
                  <a:lnTo>
                    <a:pt x="1074575" y="56062"/>
                  </a:lnTo>
                  <a:lnTo>
                    <a:pt x="1120078" y="53403"/>
                  </a:lnTo>
                  <a:lnTo>
                    <a:pt x="1163557" y="50862"/>
                  </a:lnTo>
                  <a:lnTo>
                    <a:pt x="1205185" y="48429"/>
                  </a:lnTo>
                  <a:lnTo>
                    <a:pt x="1245114" y="46096"/>
                  </a:lnTo>
                  <a:lnTo>
                    <a:pt x="1283477" y="43854"/>
                  </a:lnTo>
                  <a:lnTo>
                    <a:pt x="1320391" y="41697"/>
                  </a:lnTo>
                  <a:lnTo>
                    <a:pt x="1355963" y="39619"/>
                  </a:lnTo>
                  <a:lnTo>
                    <a:pt x="1390287" y="37613"/>
                  </a:lnTo>
                  <a:lnTo>
                    <a:pt x="1423447" y="35675"/>
                  </a:lnTo>
                  <a:lnTo>
                    <a:pt x="1455519" y="33801"/>
                  </a:lnTo>
                  <a:lnTo>
                    <a:pt x="1486573" y="31986"/>
                  </a:lnTo>
                  <a:lnTo>
                    <a:pt x="1516672" y="30227"/>
                  </a:lnTo>
                  <a:lnTo>
                    <a:pt x="1545871" y="28521"/>
                  </a:lnTo>
                  <a:lnTo>
                    <a:pt x="1574225" y="26864"/>
                  </a:lnTo>
                  <a:lnTo>
                    <a:pt x="1601779" y="25254"/>
                  </a:lnTo>
                  <a:lnTo>
                    <a:pt x="1628579" y="23688"/>
                  </a:lnTo>
                  <a:lnTo>
                    <a:pt x="1654664" y="22163"/>
                  </a:lnTo>
                  <a:lnTo>
                    <a:pt x="1680071" y="20679"/>
                  </a:lnTo>
                  <a:lnTo>
                    <a:pt x="1704835" y="19232"/>
                  </a:lnTo>
                  <a:lnTo>
                    <a:pt x="1728987" y="17820"/>
                  </a:lnTo>
                  <a:lnTo>
                    <a:pt x="1752557" y="16443"/>
                  </a:lnTo>
                  <a:lnTo>
                    <a:pt x="1775573" y="15098"/>
                  </a:lnTo>
                  <a:lnTo>
                    <a:pt x="1798060" y="13784"/>
                  </a:lnTo>
                  <a:lnTo>
                    <a:pt x="1820041" y="12499"/>
                  </a:lnTo>
                  <a:lnTo>
                    <a:pt x="1841539" y="11243"/>
                  </a:lnTo>
                  <a:lnTo>
                    <a:pt x="1862574" y="10014"/>
                  </a:lnTo>
                  <a:lnTo>
                    <a:pt x="1883167" y="8810"/>
                  </a:lnTo>
                  <a:lnTo>
                    <a:pt x="1903335" y="7632"/>
                  </a:lnTo>
                  <a:lnTo>
                    <a:pt x="1923096" y="6477"/>
                  </a:lnTo>
                  <a:lnTo>
                    <a:pt x="1942465" y="5345"/>
                  </a:lnTo>
                  <a:lnTo>
                    <a:pt x="1961459" y="4235"/>
                  </a:lnTo>
                  <a:lnTo>
                    <a:pt x="1980090" y="3147"/>
                  </a:lnTo>
                  <a:lnTo>
                    <a:pt x="1998373" y="2078"/>
                  </a:lnTo>
                  <a:lnTo>
                    <a:pt x="2016321" y="1029"/>
                  </a:lnTo>
                  <a:lnTo>
                    <a:pt x="2033945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4264439" y="4881995"/>
              <a:ext cx="2033945" cy="387024"/>
            </a:xfrm>
            <a:custGeom>
              <a:avLst/>
              <a:pathLst>
                <a:path w="2033945" h="387024">
                  <a:moveTo>
                    <a:pt x="0" y="387024"/>
                  </a:moveTo>
                  <a:lnTo>
                    <a:pt x="130609" y="362171"/>
                  </a:lnTo>
                  <a:lnTo>
                    <a:pt x="245815" y="340249"/>
                  </a:lnTo>
                  <a:lnTo>
                    <a:pt x="348871" y="320640"/>
                  </a:lnTo>
                  <a:lnTo>
                    <a:pt x="442096" y="302901"/>
                  </a:lnTo>
                  <a:lnTo>
                    <a:pt x="527203" y="286706"/>
                  </a:lnTo>
                  <a:lnTo>
                    <a:pt x="605495" y="271809"/>
                  </a:lnTo>
                  <a:lnTo>
                    <a:pt x="677981" y="258016"/>
                  </a:lnTo>
                  <a:lnTo>
                    <a:pt x="745465" y="245175"/>
                  </a:lnTo>
                  <a:lnTo>
                    <a:pt x="808591" y="233163"/>
                  </a:lnTo>
                  <a:lnTo>
                    <a:pt x="867890" y="221880"/>
                  </a:lnTo>
                  <a:lnTo>
                    <a:pt x="923797" y="211241"/>
                  </a:lnTo>
                  <a:lnTo>
                    <a:pt x="976682" y="201178"/>
                  </a:lnTo>
                  <a:lnTo>
                    <a:pt x="1026853" y="191632"/>
                  </a:lnTo>
                  <a:lnTo>
                    <a:pt x="1074575" y="182551"/>
                  </a:lnTo>
                  <a:lnTo>
                    <a:pt x="1120078" y="173893"/>
                  </a:lnTo>
                  <a:lnTo>
                    <a:pt x="1163557" y="165619"/>
                  </a:lnTo>
                  <a:lnTo>
                    <a:pt x="1205185" y="157698"/>
                  </a:lnTo>
                  <a:lnTo>
                    <a:pt x="1245114" y="150100"/>
                  </a:lnTo>
                  <a:lnTo>
                    <a:pt x="1283477" y="142801"/>
                  </a:lnTo>
                  <a:lnTo>
                    <a:pt x="1320391" y="135776"/>
                  </a:lnTo>
                  <a:lnTo>
                    <a:pt x="1355963" y="129008"/>
                  </a:lnTo>
                  <a:lnTo>
                    <a:pt x="1390287" y="122476"/>
                  </a:lnTo>
                  <a:lnTo>
                    <a:pt x="1423447" y="116167"/>
                  </a:lnTo>
                  <a:lnTo>
                    <a:pt x="1455519" y="110064"/>
                  </a:lnTo>
                  <a:lnTo>
                    <a:pt x="1486573" y="104155"/>
                  </a:lnTo>
                  <a:lnTo>
                    <a:pt x="1516672" y="98428"/>
                  </a:lnTo>
                  <a:lnTo>
                    <a:pt x="1545871" y="92871"/>
                  </a:lnTo>
                  <a:lnTo>
                    <a:pt x="1574225" y="87476"/>
                  </a:lnTo>
                  <a:lnTo>
                    <a:pt x="1601779" y="82233"/>
                  </a:lnTo>
                  <a:lnTo>
                    <a:pt x="1628579" y="77134"/>
                  </a:lnTo>
                  <a:lnTo>
                    <a:pt x="1654664" y="72170"/>
                  </a:lnTo>
                  <a:lnTo>
                    <a:pt x="1680071" y="67336"/>
                  </a:lnTo>
                  <a:lnTo>
                    <a:pt x="1704835" y="62623"/>
                  </a:lnTo>
                  <a:lnTo>
                    <a:pt x="1728987" y="58028"/>
                  </a:lnTo>
                  <a:lnTo>
                    <a:pt x="1752557" y="53543"/>
                  </a:lnTo>
                  <a:lnTo>
                    <a:pt x="1775573" y="49163"/>
                  </a:lnTo>
                  <a:lnTo>
                    <a:pt x="1798060" y="44884"/>
                  </a:lnTo>
                  <a:lnTo>
                    <a:pt x="1820041" y="40702"/>
                  </a:lnTo>
                  <a:lnTo>
                    <a:pt x="1841539" y="36611"/>
                  </a:lnTo>
                  <a:lnTo>
                    <a:pt x="1862574" y="32608"/>
                  </a:lnTo>
                  <a:lnTo>
                    <a:pt x="1883167" y="28690"/>
                  </a:lnTo>
                  <a:lnTo>
                    <a:pt x="1903335" y="24852"/>
                  </a:lnTo>
                  <a:lnTo>
                    <a:pt x="1923096" y="21092"/>
                  </a:lnTo>
                  <a:lnTo>
                    <a:pt x="1942465" y="17407"/>
                  </a:lnTo>
                  <a:lnTo>
                    <a:pt x="1961459" y="13792"/>
                  </a:lnTo>
                  <a:lnTo>
                    <a:pt x="1980090" y="10247"/>
                  </a:lnTo>
                  <a:lnTo>
                    <a:pt x="1998373" y="6768"/>
                  </a:lnTo>
                  <a:lnTo>
                    <a:pt x="2016321" y="3353"/>
                  </a:lnTo>
                  <a:lnTo>
                    <a:pt x="203394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4264439" y="5029558"/>
              <a:ext cx="2033945" cy="363298"/>
            </a:xfrm>
            <a:custGeom>
              <a:avLst/>
              <a:pathLst>
                <a:path w="2033945" h="363298">
                  <a:moveTo>
                    <a:pt x="0" y="363298"/>
                  </a:moveTo>
                  <a:lnTo>
                    <a:pt x="130609" y="339969"/>
                  </a:lnTo>
                  <a:lnTo>
                    <a:pt x="245815" y="319391"/>
                  </a:lnTo>
                  <a:lnTo>
                    <a:pt x="348871" y="300984"/>
                  </a:lnTo>
                  <a:lnTo>
                    <a:pt x="442096" y="284332"/>
                  </a:lnTo>
                  <a:lnTo>
                    <a:pt x="527203" y="269130"/>
                  </a:lnTo>
                  <a:lnTo>
                    <a:pt x="605495" y="255146"/>
                  </a:lnTo>
                  <a:lnTo>
                    <a:pt x="677981" y="242199"/>
                  </a:lnTo>
                  <a:lnTo>
                    <a:pt x="745465" y="230145"/>
                  </a:lnTo>
                  <a:lnTo>
                    <a:pt x="808591" y="218869"/>
                  </a:lnTo>
                  <a:lnTo>
                    <a:pt x="867890" y="208278"/>
                  </a:lnTo>
                  <a:lnTo>
                    <a:pt x="923797" y="198292"/>
                  </a:lnTo>
                  <a:lnTo>
                    <a:pt x="976682" y="188845"/>
                  </a:lnTo>
                  <a:lnTo>
                    <a:pt x="1026853" y="179884"/>
                  </a:lnTo>
                  <a:lnTo>
                    <a:pt x="1074575" y="171360"/>
                  </a:lnTo>
                  <a:lnTo>
                    <a:pt x="1120078" y="163232"/>
                  </a:lnTo>
                  <a:lnTo>
                    <a:pt x="1163557" y="155466"/>
                  </a:lnTo>
                  <a:lnTo>
                    <a:pt x="1205185" y="148031"/>
                  </a:lnTo>
                  <a:lnTo>
                    <a:pt x="1245114" y="140899"/>
                  </a:lnTo>
                  <a:lnTo>
                    <a:pt x="1283477" y="134046"/>
                  </a:lnTo>
                  <a:lnTo>
                    <a:pt x="1320391" y="127453"/>
                  </a:lnTo>
                  <a:lnTo>
                    <a:pt x="1355963" y="121099"/>
                  </a:lnTo>
                  <a:lnTo>
                    <a:pt x="1390287" y="114968"/>
                  </a:lnTo>
                  <a:lnTo>
                    <a:pt x="1423447" y="109045"/>
                  </a:lnTo>
                  <a:lnTo>
                    <a:pt x="1455519" y="103317"/>
                  </a:lnTo>
                  <a:lnTo>
                    <a:pt x="1486573" y="97770"/>
                  </a:lnTo>
                  <a:lnTo>
                    <a:pt x="1516672" y="92394"/>
                  </a:lnTo>
                  <a:lnTo>
                    <a:pt x="1545871" y="87178"/>
                  </a:lnTo>
                  <a:lnTo>
                    <a:pt x="1574225" y="82114"/>
                  </a:lnTo>
                  <a:lnTo>
                    <a:pt x="1601779" y="77192"/>
                  </a:lnTo>
                  <a:lnTo>
                    <a:pt x="1628579" y="72405"/>
                  </a:lnTo>
                  <a:lnTo>
                    <a:pt x="1654664" y="67746"/>
                  </a:lnTo>
                  <a:lnTo>
                    <a:pt x="1680071" y="63208"/>
                  </a:lnTo>
                  <a:lnTo>
                    <a:pt x="1704835" y="58784"/>
                  </a:lnTo>
                  <a:lnTo>
                    <a:pt x="1728987" y="54470"/>
                  </a:lnTo>
                  <a:lnTo>
                    <a:pt x="1752557" y="50260"/>
                  </a:lnTo>
                  <a:lnTo>
                    <a:pt x="1775573" y="46149"/>
                  </a:lnTo>
                  <a:lnTo>
                    <a:pt x="1798060" y="42133"/>
                  </a:lnTo>
                  <a:lnTo>
                    <a:pt x="1820041" y="38207"/>
                  </a:lnTo>
                  <a:lnTo>
                    <a:pt x="1841539" y="34367"/>
                  </a:lnTo>
                  <a:lnTo>
                    <a:pt x="1862574" y="30609"/>
                  </a:lnTo>
                  <a:lnTo>
                    <a:pt x="1883167" y="26931"/>
                  </a:lnTo>
                  <a:lnTo>
                    <a:pt x="1903335" y="23329"/>
                  </a:lnTo>
                  <a:lnTo>
                    <a:pt x="1923096" y="19799"/>
                  </a:lnTo>
                  <a:lnTo>
                    <a:pt x="1942465" y="16339"/>
                  </a:lnTo>
                  <a:lnTo>
                    <a:pt x="1961459" y="12947"/>
                  </a:lnTo>
                  <a:lnTo>
                    <a:pt x="1980090" y="9619"/>
                  </a:lnTo>
                  <a:lnTo>
                    <a:pt x="1998373" y="6353"/>
                  </a:lnTo>
                  <a:lnTo>
                    <a:pt x="2016321" y="3148"/>
                  </a:lnTo>
                  <a:lnTo>
                    <a:pt x="203394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4264439" y="5190871"/>
              <a:ext cx="2033945" cy="487671"/>
            </a:xfrm>
            <a:custGeom>
              <a:avLst/>
              <a:pathLst>
                <a:path w="2033945" h="487671">
                  <a:moveTo>
                    <a:pt x="0" y="0"/>
                  </a:moveTo>
                  <a:lnTo>
                    <a:pt x="130609" y="31315"/>
                  </a:lnTo>
                  <a:lnTo>
                    <a:pt x="245815" y="58938"/>
                  </a:lnTo>
                  <a:lnTo>
                    <a:pt x="348871" y="83647"/>
                  </a:lnTo>
                  <a:lnTo>
                    <a:pt x="442096" y="105999"/>
                  </a:lnTo>
                  <a:lnTo>
                    <a:pt x="527203" y="126405"/>
                  </a:lnTo>
                  <a:lnTo>
                    <a:pt x="605495" y="145177"/>
                  </a:lnTo>
                  <a:lnTo>
                    <a:pt x="677981" y="162557"/>
                  </a:lnTo>
                  <a:lnTo>
                    <a:pt x="745465" y="178737"/>
                  </a:lnTo>
                  <a:lnTo>
                    <a:pt x="808591" y="193873"/>
                  </a:lnTo>
                  <a:lnTo>
                    <a:pt x="867890" y="208090"/>
                  </a:lnTo>
                  <a:lnTo>
                    <a:pt x="923797" y="221495"/>
                  </a:lnTo>
                  <a:lnTo>
                    <a:pt x="976682" y="234175"/>
                  </a:lnTo>
                  <a:lnTo>
                    <a:pt x="1026853" y="246204"/>
                  </a:lnTo>
                  <a:lnTo>
                    <a:pt x="1074575" y="257647"/>
                  </a:lnTo>
                  <a:lnTo>
                    <a:pt x="1120078" y="268557"/>
                  </a:lnTo>
                  <a:lnTo>
                    <a:pt x="1163557" y="278982"/>
                  </a:lnTo>
                  <a:lnTo>
                    <a:pt x="1205185" y="288963"/>
                  </a:lnTo>
                  <a:lnTo>
                    <a:pt x="1245114" y="298536"/>
                  </a:lnTo>
                  <a:lnTo>
                    <a:pt x="1283477" y="307734"/>
                  </a:lnTo>
                  <a:lnTo>
                    <a:pt x="1320391" y="316585"/>
                  </a:lnTo>
                  <a:lnTo>
                    <a:pt x="1355963" y="325114"/>
                  </a:lnTo>
                  <a:lnTo>
                    <a:pt x="1390287" y="333344"/>
                  </a:lnTo>
                  <a:lnTo>
                    <a:pt x="1423447" y="341294"/>
                  </a:lnTo>
                  <a:lnTo>
                    <a:pt x="1455519" y="348984"/>
                  </a:lnTo>
                  <a:lnTo>
                    <a:pt x="1486573" y="356430"/>
                  </a:lnTo>
                  <a:lnTo>
                    <a:pt x="1516672" y="363647"/>
                  </a:lnTo>
                  <a:lnTo>
                    <a:pt x="1545871" y="370648"/>
                  </a:lnTo>
                  <a:lnTo>
                    <a:pt x="1574225" y="377446"/>
                  </a:lnTo>
                  <a:lnTo>
                    <a:pt x="1601779" y="384053"/>
                  </a:lnTo>
                  <a:lnTo>
                    <a:pt x="1628579" y="390478"/>
                  </a:lnTo>
                  <a:lnTo>
                    <a:pt x="1654664" y="396732"/>
                  </a:lnTo>
                  <a:lnTo>
                    <a:pt x="1680071" y="402824"/>
                  </a:lnTo>
                  <a:lnTo>
                    <a:pt x="1704835" y="408762"/>
                  </a:lnTo>
                  <a:lnTo>
                    <a:pt x="1728987" y="414553"/>
                  </a:lnTo>
                  <a:lnTo>
                    <a:pt x="1752557" y="420204"/>
                  </a:lnTo>
                  <a:lnTo>
                    <a:pt x="1775573" y="425722"/>
                  </a:lnTo>
                  <a:lnTo>
                    <a:pt x="1798060" y="431114"/>
                  </a:lnTo>
                  <a:lnTo>
                    <a:pt x="1820041" y="436384"/>
                  </a:lnTo>
                  <a:lnTo>
                    <a:pt x="1841539" y="441539"/>
                  </a:lnTo>
                  <a:lnTo>
                    <a:pt x="1862574" y="446582"/>
                  </a:lnTo>
                  <a:lnTo>
                    <a:pt x="1883167" y="451520"/>
                  </a:lnTo>
                  <a:lnTo>
                    <a:pt x="1903335" y="456356"/>
                  </a:lnTo>
                  <a:lnTo>
                    <a:pt x="1923096" y="461094"/>
                  </a:lnTo>
                  <a:lnTo>
                    <a:pt x="1942465" y="465738"/>
                  </a:lnTo>
                  <a:lnTo>
                    <a:pt x="1961459" y="470292"/>
                  </a:lnTo>
                  <a:lnTo>
                    <a:pt x="1980090" y="474759"/>
                  </a:lnTo>
                  <a:lnTo>
                    <a:pt x="1998373" y="479142"/>
                  </a:lnTo>
                  <a:lnTo>
                    <a:pt x="2016321" y="483446"/>
                  </a:lnTo>
                  <a:lnTo>
                    <a:pt x="2033945" y="487671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4264439" y="5314788"/>
              <a:ext cx="2033945" cy="444312"/>
            </a:xfrm>
            <a:custGeom>
              <a:avLst/>
              <a:pathLst>
                <a:path w="2033945" h="444312">
                  <a:moveTo>
                    <a:pt x="0" y="444312"/>
                  </a:moveTo>
                  <a:lnTo>
                    <a:pt x="130609" y="415780"/>
                  </a:lnTo>
                  <a:lnTo>
                    <a:pt x="245815" y="390614"/>
                  </a:lnTo>
                  <a:lnTo>
                    <a:pt x="348871" y="368101"/>
                  </a:lnTo>
                  <a:lnTo>
                    <a:pt x="442096" y="347737"/>
                  </a:lnTo>
                  <a:lnTo>
                    <a:pt x="527203" y="329145"/>
                  </a:lnTo>
                  <a:lnTo>
                    <a:pt x="605495" y="312042"/>
                  </a:lnTo>
                  <a:lnTo>
                    <a:pt x="677981" y="296208"/>
                  </a:lnTo>
                  <a:lnTo>
                    <a:pt x="745465" y="281466"/>
                  </a:lnTo>
                  <a:lnTo>
                    <a:pt x="808591" y="267676"/>
                  </a:lnTo>
                  <a:lnTo>
                    <a:pt x="867890" y="254723"/>
                  </a:lnTo>
                  <a:lnTo>
                    <a:pt x="923797" y="242510"/>
                  </a:lnTo>
                  <a:lnTo>
                    <a:pt x="976682" y="230957"/>
                  </a:lnTo>
                  <a:lnTo>
                    <a:pt x="1026853" y="219997"/>
                  </a:lnTo>
                  <a:lnTo>
                    <a:pt x="1074575" y="209572"/>
                  </a:lnTo>
                  <a:lnTo>
                    <a:pt x="1120078" y="199632"/>
                  </a:lnTo>
                  <a:lnTo>
                    <a:pt x="1163557" y="190134"/>
                  </a:lnTo>
                  <a:lnTo>
                    <a:pt x="1205185" y="181041"/>
                  </a:lnTo>
                  <a:lnTo>
                    <a:pt x="1245114" y="172318"/>
                  </a:lnTo>
                  <a:lnTo>
                    <a:pt x="1283477" y="163938"/>
                  </a:lnTo>
                  <a:lnTo>
                    <a:pt x="1320391" y="155874"/>
                  </a:lnTo>
                  <a:lnTo>
                    <a:pt x="1355963" y="148104"/>
                  </a:lnTo>
                  <a:lnTo>
                    <a:pt x="1390287" y="140606"/>
                  </a:lnTo>
                  <a:lnTo>
                    <a:pt x="1423447" y="133362"/>
                  </a:lnTo>
                  <a:lnTo>
                    <a:pt x="1455519" y="126356"/>
                  </a:lnTo>
                  <a:lnTo>
                    <a:pt x="1486573" y="119572"/>
                  </a:lnTo>
                  <a:lnTo>
                    <a:pt x="1516672" y="112997"/>
                  </a:lnTo>
                  <a:lnTo>
                    <a:pt x="1545871" y="106618"/>
                  </a:lnTo>
                  <a:lnTo>
                    <a:pt x="1574225" y="100425"/>
                  </a:lnTo>
                  <a:lnTo>
                    <a:pt x="1601779" y="94405"/>
                  </a:lnTo>
                  <a:lnTo>
                    <a:pt x="1628579" y="88551"/>
                  </a:lnTo>
                  <a:lnTo>
                    <a:pt x="1654664" y="82853"/>
                  </a:lnTo>
                  <a:lnTo>
                    <a:pt x="1680071" y="77303"/>
                  </a:lnTo>
                  <a:lnTo>
                    <a:pt x="1704835" y="71893"/>
                  </a:lnTo>
                  <a:lnTo>
                    <a:pt x="1728987" y="66617"/>
                  </a:lnTo>
                  <a:lnTo>
                    <a:pt x="1752557" y="61468"/>
                  </a:lnTo>
                  <a:lnTo>
                    <a:pt x="1775573" y="56441"/>
                  </a:lnTo>
                  <a:lnTo>
                    <a:pt x="1798060" y="51528"/>
                  </a:lnTo>
                  <a:lnTo>
                    <a:pt x="1820041" y="46727"/>
                  </a:lnTo>
                  <a:lnTo>
                    <a:pt x="1841539" y="42030"/>
                  </a:lnTo>
                  <a:lnTo>
                    <a:pt x="1862574" y="37435"/>
                  </a:lnTo>
                  <a:lnTo>
                    <a:pt x="1883167" y="32937"/>
                  </a:lnTo>
                  <a:lnTo>
                    <a:pt x="1903335" y="28531"/>
                  </a:lnTo>
                  <a:lnTo>
                    <a:pt x="1923096" y="24214"/>
                  </a:lnTo>
                  <a:lnTo>
                    <a:pt x="1942465" y="19983"/>
                  </a:lnTo>
                  <a:lnTo>
                    <a:pt x="1961459" y="15834"/>
                  </a:lnTo>
                  <a:lnTo>
                    <a:pt x="1980090" y="11764"/>
                  </a:lnTo>
                  <a:lnTo>
                    <a:pt x="1998373" y="7770"/>
                  </a:lnTo>
                  <a:lnTo>
                    <a:pt x="2016321" y="3849"/>
                  </a:lnTo>
                  <a:lnTo>
                    <a:pt x="2033945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264439" y="5671259"/>
              <a:ext cx="2033945" cy="164344"/>
            </a:xfrm>
            <a:custGeom>
              <a:avLst/>
              <a:pathLst>
                <a:path w="2033945" h="164344">
                  <a:moveTo>
                    <a:pt x="0" y="0"/>
                  </a:moveTo>
                  <a:lnTo>
                    <a:pt x="130609" y="10553"/>
                  </a:lnTo>
                  <a:lnTo>
                    <a:pt x="245815" y="19862"/>
                  </a:lnTo>
                  <a:lnTo>
                    <a:pt x="348871" y="28189"/>
                  </a:lnTo>
                  <a:lnTo>
                    <a:pt x="442096" y="35721"/>
                  </a:lnTo>
                  <a:lnTo>
                    <a:pt x="527203" y="42598"/>
                  </a:lnTo>
                  <a:lnTo>
                    <a:pt x="605495" y="48924"/>
                  </a:lnTo>
                  <a:lnTo>
                    <a:pt x="677981" y="54781"/>
                  </a:lnTo>
                  <a:lnTo>
                    <a:pt x="745465" y="60234"/>
                  </a:lnTo>
                  <a:lnTo>
                    <a:pt x="808591" y="65334"/>
                  </a:lnTo>
                  <a:lnTo>
                    <a:pt x="867890" y="70126"/>
                  </a:lnTo>
                  <a:lnTo>
                    <a:pt x="923797" y="74643"/>
                  </a:lnTo>
                  <a:lnTo>
                    <a:pt x="976682" y="78916"/>
                  </a:lnTo>
                  <a:lnTo>
                    <a:pt x="1026853" y="82970"/>
                  </a:lnTo>
                  <a:lnTo>
                    <a:pt x="1074575" y="86826"/>
                  </a:lnTo>
                  <a:lnTo>
                    <a:pt x="1120078" y="90503"/>
                  </a:lnTo>
                  <a:lnTo>
                    <a:pt x="1163557" y="94016"/>
                  </a:lnTo>
                  <a:lnTo>
                    <a:pt x="1205185" y="97379"/>
                  </a:lnTo>
                  <a:lnTo>
                    <a:pt x="1245114" y="100606"/>
                  </a:lnTo>
                  <a:lnTo>
                    <a:pt x="1283477" y="103705"/>
                  </a:lnTo>
                  <a:lnTo>
                    <a:pt x="1320391" y="106688"/>
                  </a:lnTo>
                  <a:lnTo>
                    <a:pt x="1355963" y="109562"/>
                  </a:lnTo>
                  <a:lnTo>
                    <a:pt x="1390287" y="112336"/>
                  </a:lnTo>
                  <a:lnTo>
                    <a:pt x="1423447" y="115015"/>
                  </a:lnTo>
                  <a:lnTo>
                    <a:pt x="1455519" y="117607"/>
                  </a:lnTo>
                  <a:lnTo>
                    <a:pt x="1486573" y="120116"/>
                  </a:lnTo>
                  <a:lnTo>
                    <a:pt x="1516672" y="122548"/>
                  </a:lnTo>
                  <a:lnTo>
                    <a:pt x="1545871" y="124907"/>
                  </a:lnTo>
                  <a:lnTo>
                    <a:pt x="1574225" y="127198"/>
                  </a:lnTo>
                  <a:lnTo>
                    <a:pt x="1601779" y="129424"/>
                  </a:lnTo>
                  <a:lnTo>
                    <a:pt x="1628579" y="131590"/>
                  </a:lnTo>
                  <a:lnTo>
                    <a:pt x="1654664" y="133698"/>
                  </a:lnTo>
                  <a:lnTo>
                    <a:pt x="1680071" y="135750"/>
                  </a:lnTo>
                  <a:lnTo>
                    <a:pt x="1704835" y="137751"/>
                  </a:lnTo>
                  <a:lnTo>
                    <a:pt x="1728987" y="139703"/>
                  </a:lnTo>
                  <a:lnTo>
                    <a:pt x="1752557" y="141607"/>
                  </a:lnTo>
                  <a:lnTo>
                    <a:pt x="1775573" y="143467"/>
                  </a:lnTo>
                  <a:lnTo>
                    <a:pt x="1798060" y="145284"/>
                  </a:lnTo>
                  <a:lnTo>
                    <a:pt x="1820041" y="147060"/>
                  </a:lnTo>
                  <a:lnTo>
                    <a:pt x="1841539" y="148797"/>
                  </a:lnTo>
                  <a:lnTo>
                    <a:pt x="1862574" y="150497"/>
                  </a:lnTo>
                  <a:lnTo>
                    <a:pt x="1883167" y="152161"/>
                  </a:lnTo>
                  <a:lnTo>
                    <a:pt x="1903335" y="153790"/>
                  </a:lnTo>
                  <a:lnTo>
                    <a:pt x="1923096" y="155387"/>
                  </a:lnTo>
                  <a:lnTo>
                    <a:pt x="1942465" y="156952"/>
                  </a:lnTo>
                  <a:lnTo>
                    <a:pt x="1961459" y="158487"/>
                  </a:lnTo>
                  <a:lnTo>
                    <a:pt x="1980090" y="159992"/>
                  </a:lnTo>
                  <a:lnTo>
                    <a:pt x="1998373" y="161470"/>
                  </a:lnTo>
                  <a:lnTo>
                    <a:pt x="2016321" y="162920"/>
                  </a:lnTo>
                  <a:lnTo>
                    <a:pt x="2033945" y="164344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4264439" y="5288040"/>
              <a:ext cx="2033945" cy="300019"/>
            </a:xfrm>
            <a:custGeom>
              <a:avLst/>
              <a:pathLst>
                <a:path w="2033945" h="300019">
                  <a:moveTo>
                    <a:pt x="0" y="300019"/>
                  </a:moveTo>
                  <a:lnTo>
                    <a:pt x="130609" y="280753"/>
                  </a:lnTo>
                  <a:lnTo>
                    <a:pt x="245815" y="263759"/>
                  </a:lnTo>
                  <a:lnTo>
                    <a:pt x="348871" y="248558"/>
                  </a:lnTo>
                  <a:lnTo>
                    <a:pt x="442096" y="234807"/>
                  </a:lnTo>
                  <a:lnTo>
                    <a:pt x="527203" y="222253"/>
                  </a:lnTo>
                  <a:lnTo>
                    <a:pt x="605495" y="210704"/>
                  </a:lnTo>
                  <a:lnTo>
                    <a:pt x="677981" y="200012"/>
                  </a:lnTo>
                  <a:lnTo>
                    <a:pt x="745465" y="190058"/>
                  </a:lnTo>
                  <a:lnTo>
                    <a:pt x="808591" y="180747"/>
                  </a:lnTo>
                  <a:lnTo>
                    <a:pt x="867890" y="172000"/>
                  </a:lnTo>
                  <a:lnTo>
                    <a:pt x="923797" y="163753"/>
                  </a:lnTo>
                  <a:lnTo>
                    <a:pt x="976682" y="155952"/>
                  </a:lnTo>
                  <a:lnTo>
                    <a:pt x="1026853" y="148552"/>
                  </a:lnTo>
                  <a:lnTo>
                    <a:pt x="1074575" y="141512"/>
                  </a:lnTo>
                  <a:lnTo>
                    <a:pt x="1120078" y="134800"/>
                  </a:lnTo>
                  <a:lnTo>
                    <a:pt x="1163557" y="128387"/>
                  </a:lnTo>
                  <a:lnTo>
                    <a:pt x="1205185" y="122247"/>
                  </a:lnTo>
                  <a:lnTo>
                    <a:pt x="1245114" y="116357"/>
                  </a:lnTo>
                  <a:lnTo>
                    <a:pt x="1283477" y="110698"/>
                  </a:lnTo>
                  <a:lnTo>
                    <a:pt x="1320391" y="105253"/>
                  </a:lnTo>
                  <a:lnTo>
                    <a:pt x="1355963" y="100006"/>
                  </a:lnTo>
                  <a:lnTo>
                    <a:pt x="1390287" y="94943"/>
                  </a:lnTo>
                  <a:lnTo>
                    <a:pt x="1423447" y="90052"/>
                  </a:lnTo>
                  <a:lnTo>
                    <a:pt x="1455519" y="85321"/>
                  </a:lnTo>
                  <a:lnTo>
                    <a:pt x="1486573" y="80740"/>
                  </a:lnTo>
                  <a:lnTo>
                    <a:pt x="1516672" y="76300"/>
                  </a:lnTo>
                  <a:lnTo>
                    <a:pt x="1545871" y="71993"/>
                  </a:lnTo>
                  <a:lnTo>
                    <a:pt x="1574225" y="67811"/>
                  </a:lnTo>
                  <a:lnTo>
                    <a:pt x="1601779" y="63747"/>
                  </a:lnTo>
                  <a:lnTo>
                    <a:pt x="1628579" y="59793"/>
                  </a:lnTo>
                  <a:lnTo>
                    <a:pt x="1654664" y="55946"/>
                  </a:lnTo>
                  <a:lnTo>
                    <a:pt x="1680071" y="52198"/>
                  </a:lnTo>
                  <a:lnTo>
                    <a:pt x="1704835" y="48545"/>
                  </a:lnTo>
                  <a:lnTo>
                    <a:pt x="1728987" y="44983"/>
                  </a:lnTo>
                  <a:lnTo>
                    <a:pt x="1752557" y="41506"/>
                  </a:lnTo>
                  <a:lnTo>
                    <a:pt x="1775573" y="38111"/>
                  </a:lnTo>
                  <a:lnTo>
                    <a:pt x="1798060" y="34794"/>
                  </a:lnTo>
                  <a:lnTo>
                    <a:pt x="1820041" y="31552"/>
                  </a:lnTo>
                  <a:lnTo>
                    <a:pt x="1841539" y="28381"/>
                  </a:lnTo>
                  <a:lnTo>
                    <a:pt x="1862574" y="25278"/>
                  </a:lnTo>
                  <a:lnTo>
                    <a:pt x="1883167" y="22240"/>
                  </a:lnTo>
                  <a:lnTo>
                    <a:pt x="1903335" y="19265"/>
                  </a:lnTo>
                  <a:lnTo>
                    <a:pt x="1923096" y="16350"/>
                  </a:lnTo>
                  <a:lnTo>
                    <a:pt x="1942465" y="13493"/>
                  </a:lnTo>
                  <a:lnTo>
                    <a:pt x="1961459" y="10692"/>
                  </a:lnTo>
                  <a:lnTo>
                    <a:pt x="1980090" y="7943"/>
                  </a:lnTo>
                  <a:lnTo>
                    <a:pt x="1998373" y="5247"/>
                  </a:lnTo>
                  <a:lnTo>
                    <a:pt x="2016321" y="2599"/>
                  </a:lnTo>
                  <a:lnTo>
                    <a:pt x="2033945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4264439" y="5070271"/>
              <a:ext cx="2033945" cy="158303"/>
            </a:xfrm>
            <a:custGeom>
              <a:avLst/>
              <a:pathLst>
                <a:path w="2033945" h="158303">
                  <a:moveTo>
                    <a:pt x="0" y="0"/>
                  </a:moveTo>
                  <a:lnTo>
                    <a:pt x="130609" y="10165"/>
                  </a:lnTo>
                  <a:lnTo>
                    <a:pt x="245815" y="19132"/>
                  </a:lnTo>
                  <a:lnTo>
                    <a:pt x="348871" y="27152"/>
                  </a:lnTo>
                  <a:lnTo>
                    <a:pt x="442096" y="34408"/>
                  </a:lnTo>
                  <a:lnTo>
                    <a:pt x="527203" y="41032"/>
                  </a:lnTo>
                  <a:lnTo>
                    <a:pt x="605495" y="47126"/>
                  </a:lnTo>
                  <a:lnTo>
                    <a:pt x="677981" y="52767"/>
                  </a:lnTo>
                  <a:lnTo>
                    <a:pt x="745465" y="58020"/>
                  </a:lnTo>
                  <a:lnTo>
                    <a:pt x="808591" y="62933"/>
                  </a:lnTo>
                  <a:lnTo>
                    <a:pt x="867890" y="67548"/>
                  </a:lnTo>
                  <a:lnTo>
                    <a:pt x="923797" y="71899"/>
                  </a:lnTo>
                  <a:lnTo>
                    <a:pt x="976682" y="76015"/>
                  </a:lnTo>
                  <a:lnTo>
                    <a:pt x="1026853" y="79920"/>
                  </a:lnTo>
                  <a:lnTo>
                    <a:pt x="1074575" y="83635"/>
                  </a:lnTo>
                  <a:lnTo>
                    <a:pt x="1120078" y="87176"/>
                  </a:lnTo>
                  <a:lnTo>
                    <a:pt x="1163557" y="90560"/>
                  </a:lnTo>
                  <a:lnTo>
                    <a:pt x="1205185" y="93800"/>
                  </a:lnTo>
                  <a:lnTo>
                    <a:pt x="1245114" y="96908"/>
                  </a:lnTo>
                  <a:lnTo>
                    <a:pt x="1283477" y="99894"/>
                  </a:lnTo>
                  <a:lnTo>
                    <a:pt x="1320391" y="102767"/>
                  </a:lnTo>
                  <a:lnTo>
                    <a:pt x="1355963" y="105535"/>
                  </a:lnTo>
                  <a:lnTo>
                    <a:pt x="1390287" y="108207"/>
                  </a:lnTo>
                  <a:lnTo>
                    <a:pt x="1423447" y="110787"/>
                  </a:lnTo>
                  <a:lnTo>
                    <a:pt x="1455519" y="113284"/>
                  </a:lnTo>
                  <a:lnTo>
                    <a:pt x="1486573" y="115701"/>
                  </a:lnTo>
                  <a:lnTo>
                    <a:pt x="1516672" y="118043"/>
                  </a:lnTo>
                  <a:lnTo>
                    <a:pt x="1545871" y="120316"/>
                  </a:lnTo>
                  <a:lnTo>
                    <a:pt x="1574225" y="122523"/>
                  </a:lnTo>
                  <a:lnTo>
                    <a:pt x="1601779" y="124667"/>
                  </a:lnTo>
                  <a:lnTo>
                    <a:pt x="1628579" y="126753"/>
                  </a:lnTo>
                  <a:lnTo>
                    <a:pt x="1654664" y="128783"/>
                  </a:lnTo>
                  <a:lnTo>
                    <a:pt x="1680071" y="130761"/>
                  </a:lnTo>
                  <a:lnTo>
                    <a:pt x="1704835" y="132688"/>
                  </a:lnTo>
                  <a:lnTo>
                    <a:pt x="1728987" y="134568"/>
                  </a:lnTo>
                  <a:lnTo>
                    <a:pt x="1752557" y="136402"/>
                  </a:lnTo>
                  <a:lnTo>
                    <a:pt x="1775573" y="138194"/>
                  </a:lnTo>
                  <a:lnTo>
                    <a:pt x="1798060" y="139944"/>
                  </a:lnTo>
                  <a:lnTo>
                    <a:pt x="1820041" y="141655"/>
                  </a:lnTo>
                  <a:lnTo>
                    <a:pt x="1841539" y="143328"/>
                  </a:lnTo>
                  <a:lnTo>
                    <a:pt x="1862574" y="144965"/>
                  </a:lnTo>
                  <a:lnTo>
                    <a:pt x="1883167" y="146568"/>
                  </a:lnTo>
                  <a:lnTo>
                    <a:pt x="1903335" y="148138"/>
                  </a:lnTo>
                  <a:lnTo>
                    <a:pt x="1923096" y="149676"/>
                  </a:lnTo>
                  <a:lnTo>
                    <a:pt x="1942465" y="151183"/>
                  </a:lnTo>
                  <a:lnTo>
                    <a:pt x="1961459" y="152661"/>
                  </a:lnTo>
                  <a:lnTo>
                    <a:pt x="1980090" y="154111"/>
                  </a:lnTo>
                  <a:lnTo>
                    <a:pt x="1998373" y="155534"/>
                  </a:lnTo>
                  <a:lnTo>
                    <a:pt x="2016321" y="156931"/>
                  </a:lnTo>
                  <a:lnTo>
                    <a:pt x="2033945" y="158303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5" name="rc584"/>
            <p:cNvSpPr/>
            <p:nvPr/>
          </p:nvSpPr>
          <p:spPr>
            <a:xfrm>
              <a:off x="4122981" y="3972216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122981" y="3972216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085024" y="598307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085024" y="539361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085024" y="480415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4085024" y="421469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4122981" y="6056592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4264439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4942421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5620403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6298385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tx595"/>
            <p:cNvSpPr/>
            <p:nvPr/>
          </p:nvSpPr>
          <p:spPr>
            <a:xfrm>
              <a:off x="4122981" y="3729057"/>
              <a:ext cx="77970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97" name="rc596"/>
            <p:cNvSpPr/>
            <p:nvPr/>
          </p:nvSpPr>
          <p:spPr>
            <a:xfrm>
              <a:off x="6742685" y="3972216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6852215" y="551072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6855758" y="448403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6841773" y="5109593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6819235" y="555848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6847016" y="530029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6842361" y="533429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6867622" y="473880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6824269" y="552888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6832782" y="593254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6878255" y="548147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7515028" y="575656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7563546" y="4037661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7566868" y="523710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7566695" y="567256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7526461" y="551338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7554328" y="540386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7525929" y="555667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7496651" y="581745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7525508" y="510592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7489329" y="533925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7578099" y="484169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7511095" y="548144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7513379" y="495023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7510233" y="523767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7563258" y="554828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7495597" y="507470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7577008" y="472837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7551220" y="4258989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8251643" y="561772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8221949" y="544699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8182890" y="5032768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8210925" y="539655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8260925" y="526707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8199641" y="575016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8249837" y="567068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8167747" y="530769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8252440" y="526146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8235086" y="468744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8169201" y="547272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8226192" y="469962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8202906" y="556122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8216009" y="580664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8189418" y="518033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8217521" y="497452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8176475" y="564985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8224286" y="518515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8206742" y="4668149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8177832" y="5157013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8859265" y="506514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8864330" y="5200327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8929883" y="543821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8916428" y="555011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8892116" y="552658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8862520" y="547226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8873678" y="495965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8900721" y="5128028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8847493" y="499003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8854717" y="452132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8879013" y="556646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8882754" y="477718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8927998" y="4390829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8927377" y="572137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8882603" y="503784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8920869" y="557556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8924034" y="4245732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8873449" y="509117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8936231" y="488002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8908031" y="528870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8891140" y="509390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8890544" y="550294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8900916" y="496873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8876066" y="556046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0" name="pl669"/>
            <p:cNvSpPr/>
            <p:nvPr/>
          </p:nvSpPr>
          <p:spPr>
            <a:xfrm>
              <a:off x="6881641" y="5276012"/>
              <a:ext cx="2043299" cy="309011"/>
            </a:xfrm>
            <a:custGeom>
              <a:avLst/>
              <a:pathLst>
                <a:path w="2043299" h="309011">
                  <a:moveTo>
                    <a:pt x="0" y="309011"/>
                  </a:moveTo>
                  <a:lnTo>
                    <a:pt x="131210" y="289168"/>
                  </a:lnTo>
                  <a:lnTo>
                    <a:pt x="246946" y="271665"/>
                  </a:lnTo>
                  <a:lnTo>
                    <a:pt x="350475" y="256008"/>
                  </a:lnTo>
                  <a:lnTo>
                    <a:pt x="444129" y="241845"/>
                  </a:lnTo>
                  <a:lnTo>
                    <a:pt x="529628" y="228915"/>
                  </a:lnTo>
                  <a:lnTo>
                    <a:pt x="608280" y="217020"/>
                  </a:lnTo>
                  <a:lnTo>
                    <a:pt x="681099" y="206007"/>
                  </a:lnTo>
                  <a:lnTo>
                    <a:pt x="748893" y="195755"/>
                  </a:lnTo>
                  <a:lnTo>
                    <a:pt x="812310" y="186164"/>
                  </a:lnTo>
                  <a:lnTo>
                    <a:pt x="871881" y="177155"/>
                  </a:lnTo>
                  <a:lnTo>
                    <a:pt x="928046" y="168661"/>
                  </a:lnTo>
                  <a:lnTo>
                    <a:pt x="981173" y="160627"/>
                  </a:lnTo>
                  <a:lnTo>
                    <a:pt x="1031575" y="153004"/>
                  </a:lnTo>
                  <a:lnTo>
                    <a:pt x="1079517" y="145754"/>
                  </a:lnTo>
                  <a:lnTo>
                    <a:pt x="1125229" y="138841"/>
                  </a:lnTo>
                  <a:lnTo>
                    <a:pt x="1168908" y="132235"/>
                  </a:lnTo>
                  <a:lnTo>
                    <a:pt x="1210728" y="125911"/>
                  </a:lnTo>
                  <a:lnTo>
                    <a:pt x="1250840" y="119844"/>
                  </a:lnTo>
                  <a:lnTo>
                    <a:pt x="1289379" y="114016"/>
                  </a:lnTo>
                  <a:lnTo>
                    <a:pt x="1326464" y="108408"/>
                  </a:lnTo>
                  <a:lnTo>
                    <a:pt x="1362199" y="103003"/>
                  </a:lnTo>
                  <a:lnTo>
                    <a:pt x="1396681" y="97789"/>
                  </a:lnTo>
                  <a:lnTo>
                    <a:pt x="1429993" y="92751"/>
                  </a:lnTo>
                  <a:lnTo>
                    <a:pt x="1462213" y="87878"/>
                  </a:lnTo>
                  <a:lnTo>
                    <a:pt x="1493410" y="83160"/>
                  </a:lnTo>
                  <a:lnTo>
                    <a:pt x="1523647" y="78587"/>
                  </a:lnTo>
                  <a:lnTo>
                    <a:pt x="1552981" y="74151"/>
                  </a:lnTo>
                  <a:lnTo>
                    <a:pt x="1581465" y="69844"/>
                  </a:lnTo>
                  <a:lnTo>
                    <a:pt x="1609146" y="65657"/>
                  </a:lnTo>
                  <a:lnTo>
                    <a:pt x="1636069" y="61586"/>
                  </a:lnTo>
                  <a:lnTo>
                    <a:pt x="1662273" y="57623"/>
                  </a:lnTo>
                  <a:lnTo>
                    <a:pt x="1687797" y="53763"/>
                  </a:lnTo>
                  <a:lnTo>
                    <a:pt x="1712675" y="50000"/>
                  </a:lnTo>
                  <a:lnTo>
                    <a:pt x="1736939" y="46331"/>
                  </a:lnTo>
                  <a:lnTo>
                    <a:pt x="1760617" y="42750"/>
                  </a:lnTo>
                  <a:lnTo>
                    <a:pt x="1783739" y="39253"/>
                  </a:lnTo>
                  <a:lnTo>
                    <a:pt x="1806329" y="35837"/>
                  </a:lnTo>
                  <a:lnTo>
                    <a:pt x="1828411" y="32497"/>
                  </a:lnTo>
                  <a:lnTo>
                    <a:pt x="1850008" y="29231"/>
                  </a:lnTo>
                  <a:lnTo>
                    <a:pt x="1871140" y="26035"/>
                  </a:lnTo>
                  <a:lnTo>
                    <a:pt x="1891828" y="22907"/>
                  </a:lnTo>
                  <a:lnTo>
                    <a:pt x="1912089" y="19843"/>
                  </a:lnTo>
                  <a:lnTo>
                    <a:pt x="1931940" y="16841"/>
                  </a:lnTo>
                  <a:lnTo>
                    <a:pt x="1951399" y="13898"/>
                  </a:lnTo>
                  <a:lnTo>
                    <a:pt x="1970479" y="11012"/>
                  </a:lnTo>
                  <a:lnTo>
                    <a:pt x="1989197" y="8182"/>
                  </a:lnTo>
                  <a:lnTo>
                    <a:pt x="2007564" y="5404"/>
                  </a:lnTo>
                  <a:lnTo>
                    <a:pt x="2025594" y="2677"/>
                  </a:lnTo>
                  <a:lnTo>
                    <a:pt x="204329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1" name="pl670"/>
            <p:cNvSpPr/>
            <p:nvPr/>
          </p:nvSpPr>
          <p:spPr>
            <a:xfrm>
              <a:off x="6881641" y="4931905"/>
              <a:ext cx="2043299" cy="742019"/>
            </a:xfrm>
            <a:custGeom>
              <a:avLst/>
              <a:pathLst>
                <a:path w="2043299" h="742019">
                  <a:moveTo>
                    <a:pt x="0" y="742019"/>
                  </a:moveTo>
                  <a:lnTo>
                    <a:pt x="131210" y="694370"/>
                  </a:lnTo>
                  <a:lnTo>
                    <a:pt x="246946" y="652341"/>
                  </a:lnTo>
                  <a:lnTo>
                    <a:pt x="350475" y="614744"/>
                  </a:lnTo>
                  <a:lnTo>
                    <a:pt x="444129" y="580734"/>
                  </a:lnTo>
                  <a:lnTo>
                    <a:pt x="529628" y="549685"/>
                  </a:lnTo>
                  <a:lnTo>
                    <a:pt x="608280" y="521123"/>
                  </a:lnTo>
                  <a:lnTo>
                    <a:pt x="681099" y="494679"/>
                  </a:lnTo>
                  <a:lnTo>
                    <a:pt x="748893" y="470060"/>
                  </a:lnTo>
                  <a:lnTo>
                    <a:pt x="812310" y="447030"/>
                  </a:lnTo>
                  <a:lnTo>
                    <a:pt x="871881" y="425397"/>
                  </a:lnTo>
                  <a:lnTo>
                    <a:pt x="928046" y="405001"/>
                  </a:lnTo>
                  <a:lnTo>
                    <a:pt x="981173" y="385708"/>
                  </a:lnTo>
                  <a:lnTo>
                    <a:pt x="1031575" y="367405"/>
                  </a:lnTo>
                  <a:lnTo>
                    <a:pt x="1079517" y="349994"/>
                  </a:lnTo>
                  <a:lnTo>
                    <a:pt x="1125229" y="333394"/>
                  </a:lnTo>
                  <a:lnTo>
                    <a:pt x="1168908" y="317532"/>
                  </a:lnTo>
                  <a:lnTo>
                    <a:pt x="1210728" y="302346"/>
                  </a:lnTo>
                  <a:lnTo>
                    <a:pt x="1250840" y="287779"/>
                  </a:lnTo>
                  <a:lnTo>
                    <a:pt x="1289379" y="273784"/>
                  </a:lnTo>
                  <a:lnTo>
                    <a:pt x="1326464" y="260316"/>
                  </a:lnTo>
                  <a:lnTo>
                    <a:pt x="1362199" y="247339"/>
                  </a:lnTo>
                  <a:lnTo>
                    <a:pt x="1396681" y="234817"/>
                  </a:lnTo>
                  <a:lnTo>
                    <a:pt x="1429993" y="222720"/>
                  </a:lnTo>
                  <a:lnTo>
                    <a:pt x="1462213" y="211019"/>
                  </a:lnTo>
                  <a:lnTo>
                    <a:pt x="1493410" y="199690"/>
                  </a:lnTo>
                  <a:lnTo>
                    <a:pt x="1523647" y="188710"/>
                  </a:lnTo>
                  <a:lnTo>
                    <a:pt x="1552981" y="178057"/>
                  </a:lnTo>
                  <a:lnTo>
                    <a:pt x="1581465" y="167714"/>
                  </a:lnTo>
                  <a:lnTo>
                    <a:pt x="1609146" y="157661"/>
                  </a:lnTo>
                  <a:lnTo>
                    <a:pt x="1636069" y="147884"/>
                  </a:lnTo>
                  <a:lnTo>
                    <a:pt x="1662273" y="138368"/>
                  </a:lnTo>
                  <a:lnTo>
                    <a:pt x="1687797" y="129099"/>
                  </a:lnTo>
                  <a:lnTo>
                    <a:pt x="1712675" y="120065"/>
                  </a:lnTo>
                  <a:lnTo>
                    <a:pt x="1736939" y="111254"/>
                  </a:lnTo>
                  <a:lnTo>
                    <a:pt x="1760617" y="102655"/>
                  </a:lnTo>
                  <a:lnTo>
                    <a:pt x="1783739" y="94258"/>
                  </a:lnTo>
                  <a:lnTo>
                    <a:pt x="1806329" y="86055"/>
                  </a:lnTo>
                  <a:lnTo>
                    <a:pt x="1828411" y="78036"/>
                  </a:lnTo>
                  <a:lnTo>
                    <a:pt x="1850008" y="70193"/>
                  </a:lnTo>
                  <a:lnTo>
                    <a:pt x="1871140" y="62519"/>
                  </a:lnTo>
                  <a:lnTo>
                    <a:pt x="1891828" y="55006"/>
                  </a:lnTo>
                  <a:lnTo>
                    <a:pt x="1912089" y="47648"/>
                  </a:lnTo>
                  <a:lnTo>
                    <a:pt x="1931940" y="40439"/>
                  </a:lnTo>
                  <a:lnTo>
                    <a:pt x="1951399" y="33373"/>
                  </a:lnTo>
                  <a:lnTo>
                    <a:pt x="1970479" y="26444"/>
                  </a:lnTo>
                  <a:lnTo>
                    <a:pt x="1989197" y="19647"/>
                  </a:lnTo>
                  <a:lnTo>
                    <a:pt x="2007564" y="12977"/>
                  </a:lnTo>
                  <a:lnTo>
                    <a:pt x="2025594" y="6429"/>
                  </a:lnTo>
                  <a:lnTo>
                    <a:pt x="204329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1"/>
            <p:cNvSpPr/>
            <p:nvPr/>
          </p:nvSpPr>
          <p:spPr>
            <a:xfrm>
              <a:off x="6881641" y="5119136"/>
              <a:ext cx="2043299" cy="660"/>
            </a:xfrm>
            <a:custGeom>
              <a:avLst/>
              <a:pathLst>
                <a:path w="2043299" h="660">
                  <a:moveTo>
                    <a:pt x="0" y="660"/>
                  </a:moveTo>
                  <a:lnTo>
                    <a:pt x="131210" y="617"/>
                  </a:lnTo>
                  <a:lnTo>
                    <a:pt x="246946" y="580"/>
                  </a:lnTo>
                  <a:lnTo>
                    <a:pt x="350475" y="547"/>
                  </a:lnTo>
                  <a:lnTo>
                    <a:pt x="444129" y="516"/>
                  </a:lnTo>
                  <a:lnTo>
                    <a:pt x="529628" y="489"/>
                  </a:lnTo>
                  <a:lnTo>
                    <a:pt x="608280" y="463"/>
                  </a:lnTo>
                  <a:lnTo>
                    <a:pt x="681099" y="440"/>
                  </a:lnTo>
                  <a:lnTo>
                    <a:pt x="748893" y="418"/>
                  </a:lnTo>
                  <a:lnTo>
                    <a:pt x="812310" y="397"/>
                  </a:lnTo>
                  <a:lnTo>
                    <a:pt x="871881" y="378"/>
                  </a:lnTo>
                  <a:lnTo>
                    <a:pt x="928046" y="360"/>
                  </a:lnTo>
                  <a:lnTo>
                    <a:pt x="981173" y="343"/>
                  </a:lnTo>
                  <a:lnTo>
                    <a:pt x="1031575" y="326"/>
                  </a:lnTo>
                  <a:lnTo>
                    <a:pt x="1079517" y="311"/>
                  </a:lnTo>
                  <a:lnTo>
                    <a:pt x="1125229" y="296"/>
                  </a:lnTo>
                  <a:lnTo>
                    <a:pt x="1168908" y="282"/>
                  </a:lnTo>
                  <a:lnTo>
                    <a:pt x="1210728" y="269"/>
                  </a:lnTo>
                  <a:lnTo>
                    <a:pt x="1250840" y="256"/>
                  </a:lnTo>
                  <a:lnTo>
                    <a:pt x="1289379" y="243"/>
                  </a:lnTo>
                  <a:lnTo>
                    <a:pt x="1326464" y="231"/>
                  </a:lnTo>
                  <a:lnTo>
                    <a:pt x="1362199" y="220"/>
                  </a:lnTo>
                  <a:lnTo>
                    <a:pt x="1396681" y="208"/>
                  </a:lnTo>
                  <a:lnTo>
                    <a:pt x="1429993" y="198"/>
                  </a:lnTo>
                  <a:lnTo>
                    <a:pt x="1462213" y="187"/>
                  </a:lnTo>
                  <a:lnTo>
                    <a:pt x="1493410" y="177"/>
                  </a:lnTo>
                  <a:lnTo>
                    <a:pt x="1523647" y="167"/>
                  </a:lnTo>
                  <a:lnTo>
                    <a:pt x="1552981" y="158"/>
                  </a:lnTo>
                  <a:lnTo>
                    <a:pt x="1581465" y="149"/>
                  </a:lnTo>
                  <a:lnTo>
                    <a:pt x="1609146" y="140"/>
                  </a:lnTo>
                  <a:lnTo>
                    <a:pt x="1636069" y="131"/>
                  </a:lnTo>
                  <a:lnTo>
                    <a:pt x="1662273" y="123"/>
                  </a:lnTo>
                  <a:lnTo>
                    <a:pt x="1687797" y="114"/>
                  </a:lnTo>
                  <a:lnTo>
                    <a:pt x="1712675" y="106"/>
                  </a:lnTo>
                  <a:lnTo>
                    <a:pt x="1736939" y="98"/>
                  </a:lnTo>
                  <a:lnTo>
                    <a:pt x="1760617" y="91"/>
                  </a:lnTo>
                  <a:lnTo>
                    <a:pt x="1783739" y="83"/>
                  </a:lnTo>
                  <a:lnTo>
                    <a:pt x="1806329" y="76"/>
                  </a:lnTo>
                  <a:lnTo>
                    <a:pt x="1828411" y="69"/>
                  </a:lnTo>
                  <a:lnTo>
                    <a:pt x="1850008" y="62"/>
                  </a:lnTo>
                  <a:lnTo>
                    <a:pt x="1871140" y="55"/>
                  </a:lnTo>
                  <a:lnTo>
                    <a:pt x="1891828" y="48"/>
                  </a:lnTo>
                  <a:lnTo>
                    <a:pt x="1912089" y="42"/>
                  </a:lnTo>
                  <a:lnTo>
                    <a:pt x="1931940" y="35"/>
                  </a:lnTo>
                  <a:lnTo>
                    <a:pt x="1951399" y="29"/>
                  </a:lnTo>
                  <a:lnTo>
                    <a:pt x="1970479" y="23"/>
                  </a:lnTo>
                  <a:lnTo>
                    <a:pt x="1989197" y="17"/>
                  </a:lnTo>
                  <a:lnTo>
                    <a:pt x="2007564" y="11"/>
                  </a:lnTo>
                  <a:lnTo>
                    <a:pt x="2025594" y="5"/>
                  </a:lnTo>
                  <a:lnTo>
                    <a:pt x="204329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3" name="pl672"/>
            <p:cNvSpPr/>
            <p:nvPr/>
          </p:nvSpPr>
          <p:spPr>
            <a:xfrm>
              <a:off x="6881641" y="4429951"/>
              <a:ext cx="2043299" cy="679717"/>
            </a:xfrm>
            <a:custGeom>
              <a:avLst/>
              <a:pathLst>
                <a:path w="2043299" h="679717">
                  <a:moveTo>
                    <a:pt x="0" y="679717"/>
                  </a:moveTo>
                  <a:lnTo>
                    <a:pt x="131210" y="636069"/>
                  </a:lnTo>
                  <a:lnTo>
                    <a:pt x="246946" y="597568"/>
                  </a:lnTo>
                  <a:lnTo>
                    <a:pt x="350475" y="563129"/>
                  </a:lnTo>
                  <a:lnTo>
                    <a:pt x="444129" y="531974"/>
                  </a:lnTo>
                  <a:lnTo>
                    <a:pt x="529628" y="503532"/>
                  </a:lnTo>
                  <a:lnTo>
                    <a:pt x="608280" y="477368"/>
                  </a:lnTo>
                  <a:lnTo>
                    <a:pt x="681099" y="453144"/>
                  </a:lnTo>
                  <a:lnTo>
                    <a:pt x="748893" y="430592"/>
                  </a:lnTo>
                  <a:lnTo>
                    <a:pt x="812310" y="409496"/>
                  </a:lnTo>
                  <a:lnTo>
                    <a:pt x="871881" y="389680"/>
                  </a:lnTo>
                  <a:lnTo>
                    <a:pt x="928046" y="370996"/>
                  </a:lnTo>
                  <a:lnTo>
                    <a:pt x="981173" y="353323"/>
                  </a:lnTo>
                  <a:lnTo>
                    <a:pt x="1031575" y="336556"/>
                  </a:lnTo>
                  <a:lnTo>
                    <a:pt x="1079517" y="320608"/>
                  </a:lnTo>
                  <a:lnTo>
                    <a:pt x="1125229" y="305402"/>
                  </a:lnTo>
                  <a:lnTo>
                    <a:pt x="1168908" y="290872"/>
                  </a:lnTo>
                  <a:lnTo>
                    <a:pt x="1210728" y="276960"/>
                  </a:lnTo>
                  <a:lnTo>
                    <a:pt x="1250840" y="263616"/>
                  </a:lnTo>
                  <a:lnTo>
                    <a:pt x="1289379" y="250796"/>
                  </a:lnTo>
                  <a:lnTo>
                    <a:pt x="1326464" y="238460"/>
                  </a:lnTo>
                  <a:lnTo>
                    <a:pt x="1362199" y="226572"/>
                  </a:lnTo>
                  <a:lnTo>
                    <a:pt x="1396681" y="215101"/>
                  </a:lnTo>
                  <a:lnTo>
                    <a:pt x="1429993" y="204020"/>
                  </a:lnTo>
                  <a:lnTo>
                    <a:pt x="1462213" y="193302"/>
                  </a:lnTo>
                  <a:lnTo>
                    <a:pt x="1493410" y="182924"/>
                  </a:lnTo>
                  <a:lnTo>
                    <a:pt x="1523647" y="172865"/>
                  </a:lnTo>
                  <a:lnTo>
                    <a:pt x="1552981" y="163107"/>
                  </a:lnTo>
                  <a:lnTo>
                    <a:pt x="1581465" y="153632"/>
                  </a:lnTo>
                  <a:lnTo>
                    <a:pt x="1609146" y="144424"/>
                  </a:lnTo>
                  <a:lnTo>
                    <a:pt x="1636069" y="135468"/>
                  </a:lnTo>
                  <a:lnTo>
                    <a:pt x="1662273" y="126750"/>
                  </a:lnTo>
                  <a:lnTo>
                    <a:pt x="1687797" y="118260"/>
                  </a:lnTo>
                  <a:lnTo>
                    <a:pt x="1712675" y="109984"/>
                  </a:lnTo>
                  <a:lnTo>
                    <a:pt x="1736939" y="101912"/>
                  </a:lnTo>
                  <a:lnTo>
                    <a:pt x="1760617" y="94036"/>
                  </a:lnTo>
                  <a:lnTo>
                    <a:pt x="1783739" y="86344"/>
                  </a:lnTo>
                  <a:lnTo>
                    <a:pt x="1806329" y="78829"/>
                  </a:lnTo>
                  <a:lnTo>
                    <a:pt x="1828411" y="71484"/>
                  </a:lnTo>
                  <a:lnTo>
                    <a:pt x="1850008" y="64299"/>
                  </a:lnTo>
                  <a:lnTo>
                    <a:pt x="1871140" y="57269"/>
                  </a:lnTo>
                  <a:lnTo>
                    <a:pt x="1891828" y="50387"/>
                  </a:lnTo>
                  <a:lnTo>
                    <a:pt x="1912089" y="43648"/>
                  </a:lnTo>
                  <a:lnTo>
                    <a:pt x="1931940" y="37044"/>
                  </a:lnTo>
                  <a:lnTo>
                    <a:pt x="1951399" y="30571"/>
                  </a:lnTo>
                  <a:lnTo>
                    <a:pt x="1970479" y="24224"/>
                  </a:lnTo>
                  <a:lnTo>
                    <a:pt x="1989197" y="17997"/>
                  </a:lnTo>
                  <a:lnTo>
                    <a:pt x="2007564" y="11887"/>
                  </a:lnTo>
                  <a:lnTo>
                    <a:pt x="2025594" y="5889"/>
                  </a:lnTo>
                  <a:lnTo>
                    <a:pt x="204329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4" name="pl673"/>
            <p:cNvSpPr/>
            <p:nvPr/>
          </p:nvSpPr>
          <p:spPr>
            <a:xfrm>
              <a:off x="6881641" y="5186029"/>
              <a:ext cx="2043299" cy="118509"/>
            </a:xfrm>
            <a:custGeom>
              <a:avLst/>
              <a:pathLst>
                <a:path w="2043299" h="118509">
                  <a:moveTo>
                    <a:pt x="0" y="118509"/>
                  </a:moveTo>
                  <a:lnTo>
                    <a:pt x="131210" y="110899"/>
                  </a:lnTo>
                  <a:lnTo>
                    <a:pt x="246946" y="104186"/>
                  </a:lnTo>
                  <a:lnTo>
                    <a:pt x="350475" y="98182"/>
                  </a:lnTo>
                  <a:lnTo>
                    <a:pt x="444129" y="92750"/>
                  </a:lnTo>
                  <a:lnTo>
                    <a:pt x="529628" y="87791"/>
                  </a:lnTo>
                  <a:lnTo>
                    <a:pt x="608280" y="83229"/>
                  </a:lnTo>
                  <a:lnTo>
                    <a:pt x="681099" y="79006"/>
                  </a:lnTo>
                  <a:lnTo>
                    <a:pt x="748893" y="75074"/>
                  </a:lnTo>
                  <a:lnTo>
                    <a:pt x="812310" y="71396"/>
                  </a:lnTo>
                  <a:lnTo>
                    <a:pt x="871881" y="67941"/>
                  </a:lnTo>
                  <a:lnTo>
                    <a:pt x="928046" y="64683"/>
                  </a:lnTo>
                  <a:lnTo>
                    <a:pt x="981173" y="61602"/>
                  </a:lnTo>
                  <a:lnTo>
                    <a:pt x="1031575" y="58679"/>
                  </a:lnTo>
                  <a:lnTo>
                    <a:pt x="1079517" y="55898"/>
                  </a:lnTo>
                  <a:lnTo>
                    <a:pt x="1125229" y="53247"/>
                  </a:lnTo>
                  <a:lnTo>
                    <a:pt x="1168908" y="50713"/>
                  </a:lnTo>
                  <a:lnTo>
                    <a:pt x="1210728" y="48288"/>
                  </a:lnTo>
                  <a:lnTo>
                    <a:pt x="1250840" y="45961"/>
                  </a:lnTo>
                  <a:lnTo>
                    <a:pt x="1289379" y="43726"/>
                  </a:lnTo>
                  <a:lnTo>
                    <a:pt x="1326464" y="41575"/>
                  </a:lnTo>
                  <a:lnTo>
                    <a:pt x="1362199" y="39503"/>
                  </a:lnTo>
                  <a:lnTo>
                    <a:pt x="1396681" y="37503"/>
                  </a:lnTo>
                  <a:lnTo>
                    <a:pt x="1429993" y="35571"/>
                  </a:lnTo>
                  <a:lnTo>
                    <a:pt x="1462213" y="33702"/>
                  </a:lnTo>
                  <a:lnTo>
                    <a:pt x="1493410" y="31893"/>
                  </a:lnTo>
                  <a:lnTo>
                    <a:pt x="1523647" y="30139"/>
                  </a:lnTo>
                  <a:lnTo>
                    <a:pt x="1552981" y="28438"/>
                  </a:lnTo>
                  <a:lnTo>
                    <a:pt x="1581465" y="26785"/>
                  </a:lnTo>
                  <a:lnTo>
                    <a:pt x="1609146" y="25180"/>
                  </a:lnTo>
                  <a:lnTo>
                    <a:pt x="1636069" y="23619"/>
                  </a:lnTo>
                  <a:lnTo>
                    <a:pt x="1662273" y="22099"/>
                  </a:lnTo>
                  <a:lnTo>
                    <a:pt x="1687797" y="20618"/>
                  </a:lnTo>
                  <a:lnTo>
                    <a:pt x="1712675" y="19175"/>
                  </a:lnTo>
                  <a:lnTo>
                    <a:pt x="1736939" y="17768"/>
                  </a:lnTo>
                  <a:lnTo>
                    <a:pt x="1760617" y="16395"/>
                  </a:lnTo>
                  <a:lnTo>
                    <a:pt x="1783739" y="15054"/>
                  </a:lnTo>
                  <a:lnTo>
                    <a:pt x="1806329" y="13744"/>
                  </a:lnTo>
                  <a:lnTo>
                    <a:pt x="1828411" y="12463"/>
                  </a:lnTo>
                  <a:lnTo>
                    <a:pt x="1850008" y="11210"/>
                  </a:lnTo>
                  <a:lnTo>
                    <a:pt x="1871140" y="9985"/>
                  </a:lnTo>
                  <a:lnTo>
                    <a:pt x="1891828" y="8785"/>
                  </a:lnTo>
                  <a:lnTo>
                    <a:pt x="1912089" y="7610"/>
                  </a:lnTo>
                  <a:lnTo>
                    <a:pt x="1931940" y="6458"/>
                  </a:lnTo>
                  <a:lnTo>
                    <a:pt x="1951399" y="5330"/>
                  </a:lnTo>
                  <a:lnTo>
                    <a:pt x="1970479" y="4223"/>
                  </a:lnTo>
                  <a:lnTo>
                    <a:pt x="1989197" y="3137"/>
                  </a:lnTo>
                  <a:lnTo>
                    <a:pt x="2007564" y="2072"/>
                  </a:lnTo>
                  <a:lnTo>
                    <a:pt x="2025594" y="1026"/>
                  </a:lnTo>
                  <a:lnTo>
                    <a:pt x="204329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5" name="pl674"/>
            <p:cNvSpPr/>
            <p:nvPr/>
          </p:nvSpPr>
          <p:spPr>
            <a:xfrm>
              <a:off x="6881641" y="5022473"/>
              <a:ext cx="2043299" cy="383967"/>
            </a:xfrm>
            <a:custGeom>
              <a:avLst/>
              <a:pathLst>
                <a:path w="2043299" h="383967">
                  <a:moveTo>
                    <a:pt x="0" y="383967"/>
                  </a:moveTo>
                  <a:lnTo>
                    <a:pt x="131210" y="359310"/>
                  </a:lnTo>
                  <a:lnTo>
                    <a:pt x="246946" y="337562"/>
                  </a:lnTo>
                  <a:lnTo>
                    <a:pt x="350475" y="318107"/>
                  </a:lnTo>
                  <a:lnTo>
                    <a:pt x="444129" y="300508"/>
                  </a:lnTo>
                  <a:lnTo>
                    <a:pt x="529628" y="284441"/>
                  </a:lnTo>
                  <a:lnTo>
                    <a:pt x="608280" y="269662"/>
                  </a:lnTo>
                  <a:lnTo>
                    <a:pt x="681099" y="255978"/>
                  </a:lnTo>
                  <a:lnTo>
                    <a:pt x="748893" y="243238"/>
                  </a:lnTo>
                  <a:lnTo>
                    <a:pt x="812310" y="231321"/>
                  </a:lnTo>
                  <a:lnTo>
                    <a:pt x="871881" y="220127"/>
                  </a:lnTo>
                  <a:lnTo>
                    <a:pt x="928046" y="209573"/>
                  </a:lnTo>
                  <a:lnTo>
                    <a:pt x="981173" y="199589"/>
                  </a:lnTo>
                  <a:lnTo>
                    <a:pt x="1031575" y="190118"/>
                  </a:lnTo>
                  <a:lnTo>
                    <a:pt x="1079517" y="181109"/>
                  </a:lnTo>
                  <a:lnTo>
                    <a:pt x="1125229" y="172519"/>
                  </a:lnTo>
                  <a:lnTo>
                    <a:pt x="1168908" y="164311"/>
                  </a:lnTo>
                  <a:lnTo>
                    <a:pt x="1210728" y="156452"/>
                  </a:lnTo>
                  <a:lnTo>
                    <a:pt x="1250840" y="148915"/>
                  </a:lnTo>
                  <a:lnTo>
                    <a:pt x="1289379" y="141672"/>
                  </a:lnTo>
                  <a:lnTo>
                    <a:pt x="1326464" y="134704"/>
                  </a:lnTo>
                  <a:lnTo>
                    <a:pt x="1362199" y="127989"/>
                  </a:lnTo>
                  <a:lnTo>
                    <a:pt x="1396681" y="121509"/>
                  </a:lnTo>
                  <a:lnTo>
                    <a:pt x="1429993" y="115249"/>
                  </a:lnTo>
                  <a:lnTo>
                    <a:pt x="1462213" y="109194"/>
                  </a:lnTo>
                  <a:lnTo>
                    <a:pt x="1493410" y="103332"/>
                  </a:lnTo>
                  <a:lnTo>
                    <a:pt x="1523647" y="97650"/>
                  </a:lnTo>
                  <a:lnTo>
                    <a:pt x="1552981" y="92138"/>
                  </a:lnTo>
                  <a:lnTo>
                    <a:pt x="1581465" y="86785"/>
                  </a:lnTo>
                  <a:lnTo>
                    <a:pt x="1609146" y="81584"/>
                  </a:lnTo>
                  <a:lnTo>
                    <a:pt x="1636069" y="76524"/>
                  </a:lnTo>
                  <a:lnTo>
                    <a:pt x="1662273" y="71600"/>
                  </a:lnTo>
                  <a:lnTo>
                    <a:pt x="1687797" y="66804"/>
                  </a:lnTo>
                  <a:lnTo>
                    <a:pt x="1712675" y="62129"/>
                  </a:lnTo>
                  <a:lnTo>
                    <a:pt x="1736939" y="57569"/>
                  </a:lnTo>
                  <a:lnTo>
                    <a:pt x="1760617" y="53120"/>
                  </a:lnTo>
                  <a:lnTo>
                    <a:pt x="1783739" y="48775"/>
                  </a:lnTo>
                  <a:lnTo>
                    <a:pt x="1806329" y="44530"/>
                  </a:lnTo>
                  <a:lnTo>
                    <a:pt x="1828411" y="40380"/>
                  </a:lnTo>
                  <a:lnTo>
                    <a:pt x="1850008" y="36322"/>
                  </a:lnTo>
                  <a:lnTo>
                    <a:pt x="1871140" y="32351"/>
                  </a:lnTo>
                  <a:lnTo>
                    <a:pt x="1891828" y="28463"/>
                  </a:lnTo>
                  <a:lnTo>
                    <a:pt x="1912089" y="24656"/>
                  </a:lnTo>
                  <a:lnTo>
                    <a:pt x="1931940" y="20926"/>
                  </a:lnTo>
                  <a:lnTo>
                    <a:pt x="1951399" y="17269"/>
                  </a:lnTo>
                  <a:lnTo>
                    <a:pt x="1970479" y="13683"/>
                  </a:lnTo>
                  <a:lnTo>
                    <a:pt x="1989197" y="10166"/>
                  </a:lnTo>
                  <a:lnTo>
                    <a:pt x="2007564" y="6715"/>
                  </a:lnTo>
                  <a:lnTo>
                    <a:pt x="2025594" y="3327"/>
                  </a:lnTo>
                  <a:lnTo>
                    <a:pt x="204329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6881641" y="5363991"/>
              <a:ext cx="2043299" cy="81576"/>
            </a:xfrm>
            <a:custGeom>
              <a:avLst/>
              <a:pathLst>
                <a:path w="2043299" h="81576">
                  <a:moveTo>
                    <a:pt x="0" y="0"/>
                  </a:moveTo>
                  <a:lnTo>
                    <a:pt x="131210" y="5238"/>
                  </a:lnTo>
                  <a:lnTo>
                    <a:pt x="246946" y="9859"/>
                  </a:lnTo>
                  <a:lnTo>
                    <a:pt x="350475" y="13992"/>
                  </a:lnTo>
                  <a:lnTo>
                    <a:pt x="444129" y="17731"/>
                  </a:lnTo>
                  <a:lnTo>
                    <a:pt x="529628" y="21144"/>
                  </a:lnTo>
                  <a:lnTo>
                    <a:pt x="608280" y="24284"/>
                  </a:lnTo>
                  <a:lnTo>
                    <a:pt x="681099" y="27192"/>
                  </a:lnTo>
                  <a:lnTo>
                    <a:pt x="748893" y="29898"/>
                  </a:lnTo>
                  <a:lnTo>
                    <a:pt x="812310" y="32430"/>
                  </a:lnTo>
                  <a:lnTo>
                    <a:pt x="871881" y="34808"/>
                  </a:lnTo>
                  <a:lnTo>
                    <a:pt x="928046" y="37051"/>
                  </a:lnTo>
                  <a:lnTo>
                    <a:pt x="981173" y="39172"/>
                  </a:lnTo>
                  <a:lnTo>
                    <a:pt x="1031575" y="41184"/>
                  </a:lnTo>
                  <a:lnTo>
                    <a:pt x="1079517" y="43098"/>
                  </a:lnTo>
                  <a:lnTo>
                    <a:pt x="1125229" y="44923"/>
                  </a:lnTo>
                  <a:lnTo>
                    <a:pt x="1168908" y="46667"/>
                  </a:lnTo>
                  <a:lnTo>
                    <a:pt x="1210728" y="48336"/>
                  </a:lnTo>
                  <a:lnTo>
                    <a:pt x="1250840" y="49938"/>
                  </a:lnTo>
                  <a:lnTo>
                    <a:pt x="1289379" y="51476"/>
                  </a:lnTo>
                  <a:lnTo>
                    <a:pt x="1326464" y="52957"/>
                  </a:lnTo>
                  <a:lnTo>
                    <a:pt x="1362199" y="54384"/>
                  </a:lnTo>
                  <a:lnTo>
                    <a:pt x="1396681" y="55760"/>
                  </a:lnTo>
                  <a:lnTo>
                    <a:pt x="1429993" y="57090"/>
                  </a:lnTo>
                  <a:lnTo>
                    <a:pt x="1462213" y="58377"/>
                  </a:lnTo>
                  <a:lnTo>
                    <a:pt x="1493410" y="59622"/>
                  </a:lnTo>
                  <a:lnTo>
                    <a:pt x="1523647" y="60829"/>
                  </a:lnTo>
                  <a:lnTo>
                    <a:pt x="1552981" y="62000"/>
                  </a:lnTo>
                  <a:lnTo>
                    <a:pt x="1581465" y="63138"/>
                  </a:lnTo>
                  <a:lnTo>
                    <a:pt x="1609146" y="64243"/>
                  </a:lnTo>
                  <a:lnTo>
                    <a:pt x="1636069" y="65318"/>
                  </a:lnTo>
                  <a:lnTo>
                    <a:pt x="1662273" y="66364"/>
                  </a:lnTo>
                  <a:lnTo>
                    <a:pt x="1687797" y="67383"/>
                  </a:lnTo>
                  <a:lnTo>
                    <a:pt x="1712675" y="68376"/>
                  </a:lnTo>
                  <a:lnTo>
                    <a:pt x="1736939" y="69345"/>
                  </a:lnTo>
                  <a:lnTo>
                    <a:pt x="1760617" y="70290"/>
                  </a:lnTo>
                  <a:lnTo>
                    <a:pt x="1783739" y="71213"/>
                  </a:lnTo>
                  <a:lnTo>
                    <a:pt x="1806329" y="72115"/>
                  </a:lnTo>
                  <a:lnTo>
                    <a:pt x="1828411" y="72997"/>
                  </a:lnTo>
                  <a:lnTo>
                    <a:pt x="1850008" y="73859"/>
                  </a:lnTo>
                  <a:lnTo>
                    <a:pt x="1871140" y="74702"/>
                  </a:lnTo>
                  <a:lnTo>
                    <a:pt x="1891828" y="75528"/>
                  </a:lnTo>
                  <a:lnTo>
                    <a:pt x="1912089" y="76337"/>
                  </a:lnTo>
                  <a:lnTo>
                    <a:pt x="1931940" y="77130"/>
                  </a:lnTo>
                  <a:lnTo>
                    <a:pt x="1951399" y="77907"/>
                  </a:lnTo>
                  <a:lnTo>
                    <a:pt x="1970479" y="78668"/>
                  </a:lnTo>
                  <a:lnTo>
                    <a:pt x="1989197" y="79416"/>
                  </a:lnTo>
                  <a:lnTo>
                    <a:pt x="2007564" y="80149"/>
                  </a:lnTo>
                  <a:lnTo>
                    <a:pt x="2025594" y="80869"/>
                  </a:lnTo>
                  <a:lnTo>
                    <a:pt x="2043299" y="8157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6881641" y="5604010"/>
              <a:ext cx="2043299" cy="106542"/>
            </a:xfrm>
            <a:custGeom>
              <a:avLst/>
              <a:pathLst>
                <a:path w="2043299" h="106542">
                  <a:moveTo>
                    <a:pt x="0" y="106542"/>
                  </a:moveTo>
                  <a:lnTo>
                    <a:pt x="131210" y="99700"/>
                  </a:lnTo>
                  <a:lnTo>
                    <a:pt x="246946" y="93666"/>
                  </a:lnTo>
                  <a:lnTo>
                    <a:pt x="350475" y="88267"/>
                  </a:lnTo>
                  <a:lnTo>
                    <a:pt x="444129" y="83384"/>
                  </a:lnTo>
                  <a:lnTo>
                    <a:pt x="529628" y="78926"/>
                  </a:lnTo>
                  <a:lnTo>
                    <a:pt x="608280" y="74825"/>
                  </a:lnTo>
                  <a:lnTo>
                    <a:pt x="681099" y="71028"/>
                  </a:lnTo>
                  <a:lnTo>
                    <a:pt x="748893" y="67493"/>
                  </a:lnTo>
                  <a:lnTo>
                    <a:pt x="812310" y="64186"/>
                  </a:lnTo>
                  <a:lnTo>
                    <a:pt x="871881" y="61080"/>
                  </a:lnTo>
                  <a:lnTo>
                    <a:pt x="928046" y="58151"/>
                  </a:lnTo>
                  <a:lnTo>
                    <a:pt x="981173" y="55381"/>
                  </a:lnTo>
                  <a:lnTo>
                    <a:pt x="1031575" y="52753"/>
                  </a:lnTo>
                  <a:lnTo>
                    <a:pt x="1079517" y="50253"/>
                  </a:lnTo>
                  <a:lnTo>
                    <a:pt x="1125229" y="47870"/>
                  </a:lnTo>
                  <a:lnTo>
                    <a:pt x="1168908" y="45592"/>
                  </a:lnTo>
                  <a:lnTo>
                    <a:pt x="1210728" y="43412"/>
                  </a:lnTo>
                  <a:lnTo>
                    <a:pt x="1250840" y="41320"/>
                  </a:lnTo>
                  <a:lnTo>
                    <a:pt x="1289379" y="39311"/>
                  </a:lnTo>
                  <a:lnTo>
                    <a:pt x="1326464" y="37377"/>
                  </a:lnTo>
                  <a:lnTo>
                    <a:pt x="1362199" y="35514"/>
                  </a:lnTo>
                  <a:lnTo>
                    <a:pt x="1396681" y="33716"/>
                  </a:lnTo>
                  <a:lnTo>
                    <a:pt x="1429993" y="31979"/>
                  </a:lnTo>
                  <a:lnTo>
                    <a:pt x="1462213" y="30299"/>
                  </a:lnTo>
                  <a:lnTo>
                    <a:pt x="1493410" y="28672"/>
                  </a:lnTo>
                  <a:lnTo>
                    <a:pt x="1523647" y="27095"/>
                  </a:lnTo>
                  <a:lnTo>
                    <a:pt x="1552981" y="25566"/>
                  </a:lnTo>
                  <a:lnTo>
                    <a:pt x="1581465" y="24081"/>
                  </a:lnTo>
                  <a:lnTo>
                    <a:pt x="1609146" y="22637"/>
                  </a:lnTo>
                  <a:lnTo>
                    <a:pt x="1636069" y="21233"/>
                  </a:lnTo>
                  <a:lnTo>
                    <a:pt x="1662273" y="19867"/>
                  </a:lnTo>
                  <a:lnTo>
                    <a:pt x="1687797" y="18536"/>
                  </a:lnTo>
                  <a:lnTo>
                    <a:pt x="1712675" y="17239"/>
                  </a:lnTo>
                  <a:lnTo>
                    <a:pt x="1736939" y="15974"/>
                  </a:lnTo>
                  <a:lnTo>
                    <a:pt x="1760617" y="14739"/>
                  </a:lnTo>
                  <a:lnTo>
                    <a:pt x="1783739" y="13534"/>
                  </a:lnTo>
                  <a:lnTo>
                    <a:pt x="1806329" y="12356"/>
                  </a:lnTo>
                  <a:lnTo>
                    <a:pt x="1828411" y="11204"/>
                  </a:lnTo>
                  <a:lnTo>
                    <a:pt x="1850008" y="10078"/>
                  </a:lnTo>
                  <a:lnTo>
                    <a:pt x="1871140" y="8976"/>
                  </a:lnTo>
                  <a:lnTo>
                    <a:pt x="1891828" y="7898"/>
                  </a:lnTo>
                  <a:lnTo>
                    <a:pt x="1912089" y="6841"/>
                  </a:lnTo>
                  <a:lnTo>
                    <a:pt x="1931940" y="5806"/>
                  </a:lnTo>
                  <a:lnTo>
                    <a:pt x="1951399" y="4791"/>
                  </a:lnTo>
                  <a:lnTo>
                    <a:pt x="1970479" y="3797"/>
                  </a:lnTo>
                  <a:lnTo>
                    <a:pt x="1989197" y="2821"/>
                  </a:lnTo>
                  <a:lnTo>
                    <a:pt x="2007564" y="1863"/>
                  </a:lnTo>
                  <a:lnTo>
                    <a:pt x="2025594" y="923"/>
                  </a:lnTo>
                  <a:lnTo>
                    <a:pt x="20432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8" name="pl677"/>
            <p:cNvSpPr/>
            <p:nvPr/>
          </p:nvSpPr>
          <p:spPr>
            <a:xfrm>
              <a:off x="6881641" y="4455919"/>
              <a:ext cx="2043299" cy="1012326"/>
            </a:xfrm>
            <a:custGeom>
              <a:avLst/>
              <a:pathLst>
                <a:path w="2043299" h="1012326">
                  <a:moveTo>
                    <a:pt x="0" y="0"/>
                  </a:moveTo>
                  <a:lnTo>
                    <a:pt x="131210" y="65006"/>
                  </a:lnTo>
                  <a:lnTo>
                    <a:pt x="246946" y="122346"/>
                  </a:lnTo>
                  <a:lnTo>
                    <a:pt x="350475" y="173638"/>
                  </a:lnTo>
                  <a:lnTo>
                    <a:pt x="444129" y="220038"/>
                  </a:lnTo>
                  <a:lnTo>
                    <a:pt x="529628" y="262397"/>
                  </a:lnTo>
                  <a:lnTo>
                    <a:pt x="608280" y="301364"/>
                  </a:lnTo>
                  <a:lnTo>
                    <a:pt x="681099" y="337442"/>
                  </a:lnTo>
                  <a:lnTo>
                    <a:pt x="748893" y="371029"/>
                  </a:lnTo>
                  <a:lnTo>
                    <a:pt x="812310" y="402448"/>
                  </a:lnTo>
                  <a:lnTo>
                    <a:pt x="871881" y="431962"/>
                  </a:lnTo>
                  <a:lnTo>
                    <a:pt x="928046" y="459788"/>
                  </a:lnTo>
                  <a:lnTo>
                    <a:pt x="981173" y="486109"/>
                  </a:lnTo>
                  <a:lnTo>
                    <a:pt x="1031575" y="511080"/>
                  </a:lnTo>
                  <a:lnTo>
                    <a:pt x="1079517" y="534833"/>
                  </a:lnTo>
                  <a:lnTo>
                    <a:pt x="1125229" y="557480"/>
                  </a:lnTo>
                  <a:lnTo>
                    <a:pt x="1168908" y="579120"/>
                  </a:lnTo>
                  <a:lnTo>
                    <a:pt x="1210728" y="599839"/>
                  </a:lnTo>
                  <a:lnTo>
                    <a:pt x="1250840" y="619712"/>
                  </a:lnTo>
                  <a:lnTo>
                    <a:pt x="1289379" y="638806"/>
                  </a:lnTo>
                  <a:lnTo>
                    <a:pt x="1326464" y="657179"/>
                  </a:lnTo>
                  <a:lnTo>
                    <a:pt x="1362199" y="674884"/>
                  </a:lnTo>
                  <a:lnTo>
                    <a:pt x="1396681" y="691967"/>
                  </a:lnTo>
                  <a:lnTo>
                    <a:pt x="1429993" y="708471"/>
                  </a:lnTo>
                  <a:lnTo>
                    <a:pt x="1462213" y="724434"/>
                  </a:lnTo>
                  <a:lnTo>
                    <a:pt x="1493410" y="739890"/>
                  </a:lnTo>
                  <a:lnTo>
                    <a:pt x="1523647" y="754871"/>
                  </a:lnTo>
                  <a:lnTo>
                    <a:pt x="1552981" y="769404"/>
                  </a:lnTo>
                  <a:lnTo>
                    <a:pt x="1581465" y="783516"/>
                  </a:lnTo>
                  <a:lnTo>
                    <a:pt x="1609146" y="797230"/>
                  </a:lnTo>
                  <a:lnTo>
                    <a:pt x="1636069" y="810569"/>
                  </a:lnTo>
                  <a:lnTo>
                    <a:pt x="1662273" y="823552"/>
                  </a:lnTo>
                  <a:lnTo>
                    <a:pt x="1687797" y="836197"/>
                  </a:lnTo>
                  <a:lnTo>
                    <a:pt x="1712675" y="848522"/>
                  </a:lnTo>
                  <a:lnTo>
                    <a:pt x="1736939" y="860544"/>
                  </a:lnTo>
                  <a:lnTo>
                    <a:pt x="1760617" y="872275"/>
                  </a:lnTo>
                  <a:lnTo>
                    <a:pt x="1783739" y="883730"/>
                  </a:lnTo>
                  <a:lnTo>
                    <a:pt x="1806329" y="894922"/>
                  </a:lnTo>
                  <a:lnTo>
                    <a:pt x="1828411" y="905862"/>
                  </a:lnTo>
                  <a:lnTo>
                    <a:pt x="1850008" y="916562"/>
                  </a:lnTo>
                  <a:lnTo>
                    <a:pt x="1871140" y="927032"/>
                  </a:lnTo>
                  <a:lnTo>
                    <a:pt x="1891828" y="937281"/>
                  </a:lnTo>
                  <a:lnTo>
                    <a:pt x="1912089" y="947319"/>
                  </a:lnTo>
                  <a:lnTo>
                    <a:pt x="1931940" y="957155"/>
                  </a:lnTo>
                  <a:lnTo>
                    <a:pt x="1951399" y="966795"/>
                  </a:lnTo>
                  <a:lnTo>
                    <a:pt x="1970479" y="976248"/>
                  </a:lnTo>
                  <a:lnTo>
                    <a:pt x="1989197" y="985521"/>
                  </a:lnTo>
                  <a:lnTo>
                    <a:pt x="2007564" y="994621"/>
                  </a:lnTo>
                  <a:lnTo>
                    <a:pt x="2025594" y="1003554"/>
                  </a:lnTo>
                  <a:lnTo>
                    <a:pt x="2043299" y="1012326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9" name="pl678"/>
            <p:cNvSpPr/>
            <p:nvPr/>
          </p:nvSpPr>
          <p:spPr>
            <a:xfrm>
              <a:off x="6881641" y="4716997"/>
              <a:ext cx="2043299" cy="37476"/>
            </a:xfrm>
            <a:custGeom>
              <a:avLst/>
              <a:pathLst>
                <a:path w="2043299" h="37476">
                  <a:moveTo>
                    <a:pt x="0" y="37476"/>
                  </a:moveTo>
                  <a:lnTo>
                    <a:pt x="131210" y="35070"/>
                  </a:lnTo>
                  <a:lnTo>
                    <a:pt x="246946" y="32947"/>
                  </a:lnTo>
                  <a:lnTo>
                    <a:pt x="350475" y="31048"/>
                  </a:lnTo>
                  <a:lnTo>
                    <a:pt x="444129" y="29330"/>
                  </a:lnTo>
                  <a:lnTo>
                    <a:pt x="529628" y="27762"/>
                  </a:lnTo>
                  <a:lnTo>
                    <a:pt x="608280" y="26320"/>
                  </a:lnTo>
                  <a:lnTo>
                    <a:pt x="681099" y="24984"/>
                  </a:lnTo>
                  <a:lnTo>
                    <a:pt x="748893" y="23741"/>
                  </a:lnTo>
                  <a:lnTo>
                    <a:pt x="812310" y="22578"/>
                  </a:lnTo>
                  <a:lnTo>
                    <a:pt x="871881" y="21485"/>
                  </a:lnTo>
                  <a:lnTo>
                    <a:pt x="928046" y="20455"/>
                  </a:lnTo>
                  <a:lnTo>
                    <a:pt x="981173" y="19480"/>
                  </a:lnTo>
                  <a:lnTo>
                    <a:pt x="1031575" y="18556"/>
                  </a:lnTo>
                  <a:lnTo>
                    <a:pt x="1079517" y="17677"/>
                  </a:lnTo>
                  <a:lnTo>
                    <a:pt x="1125229" y="16838"/>
                  </a:lnTo>
                  <a:lnTo>
                    <a:pt x="1168908" y="16037"/>
                  </a:lnTo>
                  <a:lnTo>
                    <a:pt x="1210728" y="15270"/>
                  </a:lnTo>
                  <a:lnTo>
                    <a:pt x="1250840" y="14534"/>
                  </a:lnTo>
                  <a:lnTo>
                    <a:pt x="1289379" y="13827"/>
                  </a:lnTo>
                  <a:lnTo>
                    <a:pt x="1326464" y="13147"/>
                  </a:lnTo>
                  <a:lnTo>
                    <a:pt x="1362199" y="12492"/>
                  </a:lnTo>
                  <a:lnTo>
                    <a:pt x="1396681" y="11859"/>
                  </a:lnTo>
                  <a:lnTo>
                    <a:pt x="1429993" y="11248"/>
                  </a:lnTo>
                  <a:lnTo>
                    <a:pt x="1462213" y="10657"/>
                  </a:lnTo>
                  <a:lnTo>
                    <a:pt x="1493410" y="10085"/>
                  </a:lnTo>
                  <a:lnTo>
                    <a:pt x="1523647" y="9531"/>
                  </a:lnTo>
                  <a:lnTo>
                    <a:pt x="1552981" y="8993"/>
                  </a:lnTo>
                  <a:lnTo>
                    <a:pt x="1581465" y="8470"/>
                  </a:lnTo>
                  <a:lnTo>
                    <a:pt x="1609146" y="7962"/>
                  </a:lnTo>
                  <a:lnTo>
                    <a:pt x="1636069" y="7469"/>
                  </a:lnTo>
                  <a:lnTo>
                    <a:pt x="1662273" y="6988"/>
                  </a:lnTo>
                  <a:lnTo>
                    <a:pt x="1687797" y="6520"/>
                  </a:lnTo>
                  <a:lnTo>
                    <a:pt x="1712675" y="6064"/>
                  </a:lnTo>
                  <a:lnTo>
                    <a:pt x="1736939" y="5619"/>
                  </a:lnTo>
                  <a:lnTo>
                    <a:pt x="1760617" y="5184"/>
                  </a:lnTo>
                  <a:lnTo>
                    <a:pt x="1783739" y="4760"/>
                  </a:lnTo>
                  <a:lnTo>
                    <a:pt x="1806329" y="4346"/>
                  </a:lnTo>
                  <a:lnTo>
                    <a:pt x="1828411" y="3941"/>
                  </a:lnTo>
                  <a:lnTo>
                    <a:pt x="1850008" y="3545"/>
                  </a:lnTo>
                  <a:lnTo>
                    <a:pt x="1871140" y="3157"/>
                  </a:lnTo>
                  <a:lnTo>
                    <a:pt x="1891828" y="2778"/>
                  </a:lnTo>
                  <a:lnTo>
                    <a:pt x="1912089" y="2406"/>
                  </a:lnTo>
                  <a:lnTo>
                    <a:pt x="1931940" y="2042"/>
                  </a:lnTo>
                  <a:lnTo>
                    <a:pt x="1951399" y="1685"/>
                  </a:lnTo>
                  <a:lnTo>
                    <a:pt x="1970479" y="1335"/>
                  </a:lnTo>
                  <a:lnTo>
                    <a:pt x="1989197" y="992"/>
                  </a:lnTo>
                  <a:lnTo>
                    <a:pt x="2007564" y="655"/>
                  </a:lnTo>
                  <a:lnTo>
                    <a:pt x="2025594" y="324"/>
                  </a:lnTo>
                  <a:lnTo>
                    <a:pt x="20432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80" name="rc679"/>
            <p:cNvSpPr/>
            <p:nvPr/>
          </p:nvSpPr>
          <p:spPr>
            <a:xfrm>
              <a:off x="6742685" y="3972216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81" name="pl680"/>
            <p:cNvSpPr/>
            <p:nvPr/>
          </p:nvSpPr>
          <p:spPr>
            <a:xfrm>
              <a:off x="6742685" y="3972216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1"/>
            <p:cNvSpPr/>
            <p:nvPr/>
          </p:nvSpPr>
          <p:spPr>
            <a:xfrm>
              <a:off x="6704728" y="554539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6704728" y="495766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6704728" y="436993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6742685" y="6056592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5"/>
            <p:cNvSpPr/>
            <p:nvPr/>
          </p:nvSpPr>
          <p:spPr>
            <a:xfrm>
              <a:off x="6881641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7562741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7"/>
            <p:cNvSpPr/>
            <p:nvPr/>
          </p:nvSpPr>
          <p:spPr>
            <a:xfrm>
              <a:off x="8243841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8"/>
            <p:cNvSpPr/>
            <p:nvPr/>
          </p:nvSpPr>
          <p:spPr>
            <a:xfrm>
              <a:off x="8924941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tx689"/>
            <p:cNvSpPr/>
            <p:nvPr/>
          </p:nvSpPr>
          <p:spPr>
            <a:xfrm>
              <a:off x="6742685" y="3729057"/>
              <a:ext cx="64181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91" name="rc690"/>
            <p:cNvSpPr/>
            <p:nvPr/>
          </p:nvSpPr>
          <p:spPr>
            <a:xfrm>
              <a:off x="1503277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1612801" y="774026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591194" y="8092799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579827" y="8049897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1619878" y="731367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1587762" y="817449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1643041" y="794924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1626854" y="8368721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1597485" y="828869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1605565" y="763005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1647266" y="788981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2303049" y="812659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2251400" y="766411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288624" y="778141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252372" y="847663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295336" y="665620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2242936" y="696235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2255340" y="812584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2248697" y="848240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243311" y="840841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323414" y="811378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288442" y="802293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275249" y="831588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2246285" y="822194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2292243" y="813406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272065" y="833878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295226" y="7959679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259220" y="829222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283113" y="806168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952495" y="7761117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3015724" y="855109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3003724" y="8007782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3012413" y="828401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921567" y="750033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937731" y="805147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3011968" y="765250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970561" y="819129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941252" y="790567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971756" y="810768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973091" y="822919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937096" y="717925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951246" y="810615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2982947" y="833208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959655" y="731095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941952" y="755360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960088" y="794847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970164" y="841997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3006400" y="809733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928694" y="789526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3655866" y="803132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3659557" y="802231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3630580" y="806976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3689104" y="823409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3600442" y="798025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3691062" y="791308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3678163" y="784236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3694042" y="8022268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3658536" y="824544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3626474" y="770854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3605197" y="827764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3613007" y="805574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3642397" y="817597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3691014" y="845258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3631266" y="823746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3647513" y="831928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3692517" y="8201750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3621852" y="795478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3696116" y="827068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3696822" y="786595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3672495" y="813075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3609515" y="790280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3680386" y="805254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3603175" y="833618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4" name="pl763"/>
            <p:cNvSpPr/>
            <p:nvPr/>
          </p:nvSpPr>
          <p:spPr>
            <a:xfrm>
              <a:off x="1639321" y="7380276"/>
              <a:ext cx="2037883" cy="623424"/>
            </a:xfrm>
            <a:custGeom>
              <a:avLst/>
              <a:pathLst>
                <a:path w="2037883" h="623424">
                  <a:moveTo>
                    <a:pt x="0" y="0"/>
                  </a:moveTo>
                  <a:lnTo>
                    <a:pt x="130862" y="40033"/>
                  </a:lnTo>
                  <a:lnTo>
                    <a:pt x="246291" y="75345"/>
                  </a:lnTo>
                  <a:lnTo>
                    <a:pt x="349546" y="106932"/>
                  </a:lnTo>
                  <a:lnTo>
                    <a:pt x="442952" y="135506"/>
                  </a:lnTo>
                  <a:lnTo>
                    <a:pt x="528224" y="161593"/>
                  </a:lnTo>
                  <a:lnTo>
                    <a:pt x="606667" y="185590"/>
                  </a:lnTo>
                  <a:lnTo>
                    <a:pt x="679294" y="207808"/>
                  </a:lnTo>
                  <a:lnTo>
                    <a:pt x="746908" y="228492"/>
                  </a:lnTo>
                  <a:lnTo>
                    <a:pt x="810157" y="247841"/>
                  </a:lnTo>
                  <a:lnTo>
                    <a:pt x="869570" y="266016"/>
                  </a:lnTo>
                  <a:lnTo>
                    <a:pt x="925586" y="283153"/>
                  </a:lnTo>
                  <a:lnTo>
                    <a:pt x="978573" y="299362"/>
                  </a:lnTo>
                  <a:lnTo>
                    <a:pt x="1028841" y="314740"/>
                  </a:lnTo>
                  <a:lnTo>
                    <a:pt x="1076656" y="329368"/>
                  </a:lnTo>
                  <a:lnTo>
                    <a:pt x="1122246" y="343315"/>
                  </a:lnTo>
                  <a:lnTo>
                    <a:pt x="1165810" y="356641"/>
                  </a:lnTo>
                  <a:lnTo>
                    <a:pt x="1207519" y="369401"/>
                  </a:lnTo>
                  <a:lnTo>
                    <a:pt x="1247525" y="381640"/>
                  </a:lnTo>
                  <a:lnTo>
                    <a:pt x="1285962" y="393398"/>
                  </a:lnTo>
                  <a:lnTo>
                    <a:pt x="1322948" y="404713"/>
                  </a:lnTo>
                  <a:lnTo>
                    <a:pt x="1358589" y="415616"/>
                  </a:lnTo>
                  <a:lnTo>
                    <a:pt x="1392979" y="426137"/>
                  </a:lnTo>
                  <a:lnTo>
                    <a:pt x="1426203" y="436300"/>
                  </a:lnTo>
                  <a:lnTo>
                    <a:pt x="1458337" y="446131"/>
                  </a:lnTo>
                  <a:lnTo>
                    <a:pt x="1489451" y="455649"/>
                  </a:lnTo>
                  <a:lnTo>
                    <a:pt x="1519608" y="464875"/>
                  </a:lnTo>
                  <a:lnTo>
                    <a:pt x="1548864" y="473825"/>
                  </a:lnTo>
                  <a:lnTo>
                    <a:pt x="1577273" y="482515"/>
                  </a:lnTo>
                  <a:lnTo>
                    <a:pt x="1604880" y="490961"/>
                  </a:lnTo>
                  <a:lnTo>
                    <a:pt x="1631732" y="499175"/>
                  </a:lnTo>
                  <a:lnTo>
                    <a:pt x="1657867" y="507171"/>
                  </a:lnTo>
                  <a:lnTo>
                    <a:pt x="1683324" y="514958"/>
                  </a:lnTo>
                  <a:lnTo>
                    <a:pt x="1708135" y="522549"/>
                  </a:lnTo>
                  <a:lnTo>
                    <a:pt x="1732334" y="529951"/>
                  </a:lnTo>
                  <a:lnTo>
                    <a:pt x="1755950" y="537176"/>
                  </a:lnTo>
                  <a:lnTo>
                    <a:pt x="1779011" y="544231"/>
                  </a:lnTo>
                  <a:lnTo>
                    <a:pt x="1801541" y="551123"/>
                  </a:lnTo>
                  <a:lnTo>
                    <a:pt x="1823564" y="557860"/>
                  </a:lnTo>
                  <a:lnTo>
                    <a:pt x="1845104" y="564450"/>
                  </a:lnTo>
                  <a:lnTo>
                    <a:pt x="1866181" y="570897"/>
                  </a:lnTo>
                  <a:lnTo>
                    <a:pt x="1886813" y="577209"/>
                  </a:lnTo>
                  <a:lnTo>
                    <a:pt x="1907020" y="583391"/>
                  </a:lnTo>
                  <a:lnTo>
                    <a:pt x="1926819" y="589448"/>
                  </a:lnTo>
                  <a:lnTo>
                    <a:pt x="1946226" y="595385"/>
                  </a:lnTo>
                  <a:lnTo>
                    <a:pt x="1965256" y="601206"/>
                  </a:lnTo>
                  <a:lnTo>
                    <a:pt x="1983924" y="606917"/>
                  </a:lnTo>
                  <a:lnTo>
                    <a:pt x="2002242" y="612521"/>
                  </a:lnTo>
                  <a:lnTo>
                    <a:pt x="2020225" y="618022"/>
                  </a:lnTo>
                  <a:lnTo>
                    <a:pt x="2037883" y="623424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5" name="pl764"/>
            <p:cNvSpPr/>
            <p:nvPr/>
          </p:nvSpPr>
          <p:spPr>
            <a:xfrm>
              <a:off x="1639321" y="7216457"/>
              <a:ext cx="2037883" cy="821732"/>
            </a:xfrm>
            <a:custGeom>
              <a:avLst/>
              <a:pathLst>
                <a:path w="2037883" h="821732">
                  <a:moveTo>
                    <a:pt x="0" y="0"/>
                  </a:moveTo>
                  <a:lnTo>
                    <a:pt x="130862" y="52767"/>
                  </a:lnTo>
                  <a:lnTo>
                    <a:pt x="246291" y="99311"/>
                  </a:lnTo>
                  <a:lnTo>
                    <a:pt x="349546" y="140947"/>
                  </a:lnTo>
                  <a:lnTo>
                    <a:pt x="442952" y="178610"/>
                  </a:lnTo>
                  <a:lnTo>
                    <a:pt x="528224" y="212995"/>
                  </a:lnTo>
                  <a:lnTo>
                    <a:pt x="606667" y="244625"/>
                  </a:lnTo>
                  <a:lnTo>
                    <a:pt x="679294" y="273910"/>
                  </a:lnTo>
                  <a:lnTo>
                    <a:pt x="746908" y="301174"/>
                  </a:lnTo>
                  <a:lnTo>
                    <a:pt x="810157" y="326678"/>
                  </a:lnTo>
                  <a:lnTo>
                    <a:pt x="869570" y="350635"/>
                  </a:lnTo>
                  <a:lnTo>
                    <a:pt x="925586" y="373222"/>
                  </a:lnTo>
                  <a:lnTo>
                    <a:pt x="978573" y="394588"/>
                  </a:lnTo>
                  <a:lnTo>
                    <a:pt x="1028841" y="414857"/>
                  </a:lnTo>
                  <a:lnTo>
                    <a:pt x="1076656" y="434138"/>
                  </a:lnTo>
                  <a:lnTo>
                    <a:pt x="1122246" y="452521"/>
                  </a:lnTo>
                  <a:lnTo>
                    <a:pt x="1165810" y="470087"/>
                  </a:lnTo>
                  <a:lnTo>
                    <a:pt x="1207519" y="486905"/>
                  </a:lnTo>
                  <a:lnTo>
                    <a:pt x="1247525" y="503037"/>
                  </a:lnTo>
                  <a:lnTo>
                    <a:pt x="1285962" y="518536"/>
                  </a:lnTo>
                  <a:lnTo>
                    <a:pt x="1322948" y="533449"/>
                  </a:lnTo>
                  <a:lnTo>
                    <a:pt x="1358589" y="547821"/>
                  </a:lnTo>
                  <a:lnTo>
                    <a:pt x="1392979" y="561688"/>
                  </a:lnTo>
                  <a:lnTo>
                    <a:pt x="1426203" y="575085"/>
                  </a:lnTo>
                  <a:lnTo>
                    <a:pt x="1458337" y="588042"/>
                  </a:lnTo>
                  <a:lnTo>
                    <a:pt x="1489451" y="600588"/>
                  </a:lnTo>
                  <a:lnTo>
                    <a:pt x="1519608" y="612748"/>
                  </a:lnTo>
                  <a:lnTo>
                    <a:pt x="1548864" y="624545"/>
                  </a:lnTo>
                  <a:lnTo>
                    <a:pt x="1577273" y="636000"/>
                  </a:lnTo>
                  <a:lnTo>
                    <a:pt x="1604880" y="647133"/>
                  </a:lnTo>
                  <a:lnTo>
                    <a:pt x="1631732" y="657960"/>
                  </a:lnTo>
                  <a:lnTo>
                    <a:pt x="1657867" y="668498"/>
                  </a:lnTo>
                  <a:lnTo>
                    <a:pt x="1683324" y="678763"/>
                  </a:lnTo>
                  <a:lnTo>
                    <a:pt x="1708135" y="688768"/>
                  </a:lnTo>
                  <a:lnTo>
                    <a:pt x="1732334" y="698526"/>
                  </a:lnTo>
                  <a:lnTo>
                    <a:pt x="1755950" y="708048"/>
                  </a:lnTo>
                  <a:lnTo>
                    <a:pt x="1779011" y="717347"/>
                  </a:lnTo>
                  <a:lnTo>
                    <a:pt x="1801541" y="726432"/>
                  </a:lnTo>
                  <a:lnTo>
                    <a:pt x="1823564" y="735312"/>
                  </a:lnTo>
                  <a:lnTo>
                    <a:pt x="1845104" y="743998"/>
                  </a:lnTo>
                  <a:lnTo>
                    <a:pt x="1866181" y="752496"/>
                  </a:lnTo>
                  <a:lnTo>
                    <a:pt x="1886813" y="760816"/>
                  </a:lnTo>
                  <a:lnTo>
                    <a:pt x="1907020" y="768964"/>
                  </a:lnTo>
                  <a:lnTo>
                    <a:pt x="1926819" y="776947"/>
                  </a:lnTo>
                  <a:lnTo>
                    <a:pt x="1946226" y="784773"/>
                  </a:lnTo>
                  <a:lnTo>
                    <a:pt x="1965256" y="792446"/>
                  </a:lnTo>
                  <a:lnTo>
                    <a:pt x="1983924" y="799974"/>
                  </a:lnTo>
                  <a:lnTo>
                    <a:pt x="2002242" y="807360"/>
                  </a:lnTo>
                  <a:lnTo>
                    <a:pt x="2020225" y="814611"/>
                  </a:lnTo>
                  <a:lnTo>
                    <a:pt x="2037883" y="821732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6" name="pl765"/>
            <p:cNvSpPr/>
            <p:nvPr/>
          </p:nvSpPr>
          <p:spPr>
            <a:xfrm>
              <a:off x="1639321" y="8041424"/>
              <a:ext cx="2037883" cy="32677"/>
            </a:xfrm>
            <a:custGeom>
              <a:avLst/>
              <a:pathLst>
                <a:path w="2037883" h="32677">
                  <a:moveTo>
                    <a:pt x="0" y="32677"/>
                  </a:moveTo>
                  <a:lnTo>
                    <a:pt x="130862" y="30578"/>
                  </a:lnTo>
                  <a:lnTo>
                    <a:pt x="246291" y="28727"/>
                  </a:lnTo>
                  <a:lnTo>
                    <a:pt x="349546" y="27072"/>
                  </a:lnTo>
                  <a:lnTo>
                    <a:pt x="442952" y="25574"/>
                  </a:lnTo>
                  <a:lnTo>
                    <a:pt x="528224" y="24207"/>
                  </a:lnTo>
                  <a:lnTo>
                    <a:pt x="606667" y="22949"/>
                  </a:lnTo>
                  <a:lnTo>
                    <a:pt x="679294" y="21784"/>
                  </a:lnTo>
                  <a:lnTo>
                    <a:pt x="746908" y="20700"/>
                  </a:lnTo>
                  <a:lnTo>
                    <a:pt x="810157" y="19686"/>
                  </a:lnTo>
                  <a:lnTo>
                    <a:pt x="869570" y="18733"/>
                  </a:lnTo>
                  <a:lnTo>
                    <a:pt x="925586" y="17835"/>
                  </a:lnTo>
                  <a:lnTo>
                    <a:pt x="978573" y="16985"/>
                  </a:lnTo>
                  <a:lnTo>
                    <a:pt x="1028841" y="16179"/>
                  </a:lnTo>
                  <a:lnTo>
                    <a:pt x="1076656" y="15413"/>
                  </a:lnTo>
                  <a:lnTo>
                    <a:pt x="1122246" y="14682"/>
                  </a:lnTo>
                  <a:lnTo>
                    <a:pt x="1165810" y="13983"/>
                  </a:lnTo>
                  <a:lnTo>
                    <a:pt x="1207519" y="13314"/>
                  </a:lnTo>
                  <a:lnTo>
                    <a:pt x="1247525" y="12673"/>
                  </a:lnTo>
                  <a:lnTo>
                    <a:pt x="1285962" y="12056"/>
                  </a:lnTo>
                  <a:lnTo>
                    <a:pt x="1322948" y="11463"/>
                  </a:lnTo>
                  <a:lnTo>
                    <a:pt x="1358589" y="10892"/>
                  </a:lnTo>
                  <a:lnTo>
                    <a:pt x="1392979" y="10340"/>
                  </a:lnTo>
                  <a:lnTo>
                    <a:pt x="1426203" y="9808"/>
                  </a:lnTo>
                  <a:lnTo>
                    <a:pt x="1458337" y="9292"/>
                  </a:lnTo>
                  <a:lnTo>
                    <a:pt x="1489451" y="8794"/>
                  </a:lnTo>
                  <a:lnTo>
                    <a:pt x="1519608" y="8310"/>
                  </a:lnTo>
                  <a:lnTo>
                    <a:pt x="1548864" y="7841"/>
                  </a:lnTo>
                  <a:lnTo>
                    <a:pt x="1577273" y="7385"/>
                  </a:lnTo>
                  <a:lnTo>
                    <a:pt x="1604880" y="6943"/>
                  </a:lnTo>
                  <a:lnTo>
                    <a:pt x="1631732" y="6512"/>
                  </a:lnTo>
                  <a:lnTo>
                    <a:pt x="1657867" y="6093"/>
                  </a:lnTo>
                  <a:lnTo>
                    <a:pt x="1683324" y="5685"/>
                  </a:lnTo>
                  <a:lnTo>
                    <a:pt x="1708135" y="5287"/>
                  </a:lnTo>
                  <a:lnTo>
                    <a:pt x="1732334" y="4899"/>
                  </a:lnTo>
                  <a:lnTo>
                    <a:pt x="1755950" y="4520"/>
                  </a:lnTo>
                  <a:lnTo>
                    <a:pt x="1779011" y="4150"/>
                  </a:lnTo>
                  <a:lnTo>
                    <a:pt x="1801541" y="3789"/>
                  </a:lnTo>
                  <a:lnTo>
                    <a:pt x="1823564" y="3436"/>
                  </a:lnTo>
                  <a:lnTo>
                    <a:pt x="1845104" y="3091"/>
                  </a:lnTo>
                  <a:lnTo>
                    <a:pt x="1866181" y="2753"/>
                  </a:lnTo>
                  <a:lnTo>
                    <a:pt x="1886813" y="2422"/>
                  </a:lnTo>
                  <a:lnTo>
                    <a:pt x="1907020" y="2098"/>
                  </a:lnTo>
                  <a:lnTo>
                    <a:pt x="1926819" y="1780"/>
                  </a:lnTo>
                  <a:lnTo>
                    <a:pt x="1946226" y="1469"/>
                  </a:lnTo>
                  <a:lnTo>
                    <a:pt x="1965256" y="1164"/>
                  </a:lnTo>
                  <a:lnTo>
                    <a:pt x="1983924" y="865"/>
                  </a:lnTo>
                  <a:lnTo>
                    <a:pt x="2002242" y="571"/>
                  </a:lnTo>
                  <a:lnTo>
                    <a:pt x="2020225" y="283"/>
                  </a:lnTo>
                  <a:lnTo>
                    <a:pt x="2037883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7" name="pl766"/>
            <p:cNvSpPr/>
            <p:nvPr/>
          </p:nvSpPr>
          <p:spPr>
            <a:xfrm>
              <a:off x="1639321" y="8099913"/>
              <a:ext cx="2037883" cy="25367"/>
            </a:xfrm>
            <a:custGeom>
              <a:avLst/>
              <a:pathLst>
                <a:path w="2037883" h="25367">
                  <a:moveTo>
                    <a:pt x="0" y="25367"/>
                  </a:moveTo>
                  <a:lnTo>
                    <a:pt x="130862" y="23738"/>
                  </a:lnTo>
                  <a:lnTo>
                    <a:pt x="246291" y="22301"/>
                  </a:lnTo>
                  <a:lnTo>
                    <a:pt x="349546" y="21016"/>
                  </a:lnTo>
                  <a:lnTo>
                    <a:pt x="442952" y="19853"/>
                  </a:lnTo>
                  <a:lnTo>
                    <a:pt x="528224" y="18792"/>
                  </a:lnTo>
                  <a:lnTo>
                    <a:pt x="606667" y="17815"/>
                  </a:lnTo>
                  <a:lnTo>
                    <a:pt x="679294" y="16911"/>
                  </a:lnTo>
                  <a:lnTo>
                    <a:pt x="746908" y="16070"/>
                  </a:lnTo>
                  <a:lnTo>
                    <a:pt x="810157" y="15282"/>
                  </a:lnTo>
                  <a:lnTo>
                    <a:pt x="869570" y="14543"/>
                  </a:lnTo>
                  <a:lnTo>
                    <a:pt x="925586" y="13845"/>
                  </a:lnTo>
                  <a:lnTo>
                    <a:pt x="978573" y="13186"/>
                  </a:lnTo>
                  <a:lnTo>
                    <a:pt x="1028841" y="12560"/>
                  </a:lnTo>
                  <a:lnTo>
                    <a:pt x="1076656" y="11965"/>
                  </a:lnTo>
                  <a:lnTo>
                    <a:pt x="1122246" y="11397"/>
                  </a:lnTo>
                  <a:lnTo>
                    <a:pt x="1165810" y="10855"/>
                  </a:lnTo>
                  <a:lnTo>
                    <a:pt x="1207519" y="10336"/>
                  </a:lnTo>
                  <a:lnTo>
                    <a:pt x="1247525" y="9838"/>
                  </a:lnTo>
                  <a:lnTo>
                    <a:pt x="1285962" y="9359"/>
                  </a:lnTo>
                  <a:lnTo>
                    <a:pt x="1322948" y="8899"/>
                  </a:lnTo>
                  <a:lnTo>
                    <a:pt x="1358589" y="8455"/>
                  </a:lnTo>
                  <a:lnTo>
                    <a:pt x="1392979" y="8027"/>
                  </a:lnTo>
                  <a:lnTo>
                    <a:pt x="1426203" y="7614"/>
                  </a:lnTo>
                  <a:lnTo>
                    <a:pt x="1458337" y="7214"/>
                  </a:lnTo>
                  <a:lnTo>
                    <a:pt x="1489451" y="6826"/>
                  </a:lnTo>
                  <a:lnTo>
                    <a:pt x="1519608" y="6451"/>
                  </a:lnTo>
                  <a:lnTo>
                    <a:pt x="1548864" y="6087"/>
                  </a:lnTo>
                  <a:lnTo>
                    <a:pt x="1577273" y="5733"/>
                  </a:lnTo>
                  <a:lnTo>
                    <a:pt x="1604880" y="5390"/>
                  </a:lnTo>
                  <a:lnTo>
                    <a:pt x="1631732" y="5055"/>
                  </a:lnTo>
                  <a:lnTo>
                    <a:pt x="1657867" y="4730"/>
                  </a:lnTo>
                  <a:lnTo>
                    <a:pt x="1683324" y="4413"/>
                  </a:lnTo>
                  <a:lnTo>
                    <a:pt x="1708135" y="4104"/>
                  </a:lnTo>
                  <a:lnTo>
                    <a:pt x="1732334" y="3803"/>
                  </a:lnTo>
                  <a:lnTo>
                    <a:pt x="1755950" y="3509"/>
                  </a:lnTo>
                  <a:lnTo>
                    <a:pt x="1779011" y="3222"/>
                  </a:lnTo>
                  <a:lnTo>
                    <a:pt x="1801541" y="2941"/>
                  </a:lnTo>
                  <a:lnTo>
                    <a:pt x="1823564" y="2667"/>
                  </a:lnTo>
                  <a:lnTo>
                    <a:pt x="1845104" y="2399"/>
                  </a:lnTo>
                  <a:lnTo>
                    <a:pt x="1866181" y="2137"/>
                  </a:lnTo>
                  <a:lnTo>
                    <a:pt x="1886813" y="1880"/>
                  </a:lnTo>
                  <a:lnTo>
                    <a:pt x="1907020" y="1628"/>
                  </a:lnTo>
                  <a:lnTo>
                    <a:pt x="1926819" y="1382"/>
                  </a:lnTo>
                  <a:lnTo>
                    <a:pt x="1946226" y="1140"/>
                  </a:lnTo>
                  <a:lnTo>
                    <a:pt x="1965256" y="904"/>
                  </a:lnTo>
                  <a:lnTo>
                    <a:pt x="1983924" y="671"/>
                  </a:lnTo>
                  <a:lnTo>
                    <a:pt x="2002242" y="443"/>
                  </a:lnTo>
                  <a:lnTo>
                    <a:pt x="2020225" y="219"/>
                  </a:lnTo>
                  <a:lnTo>
                    <a:pt x="203788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8" name="pl767"/>
            <p:cNvSpPr/>
            <p:nvPr/>
          </p:nvSpPr>
          <p:spPr>
            <a:xfrm>
              <a:off x="1639321" y="8060310"/>
              <a:ext cx="2037883" cy="185634"/>
            </a:xfrm>
            <a:custGeom>
              <a:avLst/>
              <a:pathLst>
                <a:path w="2037883" h="185634">
                  <a:moveTo>
                    <a:pt x="0" y="185634"/>
                  </a:moveTo>
                  <a:lnTo>
                    <a:pt x="130862" y="173713"/>
                  </a:lnTo>
                  <a:lnTo>
                    <a:pt x="246291" y="163198"/>
                  </a:lnTo>
                  <a:lnTo>
                    <a:pt x="349546" y="153793"/>
                  </a:lnTo>
                  <a:lnTo>
                    <a:pt x="442952" y="145284"/>
                  </a:lnTo>
                  <a:lnTo>
                    <a:pt x="528224" y="137517"/>
                  </a:lnTo>
                  <a:lnTo>
                    <a:pt x="606667" y="130371"/>
                  </a:lnTo>
                  <a:lnTo>
                    <a:pt x="679294" y="123756"/>
                  </a:lnTo>
                  <a:lnTo>
                    <a:pt x="746908" y="117596"/>
                  </a:lnTo>
                  <a:lnTo>
                    <a:pt x="810157" y="111835"/>
                  </a:lnTo>
                  <a:lnTo>
                    <a:pt x="869570" y="106423"/>
                  </a:lnTo>
                  <a:lnTo>
                    <a:pt x="925586" y="101320"/>
                  </a:lnTo>
                  <a:lnTo>
                    <a:pt x="978573" y="96494"/>
                  </a:lnTo>
                  <a:lnTo>
                    <a:pt x="1028841" y="91915"/>
                  </a:lnTo>
                  <a:lnTo>
                    <a:pt x="1076656" y="87559"/>
                  </a:lnTo>
                  <a:lnTo>
                    <a:pt x="1122246" y="83406"/>
                  </a:lnTo>
                  <a:lnTo>
                    <a:pt x="1165810" y="79438"/>
                  </a:lnTo>
                  <a:lnTo>
                    <a:pt x="1207519" y="75639"/>
                  </a:lnTo>
                  <a:lnTo>
                    <a:pt x="1247525" y="71995"/>
                  </a:lnTo>
                  <a:lnTo>
                    <a:pt x="1285962" y="68493"/>
                  </a:lnTo>
                  <a:lnTo>
                    <a:pt x="1322948" y="65124"/>
                  </a:lnTo>
                  <a:lnTo>
                    <a:pt x="1358589" y="61878"/>
                  </a:lnTo>
                  <a:lnTo>
                    <a:pt x="1392979" y="58745"/>
                  </a:lnTo>
                  <a:lnTo>
                    <a:pt x="1426203" y="55718"/>
                  </a:lnTo>
                  <a:lnTo>
                    <a:pt x="1458337" y="52791"/>
                  </a:lnTo>
                  <a:lnTo>
                    <a:pt x="1489451" y="49957"/>
                  </a:lnTo>
                  <a:lnTo>
                    <a:pt x="1519608" y="47210"/>
                  </a:lnTo>
                  <a:lnTo>
                    <a:pt x="1548864" y="44545"/>
                  </a:lnTo>
                  <a:lnTo>
                    <a:pt x="1577273" y="41957"/>
                  </a:lnTo>
                  <a:lnTo>
                    <a:pt x="1604880" y="39442"/>
                  </a:lnTo>
                  <a:lnTo>
                    <a:pt x="1631732" y="36996"/>
                  </a:lnTo>
                  <a:lnTo>
                    <a:pt x="1657867" y="34616"/>
                  </a:lnTo>
                  <a:lnTo>
                    <a:pt x="1683324" y="32297"/>
                  </a:lnTo>
                  <a:lnTo>
                    <a:pt x="1708135" y="30037"/>
                  </a:lnTo>
                  <a:lnTo>
                    <a:pt x="1732334" y="27832"/>
                  </a:lnTo>
                  <a:lnTo>
                    <a:pt x="1755950" y="25681"/>
                  </a:lnTo>
                  <a:lnTo>
                    <a:pt x="1779011" y="23581"/>
                  </a:lnTo>
                  <a:lnTo>
                    <a:pt x="1801541" y="21528"/>
                  </a:lnTo>
                  <a:lnTo>
                    <a:pt x="1823564" y="19522"/>
                  </a:lnTo>
                  <a:lnTo>
                    <a:pt x="1845104" y="17560"/>
                  </a:lnTo>
                  <a:lnTo>
                    <a:pt x="1866181" y="15640"/>
                  </a:lnTo>
                  <a:lnTo>
                    <a:pt x="1886813" y="13761"/>
                  </a:lnTo>
                  <a:lnTo>
                    <a:pt x="1907020" y="11920"/>
                  </a:lnTo>
                  <a:lnTo>
                    <a:pt x="1926819" y="10116"/>
                  </a:lnTo>
                  <a:lnTo>
                    <a:pt x="1946226" y="8349"/>
                  </a:lnTo>
                  <a:lnTo>
                    <a:pt x="1965256" y="6615"/>
                  </a:lnTo>
                  <a:lnTo>
                    <a:pt x="1983924" y="4915"/>
                  </a:lnTo>
                  <a:lnTo>
                    <a:pt x="2002242" y="3246"/>
                  </a:lnTo>
                  <a:lnTo>
                    <a:pt x="2020225" y="1608"/>
                  </a:lnTo>
                  <a:lnTo>
                    <a:pt x="203788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9" name="pl768"/>
            <p:cNvSpPr/>
            <p:nvPr/>
          </p:nvSpPr>
          <p:spPr>
            <a:xfrm>
              <a:off x="1639321" y="7850289"/>
              <a:ext cx="2037883" cy="209485"/>
            </a:xfrm>
            <a:custGeom>
              <a:avLst/>
              <a:pathLst>
                <a:path w="2037883" h="209485">
                  <a:moveTo>
                    <a:pt x="0" y="209485"/>
                  </a:moveTo>
                  <a:lnTo>
                    <a:pt x="130862" y="196033"/>
                  </a:lnTo>
                  <a:lnTo>
                    <a:pt x="246291" y="184167"/>
                  </a:lnTo>
                  <a:lnTo>
                    <a:pt x="349546" y="173553"/>
                  </a:lnTo>
                  <a:lnTo>
                    <a:pt x="442952" y="163951"/>
                  </a:lnTo>
                  <a:lnTo>
                    <a:pt x="528224" y="155186"/>
                  </a:lnTo>
                  <a:lnTo>
                    <a:pt x="606667" y="147122"/>
                  </a:lnTo>
                  <a:lnTo>
                    <a:pt x="679294" y="139656"/>
                  </a:lnTo>
                  <a:lnTo>
                    <a:pt x="746908" y="132706"/>
                  </a:lnTo>
                  <a:lnTo>
                    <a:pt x="810157" y="126204"/>
                  </a:lnTo>
                  <a:lnTo>
                    <a:pt x="869570" y="120097"/>
                  </a:lnTo>
                  <a:lnTo>
                    <a:pt x="925586" y="114339"/>
                  </a:lnTo>
                  <a:lnTo>
                    <a:pt x="978573" y="108892"/>
                  </a:lnTo>
                  <a:lnTo>
                    <a:pt x="1028841" y="103725"/>
                  </a:lnTo>
                  <a:lnTo>
                    <a:pt x="1076656" y="98809"/>
                  </a:lnTo>
                  <a:lnTo>
                    <a:pt x="1122246" y="94123"/>
                  </a:lnTo>
                  <a:lnTo>
                    <a:pt x="1165810" y="89645"/>
                  </a:lnTo>
                  <a:lnTo>
                    <a:pt x="1207519" y="85357"/>
                  </a:lnTo>
                  <a:lnTo>
                    <a:pt x="1247525" y="81245"/>
                  </a:lnTo>
                  <a:lnTo>
                    <a:pt x="1285962" y="77294"/>
                  </a:lnTo>
                  <a:lnTo>
                    <a:pt x="1322948" y="73492"/>
                  </a:lnTo>
                  <a:lnTo>
                    <a:pt x="1358589" y="69828"/>
                  </a:lnTo>
                  <a:lnTo>
                    <a:pt x="1392979" y="66293"/>
                  </a:lnTo>
                  <a:lnTo>
                    <a:pt x="1426203" y="62877"/>
                  </a:lnTo>
                  <a:lnTo>
                    <a:pt x="1458337" y="59574"/>
                  </a:lnTo>
                  <a:lnTo>
                    <a:pt x="1489451" y="56376"/>
                  </a:lnTo>
                  <a:lnTo>
                    <a:pt x="1519608" y="53276"/>
                  </a:lnTo>
                  <a:lnTo>
                    <a:pt x="1548864" y="50268"/>
                  </a:lnTo>
                  <a:lnTo>
                    <a:pt x="1577273" y="47348"/>
                  </a:lnTo>
                  <a:lnTo>
                    <a:pt x="1604880" y="44510"/>
                  </a:lnTo>
                  <a:lnTo>
                    <a:pt x="1631732" y="41750"/>
                  </a:lnTo>
                  <a:lnTo>
                    <a:pt x="1657867" y="39063"/>
                  </a:lnTo>
                  <a:lnTo>
                    <a:pt x="1683324" y="36447"/>
                  </a:lnTo>
                  <a:lnTo>
                    <a:pt x="1708135" y="33896"/>
                  </a:lnTo>
                  <a:lnTo>
                    <a:pt x="1732334" y="31409"/>
                  </a:lnTo>
                  <a:lnTo>
                    <a:pt x="1755950" y="28981"/>
                  </a:lnTo>
                  <a:lnTo>
                    <a:pt x="1779011" y="26610"/>
                  </a:lnTo>
                  <a:lnTo>
                    <a:pt x="1801541" y="24294"/>
                  </a:lnTo>
                  <a:lnTo>
                    <a:pt x="1823564" y="22030"/>
                  </a:lnTo>
                  <a:lnTo>
                    <a:pt x="1845104" y="19816"/>
                  </a:lnTo>
                  <a:lnTo>
                    <a:pt x="1866181" y="17650"/>
                  </a:lnTo>
                  <a:lnTo>
                    <a:pt x="1886813" y="15529"/>
                  </a:lnTo>
                  <a:lnTo>
                    <a:pt x="1907020" y="13452"/>
                  </a:lnTo>
                  <a:lnTo>
                    <a:pt x="1926819" y="11416"/>
                  </a:lnTo>
                  <a:lnTo>
                    <a:pt x="1946226" y="9421"/>
                  </a:lnTo>
                  <a:lnTo>
                    <a:pt x="1965256" y="7465"/>
                  </a:lnTo>
                  <a:lnTo>
                    <a:pt x="1983924" y="5546"/>
                  </a:lnTo>
                  <a:lnTo>
                    <a:pt x="2002242" y="3663"/>
                  </a:lnTo>
                  <a:lnTo>
                    <a:pt x="2020225" y="1815"/>
                  </a:lnTo>
                  <a:lnTo>
                    <a:pt x="2037883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0" name="pl769"/>
            <p:cNvSpPr/>
            <p:nvPr/>
          </p:nvSpPr>
          <p:spPr>
            <a:xfrm>
              <a:off x="1639321" y="7911235"/>
              <a:ext cx="2037883" cy="171495"/>
            </a:xfrm>
            <a:custGeom>
              <a:avLst/>
              <a:pathLst>
                <a:path w="2037883" h="171495">
                  <a:moveTo>
                    <a:pt x="0" y="0"/>
                  </a:moveTo>
                  <a:lnTo>
                    <a:pt x="130862" y="11012"/>
                  </a:lnTo>
                  <a:lnTo>
                    <a:pt x="246291" y="20726"/>
                  </a:lnTo>
                  <a:lnTo>
                    <a:pt x="349546" y="29415"/>
                  </a:lnTo>
                  <a:lnTo>
                    <a:pt x="442952" y="37276"/>
                  </a:lnTo>
                  <a:lnTo>
                    <a:pt x="528224" y="44452"/>
                  </a:lnTo>
                  <a:lnTo>
                    <a:pt x="606667" y="51053"/>
                  </a:lnTo>
                  <a:lnTo>
                    <a:pt x="679294" y="57165"/>
                  </a:lnTo>
                  <a:lnTo>
                    <a:pt x="746908" y="62855"/>
                  </a:lnTo>
                  <a:lnTo>
                    <a:pt x="810157" y="68177"/>
                  </a:lnTo>
                  <a:lnTo>
                    <a:pt x="869570" y="73177"/>
                  </a:lnTo>
                  <a:lnTo>
                    <a:pt x="925586" y="77891"/>
                  </a:lnTo>
                  <a:lnTo>
                    <a:pt x="978573" y="82350"/>
                  </a:lnTo>
                  <a:lnTo>
                    <a:pt x="1028841" y="86580"/>
                  </a:lnTo>
                  <a:lnTo>
                    <a:pt x="1076656" y="90604"/>
                  </a:lnTo>
                  <a:lnTo>
                    <a:pt x="1122246" y="94441"/>
                  </a:lnTo>
                  <a:lnTo>
                    <a:pt x="1165810" y="98107"/>
                  </a:lnTo>
                  <a:lnTo>
                    <a:pt x="1207519" y="101617"/>
                  </a:lnTo>
                  <a:lnTo>
                    <a:pt x="1247525" y="104984"/>
                  </a:lnTo>
                  <a:lnTo>
                    <a:pt x="1285962" y="108218"/>
                  </a:lnTo>
                  <a:lnTo>
                    <a:pt x="1322948" y="111331"/>
                  </a:lnTo>
                  <a:lnTo>
                    <a:pt x="1358589" y="114330"/>
                  </a:lnTo>
                  <a:lnTo>
                    <a:pt x="1392979" y="117224"/>
                  </a:lnTo>
                  <a:lnTo>
                    <a:pt x="1426203" y="120020"/>
                  </a:lnTo>
                  <a:lnTo>
                    <a:pt x="1458337" y="122724"/>
                  </a:lnTo>
                  <a:lnTo>
                    <a:pt x="1489451" y="125343"/>
                  </a:lnTo>
                  <a:lnTo>
                    <a:pt x="1519608" y="127880"/>
                  </a:lnTo>
                  <a:lnTo>
                    <a:pt x="1548864" y="130342"/>
                  </a:lnTo>
                  <a:lnTo>
                    <a:pt x="1577273" y="132733"/>
                  </a:lnTo>
                  <a:lnTo>
                    <a:pt x="1604880" y="135056"/>
                  </a:lnTo>
                  <a:lnTo>
                    <a:pt x="1631732" y="137316"/>
                  </a:lnTo>
                  <a:lnTo>
                    <a:pt x="1657867" y="139515"/>
                  </a:lnTo>
                  <a:lnTo>
                    <a:pt x="1683324" y="141658"/>
                  </a:lnTo>
                  <a:lnTo>
                    <a:pt x="1708135" y="143746"/>
                  </a:lnTo>
                  <a:lnTo>
                    <a:pt x="1732334" y="145782"/>
                  </a:lnTo>
                  <a:lnTo>
                    <a:pt x="1755950" y="147770"/>
                  </a:lnTo>
                  <a:lnTo>
                    <a:pt x="1779011" y="149710"/>
                  </a:lnTo>
                  <a:lnTo>
                    <a:pt x="1801541" y="151606"/>
                  </a:lnTo>
                  <a:lnTo>
                    <a:pt x="1823564" y="153460"/>
                  </a:lnTo>
                  <a:lnTo>
                    <a:pt x="1845104" y="155272"/>
                  </a:lnTo>
                  <a:lnTo>
                    <a:pt x="1866181" y="157046"/>
                  </a:lnTo>
                  <a:lnTo>
                    <a:pt x="1886813" y="158782"/>
                  </a:lnTo>
                  <a:lnTo>
                    <a:pt x="1907020" y="160483"/>
                  </a:lnTo>
                  <a:lnTo>
                    <a:pt x="1926819" y="162149"/>
                  </a:lnTo>
                  <a:lnTo>
                    <a:pt x="1946226" y="163782"/>
                  </a:lnTo>
                  <a:lnTo>
                    <a:pt x="1965256" y="165383"/>
                  </a:lnTo>
                  <a:lnTo>
                    <a:pt x="1983924" y="166954"/>
                  </a:lnTo>
                  <a:lnTo>
                    <a:pt x="2002242" y="168496"/>
                  </a:lnTo>
                  <a:lnTo>
                    <a:pt x="2020225" y="170009"/>
                  </a:lnTo>
                  <a:lnTo>
                    <a:pt x="2037883" y="171495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1" name="pl770"/>
            <p:cNvSpPr/>
            <p:nvPr/>
          </p:nvSpPr>
          <p:spPr>
            <a:xfrm>
              <a:off x="1639321" y="8140333"/>
              <a:ext cx="2037883" cy="297716"/>
            </a:xfrm>
            <a:custGeom>
              <a:avLst/>
              <a:pathLst>
                <a:path w="2037883" h="297716">
                  <a:moveTo>
                    <a:pt x="0" y="0"/>
                  </a:moveTo>
                  <a:lnTo>
                    <a:pt x="130862" y="19117"/>
                  </a:lnTo>
                  <a:lnTo>
                    <a:pt x="246291" y="35981"/>
                  </a:lnTo>
                  <a:lnTo>
                    <a:pt x="349546" y="51065"/>
                  </a:lnTo>
                  <a:lnTo>
                    <a:pt x="442952" y="64711"/>
                  </a:lnTo>
                  <a:lnTo>
                    <a:pt x="528224" y="77168"/>
                  </a:lnTo>
                  <a:lnTo>
                    <a:pt x="606667" y="88628"/>
                  </a:lnTo>
                  <a:lnTo>
                    <a:pt x="679294" y="99238"/>
                  </a:lnTo>
                  <a:lnTo>
                    <a:pt x="746908" y="109116"/>
                  </a:lnTo>
                  <a:lnTo>
                    <a:pt x="810157" y="118356"/>
                  </a:lnTo>
                  <a:lnTo>
                    <a:pt x="869570" y="127036"/>
                  </a:lnTo>
                  <a:lnTo>
                    <a:pt x="925586" y="135219"/>
                  </a:lnTo>
                  <a:lnTo>
                    <a:pt x="978573" y="142960"/>
                  </a:lnTo>
                  <a:lnTo>
                    <a:pt x="1028841" y="150304"/>
                  </a:lnTo>
                  <a:lnTo>
                    <a:pt x="1076656" y="157289"/>
                  </a:lnTo>
                  <a:lnTo>
                    <a:pt x="1122246" y="163950"/>
                  </a:lnTo>
                  <a:lnTo>
                    <a:pt x="1165810" y="170314"/>
                  </a:lnTo>
                  <a:lnTo>
                    <a:pt x="1207519" y="176407"/>
                  </a:lnTo>
                  <a:lnTo>
                    <a:pt x="1247525" y="182252"/>
                  </a:lnTo>
                  <a:lnTo>
                    <a:pt x="1285962" y="187867"/>
                  </a:lnTo>
                  <a:lnTo>
                    <a:pt x="1322948" y="193270"/>
                  </a:lnTo>
                  <a:lnTo>
                    <a:pt x="1358589" y="198477"/>
                  </a:lnTo>
                  <a:lnTo>
                    <a:pt x="1392979" y="203501"/>
                  </a:lnTo>
                  <a:lnTo>
                    <a:pt x="1426203" y="208355"/>
                  </a:lnTo>
                  <a:lnTo>
                    <a:pt x="1458337" y="213050"/>
                  </a:lnTo>
                  <a:lnTo>
                    <a:pt x="1489451" y="217595"/>
                  </a:lnTo>
                  <a:lnTo>
                    <a:pt x="1519608" y="222001"/>
                  </a:lnTo>
                  <a:lnTo>
                    <a:pt x="1548864" y="226275"/>
                  </a:lnTo>
                  <a:lnTo>
                    <a:pt x="1577273" y="230425"/>
                  </a:lnTo>
                  <a:lnTo>
                    <a:pt x="1604880" y="234458"/>
                  </a:lnTo>
                  <a:lnTo>
                    <a:pt x="1631732" y="238381"/>
                  </a:lnTo>
                  <a:lnTo>
                    <a:pt x="1657867" y="242199"/>
                  </a:lnTo>
                  <a:lnTo>
                    <a:pt x="1683324" y="245918"/>
                  </a:lnTo>
                  <a:lnTo>
                    <a:pt x="1708135" y="249543"/>
                  </a:lnTo>
                  <a:lnTo>
                    <a:pt x="1732334" y="253078"/>
                  </a:lnTo>
                  <a:lnTo>
                    <a:pt x="1755950" y="256528"/>
                  </a:lnTo>
                  <a:lnTo>
                    <a:pt x="1779011" y="259897"/>
                  </a:lnTo>
                  <a:lnTo>
                    <a:pt x="1801541" y="263189"/>
                  </a:lnTo>
                  <a:lnTo>
                    <a:pt x="1823564" y="266406"/>
                  </a:lnTo>
                  <a:lnTo>
                    <a:pt x="1845104" y="269553"/>
                  </a:lnTo>
                  <a:lnTo>
                    <a:pt x="1866181" y="272632"/>
                  </a:lnTo>
                  <a:lnTo>
                    <a:pt x="1886813" y="275646"/>
                  </a:lnTo>
                  <a:lnTo>
                    <a:pt x="1907020" y="278598"/>
                  </a:lnTo>
                  <a:lnTo>
                    <a:pt x="1926819" y="281491"/>
                  </a:lnTo>
                  <a:lnTo>
                    <a:pt x="1946226" y="284326"/>
                  </a:lnTo>
                  <a:lnTo>
                    <a:pt x="1965256" y="287106"/>
                  </a:lnTo>
                  <a:lnTo>
                    <a:pt x="1983924" y="289833"/>
                  </a:lnTo>
                  <a:lnTo>
                    <a:pt x="2002242" y="292509"/>
                  </a:lnTo>
                  <a:lnTo>
                    <a:pt x="2020225" y="295136"/>
                  </a:lnTo>
                  <a:lnTo>
                    <a:pt x="2037883" y="297716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2" name="pl771"/>
            <p:cNvSpPr/>
            <p:nvPr/>
          </p:nvSpPr>
          <p:spPr>
            <a:xfrm>
              <a:off x="1639321" y="8050616"/>
              <a:ext cx="2037883" cy="14492"/>
            </a:xfrm>
            <a:custGeom>
              <a:avLst/>
              <a:pathLst>
                <a:path w="2037883" h="14492">
                  <a:moveTo>
                    <a:pt x="0" y="14492"/>
                  </a:moveTo>
                  <a:lnTo>
                    <a:pt x="130862" y="13561"/>
                  </a:lnTo>
                  <a:lnTo>
                    <a:pt x="246291" y="12741"/>
                  </a:lnTo>
                  <a:lnTo>
                    <a:pt x="349546" y="12006"/>
                  </a:lnTo>
                  <a:lnTo>
                    <a:pt x="442952" y="11342"/>
                  </a:lnTo>
                  <a:lnTo>
                    <a:pt x="528224" y="10736"/>
                  </a:lnTo>
                  <a:lnTo>
                    <a:pt x="606667" y="10178"/>
                  </a:lnTo>
                  <a:lnTo>
                    <a:pt x="679294" y="9661"/>
                  </a:lnTo>
                  <a:lnTo>
                    <a:pt x="746908" y="9180"/>
                  </a:lnTo>
                  <a:lnTo>
                    <a:pt x="810157" y="8731"/>
                  </a:lnTo>
                  <a:lnTo>
                    <a:pt x="869570" y="8308"/>
                  </a:lnTo>
                  <a:lnTo>
                    <a:pt x="925586" y="7910"/>
                  </a:lnTo>
                  <a:lnTo>
                    <a:pt x="978573" y="7533"/>
                  </a:lnTo>
                  <a:lnTo>
                    <a:pt x="1028841" y="7175"/>
                  </a:lnTo>
                  <a:lnTo>
                    <a:pt x="1076656" y="6835"/>
                  </a:lnTo>
                  <a:lnTo>
                    <a:pt x="1122246" y="6511"/>
                  </a:lnTo>
                  <a:lnTo>
                    <a:pt x="1165810" y="6201"/>
                  </a:lnTo>
                  <a:lnTo>
                    <a:pt x="1207519" y="5905"/>
                  </a:lnTo>
                  <a:lnTo>
                    <a:pt x="1247525" y="5620"/>
                  </a:lnTo>
                  <a:lnTo>
                    <a:pt x="1285962" y="5347"/>
                  </a:lnTo>
                  <a:lnTo>
                    <a:pt x="1322948" y="5084"/>
                  </a:lnTo>
                  <a:lnTo>
                    <a:pt x="1358589" y="4830"/>
                  </a:lnTo>
                  <a:lnTo>
                    <a:pt x="1392979" y="4586"/>
                  </a:lnTo>
                  <a:lnTo>
                    <a:pt x="1426203" y="4350"/>
                  </a:lnTo>
                  <a:lnTo>
                    <a:pt x="1458337" y="4121"/>
                  </a:lnTo>
                  <a:lnTo>
                    <a:pt x="1489451" y="3900"/>
                  </a:lnTo>
                  <a:lnTo>
                    <a:pt x="1519608" y="3685"/>
                  </a:lnTo>
                  <a:lnTo>
                    <a:pt x="1548864" y="3477"/>
                  </a:lnTo>
                  <a:lnTo>
                    <a:pt x="1577273" y="3275"/>
                  </a:lnTo>
                  <a:lnTo>
                    <a:pt x="1604880" y="3079"/>
                  </a:lnTo>
                  <a:lnTo>
                    <a:pt x="1631732" y="2888"/>
                  </a:lnTo>
                  <a:lnTo>
                    <a:pt x="1657867" y="2702"/>
                  </a:lnTo>
                  <a:lnTo>
                    <a:pt x="1683324" y="2521"/>
                  </a:lnTo>
                  <a:lnTo>
                    <a:pt x="1708135" y="2345"/>
                  </a:lnTo>
                  <a:lnTo>
                    <a:pt x="1732334" y="2172"/>
                  </a:lnTo>
                  <a:lnTo>
                    <a:pt x="1755950" y="2004"/>
                  </a:lnTo>
                  <a:lnTo>
                    <a:pt x="1779011" y="1840"/>
                  </a:lnTo>
                  <a:lnTo>
                    <a:pt x="1801541" y="1680"/>
                  </a:lnTo>
                  <a:lnTo>
                    <a:pt x="1823564" y="1524"/>
                  </a:lnTo>
                  <a:lnTo>
                    <a:pt x="1845104" y="1370"/>
                  </a:lnTo>
                  <a:lnTo>
                    <a:pt x="1866181" y="1221"/>
                  </a:lnTo>
                  <a:lnTo>
                    <a:pt x="1886813" y="1074"/>
                  </a:lnTo>
                  <a:lnTo>
                    <a:pt x="1907020" y="930"/>
                  </a:lnTo>
                  <a:lnTo>
                    <a:pt x="1926819" y="789"/>
                  </a:lnTo>
                  <a:lnTo>
                    <a:pt x="1946226" y="651"/>
                  </a:lnTo>
                  <a:lnTo>
                    <a:pt x="1965256" y="516"/>
                  </a:lnTo>
                  <a:lnTo>
                    <a:pt x="1983924" y="383"/>
                  </a:lnTo>
                  <a:lnTo>
                    <a:pt x="2002242" y="253"/>
                  </a:lnTo>
                  <a:lnTo>
                    <a:pt x="2020225" y="125"/>
                  </a:lnTo>
                  <a:lnTo>
                    <a:pt x="2037883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3" name="pl772"/>
            <p:cNvSpPr/>
            <p:nvPr/>
          </p:nvSpPr>
          <p:spPr>
            <a:xfrm>
              <a:off x="1639321" y="8108008"/>
              <a:ext cx="2037883" cy="124938"/>
            </a:xfrm>
            <a:custGeom>
              <a:avLst/>
              <a:pathLst>
                <a:path w="2037883" h="124938">
                  <a:moveTo>
                    <a:pt x="0" y="0"/>
                  </a:moveTo>
                  <a:lnTo>
                    <a:pt x="130862" y="8022"/>
                  </a:lnTo>
                  <a:lnTo>
                    <a:pt x="246291" y="15099"/>
                  </a:lnTo>
                  <a:lnTo>
                    <a:pt x="349546" y="21429"/>
                  </a:lnTo>
                  <a:lnTo>
                    <a:pt x="442952" y="27156"/>
                  </a:lnTo>
                  <a:lnTo>
                    <a:pt x="528224" y="32384"/>
                  </a:lnTo>
                  <a:lnTo>
                    <a:pt x="606667" y="37193"/>
                  </a:lnTo>
                  <a:lnTo>
                    <a:pt x="679294" y="41646"/>
                  </a:lnTo>
                  <a:lnTo>
                    <a:pt x="746908" y="45791"/>
                  </a:lnTo>
                  <a:lnTo>
                    <a:pt x="810157" y="49668"/>
                  </a:lnTo>
                  <a:lnTo>
                    <a:pt x="869570" y="53311"/>
                  </a:lnTo>
                  <a:lnTo>
                    <a:pt x="925586" y="56745"/>
                  </a:lnTo>
                  <a:lnTo>
                    <a:pt x="978573" y="59994"/>
                  </a:lnTo>
                  <a:lnTo>
                    <a:pt x="1028841" y="63076"/>
                  </a:lnTo>
                  <a:lnTo>
                    <a:pt x="1076656" y="66007"/>
                  </a:lnTo>
                  <a:lnTo>
                    <a:pt x="1122246" y="68802"/>
                  </a:lnTo>
                  <a:lnTo>
                    <a:pt x="1165810" y="71473"/>
                  </a:lnTo>
                  <a:lnTo>
                    <a:pt x="1207519" y="74030"/>
                  </a:lnTo>
                  <a:lnTo>
                    <a:pt x="1247525" y="76483"/>
                  </a:lnTo>
                  <a:lnTo>
                    <a:pt x="1285962" y="78839"/>
                  </a:lnTo>
                  <a:lnTo>
                    <a:pt x="1322948" y="81107"/>
                  </a:lnTo>
                  <a:lnTo>
                    <a:pt x="1358589" y="83292"/>
                  </a:lnTo>
                  <a:lnTo>
                    <a:pt x="1392979" y="85400"/>
                  </a:lnTo>
                  <a:lnTo>
                    <a:pt x="1426203" y="87437"/>
                  </a:lnTo>
                  <a:lnTo>
                    <a:pt x="1458337" y="89407"/>
                  </a:lnTo>
                  <a:lnTo>
                    <a:pt x="1489451" y="91315"/>
                  </a:lnTo>
                  <a:lnTo>
                    <a:pt x="1519608" y="93163"/>
                  </a:lnTo>
                  <a:lnTo>
                    <a:pt x="1548864" y="94957"/>
                  </a:lnTo>
                  <a:lnTo>
                    <a:pt x="1577273" y="96699"/>
                  </a:lnTo>
                  <a:lnTo>
                    <a:pt x="1604880" y="98391"/>
                  </a:lnTo>
                  <a:lnTo>
                    <a:pt x="1631732" y="100037"/>
                  </a:lnTo>
                  <a:lnTo>
                    <a:pt x="1657867" y="101640"/>
                  </a:lnTo>
                  <a:lnTo>
                    <a:pt x="1683324" y="103200"/>
                  </a:lnTo>
                  <a:lnTo>
                    <a:pt x="1708135" y="104722"/>
                  </a:lnTo>
                  <a:lnTo>
                    <a:pt x="1732334" y="106205"/>
                  </a:lnTo>
                  <a:lnTo>
                    <a:pt x="1755950" y="107653"/>
                  </a:lnTo>
                  <a:lnTo>
                    <a:pt x="1779011" y="109067"/>
                  </a:lnTo>
                  <a:lnTo>
                    <a:pt x="1801541" y="110448"/>
                  </a:lnTo>
                  <a:lnTo>
                    <a:pt x="1823564" y="111798"/>
                  </a:lnTo>
                  <a:lnTo>
                    <a:pt x="1845104" y="113119"/>
                  </a:lnTo>
                  <a:lnTo>
                    <a:pt x="1866181" y="114411"/>
                  </a:lnTo>
                  <a:lnTo>
                    <a:pt x="1886813" y="115676"/>
                  </a:lnTo>
                  <a:lnTo>
                    <a:pt x="1907020" y="116915"/>
                  </a:lnTo>
                  <a:lnTo>
                    <a:pt x="1926819" y="118129"/>
                  </a:lnTo>
                  <a:lnTo>
                    <a:pt x="1946226" y="119318"/>
                  </a:lnTo>
                  <a:lnTo>
                    <a:pt x="1965256" y="120485"/>
                  </a:lnTo>
                  <a:lnTo>
                    <a:pt x="1983924" y="121630"/>
                  </a:lnTo>
                  <a:lnTo>
                    <a:pt x="2002242" y="122753"/>
                  </a:lnTo>
                  <a:lnTo>
                    <a:pt x="2020225" y="123855"/>
                  </a:lnTo>
                  <a:lnTo>
                    <a:pt x="2037883" y="124938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4" name="rc773"/>
            <p:cNvSpPr/>
            <p:nvPr/>
          </p:nvSpPr>
          <p:spPr>
            <a:xfrm>
              <a:off x="1503277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75" name="pl774"/>
            <p:cNvSpPr/>
            <p:nvPr/>
          </p:nvSpPr>
          <p:spPr>
            <a:xfrm>
              <a:off x="1503277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tx775"/>
            <p:cNvSpPr/>
            <p:nvPr/>
          </p:nvSpPr>
          <p:spPr>
            <a:xfrm rot="-5400000">
              <a:off x="1272281" y="844207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77" name="tx776"/>
            <p:cNvSpPr/>
            <p:nvPr/>
          </p:nvSpPr>
          <p:spPr>
            <a:xfrm rot="-5400000">
              <a:off x="1272281" y="7778376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78" name="tx777"/>
            <p:cNvSpPr/>
            <p:nvPr/>
          </p:nvSpPr>
          <p:spPr>
            <a:xfrm rot="-5400000">
              <a:off x="1272281" y="7114673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79" name="pl778"/>
            <p:cNvSpPr/>
            <p:nvPr/>
          </p:nvSpPr>
          <p:spPr>
            <a:xfrm>
              <a:off x="1465319" y="849218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79"/>
            <p:cNvSpPr/>
            <p:nvPr/>
          </p:nvSpPr>
          <p:spPr>
            <a:xfrm>
              <a:off x="1465319" y="782848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0"/>
            <p:cNvSpPr/>
            <p:nvPr/>
          </p:nvSpPr>
          <p:spPr>
            <a:xfrm>
              <a:off x="1465319" y="716478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1"/>
            <p:cNvSpPr/>
            <p:nvPr/>
          </p:nvSpPr>
          <p:spPr>
            <a:xfrm>
              <a:off x="1503277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2"/>
            <p:cNvSpPr/>
            <p:nvPr/>
          </p:nvSpPr>
          <p:spPr>
            <a:xfrm>
              <a:off x="1639321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3"/>
            <p:cNvSpPr/>
            <p:nvPr/>
          </p:nvSpPr>
          <p:spPr>
            <a:xfrm>
              <a:off x="2318616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4"/>
            <p:cNvSpPr/>
            <p:nvPr/>
          </p:nvSpPr>
          <p:spPr>
            <a:xfrm>
              <a:off x="2997910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5"/>
            <p:cNvSpPr/>
            <p:nvPr/>
          </p:nvSpPr>
          <p:spPr>
            <a:xfrm>
              <a:off x="3677205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tx786"/>
            <p:cNvSpPr/>
            <p:nvPr/>
          </p:nvSpPr>
          <p:spPr>
            <a:xfrm>
              <a:off x="1600459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88" name="tx787"/>
            <p:cNvSpPr/>
            <p:nvPr/>
          </p:nvSpPr>
          <p:spPr>
            <a:xfrm>
              <a:off x="2279754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89" name="tx788"/>
            <p:cNvSpPr/>
            <p:nvPr/>
          </p:nvSpPr>
          <p:spPr>
            <a:xfrm>
              <a:off x="2959048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90" name="tx789"/>
            <p:cNvSpPr/>
            <p:nvPr/>
          </p:nvSpPr>
          <p:spPr>
            <a:xfrm>
              <a:off x="3638343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91" name="tx790"/>
            <p:cNvSpPr/>
            <p:nvPr/>
          </p:nvSpPr>
          <p:spPr>
            <a:xfrm>
              <a:off x="2300585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92" name="tx791"/>
            <p:cNvSpPr/>
            <p:nvPr/>
          </p:nvSpPr>
          <p:spPr>
            <a:xfrm rot="-5400000">
              <a:off x="1004992" y="7573512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793" name="tx792"/>
            <p:cNvSpPr/>
            <p:nvPr/>
          </p:nvSpPr>
          <p:spPr>
            <a:xfrm>
              <a:off x="1503277" y="6347601"/>
              <a:ext cx="63175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94" name="rc793"/>
            <p:cNvSpPr/>
            <p:nvPr/>
          </p:nvSpPr>
          <p:spPr>
            <a:xfrm>
              <a:off x="4122981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4268849" y="756270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4209182" y="706845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4205789" y="7662392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4244418" y="757739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4278381" y="684568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4252074" y="751506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4265620" y="817049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4240252" y="794077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4239337" y="760597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4199531" y="672906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4869631" y="855109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4890040" y="747843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4953234" y="766067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4893508" y="835786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4926780" y="766668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4906439" y="793376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4876136" y="808035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4949428" y="820892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4951967" y="783021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4936370" y="729790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4906300" y="720464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4905423" y="806402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4873182" y="779835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4899656" y="787089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4895914" y="767542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4901962" y="712014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4902253" y="797665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4870148" y="6847819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5571474" y="703760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5622453" y="775160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5611333" y="7618417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5551142" y="794915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5608675" y="790756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5612713" y="809477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5567909" y="747160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5559975" y="729051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5572359" y="730971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5558221" y="738664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5568319" y="767725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5604772" y="691618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5599129" y="813368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5627592" y="833702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5623310" y="756246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5639337" y="719237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5564355" y="769421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5619641" y="832677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5626207" y="665620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5612978" y="744458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6233716" y="797093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6229601" y="768010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6257832" y="795290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6316527" y="792720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6233175" y="807540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6254991" y="757416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6288743" y="785813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6307099" y="8481926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6230211" y="768977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6245536" y="806074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6242124" y="808446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6272849" y="780645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6307026" y="762493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6264159" y="824257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6229789" y="808926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6273770" y="814367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6294624" y="7217509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6226643" y="747508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6298373" y="816062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6309854" y="777690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6294652" y="751815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6298753" y="759120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6261981" y="747962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6261491" y="795556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7" name="pl866"/>
            <p:cNvSpPr/>
            <p:nvPr/>
          </p:nvSpPr>
          <p:spPr>
            <a:xfrm>
              <a:off x="4267458" y="7640426"/>
              <a:ext cx="2032027" cy="29716"/>
            </a:xfrm>
            <a:custGeom>
              <a:avLst/>
              <a:pathLst>
                <a:path w="2032027" h="29716">
                  <a:moveTo>
                    <a:pt x="0" y="0"/>
                  </a:moveTo>
                  <a:lnTo>
                    <a:pt x="130486" y="1908"/>
                  </a:lnTo>
                  <a:lnTo>
                    <a:pt x="245584" y="3591"/>
                  </a:lnTo>
                  <a:lnTo>
                    <a:pt x="348542" y="5097"/>
                  </a:lnTo>
                  <a:lnTo>
                    <a:pt x="441679" y="6459"/>
                  </a:lnTo>
                  <a:lnTo>
                    <a:pt x="526706" y="7702"/>
                  </a:lnTo>
                  <a:lnTo>
                    <a:pt x="604924" y="8846"/>
                  </a:lnTo>
                  <a:lnTo>
                    <a:pt x="677342" y="9905"/>
                  </a:lnTo>
                  <a:lnTo>
                    <a:pt x="744762" y="10891"/>
                  </a:lnTo>
                  <a:lnTo>
                    <a:pt x="807829" y="11813"/>
                  </a:lnTo>
                  <a:lnTo>
                    <a:pt x="867071" y="12679"/>
                  </a:lnTo>
                  <a:lnTo>
                    <a:pt x="922926" y="13496"/>
                  </a:lnTo>
                  <a:lnTo>
                    <a:pt x="975761" y="14269"/>
                  </a:lnTo>
                  <a:lnTo>
                    <a:pt x="1025884" y="15002"/>
                  </a:lnTo>
                  <a:lnTo>
                    <a:pt x="1073562" y="15699"/>
                  </a:lnTo>
                  <a:lnTo>
                    <a:pt x="1119021" y="16364"/>
                  </a:lnTo>
                  <a:lnTo>
                    <a:pt x="1162460" y="16999"/>
                  </a:lnTo>
                  <a:lnTo>
                    <a:pt x="1204049" y="17607"/>
                  </a:lnTo>
                  <a:lnTo>
                    <a:pt x="1243940" y="18191"/>
                  </a:lnTo>
                  <a:lnTo>
                    <a:pt x="1282267" y="18751"/>
                  </a:lnTo>
                  <a:lnTo>
                    <a:pt x="1319146" y="19290"/>
                  </a:lnTo>
                  <a:lnTo>
                    <a:pt x="1354685" y="19810"/>
                  </a:lnTo>
                  <a:lnTo>
                    <a:pt x="1388976" y="20312"/>
                  </a:lnTo>
                  <a:lnTo>
                    <a:pt x="1422105" y="20796"/>
                  </a:lnTo>
                  <a:lnTo>
                    <a:pt x="1454147" y="21265"/>
                  </a:lnTo>
                  <a:lnTo>
                    <a:pt x="1485171" y="21718"/>
                  </a:lnTo>
                  <a:lnTo>
                    <a:pt x="1515242" y="22158"/>
                  </a:lnTo>
                  <a:lnTo>
                    <a:pt x="1544414" y="22585"/>
                  </a:lnTo>
                  <a:lnTo>
                    <a:pt x="1572740" y="22999"/>
                  </a:lnTo>
                  <a:lnTo>
                    <a:pt x="1600269" y="23402"/>
                  </a:lnTo>
                  <a:lnTo>
                    <a:pt x="1627043" y="23793"/>
                  </a:lnTo>
                  <a:lnTo>
                    <a:pt x="1653103" y="24174"/>
                  </a:lnTo>
                  <a:lnTo>
                    <a:pt x="1678487" y="24545"/>
                  </a:lnTo>
                  <a:lnTo>
                    <a:pt x="1703227" y="24907"/>
                  </a:lnTo>
                  <a:lnTo>
                    <a:pt x="1727357" y="25260"/>
                  </a:lnTo>
                  <a:lnTo>
                    <a:pt x="1750905" y="25604"/>
                  </a:lnTo>
                  <a:lnTo>
                    <a:pt x="1773899" y="25941"/>
                  </a:lnTo>
                  <a:lnTo>
                    <a:pt x="1796364" y="26269"/>
                  </a:lnTo>
                  <a:lnTo>
                    <a:pt x="1818325" y="26590"/>
                  </a:lnTo>
                  <a:lnTo>
                    <a:pt x="1839802" y="26904"/>
                  </a:lnTo>
                  <a:lnTo>
                    <a:pt x="1860818" y="27212"/>
                  </a:lnTo>
                  <a:lnTo>
                    <a:pt x="1881392" y="27513"/>
                  </a:lnTo>
                  <a:lnTo>
                    <a:pt x="1901541" y="27807"/>
                  </a:lnTo>
                  <a:lnTo>
                    <a:pt x="1921283" y="28096"/>
                  </a:lnTo>
                  <a:lnTo>
                    <a:pt x="1940634" y="28379"/>
                  </a:lnTo>
                  <a:lnTo>
                    <a:pt x="1959609" y="28657"/>
                  </a:lnTo>
                  <a:lnTo>
                    <a:pt x="1978223" y="28929"/>
                  </a:lnTo>
                  <a:lnTo>
                    <a:pt x="1996489" y="29196"/>
                  </a:lnTo>
                  <a:lnTo>
                    <a:pt x="2014420" y="29458"/>
                  </a:lnTo>
                  <a:lnTo>
                    <a:pt x="2032027" y="29716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8" name="pl867"/>
            <p:cNvSpPr/>
            <p:nvPr/>
          </p:nvSpPr>
          <p:spPr>
            <a:xfrm>
              <a:off x="4267458" y="7621967"/>
              <a:ext cx="2032027" cy="15604"/>
            </a:xfrm>
            <a:custGeom>
              <a:avLst/>
              <a:pathLst>
                <a:path w="2032027" h="15604">
                  <a:moveTo>
                    <a:pt x="0" y="15604"/>
                  </a:moveTo>
                  <a:lnTo>
                    <a:pt x="130486" y="14602"/>
                  </a:lnTo>
                  <a:lnTo>
                    <a:pt x="245584" y="13718"/>
                  </a:lnTo>
                  <a:lnTo>
                    <a:pt x="348542" y="12928"/>
                  </a:lnTo>
                  <a:lnTo>
                    <a:pt x="441679" y="12212"/>
                  </a:lnTo>
                  <a:lnTo>
                    <a:pt x="526706" y="11559"/>
                  </a:lnTo>
                  <a:lnTo>
                    <a:pt x="604924" y="10959"/>
                  </a:lnTo>
                  <a:lnTo>
                    <a:pt x="677342" y="10403"/>
                  </a:lnTo>
                  <a:lnTo>
                    <a:pt x="744762" y="9885"/>
                  </a:lnTo>
                  <a:lnTo>
                    <a:pt x="807829" y="9401"/>
                  </a:lnTo>
                  <a:lnTo>
                    <a:pt x="867071" y="8946"/>
                  </a:lnTo>
                  <a:lnTo>
                    <a:pt x="922926" y="8517"/>
                  </a:lnTo>
                  <a:lnTo>
                    <a:pt x="975761" y="8111"/>
                  </a:lnTo>
                  <a:lnTo>
                    <a:pt x="1025884" y="7726"/>
                  </a:lnTo>
                  <a:lnTo>
                    <a:pt x="1073562" y="7360"/>
                  </a:lnTo>
                  <a:lnTo>
                    <a:pt x="1119021" y="7011"/>
                  </a:lnTo>
                  <a:lnTo>
                    <a:pt x="1162460" y="6677"/>
                  </a:lnTo>
                  <a:lnTo>
                    <a:pt x="1204049" y="6358"/>
                  </a:lnTo>
                  <a:lnTo>
                    <a:pt x="1243940" y="6052"/>
                  </a:lnTo>
                  <a:lnTo>
                    <a:pt x="1282267" y="5757"/>
                  </a:lnTo>
                  <a:lnTo>
                    <a:pt x="1319146" y="5474"/>
                  </a:lnTo>
                  <a:lnTo>
                    <a:pt x="1354685" y="5201"/>
                  </a:lnTo>
                  <a:lnTo>
                    <a:pt x="1388976" y="4938"/>
                  </a:lnTo>
                  <a:lnTo>
                    <a:pt x="1422105" y="4683"/>
                  </a:lnTo>
                  <a:lnTo>
                    <a:pt x="1454147" y="4437"/>
                  </a:lnTo>
                  <a:lnTo>
                    <a:pt x="1485171" y="4199"/>
                  </a:lnTo>
                  <a:lnTo>
                    <a:pt x="1515242" y="3968"/>
                  </a:lnTo>
                  <a:lnTo>
                    <a:pt x="1544414" y="3744"/>
                  </a:lnTo>
                  <a:lnTo>
                    <a:pt x="1572740" y="3527"/>
                  </a:lnTo>
                  <a:lnTo>
                    <a:pt x="1600269" y="3315"/>
                  </a:lnTo>
                  <a:lnTo>
                    <a:pt x="1627043" y="3110"/>
                  </a:lnTo>
                  <a:lnTo>
                    <a:pt x="1653103" y="2909"/>
                  </a:lnTo>
                  <a:lnTo>
                    <a:pt x="1678487" y="2714"/>
                  </a:lnTo>
                  <a:lnTo>
                    <a:pt x="1703227" y="2524"/>
                  </a:lnTo>
                  <a:lnTo>
                    <a:pt x="1727357" y="2339"/>
                  </a:lnTo>
                  <a:lnTo>
                    <a:pt x="1750905" y="2158"/>
                  </a:lnTo>
                  <a:lnTo>
                    <a:pt x="1773899" y="1982"/>
                  </a:lnTo>
                  <a:lnTo>
                    <a:pt x="1796364" y="1809"/>
                  </a:lnTo>
                  <a:lnTo>
                    <a:pt x="1818325" y="1641"/>
                  </a:lnTo>
                  <a:lnTo>
                    <a:pt x="1839802" y="1476"/>
                  </a:lnTo>
                  <a:lnTo>
                    <a:pt x="1860818" y="1314"/>
                  </a:lnTo>
                  <a:lnTo>
                    <a:pt x="1881392" y="1156"/>
                  </a:lnTo>
                  <a:lnTo>
                    <a:pt x="1901541" y="1002"/>
                  </a:lnTo>
                  <a:lnTo>
                    <a:pt x="1921283" y="850"/>
                  </a:lnTo>
                  <a:lnTo>
                    <a:pt x="1940634" y="701"/>
                  </a:lnTo>
                  <a:lnTo>
                    <a:pt x="1959609" y="556"/>
                  </a:lnTo>
                  <a:lnTo>
                    <a:pt x="1978223" y="413"/>
                  </a:lnTo>
                  <a:lnTo>
                    <a:pt x="1996489" y="272"/>
                  </a:lnTo>
                  <a:lnTo>
                    <a:pt x="2014420" y="135"/>
                  </a:lnTo>
                  <a:lnTo>
                    <a:pt x="2032027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9" name="pl868"/>
            <p:cNvSpPr/>
            <p:nvPr/>
          </p:nvSpPr>
          <p:spPr>
            <a:xfrm>
              <a:off x="4267458" y="7565256"/>
              <a:ext cx="2032027" cy="692958"/>
            </a:xfrm>
            <a:custGeom>
              <a:avLst/>
              <a:pathLst>
                <a:path w="2032027" h="692958">
                  <a:moveTo>
                    <a:pt x="0" y="0"/>
                  </a:moveTo>
                  <a:lnTo>
                    <a:pt x="130486" y="44498"/>
                  </a:lnTo>
                  <a:lnTo>
                    <a:pt x="245584" y="83748"/>
                  </a:lnTo>
                  <a:lnTo>
                    <a:pt x="348542" y="118859"/>
                  </a:lnTo>
                  <a:lnTo>
                    <a:pt x="441679" y="150620"/>
                  </a:lnTo>
                  <a:lnTo>
                    <a:pt x="526706" y="179616"/>
                  </a:lnTo>
                  <a:lnTo>
                    <a:pt x="604924" y="206290"/>
                  </a:lnTo>
                  <a:lnTo>
                    <a:pt x="677342" y="230986"/>
                  </a:lnTo>
                  <a:lnTo>
                    <a:pt x="744762" y="253977"/>
                  </a:lnTo>
                  <a:lnTo>
                    <a:pt x="807829" y="275484"/>
                  </a:lnTo>
                  <a:lnTo>
                    <a:pt x="867071" y="295687"/>
                  </a:lnTo>
                  <a:lnTo>
                    <a:pt x="922926" y="314734"/>
                  </a:lnTo>
                  <a:lnTo>
                    <a:pt x="975761" y="332752"/>
                  </a:lnTo>
                  <a:lnTo>
                    <a:pt x="1025884" y="349845"/>
                  </a:lnTo>
                  <a:lnTo>
                    <a:pt x="1073562" y="366104"/>
                  </a:lnTo>
                  <a:lnTo>
                    <a:pt x="1119021" y="381606"/>
                  </a:lnTo>
                  <a:lnTo>
                    <a:pt x="1162460" y="396420"/>
                  </a:lnTo>
                  <a:lnTo>
                    <a:pt x="1204049" y="410602"/>
                  </a:lnTo>
                  <a:lnTo>
                    <a:pt x="1243940" y="424206"/>
                  </a:lnTo>
                  <a:lnTo>
                    <a:pt x="1282267" y="437276"/>
                  </a:lnTo>
                  <a:lnTo>
                    <a:pt x="1319146" y="449853"/>
                  </a:lnTo>
                  <a:lnTo>
                    <a:pt x="1354685" y="461972"/>
                  </a:lnTo>
                  <a:lnTo>
                    <a:pt x="1388976" y="473666"/>
                  </a:lnTo>
                  <a:lnTo>
                    <a:pt x="1422105" y="484963"/>
                  </a:lnTo>
                  <a:lnTo>
                    <a:pt x="1454147" y="495890"/>
                  </a:lnTo>
                  <a:lnTo>
                    <a:pt x="1485171" y="506470"/>
                  </a:lnTo>
                  <a:lnTo>
                    <a:pt x="1515242" y="516725"/>
                  </a:lnTo>
                  <a:lnTo>
                    <a:pt x="1544414" y="526673"/>
                  </a:lnTo>
                  <a:lnTo>
                    <a:pt x="1572740" y="536333"/>
                  </a:lnTo>
                  <a:lnTo>
                    <a:pt x="1600269" y="545721"/>
                  </a:lnTo>
                  <a:lnTo>
                    <a:pt x="1627043" y="554851"/>
                  </a:lnTo>
                  <a:lnTo>
                    <a:pt x="1653103" y="563738"/>
                  </a:lnTo>
                  <a:lnTo>
                    <a:pt x="1678487" y="572394"/>
                  </a:lnTo>
                  <a:lnTo>
                    <a:pt x="1703227" y="580831"/>
                  </a:lnTo>
                  <a:lnTo>
                    <a:pt x="1727357" y="589060"/>
                  </a:lnTo>
                  <a:lnTo>
                    <a:pt x="1750905" y="597090"/>
                  </a:lnTo>
                  <a:lnTo>
                    <a:pt x="1773899" y="604931"/>
                  </a:lnTo>
                  <a:lnTo>
                    <a:pt x="1796364" y="612593"/>
                  </a:lnTo>
                  <a:lnTo>
                    <a:pt x="1818325" y="620081"/>
                  </a:lnTo>
                  <a:lnTo>
                    <a:pt x="1839802" y="627406"/>
                  </a:lnTo>
                  <a:lnTo>
                    <a:pt x="1860818" y="634573"/>
                  </a:lnTo>
                  <a:lnTo>
                    <a:pt x="1881392" y="641588"/>
                  </a:lnTo>
                  <a:lnTo>
                    <a:pt x="1901541" y="648460"/>
                  </a:lnTo>
                  <a:lnTo>
                    <a:pt x="1921283" y="655192"/>
                  </a:lnTo>
                  <a:lnTo>
                    <a:pt x="1940634" y="661791"/>
                  </a:lnTo>
                  <a:lnTo>
                    <a:pt x="1959609" y="668262"/>
                  </a:lnTo>
                  <a:lnTo>
                    <a:pt x="1978223" y="674610"/>
                  </a:lnTo>
                  <a:lnTo>
                    <a:pt x="1996489" y="680839"/>
                  </a:lnTo>
                  <a:lnTo>
                    <a:pt x="2014420" y="686954"/>
                  </a:lnTo>
                  <a:lnTo>
                    <a:pt x="2032027" y="692958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0" name="pl869"/>
            <p:cNvSpPr/>
            <p:nvPr/>
          </p:nvSpPr>
          <p:spPr>
            <a:xfrm>
              <a:off x="4267458" y="6861403"/>
              <a:ext cx="2032027" cy="513573"/>
            </a:xfrm>
            <a:custGeom>
              <a:avLst/>
              <a:pathLst>
                <a:path w="2032027" h="513573">
                  <a:moveTo>
                    <a:pt x="0" y="0"/>
                  </a:moveTo>
                  <a:lnTo>
                    <a:pt x="130486" y="32979"/>
                  </a:lnTo>
                  <a:lnTo>
                    <a:pt x="245584" y="62068"/>
                  </a:lnTo>
                  <a:lnTo>
                    <a:pt x="348542" y="88090"/>
                  </a:lnTo>
                  <a:lnTo>
                    <a:pt x="441679" y="111629"/>
                  </a:lnTo>
                  <a:lnTo>
                    <a:pt x="526706" y="133119"/>
                  </a:lnTo>
                  <a:lnTo>
                    <a:pt x="604924" y="152888"/>
                  </a:lnTo>
                  <a:lnTo>
                    <a:pt x="677342" y="171191"/>
                  </a:lnTo>
                  <a:lnTo>
                    <a:pt x="744762" y="188230"/>
                  </a:lnTo>
                  <a:lnTo>
                    <a:pt x="807829" y="204170"/>
                  </a:lnTo>
                  <a:lnTo>
                    <a:pt x="867071" y="219143"/>
                  </a:lnTo>
                  <a:lnTo>
                    <a:pt x="922926" y="233259"/>
                  </a:lnTo>
                  <a:lnTo>
                    <a:pt x="975761" y="246613"/>
                  </a:lnTo>
                  <a:lnTo>
                    <a:pt x="1025884" y="259281"/>
                  </a:lnTo>
                  <a:lnTo>
                    <a:pt x="1073562" y="271331"/>
                  </a:lnTo>
                  <a:lnTo>
                    <a:pt x="1119021" y="282820"/>
                  </a:lnTo>
                  <a:lnTo>
                    <a:pt x="1162460" y="293799"/>
                  </a:lnTo>
                  <a:lnTo>
                    <a:pt x="1204049" y="304310"/>
                  </a:lnTo>
                  <a:lnTo>
                    <a:pt x="1243940" y="314392"/>
                  </a:lnTo>
                  <a:lnTo>
                    <a:pt x="1282267" y="324079"/>
                  </a:lnTo>
                  <a:lnTo>
                    <a:pt x="1319146" y="333400"/>
                  </a:lnTo>
                  <a:lnTo>
                    <a:pt x="1354685" y="342382"/>
                  </a:lnTo>
                  <a:lnTo>
                    <a:pt x="1388976" y="351049"/>
                  </a:lnTo>
                  <a:lnTo>
                    <a:pt x="1422105" y="359421"/>
                  </a:lnTo>
                  <a:lnTo>
                    <a:pt x="1454147" y="367520"/>
                  </a:lnTo>
                  <a:lnTo>
                    <a:pt x="1485171" y="375361"/>
                  </a:lnTo>
                  <a:lnTo>
                    <a:pt x="1515242" y="382961"/>
                  </a:lnTo>
                  <a:lnTo>
                    <a:pt x="1544414" y="390334"/>
                  </a:lnTo>
                  <a:lnTo>
                    <a:pt x="1572740" y="397493"/>
                  </a:lnTo>
                  <a:lnTo>
                    <a:pt x="1600269" y="404451"/>
                  </a:lnTo>
                  <a:lnTo>
                    <a:pt x="1627043" y="411218"/>
                  </a:lnTo>
                  <a:lnTo>
                    <a:pt x="1653103" y="417804"/>
                  </a:lnTo>
                  <a:lnTo>
                    <a:pt x="1678487" y="424219"/>
                  </a:lnTo>
                  <a:lnTo>
                    <a:pt x="1703227" y="430472"/>
                  </a:lnTo>
                  <a:lnTo>
                    <a:pt x="1727357" y="436571"/>
                  </a:lnTo>
                  <a:lnTo>
                    <a:pt x="1750905" y="442522"/>
                  </a:lnTo>
                  <a:lnTo>
                    <a:pt x="1773899" y="448334"/>
                  </a:lnTo>
                  <a:lnTo>
                    <a:pt x="1796364" y="454012"/>
                  </a:lnTo>
                  <a:lnTo>
                    <a:pt x="1818325" y="459562"/>
                  </a:lnTo>
                  <a:lnTo>
                    <a:pt x="1839802" y="464990"/>
                  </a:lnTo>
                  <a:lnTo>
                    <a:pt x="1860818" y="470302"/>
                  </a:lnTo>
                  <a:lnTo>
                    <a:pt x="1881392" y="475501"/>
                  </a:lnTo>
                  <a:lnTo>
                    <a:pt x="1901541" y="480594"/>
                  </a:lnTo>
                  <a:lnTo>
                    <a:pt x="1921283" y="485583"/>
                  </a:lnTo>
                  <a:lnTo>
                    <a:pt x="1940634" y="490474"/>
                  </a:lnTo>
                  <a:lnTo>
                    <a:pt x="1959609" y="495270"/>
                  </a:lnTo>
                  <a:lnTo>
                    <a:pt x="1978223" y="499974"/>
                  </a:lnTo>
                  <a:lnTo>
                    <a:pt x="1996489" y="504591"/>
                  </a:lnTo>
                  <a:lnTo>
                    <a:pt x="2014420" y="509123"/>
                  </a:lnTo>
                  <a:lnTo>
                    <a:pt x="2032027" y="513573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1" name="pl870"/>
            <p:cNvSpPr/>
            <p:nvPr/>
          </p:nvSpPr>
          <p:spPr>
            <a:xfrm>
              <a:off x="4267458" y="7740709"/>
              <a:ext cx="2032027" cy="72954"/>
            </a:xfrm>
            <a:custGeom>
              <a:avLst/>
              <a:pathLst>
                <a:path w="2032027" h="72954">
                  <a:moveTo>
                    <a:pt x="0" y="0"/>
                  </a:moveTo>
                  <a:lnTo>
                    <a:pt x="130486" y="4684"/>
                  </a:lnTo>
                  <a:lnTo>
                    <a:pt x="245584" y="8817"/>
                  </a:lnTo>
                  <a:lnTo>
                    <a:pt x="348542" y="12513"/>
                  </a:lnTo>
                  <a:lnTo>
                    <a:pt x="441679" y="15857"/>
                  </a:lnTo>
                  <a:lnTo>
                    <a:pt x="526706" y="18910"/>
                  </a:lnTo>
                  <a:lnTo>
                    <a:pt x="604924" y="21718"/>
                  </a:lnTo>
                  <a:lnTo>
                    <a:pt x="677342" y="24318"/>
                  </a:lnTo>
                  <a:lnTo>
                    <a:pt x="744762" y="26738"/>
                  </a:lnTo>
                  <a:lnTo>
                    <a:pt x="807829" y="29003"/>
                  </a:lnTo>
                  <a:lnTo>
                    <a:pt x="867071" y="31129"/>
                  </a:lnTo>
                  <a:lnTo>
                    <a:pt x="922926" y="33135"/>
                  </a:lnTo>
                  <a:lnTo>
                    <a:pt x="975761" y="35032"/>
                  </a:lnTo>
                  <a:lnTo>
                    <a:pt x="1025884" y="36831"/>
                  </a:lnTo>
                  <a:lnTo>
                    <a:pt x="1073562" y="38543"/>
                  </a:lnTo>
                  <a:lnTo>
                    <a:pt x="1119021" y="40175"/>
                  </a:lnTo>
                  <a:lnTo>
                    <a:pt x="1162460" y="41735"/>
                  </a:lnTo>
                  <a:lnTo>
                    <a:pt x="1204049" y="43228"/>
                  </a:lnTo>
                  <a:lnTo>
                    <a:pt x="1243940" y="44660"/>
                  </a:lnTo>
                  <a:lnTo>
                    <a:pt x="1282267" y="46036"/>
                  </a:lnTo>
                  <a:lnTo>
                    <a:pt x="1319146" y="47360"/>
                  </a:lnTo>
                  <a:lnTo>
                    <a:pt x="1354685" y="48636"/>
                  </a:lnTo>
                  <a:lnTo>
                    <a:pt x="1388976" y="49867"/>
                  </a:lnTo>
                  <a:lnTo>
                    <a:pt x="1422105" y="51057"/>
                  </a:lnTo>
                  <a:lnTo>
                    <a:pt x="1454147" y="52207"/>
                  </a:lnTo>
                  <a:lnTo>
                    <a:pt x="1485171" y="53321"/>
                  </a:lnTo>
                  <a:lnTo>
                    <a:pt x="1515242" y="54400"/>
                  </a:lnTo>
                  <a:lnTo>
                    <a:pt x="1544414" y="55448"/>
                  </a:lnTo>
                  <a:lnTo>
                    <a:pt x="1572740" y="56465"/>
                  </a:lnTo>
                  <a:lnTo>
                    <a:pt x="1600269" y="57453"/>
                  </a:lnTo>
                  <a:lnTo>
                    <a:pt x="1627043" y="58414"/>
                  </a:lnTo>
                  <a:lnTo>
                    <a:pt x="1653103" y="59350"/>
                  </a:lnTo>
                  <a:lnTo>
                    <a:pt x="1678487" y="60261"/>
                  </a:lnTo>
                  <a:lnTo>
                    <a:pt x="1703227" y="61149"/>
                  </a:lnTo>
                  <a:lnTo>
                    <a:pt x="1727357" y="62016"/>
                  </a:lnTo>
                  <a:lnTo>
                    <a:pt x="1750905" y="62861"/>
                  </a:lnTo>
                  <a:lnTo>
                    <a:pt x="1773899" y="63687"/>
                  </a:lnTo>
                  <a:lnTo>
                    <a:pt x="1796364" y="64493"/>
                  </a:lnTo>
                  <a:lnTo>
                    <a:pt x="1818325" y="65282"/>
                  </a:lnTo>
                  <a:lnTo>
                    <a:pt x="1839802" y="66053"/>
                  </a:lnTo>
                  <a:lnTo>
                    <a:pt x="1860818" y="66807"/>
                  </a:lnTo>
                  <a:lnTo>
                    <a:pt x="1881392" y="67546"/>
                  </a:lnTo>
                  <a:lnTo>
                    <a:pt x="1901541" y="68269"/>
                  </a:lnTo>
                  <a:lnTo>
                    <a:pt x="1921283" y="68978"/>
                  </a:lnTo>
                  <a:lnTo>
                    <a:pt x="1940634" y="69673"/>
                  </a:lnTo>
                  <a:lnTo>
                    <a:pt x="1959609" y="70354"/>
                  </a:lnTo>
                  <a:lnTo>
                    <a:pt x="1978223" y="71023"/>
                  </a:lnTo>
                  <a:lnTo>
                    <a:pt x="1996489" y="71678"/>
                  </a:lnTo>
                  <a:lnTo>
                    <a:pt x="2014420" y="72322"/>
                  </a:lnTo>
                  <a:lnTo>
                    <a:pt x="2032027" y="72954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2" name="pl871"/>
            <p:cNvSpPr/>
            <p:nvPr/>
          </p:nvSpPr>
          <p:spPr>
            <a:xfrm>
              <a:off x="4267458" y="7308407"/>
              <a:ext cx="2032027" cy="443163"/>
            </a:xfrm>
            <a:custGeom>
              <a:avLst/>
              <a:pathLst>
                <a:path w="2032027" h="443163">
                  <a:moveTo>
                    <a:pt x="0" y="0"/>
                  </a:moveTo>
                  <a:lnTo>
                    <a:pt x="130486" y="28457"/>
                  </a:lnTo>
                  <a:lnTo>
                    <a:pt x="245584" y="53559"/>
                  </a:lnTo>
                  <a:lnTo>
                    <a:pt x="348542" y="76013"/>
                  </a:lnTo>
                  <a:lnTo>
                    <a:pt x="441679" y="96325"/>
                  </a:lnTo>
                  <a:lnTo>
                    <a:pt x="526706" y="114869"/>
                  </a:lnTo>
                  <a:lnTo>
                    <a:pt x="604924" y="131927"/>
                  </a:lnTo>
                  <a:lnTo>
                    <a:pt x="677342" y="147721"/>
                  </a:lnTo>
                  <a:lnTo>
                    <a:pt x="744762" y="162424"/>
                  </a:lnTo>
                  <a:lnTo>
                    <a:pt x="807829" y="176179"/>
                  </a:lnTo>
                  <a:lnTo>
                    <a:pt x="867071" y="189099"/>
                  </a:lnTo>
                  <a:lnTo>
                    <a:pt x="922926" y="201280"/>
                  </a:lnTo>
                  <a:lnTo>
                    <a:pt x="975761" y="212803"/>
                  </a:lnTo>
                  <a:lnTo>
                    <a:pt x="1025884" y="223734"/>
                  </a:lnTo>
                  <a:lnTo>
                    <a:pt x="1073562" y="234132"/>
                  </a:lnTo>
                  <a:lnTo>
                    <a:pt x="1119021" y="244046"/>
                  </a:lnTo>
                  <a:lnTo>
                    <a:pt x="1162460" y="253520"/>
                  </a:lnTo>
                  <a:lnTo>
                    <a:pt x="1204049" y="262590"/>
                  </a:lnTo>
                  <a:lnTo>
                    <a:pt x="1243940" y="271290"/>
                  </a:lnTo>
                  <a:lnTo>
                    <a:pt x="1282267" y="279648"/>
                  </a:lnTo>
                  <a:lnTo>
                    <a:pt x="1319146" y="287692"/>
                  </a:lnTo>
                  <a:lnTo>
                    <a:pt x="1354685" y="295442"/>
                  </a:lnTo>
                  <a:lnTo>
                    <a:pt x="1388976" y="302921"/>
                  </a:lnTo>
                  <a:lnTo>
                    <a:pt x="1422105" y="310146"/>
                  </a:lnTo>
                  <a:lnTo>
                    <a:pt x="1454147" y="317134"/>
                  </a:lnTo>
                  <a:lnTo>
                    <a:pt x="1485171" y="323900"/>
                  </a:lnTo>
                  <a:lnTo>
                    <a:pt x="1515242" y="330458"/>
                  </a:lnTo>
                  <a:lnTo>
                    <a:pt x="1544414" y="336820"/>
                  </a:lnTo>
                  <a:lnTo>
                    <a:pt x="1572740" y="342998"/>
                  </a:lnTo>
                  <a:lnTo>
                    <a:pt x="1600269" y="349001"/>
                  </a:lnTo>
                  <a:lnTo>
                    <a:pt x="1627043" y="354841"/>
                  </a:lnTo>
                  <a:lnTo>
                    <a:pt x="1653103" y="360524"/>
                  </a:lnTo>
                  <a:lnTo>
                    <a:pt x="1678487" y="366060"/>
                  </a:lnTo>
                  <a:lnTo>
                    <a:pt x="1703227" y="371456"/>
                  </a:lnTo>
                  <a:lnTo>
                    <a:pt x="1727357" y="376718"/>
                  </a:lnTo>
                  <a:lnTo>
                    <a:pt x="1750905" y="381854"/>
                  </a:lnTo>
                  <a:lnTo>
                    <a:pt x="1773899" y="386868"/>
                  </a:lnTo>
                  <a:lnTo>
                    <a:pt x="1796364" y="391768"/>
                  </a:lnTo>
                  <a:lnTo>
                    <a:pt x="1818325" y="396557"/>
                  </a:lnTo>
                  <a:lnTo>
                    <a:pt x="1839802" y="401241"/>
                  </a:lnTo>
                  <a:lnTo>
                    <a:pt x="1860818" y="405824"/>
                  </a:lnTo>
                  <a:lnTo>
                    <a:pt x="1881392" y="410311"/>
                  </a:lnTo>
                  <a:lnTo>
                    <a:pt x="1901541" y="414706"/>
                  </a:lnTo>
                  <a:lnTo>
                    <a:pt x="1921283" y="419011"/>
                  </a:lnTo>
                  <a:lnTo>
                    <a:pt x="1940634" y="423231"/>
                  </a:lnTo>
                  <a:lnTo>
                    <a:pt x="1959609" y="427370"/>
                  </a:lnTo>
                  <a:lnTo>
                    <a:pt x="1978223" y="431429"/>
                  </a:lnTo>
                  <a:lnTo>
                    <a:pt x="1996489" y="435413"/>
                  </a:lnTo>
                  <a:lnTo>
                    <a:pt x="2014420" y="439323"/>
                  </a:lnTo>
                  <a:lnTo>
                    <a:pt x="2032027" y="443163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3" name="pl872"/>
            <p:cNvSpPr/>
            <p:nvPr/>
          </p:nvSpPr>
          <p:spPr>
            <a:xfrm>
              <a:off x="4267458" y="7259870"/>
              <a:ext cx="2032027" cy="880674"/>
            </a:xfrm>
            <a:custGeom>
              <a:avLst/>
              <a:pathLst>
                <a:path w="2032027" h="880674">
                  <a:moveTo>
                    <a:pt x="0" y="0"/>
                  </a:moveTo>
                  <a:lnTo>
                    <a:pt x="130486" y="56552"/>
                  </a:lnTo>
                  <a:lnTo>
                    <a:pt x="245584" y="106435"/>
                  </a:lnTo>
                  <a:lnTo>
                    <a:pt x="348542" y="151057"/>
                  </a:lnTo>
                  <a:lnTo>
                    <a:pt x="441679" y="191422"/>
                  </a:lnTo>
                  <a:lnTo>
                    <a:pt x="526706" y="228273"/>
                  </a:lnTo>
                  <a:lnTo>
                    <a:pt x="604924" y="262172"/>
                  </a:lnTo>
                  <a:lnTo>
                    <a:pt x="677342" y="293558"/>
                  </a:lnTo>
                  <a:lnTo>
                    <a:pt x="744762" y="322777"/>
                  </a:lnTo>
                  <a:lnTo>
                    <a:pt x="807829" y="350110"/>
                  </a:lnTo>
                  <a:lnTo>
                    <a:pt x="867071" y="375786"/>
                  </a:lnTo>
                  <a:lnTo>
                    <a:pt x="922926" y="399993"/>
                  </a:lnTo>
                  <a:lnTo>
                    <a:pt x="975761" y="422892"/>
                  </a:lnTo>
                  <a:lnTo>
                    <a:pt x="1025884" y="444615"/>
                  </a:lnTo>
                  <a:lnTo>
                    <a:pt x="1073562" y="465278"/>
                  </a:lnTo>
                  <a:lnTo>
                    <a:pt x="1119021" y="484980"/>
                  </a:lnTo>
                  <a:lnTo>
                    <a:pt x="1162460" y="503806"/>
                  </a:lnTo>
                  <a:lnTo>
                    <a:pt x="1204049" y="521831"/>
                  </a:lnTo>
                  <a:lnTo>
                    <a:pt x="1243940" y="539120"/>
                  </a:lnTo>
                  <a:lnTo>
                    <a:pt x="1282267" y="555730"/>
                  </a:lnTo>
                  <a:lnTo>
                    <a:pt x="1319146" y="571714"/>
                  </a:lnTo>
                  <a:lnTo>
                    <a:pt x="1354685" y="587116"/>
                  </a:lnTo>
                  <a:lnTo>
                    <a:pt x="1388976" y="601978"/>
                  </a:lnTo>
                  <a:lnTo>
                    <a:pt x="1422105" y="616336"/>
                  </a:lnTo>
                  <a:lnTo>
                    <a:pt x="1454147" y="630223"/>
                  </a:lnTo>
                  <a:lnTo>
                    <a:pt x="1485171" y="643669"/>
                  </a:lnTo>
                  <a:lnTo>
                    <a:pt x="1515242" y="656701"/>
                  </a:lnTo>
                  <a:lnTo>
                    <a:pt x="1544414" y="669344"/>
                  </a:lnTo>
                  <a:lnTo>
                    <a:pt x="1572740" y="681621"/>
                  </a:lnTo>
                  <a:lnTo>
                    <a:pt x="1600269" y="693552"/>
                  </a:lnTo>
                  <a:lnTo>
                    <a:pt x="1627043" y="705155"/>
                  </a:lnTo>
                  <a:lnTo>
                    <a:pt x="1653103" y="716450"/>
                  </a:lnTo>
                  <a:lnTo>
                    <a:pt x="1678487" y="727451"/>
                  </a:lnTo>
                  <a:lnTo>
                    <a:pt x="1703227" y="738173"/>
                  </a:lnTo>
                  <a:lnTo>
                    <a:pt x="1727357" y="748631"/>
                  </a:lnTo>
                  <a:lnTo>
                    <a:pt x="1750905" y="758837"/>
                  </a:lnTo>
                  <a:lnTo>
                    <a:pt x="1773899" y="768802"/>
                  </a:lnTo>
                  <a:lnTo>
                    <a:pt x="1796364" y="778539"/>
                  </a:lnTo>
                  <a:lnTo>
                    <a:pt x="1818325" y="788056"/>
                  </a:lnTo>
                  <a:lnTo>
                    <a:pt x="1839802" y="797365"/>
                  </a:lnTo>
                  <a:lnTo>
                    <a:pt x="1860818" y="806473"/>
                  </a:lnTo>
                  <a:lnTo>
                    <a:pt x="1881392" y="815389"/>
                  </a:lnTo>
                  <a:lnTo>
                    <a:pt x="1901541" y="824122"/>
                  </a:lnTo>
                  <a:lnTo>
                    <a:pt x="1921283" y="832678"/>
                  </a:lnTo>
                  <a:lnTo>
                    <a:pt x="1940634" y="841065"/>
                  </a:lnTo>
                  <a:lnTo>
                    <a:pt x="1959609" y="849289"/>
                  </a:lnTo>
                  <a:lnTo>
                    <a:pt x="1978223" y="857356"/>
                  </a:lnTo>
                  <a:lnTo>
                    <a:pt x="1996489" y="865272"/>
                  </a:lnTo>
                  <a:lnTo>
                    <a:pt x="2014420" y="873043"/>
                  </a:lnTo>
                  <a:lnTo>
                    <a:pt x="2032027" y="880674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3"/>
            <p:cNvSpPr/>
            <p:nvPr/>
          </p:nvSpPr>
          <p:spPr>
            <a:xfrm>
              <a:off x="4267458" y="8062051"/>
              <a:ext cx="2032027" cy="24323"/>
            </a:xfrm>
            <a:custGeom>
              <a:avLst/>
              <a:pathLst>
                <a:path w="2032027" h="24323">
                  <a:moveTo>
                    <a:pt x="0" y="0"/>
                  </a:moveTo>
                  <a:lnTo>
                    <a:pt x="130486" y="1561"/>
                  </a:lnTo>
                  <a:lnTo>
                    <a:pt x="245584" y="2939"/>
                  </a:lnTo>
                  <a:lnTo>
                    <a:pt x="348542" y="4172"/>
                  </a:lnTo>
                  <a:lnTo>
                    <a:pt x="441679" y="5286"/>
                  </a:lnTo>
                  <a:lnTo>
                    <a:pt x="526706" y="6304"/>
                  </a:lnTo>
                  <a:lnTo>
                    <a:pt x="604924" y="7240"/>
                  </a:lnTo>
                  <a:lnTo>
                    <a:pt x="677342" y="8107"/>
                  </a:lnTo>
                  <a:lnTo>
                    <a:pt x="744762" y="8914"/>
                  </a:lnTo>
                  <a:lnTo>
                    <a:pt x="807829" y="9669"/>
                  </a:lnTo>
                  <a:lnTo>
                    <a:pt x="867071" y="10378"/>
                  </a:lnTo>
                  <a:lnTo>
                    <a:pt x="922926" y="11047"/>
                  </a:lnTo>
                  <a:lnTo>
                    <a:pt x="975761" y="11679"/>
                  </a:lnTo>
                  <a:lnTo>
                    <a:pt x="1025884" y="12279"/>
                  </a:lnTo>
                  <a:lnTo>
                    <a:pt x="1073562" y="12850"/>
                  </a:lnTo>
                  <a:lnTo>
                    <a:pt x="1119021" y="13394"/>
                  </a:lnTo>
                  <a:lnTo>
                    <a:pt x="1162460" y="13914"/>
                  </a:lnTo>
                  <a:lnTo>
                    <a:pt x="1204049" y="14412"/>
                  </a:lnTo>
                  <a:lnTo>
                    <a:pt x="1243940" y="14890"/>
                  </a:lnTo>
                  <a:lnTo>
                    <a:pt x="1282267" y="15348"/>
                  </a:lnTo>
                  <a:lnTo>
                    <a:pt x="1319146" y="15790"/>
                  </a:lnTo>
                  <a:lnTo>
                    <a:pt x="1354685" y="16215"/>
                  </a:lnTo>
                  <a:lnTo>
                    <a:pt x="1388976" y="16626"/>
                  </a:lnTo>
                  <a:lnTo>
                    <a:pt x="1422105" y="17022"/>
                  </a:lnTo>
                  <a:lnTo>
                    <a:pt x="1454147" y="17406"/>
                  </a:lnTo>
                  <a:lnTo>
                    <a:pt x="1485171" y="17777"/>
                  </a:lnTo>
                  <a:lnTo>
                    <a:pt x="1515242" y="18137"/>
                  </a:lnTo>
                  <a:lnTo>
                    <a:pt x="1544414" y="18486"/>
                  </a:lnTo>
                  <a:lnTo>
                    <a:pt x="1572740" y="18825"/>
                  </a:lnTo>
                  <a:lnTo>
                    <a:pt x="1600269" y="19155"/>
                  </a:lnTo>
                  <a:lnTo>
                    <a:pt x="1627043" y="19475"/>
                  </a:lnTo>
                  <a:lnTo>
                    <a:pt x="1653103" y="19787"/>
                  </a:lnTo>
                  <a:lnTo>
                    <a:pt x="1678487" y="20091"/>
                  </a:lnTo>
                  <a:lnTo>
                    <a:pt x="1703227" y="20387"/>
                  </a:lnTo>
                  <a:lnTo>
                    <a:pt x="1727357" y="20676"/>
                  </a:lnTo>
                  <a:lnTo>
                    <a:pt x="1750905" y="20958"/>
                  </a:lnTo>
                  <a:lnTo>
                    <a:pt x="1773899" y="21233"/>
                  </a:lnTo>
                  <a:lnTo>
                    <a:pt x="1796364" y="21502"/>
                  </a:lnTo>
                  <a:lnTo>
                    <a:pt x="1818325" y="21765"/>
                  </a:lnTo>
                  <a:lnTo>
                    <a:pt x="1839802" y="22022"/>
                  </a:lnTo>
                  <a:lnTo>
                    <a:pt x="1860818" y="22274"/>
                  </a:lnTo>
                  <a:lnTo>
                    <a:pt x="1881392" y="22520"/>
                  </a:lnTo>
                  <a:lnTo>
                    <a:pt x="1901541" y="22761"/>
                  </a:lnTo>
                  <a:lnTo>
                    <a:pt x="1921283" y="22997"/>
                  </a:lnTo>
                  <a:lnTo>
                    <a:pt x="1940634" y="23229"/>
                  </a:lnTo>
                  <a:lnTo>
                    <a:pt x="1959609" y="23456"/>
                  </a:lnTo>
                  <a:lnTo>
                    <a:pt x="1978223" y="23679"/>
                  </a:lnTo>
                  <a:lnTo>
                    <a:pt x="1996489" y="23898"/>
                  </a:lnTo>
                  <a:lnTo>
                    <a:pt x="2014420" y="24112"/>
                  </a:lnTo>
                  <a:lnTo>
                    <a:pt x="2032027" y="24323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5" name="pl874"/>
            <p:cNvSpPr/>
            <p:nvPr/>
          </p:nvSpPr>
          <p:spPr>
            <a:xfrm>
              <a:off x="4267458" y="7679536"/>
              <a:ext cx="2032027" cy="129625"/>
            </a:xfrm>
            <a:custGeom>
              <a:avLst/>
              <a:pathLst>
                <a:path w="2032027" h="129625">
                  <a:moveTo>
                    <a:pt x="0" y="129625"/>
                  </a:moveTo>
                  <a:lnTo>
                    <a:pt x="130486" y="121301"/>
                  </a:lnTo>
                  <a:lnTo>
                    <a:pt x="245584" y="113959"/>
                  </a:lnTo>
                  <a:lnTo>
                    <a:pt x="348542" y="107391"/>
                  </a:lnTo>
                  <a:lnTo>
                    <a:pt x="441679" y="101450"/>
                  </a:lnTo>
                  <a:lnTo>
                    <a:pt x="526706" y="96026"/>
                  </a:lnTo>
                  <a:lnTo>
                    <a:pt x="604924" y="91036"/>
                  </a:lnTo>
                  <a:lnTo>
                    <a:pt x="677342" y="86416"/>
                  </a:lnTo>
                  <a:lnTo>
                    <a:pt x="744762" y="82116"/>
                  </a:lnTo>
                  <a:lnTo>
                    <a:pt x="807829" y="78093"/>
                  </a:lnTo>
                  <a:lnTo>
                    <a:pt x="867071" y="74313"/>
                  </a:lnTo>
                  <a:lnTo>
                    <a:pt x="922926" y="70750"/>
                  </a:lnTo>
                  <a:lnTo>
                    <a:pt x="975761" y="67380"/>
                  </a:lnTo>
                  <a:lnTo>
                    <a:pt x="1025884" y="64183"/>
                  </a:lnTo>
                  <a:lnTo>
                    <a:pt x="1073562" y="61141"/>
                  </a:lnTo>
                  <a:lnTo>
                    <a:pt x="1119021" y="58241"/>
                  </a:lnTo>
                  <a:lnTo>
                    <a:pt x="1162460" y="55470"/>
                  </a:lnTo>
                  <a:lnTo>
                    <a:pt x="1204049" y="52817"/>
                  </a:lnTo>
                  <a:lnTo>
                    <a:pt x="1243940" y="50273"/>
                  </a:lnTo>
                  <a:lnTo>
                    <a:pt x="1282267" y="47828"/>
                  </a:lnTo>
                  <a:lnTo>
                    <a:pt x="1319146" y="45475"/>
                  </a:lnTo>
                  <a:lnTo>
                    <a:pt x="1354685" y="43208"/>
                  </a:lnTo>
                  <a:lnTo>
                    <a:pt x="1388976" y="41021"/>
                  </a:lnTo>
                  <a:lnTo>
                    <a:pt x="1422105" y="38907"/>
                  </a:lnTo>
                  <a:lnTo>
                    <a:pt x="1454147" y="36863"/>
                  </a:lnTo>
                  <a:lnTo>
                    <a:pt x="1485171" y="34884"/>
                  </a:lnTo>
                  <a:lnTo>
                    <a:pt x="1515242" y="32966"/>
                  </a:lnTo>
                  <a:lnTo>
                    <a:pt x="1544414" y="31105"/>
                  </a:lnTo>
                  <a:lnTo>
                    <a:pt x="1572740" y="29298"/>
                  </a:lnTo>
                  <a:lnTo>
                    <a:pt x="1600269" y="27542"/>
                  </a:lnTo>
                  <a:lnTo>
                    <a:pt x="1627043" y="25834"/>
                  </a:lnTo>
                  <a:lnTo>
                    <a:pt x="1653103" y="24172"/>
                  </a:lnTo>
                  <a:lnTo>
                    <a:pt x="1678487" y="22552"/>
                  </a:lnTo>
                  <a:lnTo>
                    <a:pt x="1703227" y="20974"/>
                  </a:lnTo>
                  <a:lnTo>
                    <a:pt x="1727357" y="19435"/>
                  </a:lnTo>
                  <a:lnTo>
                    <a:pt x="1750905" y="17933"/>
                  </a:lnTo>
                  <a:lnTo>
                    <a:pt x="1773899" y="16466"/>
                  </a:lnTo>
                  <a:lnTo>
                    <a:pt x="1796364" y="15033"/>
                  </a:lnTo>
                  <a:lnTo>
                    <a:pt x="1818325" y="13632"/>
                  </a:lnTo>
                  <a:lnTo>
                    <a:pt x="1839802" y="12262"/>
                  </a:lnTo>
                  <a:lnTo>
                    <a:pt x="1860818" y="10921"/>
                  </a:lnTo>
                  <a:lnTo>
                    <a:pt x="1881392" y="9609"/>
                  </a:lnTo>
                  <a:lnTo>
                    <a:pt x="1901541" y="8323"/>
                  </a:lnTo>
                  <a:lnTo>
                    <a:pt x="1921283" y="7064"/>
                  </a:lnTo>
                  <a:lnTo>
                    <a:pt x="1940634" y="5830"/>
                  </a:lnTo>
                  <a:lnTo>
                    <a:pt x="1959609" y="4619"/>
                  </a:lnTo>
                  <a:lnTo>
                    <a:pt x="1978223" y="3432"/>
                  </a:lnTo>
                  <a:lnTo>
                    <a:pt x="1996489" y="2267"/>
                  </a:lnTo>
                  <a:lnTo>
                    <a:pt x="2014420" y="1123"/>
                  </a:lnTo>
                  <a:lnTo>
                    <a:pt x="2032027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6" name="pl875"/>
            <p:cNvSpPr/>
            <p:nvPr/>
          </p:nvSpPr>
          <p:spPr>
            <a:xfrm>
              <a:off x="4267458" y="7140939"/>
              <a:ext cx="2032027" cy="581223"/>
            </a:xfrm>
            <a:custGeom>
              <a:avLst/>
              <a:pathLst>
                <a:path w="2032027" h="581223">
                  <a:moveTo>
                    <a:pt x="0" y="0"/>
                  </a:moveTo>
                  <a:lnTo>
                    <a:pt x="130486" y="37323"/>
                  </a:lnTo>
                  <a:lnTo>
                    <a:pt x="245584" y="70244"/>
                  </a:lnTo>
                  <a:lnTo>
                    <a:pt x="348542" y="99693"/>
                  </a:lnTo>
                  <a:lnTo>
                    <a:pt x="441679" y="126334"/>
                  </a:lnTo>
                  <a:lnTo>
                    <a:pt x="526706" y="150654"/>
                  </a:lnTo>
                  <a:lnTo>
                    <a:pt x="604924" y="173027"/>
                  </a:lnTo>
                  <a:lnTo>
                    <a:pt x="677342" y="193741"/>
                  </a:lnTo>
                  <a:lnTo>
                    <a:pt x="744762" y="213025"/>
                  </a:lnTo>
                  <a:lnTo>
                    <a:pt x="807829" y="231064"/>
                  </a:lnTo>
                  <a:lnTo>
                    <a:pt x="867071" y="248009"/>
                  </a:lnTo>
                  <a:lnTo>
                    <a:pt x="922926" y="263985"/>
                  </a:lnTo>
                  <a:lnTo>
                    <a:pt x="975761" y="279098"/>
                  </a:lnTo>
                  <a:lnTo>
                    <a:pt x="1025884" y="293435"/>
                  </a:lnTo>
                  <a:lnTo>
                    <a:pt x="1073562" y="307072"/>
                  </a:lnTo>
                  <a:lnTo>
                    <a:pt x="1119021" y="320075"/>
                  </a:lnTo>
                  <a:lnTo>
                    <a:pt x="1162460" y="332499"/>
                  </a:lnTo>
                  <a:lnTo>
                    <a:pt x="1204049" y="344395"/>
                  </a:lnTo>
                  <a:lnTo>
                    <a:pt x="1243940" y="355805"/>
                  </a:lnTo>
                  <a:lnTo>
                    <a:pt x="1282267" y="366768"/>
                  </a:lnTo>
                  <a:lnTo>
                    <a:pt x="1319146" y="377317"/>
                  </a:lnTo>
                  <a:lnTo>
                    <a:pt x="1354685" y="387482"/>
                  </a:lnTo>
                  <a:lnTo>
                    <a:pt x="1388976" y="397290"/>
                  </a:lnTo>
                  <a:lnTo>
                    <a:pt x="1422105" y="406766"/>
                  </a:lnTo>
                  <a:lnTo>
                    <a:pt x="1454147" y="415931"/>
                  </a:lnTo>
                  <a:lnTo>
                    <a:pt x="1485171" y="424805"/>
                  </a:lnTo>
                  <a:lnTo>
                    <a:pt x="1515242" y="433406"/>
                  </a:lnTo>
                  <a:lnTo>
                    <a:pt x="1544414" y="441750"/>
                  </a:lnTo>
                  <a:lnTo>
                    <a:pt x="1572740" y="449852"/>
                  </a:lnTo>
                  <a:lnTo>
                    <a:pt x="1600269" y="457726"/>
                  </a:lnTo>
                  <a:lnTo>
                    <a:pt x="1627043" y="465385"/>
                  </a:lnTo>
                  <a:lnTo>
                    <a:pt x="1653103" y="472839"/>
                  </a:lnTo>
                  <a:lnTo>
                    <a:pt x="1678487" y="480099"/>
                  </a:lnTo>
                  <a:lnTo>
                    <a:pt x="1703227" y="487176"/>
                  </a:lnTo>
                  <a:lnTo>
                    <a:pt x="1727357" y="494077"/>
                  </a:lnTo>
                  <a:lnTo>
                    <a:pt x="1750905" y="500813"/>
                  </a:lnTo>
                  <a:lnTo>
                    <a:pt x="1773899" y="507390"/>
                  </a:lnTo>
                  <a:lnTo>
                    <a:pt x="1796364" y="513816"/>
                  </a:lnTo>
                  <a:lnTo>
                    <a:pt x="1818325" y="520097"/>
                  </a:lnTo>
                  <a:lnTo>
                    <a:pt x="1839802" y="526240"/>
                  </a:lnTo>
                  <a:lnTo>
                    <a:pt x="1860818" y="532252"/>
                  </a:lnTo>
                  <a:lnTo>
                    <a:pt x="1881392" y="538136"/>
                  </a:lnTo>
                  <a:lnTo>
                    <a:pt x="1901541" y="543899"/>
                  </a:lnTo>
                  <a:lnTo>
                    <a:pt x="1921283" y="549546"/>
                  </a:lnTo>
                  <a:lnTo>
                    <a:pt x="1940634" y="555081"/>
                  </a:lnTo>
                  <a:lnTo>
                    <a:pt x="1959609" y="560509"/>
                  </a:lnTo>
                  <a:lnTo>
                    <a:pt x="1978223" y="565833"/>
                  </a:lnTo>
                  <a:lnTo>
                    <a:pt x="1996489" y="571058"/>
                  </a:lnTo>
                  <a:lnTo>
                    <a:pt x="2014420" y="576186"/>
                  </a:lnTo>
                  <a:lnTo>
                    <a:pt x="2032027" y="581223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7" name="rc876"/>
            <p:cNvSpPr/>
            <p:nvPr/>
          </p:nvSpPr>
          <p:spPr>
            <a:xfrm>
              <a:off x="4122981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78" name="pl877"/>
            <p:cNvSpPr/>
            <p:nvPr/>
          </p:nvSpPr>
          <p:spPr>
            <a:xfrm>
              <a:off x="4122981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8"/>
            <p:cNvSpPr/>
            <p:nvPr/>
          </p:nvSpPr>
          <p:spPr>
            <a:xfrm>
              <a:off x="4085024" y="850722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79"/>
            <p:cNvSpPr/>
            <p:nvPr/>
          </p:nvSpPr>
          <p:spPr>
            <a:xfrm>
              <a:off x="4085024" y="785229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0"/>
            <p:cNvSpPr/>
            <p:nvPr/>
          </p:nvSpPr>
          <p:spPr>
            <a:xfrm>
              <a:off x="4085024" y="719735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1"/>
            <p:cNvSpPr/>
            <p:nvPr/>
          </p:nvSpPr>
          <p:spPr>
            <a:xfrm>
              <a:off x="4122981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2"/>
            <p:cNvSpPr/>
            <p:nvPr/>
          </p:nvSpPr>
          <p:spPr>
            <a:xfrm>
              <a:off x="4267458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3"/>
            <p:cNvSpPr/>
            <p:nvPr/>
          </p:nvSpPr>
          <p:spPr>
            <a:xfrm>
              <a:off x="4944801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4"/>
            <p:cNvSpPr/>
            <p:nvPr/>
          </p:nvSpPr>
          <p:spPr>
            <a:xfrm>
              <a:off x="5622143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5"/>
            <p:cNvSpPr/>
            <p:nvPr/>
          </p:nvSpPr>
          <p:spPr>
            <a:xfrm>
              <a:off x="6299486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tx886"/>
            <p:cNvSpPr/>
            <p:nvPr/>
          </p:nvSpPr>
          <p:spPr>
            <a:xfrm>
              <a:off x="4228596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88" name="tx887"/>
            <p:cNvSpPr/>
            <p:nvPr/>
          </p:nvSpPr>
          <p:spPr>
            <a:xfrm>
              <a:off x="4905939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89" name="tx888"/>
            <p:cNvSpPr/>
            <p:nvPr/>
          </p:nvSpPr>
          <p:spPr>
            <a:xfrm>
              <a:off x="5583281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90" name="tx889"/>
            <p:cNvSpPr/>
            <p:nvPr/>
          </p:nvSpPr>
          <p:spPr>
            <a:xfrm>
              <a:off x="6260624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91" name="tx890"/>
            <p:cNvSpPr/>
            <p:nvPr/>
          </p:nvSpPr>
          <p:spPr>
            <a:xfrm>
              <a:off x="4920289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92" name="tx891"/>
            <p:cNvSpPr/>
            <p:nvPr/>
          </p:nvSpPr>
          <p:spPr>
            <a:xfrm>
              <a:off x="4122981" y="6347601"/>
              <a:ext cx="473842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93" name="rc892"/>
            <p:cNvSpPr/>
            <p:nvPr/>
          </p:nvSpPr>
          <p:spPr>
            <a:xfrm>
              <a:off x="6742685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6830971" y="826617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6904137" y="804026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6825587" y="8297635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6819235" y="691899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6897265" y="7857463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6854803" y="752631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6843503" y="8551091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6908046" y="805802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6856116" y="781213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6906897" y="726217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7552570" y="779627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7545042" y="736787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7517335" y="827101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7584219" y="838024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7500474" y="665620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7538133" y="696851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7549229" y="847748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7533533" y="832566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7550246" y="839984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7508355" y="824756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7525993" y="817852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7539058" y="843365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7551078" y="800220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7572485" y="805670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7547257" y="765739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7492324" y="784648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7512003" y="843876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7556686" y="821758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8194957" y="827150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8236881" y="818378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8243774" y="8188819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8209532" y="812863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8240920" y="815081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8185816" y="827716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8211682" y="823585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8192628" y="772803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8220958" y="835584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8232055" y="791418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8223312" y="832419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8234244" y="799150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8181595" y="829945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8177890" y="836833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8207769" y="755893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8243536" y="822196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8246178" y="781495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8228276" y="807679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8235657" y="788865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8168912" y="7907956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8901046" y="843160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8927191" y="8106571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8845374" y="781877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8863861" y="808916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8874830" y="787353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8899338" y="822167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8842960" y="803680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8894236" y="8239206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8890921" y="775125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8894833" y="779068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8887405" y="812184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8913540" y="829882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8899695" y="802307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8888268" y="831946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8922264" y="799441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8878760" y="840263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8879826" y="760220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8874785" y="830089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8928201" y="822133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8926526" y="804209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8898083" y="789730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8932980" y="806960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8936231" y="814734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8888480" y="826965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6895298" y="7824296"/>
              <a:ext cx="2022167" cy="381050"/>
            </a:xfrm>
            <a:custGeom>
              <a:avLst/>
              <a:pathLst>
                <a:path w="2022167" h="381050">
                  <a:moveTo>
                    <a:pt x="0" y="0"/>
                  </a:moveTo>
                  <a:lnTo>
                    <a:pt x="129853" y="24469"/>
                  </a:lnTo>
                  <a:lnTo>
                    <a:pt x="244392" y="46052"/>
                  </a:lnTo>
                  <a:lnTo>
                    <a:pt x="346850" y="65359"/>
                  </a:lnTo>
                  <a:lnTo>
                    <a:pt x="439536" y="82824"/>
                  </a:lnTo>
                  <a:lnTo>
                    <a:pt x="524150" y="98769"/>
                  </a:lnTo>
                  <a:lnTo>
                    <a:pt x="601988" y="113436"/>
                  </a:lnTo>
                  <a:lnTo>
                    <a:pt x="674055" y="127016"/>
                  </a:lnTo>
                  <a:lnTo>
                    <a:pt x="741148" y="139659"/>
                  </a:lnTo>
                  <a:lnTo>
                    <a:pt x="803909" y="151485"/>
                  </a:lnTo>
                  <a:lnTo>
                    <a:pt x="862864" y="162595"/>
                  </a:lnTo>
                  <a:lnTo>
                    <a:pt x="918448" y="173069"/>
                  </a:lnTo>
                  <a:lnTo>
                    <a:pt x="971026" y="182976"/>
                  </a:lnTo>
                  <a:lnTo>
                    <a:pt x="1020906" y="192376"/>
                  </a:lnTo>
                  <a:lnTo>
                    <a:pt x="1068353" y="201316"/>
                  </a:lnTo>
                  <a:lnTo>
                    <a:pt x="1113591" y="209841"/>
                  </a:lnTo>
                  <a:lnTo>
                    <a:pt x="1156819" y="217986"/>
                  </a:lnTo>
                  <a:lnTo>
                    <a:pt x="1198206" y="225785"/>
                  </a:lnTo>
                  <a:lnTo>
                    <a:pt x="1237904" y="233266"/>
                  </a:lnTo>
                  <a:lnTo>
                    <a:pt x="1276044" y="240453"/>
                  </a:lnTo>
                  <a:lnTo>
                    <a:pt x="1312745" y="247369"/>
                  </a:lnTo>
                  <a:lnTo>
                    <a:pt x="1348111" y="254033"/>
                  </a:lnTo>
                  <a:lnTo>
                    <a:pt x="1382236" y="260463"/>
                  </a:lnTo>
                  <a:lnTo>
                    <a:pt x="1415204" y="266676"/>
                  </a:lnTo>
                  <a:lnTo>
                    <a:pt x="1447090" y="272684"/>
                  </a:lnTo>
                  <a:lnTo>
                    <a:pt x="1477964" y="278502"/>
                  </a:lnTo>
                  <a:lnTo>
                    <a:pt x="1507889" y="284141"/>
                  </a:lnTo>
                  <a:lnTo>
                    <a:pt x="1536919" y="289611"/>
                  </a:lnTo>
                  <a:lnTo>
                    <a:pt x="1565108" y="294923"/>
                  </a:lnTo>
                  <a:lnTo>
                    <a:pt x="1592503" y="300085"/>
                  </a:lnTo>
                  <a:lnTo>
                    <a:pt x="1619148" y="305106"/>
                  </a:lnTo>
                  <a:lnTo>
                    <a:pt x="1645081" y="309993"/>
                  </a:lnTo>
                  <a:lnTo>
                    <a:pt x="1670341" y="314753"/>
                  </a:lnTo>
                  <a:lnTo>
                    <a:pt x="1694962" y="319392"/>
                  </a:lnTo>
                  <a:lnTo>
                    <a:pt x="1718974" y="323917"/>
                  </a:lnTo>
                  <a:lnTo>
                    <a:pt x="1742408" y="328333"/>
                  </a:lnTo>
                  <a:lnTo>
                    <a:pt x="1765291" y="332645"/>
                  </a:lnTo>
                  <a:lnTo>
                    <a:pt x="1787647" y="336858"/>
                  </a:lnTo>
                  <a:lnTo>
                    <a:pt x="1809501" y="340976"/>
                  </a:lnTo>
                  <a:lnTo>
                    <a:pt x="1830874" y="345003"/>
                  </a:lnTo>
                  <a:lnTo>
                    <a:pt x="1851788" y="348944"/>
                  </a:lnTo>
                  <a:lnTo>
                    <a:pt x="1872262" y="352802"/>
                  </a:lnTo>
                  <a:lnTo>
                    <a:pt x="1892313" y="356580"/>
                  </a:lnTo>
                  <a:lnTo>
                    <a:pt x="1911959" y="360283"/>
                  </a:lnTo>
                  <a:lnTo>
                    <a:pt x="1931217" y="363911"/>
                  </a:lnTo>
                  <a:lnTo>
                    <a:pt x="1950100" y="367470"/>
                  </a:lnTo>
                  <a:lnTo>
                    <a:pt x="1968623" y="370960"/>
                  </a:lnTo>
                  <a:lnTo>
                    <a:pt x="1986801" y="374385"/>
                  </a:lnTo>
                  <a:lnTo>
                    <a:pt x="2004644" y="377748"/>
                  </a:lnTo>
                  <a:lnTo>
                    <a:pt x="2022167" y="38105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6895298" y="7070981"/>
              <a:ext cx="2022167" cy="1263268"/>
            </a:xfrm>
            <a:custGeom>
              <a:avLst/>
              <a:pathLst>
                <a:path w="2022167" h="1263268">
                  <a:moveTo>
                    <a:pt x="0" y="0"/>
                  </a:moveTo>
                  <a:lnTo>
                    <a:pt x="129853" y="81120"/>
                  </a:lnTo>
                  <a:lnTo>
                    <a:pt x="244392" y="152674"/>
                  </a:lnTo>
                  <a:lnTo>
                    <a:pt x="346850" y="216681"/>
                  </a:lnTo>
                  <a:lnTo>
                    <a:pt x="439536" y="274582"/>
                  </a:lnTo>
                  <a:lnTo>
                    <a:pt x="524150" y="327442"/>
                  </a:lnTo>
                  <a:lnTo>
                    <a:pt x="601988" y="376068"/>
                  </a:lnTo>
                  <a:lnTo>
                    <a:pt x="674055" y="421089"/>
                  </a:lnTo>
                  <a:lnTo>
                    <a:pt x="741148" y="463002"/>
                  </a:lnTo>
                  <a:lnTo>
                    <a:pt x="803909" y="502210"/>
                  </a:lnTo>
                  <a:lnTo>
                    <a:pt x="862864" y="539039"/>
                  </a:lnTo>
                  <a:lnTo>
                    <a:pt x="918448" y="573763"/>
                  </a:lnTo>
                  <a:lnTo>
                    <a:pt x="971026" y="606609"/>
                  </a:lnTo>
                  <a:lnTo>
                    <a:pt x="1020906" y="637770"/>
                  </a:lnTo>
                  <a:lnTo>
                    <a:pt x="1068353" y="667410"/>
                  </a:lnTo>
                  <a:lnTo>
                    <a:pt x="1113591" y="695672"/>
                  </a:lnTo>
                  <a:lnTo>
                    <a:pt x="1156819" y="722676"/>
                  </a:lnTo>
                  <a:lnTo>
                    <a:pt x="1198206" y="748531"/>
                  </a:lnTo>
                  <a:lnTo>
                    <a:pt x="1237904" y="773331"/>
                  </a:lnTo>
                  <a:lnTo>
                    <a:pt x="1276044" y="797157"/>
                  </a:lnTo>
                  <a:lnTo>
                    <a:pt x="1312745" y="820085"/>
                  </a:lnTo>
                  <a:lnTo>
                    <a:pt x="1348111" y="842178"/>
                  </a:lnTo>
                  <a:lnTo>
                    <a:pt x="1382236" y="863496"/>
                  </a:lnTo>
                  <a:lnTo>
                    <a:pt x="1415204" y="884092"/>
                  </a:lnTo>
                  <a:lnTo>
                    <a:pt x="1447090" y="904012"/>
                  </a:lnTo>
                  <a:lnTo>
                    <a:pt x="1477964" y="923299"/>
                  </a:lnTo>
                  <a:lnTo>
                    <a:pt x="1507889" y="941993"/>
                  </a:lnTo>
                  <a:lnTo>
                    <a:pt x="1536919" y="960129"/>
                  </a:lnTo>
                  <a:lnTo>
                    <a:pt x="1565108" y="977739"/>
                  </a:lnTo>
                  <a:lnTo>
                    <a:pt x="1592503" y="994853"/>
                  </a:lnTo>
                  <a:lnTo>
                    <a:pt x="1619148" y="1011498"/>
                  </a:lnTo>
                  <a:lnTo>
                    <a:pt x="1645081" y="1027699"/>
                  </a:lnTo>
                  <a:lnTo>
                    <a:pt x="1670341" y="1043479"/>
                  </a:lnTo>
                  <a:lnTo>
                    <a:pt x="1694962" y="1058860"/>
                  </a:lnTo>
                  <a:lnTo>
                    <a:pt x="1718974" y="1073861"/>
                  </a:lnTo>
                  <a:lnTo>
                    <a:pt x="1742408" y="1088500"/>
                  </a:lnTo>
                  <a:lnTo>
                    <a:pt x="1765291" y="1102795"/>
                  </a:lnTo>
                  <a:lnTo>
                    <a:pt x="1787647" y="1116761"/>
                  </a:lnTo>
                  <a:lnTo>
                    <a:pt x="1809501" y="1130413"/>
                  </a:lnTo>
                  <a:lnTo>
                    <a:pt x="1830874" y="1143766"/>
                  </a:lnTo>
                  <a:lnTo>
                    <a:pt x="1851788" y="1156831"/>
                  </a:lnTo>
                  <a:lnTo>
                    <a:pt x="1872262" y="1169621"/>
                  </a:lnTo>
                  <a:lnTo>
                    <a:pt x="1892313" y="1182147"/>
                  </a:lnTo>
                  <a:lnTo>
                    <a:pt x="1911959" y="1194420"/>
                  </a:lnTo>
                  <a:lnTo>
                    <a:pt x="1931217" y="1206450"/>
                  </a:lnTo>
                  <a:lnTo>
                    <a:pt x="1950100" y="1218247"/>
                  </a:lnTo>
                  <a:lnTo>
                    <a:pt x="1968623" y="1229819"/>
                  </a:lnTo>
                  <a:lnTo>
                    <a:pt x="1986801" y="1241174"/>
                  </a:lnTo>
                  <a:lnTo>
                    <a:pt x="2004644" y="1252321"/>
                  </a:lnTo>
                  <a:lnTo>
                    <a:pt x="2022167" y="1263268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6895298" y="8238553"/>
              <a:ext cx="2022167" cy="73451"/>
            </a:xfrm>
            <a:custGeom>
              <a:avLst/>
              <a:pathLst>
                <a:path w="2022167" h="73451">
                  <a:moveTo>
                    <a:pt x="0" y="73451"/>
                  </a:moveTo>
                  <a:lnTo>
                    <a:pt x="129853" y="68735"/>
                  </a:lnTo>
                  <a:lnTo>
                    <a:pt x="244392" y="64574"/>
                  </a:lnTo>
                  <a:lnTo>
                    <a:pt x="346850" y="60853"/>
                  </a:lnTo>
                  <a:lnTo>
                    <a:pt x="439536" y="57486"/>
                  </a:lnTo>
                  <a:lnTo>
                    <a:pt x="524150" y="54412"/>
                  </a:lnTo>
                  <a:lnTo>
                    <a:pt x="601988" y="51585"/>
                  </a:lnTo>
                  <a:lnTo>
                    <a:pt x="674055" y="48967"/>
                  </a:lnTo>
                  <a:lnTo>
                    <a:pt x="741148" y="46530"/>
                  </a:lnTo>
                  <a:lnTo>
                    <a:pt x="803909" y="44251"/>
                  </a:lnTo>
                  <a:lnTo>
                    <a:pt x="862864" y="42109"/>
                  </a:lnTo>
                  <a:lnTo>
                    <a:pt x="918448" y="40090"/>
                  </a:lnTo>
                  <a:lnTo>
                    <a:pt x="971026" y="38180"/>
                  </a:lnTo>
                  <a:lnTo>
                    <a:pt x="1020906" y="36369"/>
                  </a:lnTo>
                  <a:lnTo>
                    <a:pt x="1068353" y="34645"/>
                  </a:lnTo>
                  <a:lnTo>
                    <a:pt x="1113591" y="33002"/>
                  </a:lnTo>
                  <a:lnTo>
                    <a:pt x="1156819" y="31432"/>
                  </a:lnTo>
                  <a:lnTo>
                    <a:pt x="1198206" y="29929"/>
                  </a:lnTo>
                  <a:lnTo>
                    <a:pt x="1237904" y="28487"/>
                  </a:lnTo>
                  <a:lnTo>
                    <a:pt x="1276044" y="27101"/>
                  </a:lnTo>
                  <a:lnTo>
                    <a:pt x="1312745" y="25768"/>
                  </a:lnTo>
                  <a:lnTo>
                    <a:pt x="1348111" y="24483"/>
                  </a:lnTo>
                  <a:lnTo>
                    <a:pt x="1382236" y="23244"/>
                  </a:lnTo>
                  <a:lnTo>
                    <a:pt x="1415204" y="22046"/>
                  </a:lnTo>
                  <a:lnTo>
                    <a:pt x="1447090" y="20888"/>
                  </a:lnTo>
                  <a:lnTo>
                    <a:pt x="1477964" y="19767"/>
                  </a:lnTo>
                  <a:lnTo>
                    <a:pt x="1507889" y="18680"/>
                  </a:lnTo>
                  <a:lnTo>
                    <a:pt x="1536919" y="17625"/>
                  </a:lnTo>
                  <a:lnTo>
                    <a:pt x="1565108" y="16601"/>
                  </a:lnTo>
                  <a:lnTo>
                    <a:pt x="1592503" y="15606"/>
                  </a:lnTo>
                  <a:lnTo>
                    <a:pt x="1619148" y="14639"/>
                  </a:lnTo>
                  <a:lnTo>
                    <a:pt x="1645081" y="13697"/>
                  </a:lnTo>
                  <a:lnTo>
                    <a:pt x="1670341" y="12779"/>
                  </a:lnTo>
                  <a:lnTo>
                    <a:pt x="1694962" y="11885"/>
                  </a:lnTo>
                  <a:lnTo>
                    <a:pt x="1718974" y="11012"/>
                  </a:lnTo>
                  <a:lnTo>
                    <a:pt x="1742408" y="10161"/>
                  </a:lnTo>
                  <a:lnTo>
                    <a:pt x="1765291" y="9330"/>
                  </a:lnTo>
                  <a:lnTo>
                    <a:pt x="1787647" y="8518"/>
                  </a:lnTo>
                  <a:lnTo>
                    <a:pt x="1809501" y="7724"/>
                  </a:lnTo>
                  <a:lnTo>
                    <a:pt x="1830874" y="6948"/>
                  </a:lnTo>
                  <a:lnTo>
                    <a:pt x="1851788" y="6188"/>
                  </a:lnTo>
                  <a:lnTo>
                    <a:pt x="1872262" y="5445"/>
                  </a:lnTo>
                  <a:lnTo>
                    <a:pt x="1892313" y="4716"/>
                  </a:lnTo>
                  <a:lnTo>
                    <a:pt x="1911959" y="4003"/>
                  </a:lnTo>
                  <a:lnTo>
                    <a:pt x="1931217" y="3303"/>
                  </a:lnTo>
                  <a:lnTo>
                    <a:pt x="1950100" y="2617"/>
                  </a:lnTo>
                  <a:lnTo>
                    <a:pt x="1968623" y="1944"/>
                  </a:lnTo>
                  <a:lnTo>
                    <a:pt x="1986801" y="1284"/>
                  </a:lnTo>
                  <a:lnTo>
                    <a:pt x="2004644" y="636"/>
                  </a:lnTo>
                  <a:lnTo>
                    <a:pt x="2022167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6895298" y="7764272"/>
              <a:ext cx="2022167" cy="322534"/>
            </a:xfrm>
            <a:custGeom>
              <a:avLst/>
              <a:pathLst>
                <a:path w="2022167" h="322534">
                  <a:moveTo>
                    <a:pt x="0" y="322534"/>
                  </a:moveTo>
                  <a:lnTo>
                    <a:pt x="129853" y="301823"/>
                  </a:lnTo>
                  <a:lnTo>
                    <a:pt x="244392" y="283554"/>
                  </a:lnTo>
                  <a:lnTo>
                    <a:pt x="346850" y="267212"/>
                  </a:lnTo>
                  <a:lnTo>
                    <a:pt x="439536" y="252428"/>
                  </a:lnTo>
                  <a:lnTo>
                    <a:pt x="524150" y="238932"/>
                  </a:lnTo>
                  <a:lnTo>
                    <a:pt x="601988" y="226517"/>
                  </a:lnTo>
                  <a:lnTo>
                    <a:pt x="674055" y="215023"/>
                  </a:lnTo>
                  <a:lnTo>
                    <a:pt x="741148" y="204321"/>
                  </a:lnTo>
                  <a:lnTo>
                    <a:pt x="803909" y="194311"/>
                  </a:lnTo>
                  <a:lnTo>
                    <a:pt x="862864" y="184908"/>
                  </a:lnTo>
                  <a:lnTo>
                    <a:pt x="918448" y="176042"/>
                  </a:lnTo>
                  <a:lnTo>
                    <a:pt x="971026" y="167656"/>
                  </a:lnTo>
                  <a:lnTo>
                    <a:pt x="1020906" y="159700"/>
                  </a:lnTo>
                  <a:lnTo>
                    <a:pt x="1068353" y="152132"/>
                  </a:lnTo>
                  <a:lnTo>
                    <a:pt x="1113591" y="144917"/>
                  </a:lnTo>
                  <a:lnTo>
                    <a:pt x="1156819" y="138022"/>
                  </a:lnTo>
                  <a:lnTo>
                    <a:pt x="1198206" y="131421"/>
                  </a:lnTo>
                  <a:lnTo>
                    <a:pt x="1237904" y="125089"/>
                  </a:lnTo>
                  <a:lnTo>
                    <a:pt x="1276044" y="119006"/>
                  </a:lnTo>
                  <a:lnTo>
                    <a:pt x="1312745" y="113152"/>
                  </a:lnTo>
                  <a:lnTo>
                    <a:pt x="1348111" y="107511"/>
                  </a:lnTo>
                  <a:lnTo>
                    <a:pt x="1382236" y="102068"/>
                  </a:lnTo>
                  <a:lnTo>
                    <a:pt x="1415204" y="96810"/>
                  </a:lnTo>
                  <a:lnTo>
                    <a:pt x="1447090" y="91724"/>
                  </a:lnTo>
                  <a:lnTo>
                    <a:pt x="1477964" y="86799"/>
                  </a:lnTo>
                  <a:lnTo>
                    <a:pt x="1507889" y="82027"/>
                  </a:lnTo>
                  <a:lnTo>
                    <a:pt x="1536919" y="77396"/>
                  </a:lnTo>
                  <a:lnTo>
                    <a:pt x="1565108" y="72900"/>
                  </a:lnTo>
                  <a:lnTo>
                    <a:pt x="1592503" y="68531"/>
                  </a:lnTo>
                  <a:lnTo>
                    <a:pt x="1619148" y="64281"/>
                  </a:lnTo>
                  <a:lnTo>
                    <a:pt x="1645081" y="60144"/>
                  </a:lnTo>
                  <a:lnTo>
                    <a:pt x="1670341" y="56115"/>
                  </a:lnTo>
                  <a:lnTo>
                    <a:pt x="1694962" y="52189"/>
                  </a:lnTo>
                  <a:lnTo>
                    <a:pt x="1718974" y="48359"/>
                  </a:lnTo>
                  <a:lnTo>
                    <a:pt x="1742408" y="44621"/>
                  </a:lnTo>
                  <a:lnTo>
                    <a:pt x="1765291" y="40971"/>
                  </a:lnTo>
                  <a:lnTo>
                    <a:pt x="1787647" y="37405"/>
                  </a:lnTo>
                  <a:lnTo>
                    <a:pt x="1809501" y="33920"/>
                  </a:lnTo>
                  <a:lnTo>
                    <a:pt x="1830874" y="30511"/>
                  </a:lnTo>
                  <a:lnTo>
                    <a:pt x="1851788" y="27175"/>
                  </a:lnTo>
                  <a:lnTo>
                    <a:pt x="1872262" y="23909"/>
                  </a:lnTo>
                  <a:lnTo>
                    <a:pt x="1892313" y="20711"/>
                  </a:lnTo>
                  <a:lnTo>
                    <a:pt x="1911959" y="17578"/>
                  </a:lnTo>
                  <a:lnTo>
                    <a:pt x="1931217" y="14506"/>
                  </a:lnTo>
                  <a:lnTo>
                    <a:pt x="1950100" y="11494"/>
                  </a:lnTo>
                  <a:lnTo>
                    <a:pt x="1968623" y="8540"/>
                  </a:lnTo>
                  <a:lnTo>
                    <a:pt x="1986801" y="5640"/>
                  </a:lnTo>
                  <a:lnTo>
                    <a:pt x="2004644" y="2794"/>
                  </a:lnTo>
                  <a:lnTo>
                    <a:pt x="2022167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6895298" y="7842087"/>
              <a:ext cx="2022167" cy="201502"/>
            </a:xfrm>
            <a:custGeom>
              <a:avLst/>
              <a:pathLst>
                <a:path w="2022167" h="201502">
                  <a:moveTo>
                    <a:pt x="0" y="201502"/>
                  </a:moveTo>
                  <a:lnTo>
                    <a:pt x="129853" y="188563"/>
                  </a:lnTo>
                  <a:lnTo>
                    <a:pt x="244392" y="177149"/>
                  </a:lnTo>
                  <a:lnTo>
                    <a:pt x="346850" y="166939"/>
                  </a:lnTo>
                  <a:lnTo>
                    <a:pt x="439536" y="157704"/>
                  </a:lnTo>
                  <a:lnTo>
                    <a:pt x="524150" y="149272"/>
                  </a:lnTo>
                  <a:lnTo>
                    <a:pt x="601988" y="141516"/>
                  </a:lnTo>
                  <a:lnTo>
                    <a:pt x="674055" y="134334"/>
                  </a:lnTo>
                  <a:lnTo>
                    <a:pt x="741148" y="127649"/>
                  </a:lnTo>
                  <a:lnTo>
                    <a:pt x="803909" y="121395"/>
                  </a:lnTo>
                  <a:lnTo>
                    <a:pt x="862864" y="115520"/>
                  </a:lnTo>
                  <a:lnTo>
                    <a:pt x="918448" y="109982"/>
                  </a:lnTo>
                  <a:lnTo>
                    <a:pt x="971026" y="104742"/>
                  </a:lnTo>
                  <a:lnTo>
                    <a:pt x="1020906" y="99772"/>
                  </a:lnTo>
                  <a:lnTo>
                    <a:pt x="1068353" y="95044"/>
                  </a:lnTo>
                  <a:lnTo>
                    <a:pt x="1113591" y="90536"/>
                  </a:lnTo>
                  <a:lnTo>
                    <a:pt x="1156819" y="86229"/>
                  </a:lnTo>
                  <a:lnTo>
                    <a:pt x="1198206" y="82105"/>
                  </a:lnTo>
                  <a:lnTo>
                    <a:pt x="1237904" y="78149"/>
                  </a:lnTo>
                  <a:lnTo>
                    <a:pt x="1276044" y="74348"/>
                  </a:lnTo>
                  <a:lnTo>
                    <a:pt x="1312745" y="70691"/>
                  </a:lnTo>
                  <a:lnTo>
                    <a:pt x="1348111" y="67167"/>
                  </a:lnTo>
                  <a:lnTo>
                    <a:pt x="1382236" y="63767"/>
                  </a:lnTo>
                  <a:lnTo>
                    <a:pt x="1415204" y="60481"/>
                  </a:lnTo>
                  <a:lnTo>
                    <a:pt x="1447090" y="57304"/>
                  </a:lnTo>
                  <a:lnTo>
                    <a:pt x="1477964" y="54228"/>
                  </a:lnTo>
                  <a:lnTo>
                    <a:pt x="1507889" y="51246"/>
                  </a:lnTo>
                  <a:lnTo>
                    <a:pt x="1536919" y="48353"/>
                  </a:lnTo>
                  <a:lnTo>
                    <a:pt x="1565108" y="45544"/>
                  </a:lnTo>
                  <a:lnTo>
                    <a:pt x="1592503" y="42814"/>
                  </a:lnTo>
                  <a:lnTo>
                    <a:pt x="1619148" y="40159"/>
                  </a:lnTo>
                  <a:lnTo>
                    <a:pt x="1645081" y="37575"/>
                  </a:lnTo>
                  <a:lnTo>
                    <a:pt x="1670341" y="35058"/>
                  </a:lnTo>
                  <a:lnTo>
                    <a:pt x="1694962" y="32604"/>
                  </a:lnTo>
                  <a:lnTo>
                    <a:pt x="1718974" y="30212"/>
                  </a:lnTo>
                  <a:lnTo>
                    <a:pt x="1742408" y="27877"/>
                  </a:lnTo>
                  <a:lnTo>
                    <a:pt x="1765291" y="25596"/>
                  </a:lnTo>
                  <a:lnTo>
                    <a:pt x="1787647" y="23369"/>
                  </a:lnTo>
                  <a:lnTo>
                    <a:pt x="1809501" y="21191"/>
                  </a:lnTo>
                  <a:lnTo>
                    <a:pt x="1830874" y="19061"/>
                  </a:lnTo>
                  <a:lnTo>
                    <a:pt x="1851788" y="16977"/>
                  </a:lnTo>
                  <a:lnTo>
                    <a:pt x="1872262" y="14937"/>
                  </a:lnTo>
                  <a:lnTo>
                    <a:pt x="1892313" y="12939"/>
                  </a:lnTo>
                  <a:lnTo>
                    <a:pt x="1911959" y="10981"/>
                  </a:lnTo>
                  <a:lnTo>
                    <a:pt x="1931217" y="9062"/>
                  </a:lnTo>
                  <a:lnTo>
                    <a:pt x="1950100" y="7181"/>
                  </a:lnTo>
                  <a:lnTo>
                    <a:pt x="1968623" y="5335"/>
                  </a:lnTo>
                  <a:lnTo>
                    <a:pt x="1986801" y="3524"/>
                  </a:lnTo>
                  <a:lnTo>
                    <a:pt x="2004644" y="1746"/>
                  </a:lnTo>
                  <a:lnTo>
                    <a:pt x="2022167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6895298" y="7832822"/>
              <a:ext cx="2022167" cy="223878"/>
            </a:xfrm>
            <a:custGeom>
              <a:avLst/>
              <a:pathLst>
                <a:path w="2022167" h="223878">
                  <a:moveTo>
                    <a:pt x="0" y="0"/>
                  </a:moveTo>
                  <a:lnTo>
                    <a:pt x="129853" y="14376"/>
                  </a:lnTo>
                  <a:lnTo>
                    <a:pt x="244392" y="27057"/>
                  </a:lnTo>
                  <a:lnTo>
                    <a:pt x="346850" y="38400"/>
                  </a:lnTo>
                  <a:lnTo>
                    <a:pt x="439536" y="48662"/>
                  </a:lnTo>
                  <a:lnTo>
                    <a:pt x="524150" y="58029"/>
                  </a:lnTo>
                  <a:lnTo>
                    <a:pt x="601988" y="66647"/>
                  </a:lnTo>
                  <a:lnTo>
                    <a:pt x="674055" y="74626"/>
                  </a:lnTo>
                  <a:lnTo>
                    <a:pt x="741148" y="82054"/>
                  </a:lnTo>
                  <a:lnTo>
                    <a:pt x="803909" y="89002"/>
                  </a:lnTo>
                  <a:lnTo>
                    <a:pt x="862864" y="95529"/>
                  </a:lnTo>
                  <a:lnTo>
                    <a:pt x="918448" y="101683"/>
                  </a:lnTo>
                  <a:lnTo>
                    <a:pt x="971026" y="107504"/>
                  </a:lnTo>
                  <a:lnTo>
                    <a:pt x="1020906" y="113026"/>
                  </a:lnTo>
                  <a:lnTo>
                    <a:pt x="1068353" y="118279"/>
                  </a:lnTo>
                  <a:lnTo>
                    <a:pt x="1113591" y="123288"/>
                  </a:lnTo>
                  <a:lnTo>
                    <a:pt x="1156819" y="128074"/>
                  </a:lnTo>
                  <a:lnTo>
                    <a:pt x="1198206" y="132656"/>
                  </a:lnTo>
                  <a:lnTo>
                    <a:pt x="1237904" y="137051"/>
                  </a:lnTo>
                  <a:lnTo>
                    <a:pt x="1276044" y="141273"/>
                  </a:lnTo>
                  <a:lnTo>
                    <a:pt x="1312745" y="145337"/>
                  </a:lnTo>
                  <a:lnTo>
                    <a:pt x="1348111" y="149252"/>
                  </a:lnTo>
                  <a:lnTo>
                    <a:pt x="1382236" y="153030"/>
                  </a:lnTo>
                  <a:lnTo>
                    <a:pt x="1415204" y="156680"/>
                  </a:lnTo>
                  <a:lnTo>
                    <a:pt x="1447090" y="160210"/>
                  </a:lnTo>
                  <a:lnTo>
                    <a:pt x="1477964" y="163628"/>
                  </a:lnTo>
                  <a:lnTo>
                    <a:pt x="1507889" y="166941"/>
                  </a:lnTo>
                  <a:lnTo>
                    <a:pt x="1536919" y="170155"/>
                  </a:lnTo>
                  <a:lnTo>
                    <a:pt x="1565108" y="173276"/>
                  </a:lnTo>
                  <a:lnTo>
                    <a:pt x="1592503" y="176309"/>
                  </a:lnTo>
                  <a:lnTo>
                    <a:pt x="1619148" y="179259"/>
                  </a:lnTo>
                  <a:lnTo>
                    <a:pt x="1645081" y="182130"/>
                  </a:lnTo>
                  <a:lnTo>
                    <a:pt x="1670341" y="184927"/>
                  </a:lnTo>
                  <a:lnTo>
                    <a:pt x="1694962" y="187653"/>
                  </a:lnTo>
                  <a:lnTo>
                    <a:pt x="1718974" y="190311"/>
                  </a:lnTo>
                  <a:lnTo>
                    <a:pt x="1742408" y="192906"/>
                  </a:lnTo>
                  <a:lnTo>
                    <a:pt x="1765291" y="195439"/>
                  </a:lnTo>
                  <a:lnTo>
                    <a:pt x="1787647" y="197914"/>
                  </a:lnTo>
                  <a:lnTo>
                    <a:pt x="1809501" y="200333"/>
                  </a:lnTo>
                  <a:lnTo>
                    <a:pt x="1830874" y="202700"/>
                  </a:lnTo>
                  <a:lnTo>
                    <a:pt x="1851788" y="205015"/>
                  </a:lnTo>
                  <a:lnTo>
                    <a:pt x="1872262" y="207282"/>
                  </a:lnTo>
                  <a:lnTo>
                    <a:pt x="1892313" y="209502"/>
                  </a:lnTo>
                  <a:lnTo>
                    <a:pt x="1911959" y="211677"/>
                  </a:lnTo>
                  <a:lnTo>
                    <a:pt x="1931217" y="213809"/>
                  </a:lnTo>
                  <a:lnTo>
                    <a:pt x="1950100" y="215900"/>
                  </a:lnTo>
                  <a:lnTo>
                    <a:pt x="1968623" y="217950"/>
                  </a:lnTo>
                  <a:lnTo>
                    <a:pt x="1986801" y="219963"/>
                  </a:lnTo>
                  <a:lnTo>
                    <a:pt x="2004644" y="221938"/>
                  </a:lnTo>
                  <a:lnTo>
                    <a:pt x="2022167" y="223878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2" name="pl971"/>
            <p:cNvSpPr/>
            <p:nvPr/>
          </p:nvSpPr>
          <p:spPr>
            <a:xfrm>
              <a:off x="6895298" y="7802289"/>
              <a:ext cx="2022167" cy="387262"/>
            </a:xfrm>
            <a:custGeom>
              <a:avLst/>
              <a:pathLst>
                <a:path w="2022167" h="387262">
                  <a:moveTo>
                    <a:pt x="0" y="0"/>
                  </a:moveTo>
                  <a:lnTo>
                    <a:pt x="129853" y="24868"/>
                  </a:lnTo>
                  <a:lnTo>
                    <a:pt x="244392" y="46803"/>
                  </a:lnTo>
                  <a:lnTo>
                    <a:pt x="346850" y="66424"/>
                  </a:lnTo>
                  <a:lnTo>
                    <a:pt x="439536" y="84174"/>
                  </a:lnTo>
                  <a:lnTo>
                    <a:pt x="524150" y="100379"/>
                  </a:lnTo>
                  <a:lnTo>
                    <a:pt x="601988" y="115285"/>
                  </a:lnTo>
                  <a:lnTo>
                    <a:pt x="674055" y="129087"/>
                  </a:lnTo>
                  <a:lnTo>
                    <a:pt x="741148" y="141936"/>
                  </a:lnTo>
                  <a:lnTo>
                    <a:pt x="803909" y="153955"/>
                  </a:lnTo>
                  <a:lnTo>
                    <a:pt x="862864" y="165245"/>
                  </a:lnTo>
                  <a:lnTo>
                    <a:pt x="918448" y="175890"/>
                  </a:lnTo>
                  <a:lnTo>
                    <a:pt x="971026" y="185959"/>
                  </a:lnTo>
                  <a:lnTo>
                    <a:pt x="1020906" y="195512"/>
                  </a:lnTo>
                  <a:lnTo>
                    <a:pt x="1068353" y="204598"/>
                  </a:lnTo>
                  <a:lnTo>
                    <a:pt x="1113591" y="213262"/>
                  </a:lnTo>
                  <a:lnTo>
                    <a:pt x="1156819" y="221540"/>
                  </a:lnTo>
                  <a:lnTo>
                    <a:pt x="1198206" y="229466"/>
                  </a:lnTo>
                  <a:lnTo>
                    <a:pt x="1237904" y="237069"/>
                  </a:lnTo>
                  <a:lnTo>
                    <a:pt x="1276044" y="244373"/>
                  </a:lnTo>
                  <a:lnTo>
                    <a:pt x="1312745" y="251401"/>
                  </a:lnTo>
                  <a:lnTo>
                    <a:pt x="1348111" y="258174"/>
                  </a:lnTo>
                  <a:lnTo>
                    <a:pt x="1382236" y="264709"/>
                  </a:lnTo>
                  <a:lnTo>
                    <a:pt x="1415204" y="271023"/>
                  </a:lnTo>
                  <a:lnTo>
                    <a:pt x="1447090" y="277130"/>
                  </a:lnTo>
                  <a:lnTo>
                    <a:pt x="1477964" y="283042"/>
                  </a:lnTo>
                  <a:lnTo>
                    <a:pt x="1507889" y="288773"/>
                  </a:lnTo>
                  <a:lnTo>
                    <a:pt x="1536919" y="294333"/>
                  </a:lnTo>
                  <a:lnTo>
                    <a:pt x="1565108" y="299731"/>
                  </a:lnTo>
                  <a:lnTo>
                    <a:pt x="1592503" y="304977"/>
                  </a:lnTo>
                  <a:lnTo>
                    <a:pt x="1619148" y="310080"/>
                  </a:lnTo>
                  <a:lnTo>
                    <a:pt x="1645081" y="315047"/>
                  </a:lnTo>
                  <a:lnTo>
                    <a:pt x="1670341" y="319884"/>
                  </a:lnTo>
                  <a:lnTo>
                    <a:pt x="1694962" y="324599"/>
                  </a:lnTo>
                  <a:lnTo>
                    <a:pt x="1718974" y="329198"/>
                  </a:lnTo>
                  <a:lnTo>
                    <a:pt x="1742408" y="333685"/>
                  </a:lnTo>
                  <a:lnTo>
                    <a:pt x="1765291" y="338068"/>
                  </a:lnTo>
                  <a:lnTo>
                    <a:pt x="1787647" y="342349"/>
                  </a:lnTo>
                  <a:lnTo>
                    <a:pt x="1809501" y="346534"/>
                  </a:lnTo>
                  <a:lnTo>
                    <a:pt x="1830874" y="350627"/>
                  </a:lnTo>
                  <a:lnTo>
                    <a:pt x="1851788" y="354633"/>
                  </a:lnTo>
                  <a:lnTo>
                    <a:pt x="1872262" y="358554"/>
                  </a:lnTo>
                  <a:lnTo>
                    <a:pt x="1892313" y="362394"/>
                  </a:lnTo>
                  <a:lnTo>
                    <a:pt x="1911959" y="366156"/>
                  </a:lnTo>
                  <a:lnTo>
                    <a:pt x="1931217" y="369844"/>
                  </a:lnTo>
                  <a:lnTo>
                    <a:pt x="1950100" y="373460"/>
                  </a:lnTo>
                  <a:lnTo>
                    <a:pt x="1968623" y="377008"/>
                  </a:lnTo>
                  <a:lnTo>
                    <a:pt x="1986801" y="380489"/>
                  </a:lnTo>
                  <a:lnTo>
                    <a:pt x="2004644" y="383906"/>
                  </a:lnTo>
                  <a:lnTo>
                    <a:pt x="2022167" y="38726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3" name="pl972"/>
            <p:cNvSpPr/>
            <p:nvPr/>
          </p:nvSpPr>
          <p:spPr>
            <a:xfrm>
              <a:off x="6895298" y="8158738"/>
              <a:ext cx="2022167" cy="176887"/>
            </a:xfrm>
            <a:custGeom>
              <a:avLst/>
              <a:pathLst>
                <a:path w="2022167" h="176887">
                  <a:moveTo>
                    <a:pt x="0" y="0"/>
                  </a:moveTo>
                  <a:lnTo>
                    <a:pt x="129853" y="11358"/>
                  </a:lnTo>
                  <a:lnTo>
                    <a:pt x="244392" y="21378"/>
                  </a:lnTo>
                  <a:lnTo>
                    <a:pt x="346850" y="30340"/>
                  </a:lnTo>
                  <a:lnTo>
                    <a:pt x="439536" y="38448"/>
                  </a:lnTo>
                  <a:lnTo>
                    <a:pt x="524150" y="45849"/>
                  </a:lnTo>
                  <a:lnTo>
                    <a:pt x="601988" y="52658"/>
                  </a:lnTo>
                  <a:lnTo>
                    <a:pt x="674055" y="58962"/>
                  </a:lnTo>
                  <a:lnTo>
                    <a:pt x="741148" y="64831"/>
                  </a:lnTo>
                  <a:lnTo>
                    <a:pt x="803909" y="70321"/>
                  </a:lnTo>
                  <a:lnTo>
                    <a:pt x="862864" y="75478"/>
                  </a:lnTo>
                  <a:lnTo>
                    <a:pt x="918448" y="80340"/>
                  </a:lnTo>
                  <a:lnTo>
                    <a:pt x="971026" y="84939"/>
                  </a:lnTo>
                  <a:lnTo>
                    <a:pt x="1020906" y="89303"/>
                  </a:lnTo>
                  <a:lnTo>
                    <a:pt x="1068353" y="93453"/>
                  </a:lnTo>
                  <a:lnTo>
                    <a:pt x="1113591" y="97410"/>
                  </a:lnTo>
                  <a:lnTo>
                    <a:pt x="1156819" y="101192"/>
                  </a:lnTo>
                  <a:lnTo>
                    <a:pt x="1198206" y="104812"/>
                  </a:lnTo>
                  <a:lnTo>
                    <a:pt x="1237904" y="108284"/>
                  </a:lnTo>
                  <a:lnTo>
                    <a:pt x="1276044" y="111621"/>
                  </a:lnTo>
                  <a:lnTo>
                    <a:pt x="1312745" y="114831"/>
                  </a:lnTo>
                  <a:lnTo>
                    <a:pt x="1348111" y="117925"/>
                  </a:lnTo>
                  <a:lnTo>
                    <a:pt x="1382236" y="120910"/>
                  </a:lnTo>
                  <a:lnTo>
                    <a:pt x="1415204" y="123794"/>
                  </a:lnTo>
                  <a:lnTo>
                    <a:pt x="1447090" y="126583"/>
                  </a:lnTo>
                  <a:lnTo>
                    <a:pt x="1477964" y="129284"/>
                  </a:lnTo>
                  <a:lnTo>
                    <a:pt x="1507889" y="131901"/>
                  </a:lnTo>
                  <a:lnTo>
                    <a:pt x="1536919" y="134441"/>
                  </a:lnTo>
                  <a:lnTo>
                    <a:pt x="1565108" y="136906"/>
                  </a:lnTo>
                  <a:lnTo>
                    <a:pt x="1592503" y="139303"/>
                  </a:lnTo>
                  <a:lnTo>
                    <a:pt x="1619148" y="141633"/>
                  </a:lnTo>
                  <a:lnTo>
                    <a:pt x="1645081" y="143902"/>
                  </a:lnTo>
                  <a:lnTo>
                    <a:pt x="1670341" y="146112"/>
                  </a:lnTo>
                  <a:lnTo>
                    <a:pt x="1694962" y="148265"/>
                  </a:lnTo>
                  <a:lnTo>
                    <a:pt x="1718974" y="150366"/>
                  </a:lnTo>
                  <a:lnTo>
                    <a:pt x="1742408" y="152416"/>
                  </a:lnTo>
                  <a:lnTo>
                    <a:pt x="1765291" y="154417"/>
                  </a:lnTo>
                  <a:lnTo>
                    <a:pt x="1787647" y="156373"/>
                  </a:lnTo>
                  <a:lnTo>
                    <a:pt x="1809501" y="158284"/>
                  </a:lnTo>
                  <a:lnTo>
                    <a:pt x="1830874" y="160154"/>
                  </a:lnTo>
                  <a:lnTo>
                    <a:pt x="1851788" y="161984"/>
                  </a:lnTo>
                  <a:lnTo>
                    <a:pt x="1872262" y="163774"/>
                  </a:lnTo>
                  <a:lnTo>
                    <a:pt x="1892313" y="165528"/>
                  </a:lnTo>
                  <a:lnTo>
                    <a:pt x="1911959" y="167247"/>
                  </a:lnTo>
                  <a:lnTo>
                    <a:pt x="1931217" y="168931"/>
                  </a:lnTo>
                  <a:lnTo>
                    <a:pt x="1950100" y="170583"/>
                  </a:lnTo>
                  <a:lnTo>
                    <a:pt x="1968623" y="172204"/>
                  </a:lnTo>
                  <a:lnTo>
                    <a:pt x="1986801" y="173794"/>
                  </a:lnTo>
                  <a:lnTo>
                    <a:pt x="2004644" y="175355"/>
                  </a:lnTo>
                  <a:lnTo>
                    <a:pt x="2022167" y="176887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4" name="pl973"/>
            <p:cNvSpPr/>
            <p:nvPr/>
          </p:nvSpPr>
          <p:spPr>
            <a:xfrm>
              <a:off x="6895298" y="8121769"/>
              <a:ext cx="2022167" cy="79032"/>
            </a:xfrm>
            <a:custGeom>
              <a:avLst/>
              <a:pathLst>
                <a:path w="2022167" h="79032">
                  <a:moveTo>
                    <a:pt x="0" y="0"/>
                  </a:moveTo>
                  <a:lnTo>
                    <a:pt x="129853" y="5075"/>
                  </a:lnTo>
                  <a:lnTo>
                    <a:pt x="244392" y="9551"/>
                  </a:lnTo>
                  <a:lnTo>
                    <a:pt x="346850" y="13556"/>
                  </a:lnTo>
                  <a:lnTo>
                    <a:pt x="439536" y="17178"/>
                  </a:lnTo>
                  <a:lnTo>
                    <a:pt x="524150" y="20485"/>
                  </a:lnTo>
                  <a:lnTo>
                    <a:pt x="601988" y="23527"/>
                  </a:lnTo>
                  <a:lnTo>
                    <a:pt x="674055" y="26344"/>
                  </a:lnTo>
                  <a:lnTo>
                    <a:pt x="741148" y="28966"/>
                  </a:lnTo>
                  <a:lnTo>
                    <a:pt x="803909" y="31419"/>
                  </a:lnTo>
                  <a:lnTo>
                    <a:pt x="862864" y="33723"/>
                  </a:lnTo>
                  <a:lnTo>
                    <a:pt x="918448" y="35895"/>
                  </a:lnTo>
                  <a:lnTo>
                    <a:pt x="971026" y="37950"/>
                  </a:lnTo>
                  <a:lnTo>
                    <a:pt x="1020906" y="39900"/>
                  </a:lnTo>
                  <a:lnTo>
                    <a:pt x="1068353" y="41754"/>
                  </a:lnTo>
                  <a:lnTo>
                    <a:pt x="1113591" y="43522"/>
                  </a:lnTo>
                  <a:lnTo>
                    <a:pt x="1156819" y="45212"/>
                  </a:lnTo>
                  <a:lnTo>
                    <a:pt x="1198206" y="46829"/>
                  </a:lnTo>
                  <a:lnTo>
                    <a:pt x="1237904" y="48381"/>
                  </a:lnTo>
                  <a:lnTo>
                    <a:pt x="1276044" y="49872"/>
                  </a:lnTo>
                  <a:lnTo>
                    <a:pt x="1312745" y="51306"/>
                  </a:lnTo>
                  <a:lnTo>
                    <a:pt x="1348111" y="52688"/>
                  </a:lnTo>
                  <a:lnTo>
                    <a:pt x="1382236" y="54022"/>
                  </a:lnTo>
                  <a:lnTo>
                    <a:pt x="1415204" y="55310"/>
                  </a:lnTo>
                  <a:lnTo>
                    <a:pt x="1447090" y="56557"/>
                  </a:lnTo>
                  <a:lnTo>
                    <a:pt x="1477964" y="57763"/>
                  </a:lnTo>
                  <a:lnTo>
                    <a:pt x="1507889" y="58933"/>
                  </a:lnTo>
                  <a:lnTo>
                    <a:pt x="1536919" y="60067"/>
                  </a:lnTo>
                  <a:lnTo>
                    <a:pt x="1565108" y="61169"/>
                  </a:lnTo>
                  <a:lnTo>
                    <a:pt x="1592503" y="62240"/>
                  </a:lnTo>
                  <a:lnTo>
                    <a:pt x="1619148" y="63281"/>
                  </a:lnTo>
                  <a:lnTo>
                    <a:pt x="1645081" y="64295"/>
                  </a:lnTo>
                  <a:lnTo>
                    <a:pt x="1670341" y="65282"/>
                  </a:lnTo>
                  <a:lnTo>
                    <a:pt x="1694962" y="66244"/>
                  </a:lnTo>
                  <a:lnTo>
                    <a:pt x="1718974" y="67183"/>
                  </a:lnTo>
                  <a:lnTo>
                    <a:pt x="1742408" y="68099"/>
                  </a:lnTo>
                  <a:lnTo>
                    <a:pt x="1765291" y="68993"/>
                  </a:lnTo>
                  <a:lnTo>
                    <a:pt x="1787647" y="69867"/>
                  </a:lnTo>
                  <a:lnTo>
                    <a:pt x="1809501" y="70721"/>
                  </a:lnTo>
                  <a:lnTo>
                    <a:pt x="1830874" y="71556"/>
                  </a:lnTo>
                  <a:lnTo>
                    <a:pt x="1851788" y="72374"/>
                  </a:lnTo>
                  <a:lnTo>
                    <a:pt x="1872262" y="73174"/>
                  </a:lnTo>
                  <a:lnTo>
                    <a:pt x="1892313" y="73957"/>
                  </a:lnTo>
                  <a:lnTo>
                    <a:pt x="1911959" y="74725"/>
                  </a:lnTo>
                  <a:lnTo>
                    <a:pt x="1931217" y="75478"/>
                  </a:lnTo>
                  <a:lnTo>
                    <a:pt x="1950100" y="76216"/>
                  </a:lnTo>
                  <a:lnTo>
                    <a:pt x="1968623" y="76940"/>
                  </a:lnTo>
                  <a:lnTo>
                    <a:pt x="1986801" y="77650"/>
                  </a:lnTo>
                  <a:lnTo>
                    <a:pt x="2004644" y="78348"/>
                  </a:lnTo>
                  <a:lnTo>
                    <a:pt x="2022167" y="79032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5" name="pl974"/>
            <p:cNvSpPr/>
            <p:nvPr/>
          </p:nvSpPr>
          <p:spPr>
            <a:xfrm>
              <a:off x="6895298" y="8098651"/>
              <a:ext cx="2022167" cy="12774"/>
            </a:xfrm>
            <a:custGeom>
              <a:avLst/>
              <a:pathLst>
                <a:path w="2022167" h="12774">
                  <a:moveTo>
                    <a:pt x="0" y="0"/>
                  </a:moveTo>
                  <a:lnTo>
                    <a:pt x="129853" y="820"/>
                  </a:lnTo>
                  <a:lnTo>
                    <a:pt x="244392" y="1543"/>
                  </a:lnTo>
                  <a:lnTo>
                    <a:pt x="346850" y="2191"/>
                  </a:lnTo>
                  <a:lnTo>
                    <a:pt x="439536" y="2776"/>
                  </a:lnTo>
                  <a:lnTo>
                    <a:pt x="524150" y="3311"/>
                  </a:lnTo>
                  <a:lnTo>
                    <a:pt x="601988" y="3802"/>
                  </a:lnTo>
                  <a:lnTo>
                    <a:pt x="674055" y="4258"/>
                  </a:lnTo>
                  <a:lnTo>
                    <a:pt x="741148" y="4681"/>
                  </a:lnTo>
                  <a:lnTo>
                    <a:pt x="803909" y="5078"/>
                  </a:lnTo>
                  <a:lnTo>
                    <a:pt x="862864" y="5450"/>
                  </a:lnTo>
                  <a:lnTo>
                    <a:pt x="918448" y="5801"/>
                  </a:lnTo>
                  <a:lnTo>
                    <a:pt x="971026" y="6134"/>
                  </a:lnTo>
                  <a:lnTo>
                    <a:pt x="1020906" y="6449"/>
                  </a:lnTo>
                  <a:lnTo>
                    <a:pt x="1068353" y="6748"/>
                  </a:lnTo>
                  <a:lnTo>
                    <a:pt x="1113591" y="7034"/>
                  </a:lnTo>
                  <a:lnTo>
                    <a:pt x="1156819" y="7307"/>
                  </a:lnTo>
                  <a:lnTo>
                    <a:pt x="1198206" y="7569"/>
                  </a:lnTo>
                  <a:lnTo>
                    <a:pt x="1237904" y="7820"/>
                  </a:lnTo>
                  <a:lnTo>
                    <a:pt x="1276044" y="8060"/>
                  </a:lnTo>
                  <a:lnTo>
                    <a:pt x="1312745" y="8292"/>
                  </a:lnTo>
                  <a:lnTo>
                    <a:pt x="1348111" y="8516"/>
                  </a:lnTo>
                  <a:lnTo>
                    <a:pt x="1382236" y="8731"/>
                  </a:lnTo>
                  <a:lnTo>
                    <a:pt x="1415204" y="8940"/>
                  </a:lnTo>
                  <a:lnTo>
                    <a:pt x="1447090" y="9141"/>
                  </a:lnTo>
                  <a:lnTo>
                    <a:pt x="1477964" y="9336"/>
                  </a:lnTo>
                  <a:lnTo>
                    <a:pt x="1507889" y="9525"/>
                  </a:lnTo>
                  <a:lnTo>
                    <a:pt x="1536919" y="9708"/>
                  </a:lnTo>
                  <a:lnTo>
                    <a:pt x="1565108" y="9887"/>
                  </a:lnTo>
                  <a:lnTo>
                    <a:pt x="1592503" y="10060"/>
                  </a:lnTo>
                  <a:lnTo>
                    <a:pt x="1619148" y="10228"/>
                  </a:lnTo>
                  <a:lnTo>
                    <a:pt x="1645081" y="10392"/>
                  </a:lnTo>
                  <a:lnTo>
                    <a:pt x="1670341" y="10551"/>
                  </a:lnTo>
                  <a:lnTo>
                    <a:pt x="1694962" y="10707"/>
                  </a:lnTo>
                  <a:lnTo>
                    <a:pt x="1718974" y="10859"/>
                  </a:lnTo>
                  <a:lnTo>
                    <a:pt x="1742408" y="11007"/>
                  </a:lnTo>
                  <a:lnTo>
                    <a:pt x="1765291" y="11151"/>
                  </a:lnTo>
                  <a:lnTo>
                    <a:pt x="1787647" y="11292"/>
                  </a:lnTo>
                  <a:lnTo>
                    <a:pt x="1809501" y="11430"/>
                  </a:lnTo>
                  <a:lnTo>
                    <a:pt x="1830874" y="11565"/>
                  </a:lnTo>
                  <a:lnTo>
                    <a:pt x="1851788" y="11698"/>
                  </a:lnTo>
                  <a:lnTo>
                    <a:pt x="1872262" y="11827"/>
                  </a:lnTo>
                  <a:lnTo>
                    <a:pt x="1892313" y="11954"/>
                  </a:lnTo>
                  <a:lnTo>
                    <a:pt x="1911959" y="12078"/>
                  </a:lnTo>
                  <a:lnTo>
                    <a:pt x="1931217" y="12199"/>
                  </a:lnTo>
                  <a:lnTo>
                    <a:pt x="1950100" y="12319"/>
                  </a:lnTo>
                  <a:lnTo>
                    <a:pt x="1968623" y="12436"/>
                  </a:lnTo>
                  <a:lnTo>
                    <a:pt x="1986801" y="12550"/>
                  </a:lnTo>
                  <a:lnTo>
                    <a:pt x="2004644" y="12663"/>
                  </a:lnTo>
                  <a:lnTo>
                    <a:pt x="2022167" y="12774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6" name="rc975"/>
            <p:cNvSpPr/>
            <p:nvPr/>
          </p:nvSpPr>
          <p:spPr>
            <a:xfrm>
              <a:off x="6742685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7" name="pl976"/>
            <p:cNvSpPr/>
            <p:nvPr/>
          </p:nvSpPr>
          <p:spPr>
            <a:xfrm>
              <a:off x="6742685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7"/>
            <p:cNvSpPr/>
            <p:nvPr/>
          </p:nvSpPr>
          <p:spPr>
            <a:xfrm>
              <a:off x="6704728" y="847592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8"/>
            <p:cNvSpPr/>
            <p:nvPr/>
          </p:nvSpPr>
          <p:spPr>
            <a:xfrm>
              <a:off x="6704728" y="802238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79"/>
            <p:cNvSpPr/>
            <p:nvPr/>
          </p:nvSpPr>
          <p:spPr>
            <a:xfrm>
              <a:off x="6704728" y="756885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0"/>
            <p:cNvSpPr/>
            <p:nvPr/>
          </p:nvSpPr>
          <p:spPr>
            <a:xfrm>
              <a:off x="6704728" y="711532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1"/>
            <p:cNvSpPr/>
            <p:nvPr/>
          </p:nvSpPr>
          <p:spPr>
            <a:xfrm>
              <a:off x="6704728" y="666179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2"/>
            <p:cNvSpPr/>
            <p:nvPr/>
          </p:nvSpPr>
          <p:spPr>
            <a:xfrm>
              <a:off x="6742685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3"/>
            <p:cNvSpPr/>
            <p:nvPr/>
          </p:nvSpPr>
          <p:spPr>
            <a:xfrm>
              <a:off x="6895298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7569354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5"/>
            <p:cNvSpPr/>
            <p:nvPr/>
          </p:nvSpPr>
          <p:spPr>
            <a:xfrm>
              <a:off x="8243410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6"/>
            <p:cNvSpPr/>
            <p:nvPr/>
          </p:nvSpPr>
          <p:spPr>
            <a:xfrm>
              <a:off x="8917465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tx987"/>
            <p:cNvSpPr/>
            <p:nvPr/>
          </p:nvSpPr>
          <p:spPr>
            <a:xfrm>
              <a:off x="6856436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89" name="tx988"/>
            <p:cNvSpPr/>
            <p:nvPr/>
          </p:nvSpPr>
          <p:spPr>
            <a:xfrm>
              <a:off x="7530492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90" name="tx989"/>
            <p:cNvSpPr/>
            <p:nvPr/>
          </p:nvSpPr>
          <p:spPr>
            <a:xfrm>
              <a:off x="8204548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91" name="tx990"/>
            <p:cNvSpPr/>
            <p:nvPr/>
          </p:nvSpPr>
          <p:spPr>
            <a:xfrm>
              <a:off x="8878603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92" name="tx991"/>
            <p:cNvSpPr/>
            <p:nvPr/>
          </p:nvSpPr>
          <p:spPr>
            <a:xfrm>
              <a:off x="7539993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93" name="tx992"/>
            <p:cNvSpPr/>
            <p:nvPr/>
          </p:nvSpPr>
          <p:spPr>
            <a:xfrm>
              <a:off x="6742685" y="6347601"/>
              <a:ext cx="582381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94" name="rc993"/>
            <p:cNvSpPr/>
            <p:nvPr/>
          </p:nvSpPr>
          <p:spPr>
            <a:xfrm>
              <a:off x="9362389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9522756" y="804157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9512681" y="814852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9500745" y="8250886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9503081" y="755037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9438939" y="8097863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9481676" y="758924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9515864" y="851456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9455338" y="824457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9447784" y="763474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9481840" y="746851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10153313" y="793436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10181387" y="755588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10118314" y="819935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10163283" y="849353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10157785" y="665620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10130781" y="681364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10126070" y="838761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10108408" y="854648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10122295" y="852777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10178975" y="832162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10132135" y="840673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10167700" y="847544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10113090" y="841877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10162407" y="840711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10182855" y="831535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10143648" y="815840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10165057" y="852297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10130683" y="822328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10823317" y="820067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10850204" y="855109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10814093" y="8394560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10841903" y="845738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10823276" y="803313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10830486" y="829011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10792281" y="795367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10869330" y="820065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10873727" y="830663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10843025" y="811702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10826205" y="846682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10850289" y="764450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10831168" y="838486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0832964" y="848435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0839755" y="751246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10826476" y="808144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0835009" y="791881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10825152" y="836586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0869025" y="820827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10856791" y="795263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1483463" y="832634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11464113" y="825908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1483823" y="809679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11498992" y="831216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11485691" y="802773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1482016" y="821883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11516646" y="810689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11523484" y="8165170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11524026" y="824985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1498979" y="776451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11514804" y="843627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1467708" y="827454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1473813" y="827837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11527860" y="849733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1547055" y="817587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11478063" y="849481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11482302" y="8010059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11476132" y="825744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1555935" y="827980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1461768" y="813148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11519915" y="822065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11555408" y="818065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11506554" y="823758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11506217" y="845481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l1066"/>
            <p:cNvSpPr/>
            <p:nvPr/>
          </p:nvSpPr>
          <p:spPr>
            <a:xfrm>
              <a:off x="9506273" y="7557275"/>
              <a:ext cx="2033427" cy="658261"/>
            </a:xfrm>
            <a:custGeom>
              <a:avLst/>
              <a:pathLst>
                <a:path w="2033427" h="658261">
                  <a:moveTo>
                    <a:pt x="0" y="0"/>
                  </a:moveTo>
                  <a:lnTo>
                    <a:pt x="130576" y="42270"/>
                  </a:lnTo>
                  <a:lnTo>
                    <a:pt x="245753" y="79555"/>
                  </a:lnTo>
                  <a:lnTo>
                    <a:pt x="348782" y="112907"/>
                  </a:lnTo>
                  <a:lnTo>
                    <a:pt x="441983" y="143078"/>
                  </a:lnTo>
                  <a:lnTo>
                    <a:pt x="527069" y="170622"/>
                  </a:lnTo>
                  <a:lnTo>
                    <a:pt x="605341" y="195961"/>
                  </a:lnTo>
                  <a:lnTo>
                    <a:pt x="677809" y="219420"/>
                  </a:lnTo>
                  <a:lnTo>
                    <a:pt x="745275" y="241260"/>
                  </a:lnTo>
                  <a:lnTo>
                    <a:pt x="808385" y="261690"/>
                  </a:lnTo>
                  <a:lnTo>
                    <a:pt x="867669" y="280881"/>
                  </a:lnTo>
                  <a:lnTo>
                    <a:pt x="923562" y="298975"/>
                  </a:lnTo>
                  <a:lnTo>
                    <a:pt x="976433" y="316091"/>
                  </a:lnTo>
                  <a:lnTo>
                    <a:pt x="1026591" y="332328"/>
                  </a:lnTo>
                  <a:lnTo>
                    <a:pt x="1074302" y="347773"/>
                  </a:lnTo>
                  <a:lnTo>
                    <a:pt x="1119792" y="362499"/>
                  </a:lnTo>
                  <a:lnTo>
                    <a:pt x="1163261" y="376570"/>
                  </a:lnTo>
                  <a:lnTo>
                    <a:pt x="1204878" y="390043"/>
                  </a:lnTo>
                  <a:lnTo>
                    <a:pt x="1244797" y="402965"/>
                  </a:lnTo>
                  <a:lnTo>
                    <a:pt x="1283150" y="415381"/>
                  </a:lnTo>
                  <a:lnTo>
                    <a:pt x="1320055" y="427328"/>
                  </a:lnTo>
                  <a:lnTo>
                    <a:pt x="1355618" y="438840"/>
                  </a:lnTo>
                  <a:lnTo>
                    <a:pt x="1389933" y="449949"/>
                  </a:lnTo>
                  <a:lnTo>
                    <a:pt x="1423084" y="460680"/>
                  </a:lnTo>
                  <a:lnTo>
                    <a:pt x="1455149" y="471060"/>
                  </a:lnTo>
                  <a:lnTo>
                    <a:pt x="1486195" y="481111"/>
                  </a:lnTo>
                  <a:lnTo>
                    <a:pt x="1516286" y="490852"/>
                  </a:lnTo>
                  <a:lnTo>
                    <a:pt x="1545478" y="500302"/>
                  </a:lnTo>
                  <a:lnTo>
                    <a:pt x="1573824" y="509478"/>
                  </a:lnTo>
                  <a:lnTo>
                    <a:pt x="1601372" y="518396"/>
                  </a:lnTo>
                  <a:lnTo>
                    <a:pt x="1628164" y="527069"/>
                  </a:lnTo>
                  <a:lnTo>
                    <a:pt x="1654242" y="535511"/>
                  </a:lnTo>
                  <a:lnTo>
                    <a:pt x="1679643" y="543734"/>
                  </a:lnTo>
                  <a:lnTo>
                    <a:pt x="1704401" y="551748"/>
                  </a:lnTo>
                  <a:lnTo>
                    <a:pt x="1728547" y="559565"/>
                  </a:lnTo>
                  <a:lnTo>
                    <a:pt x="1752111" y="567193"/>
                  </a:lnTo>
                  <a:lnTo>
                    <a:pt x="1775121" y="574642"/>
                  </a:lnTo>
                  <a:lnTo>
                    <a:pt x="1797602" y="581919"/>
                  </a:lnTo>
                  <a:lnTo>
                    <a:pt x="1819577" y="589033"/>
                  </a:lnTo>
                  <a:lnTo>
                    <a:pt x="1841070" y="595991"/>
                  </a:lnTo>
                  <a:lnTo>
                    <a:pt x="1862100" y="602799"/>
                  </a:lnTo>
                  <a:lnTo>
                    <a:pt x="1882688" y="609463"/>
                  </a:lnTo>
                  <a:lnTo>
                    <a:pt x="1902851" y="615990"/>
                  </a:lnTo>
                  <a:lnTo>
                    <a:pt x="1922606" y="622386"/>
                  </a:lnTo>
                  <a:lnTo>
                    <a:pt x="1941971" y="628654"/>
                  </a:lnTo>
                  <a:lnTo>
                    <a:pt x="1960959" y="634801"/>
                  </a:lnTo>
                  <a:lnTo>
                    <a:pt x="1979586" y="640831"/>
                  </a:lnTo>
                  <a:lnTo>
                    <a:pt x="1997865" y="646748"/>
                  </a:lnTo>
                  <a:lnTo>
                    <a:pt x="2015808" y="652557"/>
                  </a:lnTo>
                  <a:lnTo>
                    <a:pt x="2033427" y="658261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8" name="pl1067"/>
            <p:cNvSpPr/>
            <p:nvPr/>
          </p:nvSpPr>
          <p:spPr>
            <a:xfrm>
              <a:off x="9506273" y="7388966"/>
              <a:ext cx="2033427" cy="880101"/>
            </a:xfrm>
            <a:custGeom>
              <a:avLst/>
              <a:pathLst>
                <a:path w="2033427" h="880101">
                  <a:moveTo>
                    <a:pt x="0" y="0"/>
                  </a:moveTo>
                  <a:lnTo>
                    <a:pt x="130576" y="56515"/>
                  </a:lnTo>
                  <a:lnTo>
                    <a:pt x="245753" y="106366"/>
                  </a:lnTo>
                  <a:lnTo>
                    <a:pt x="348782" y="150958"/>
                  </a:lnTo>
                  <a:lnTo>
                    <a:pt x="441983" y="191297"/>
                  </a:lnTo>
                  <a:lnTo>
                    <a:pt x="527069" y="228124"/>
                  </a:lnTo>
                  <a:lnTo>
                    <a:pt x="605341" y="262001"/>
                  </a:lnTo>
                  <a:lnTo>
                    <a:pt x="677809" y="293367"/>
                  </a:lnTo>
                  <a:lnTo>
                    <a:pt x="745275" y="322567"/>
                  </a:lnTo>
                  <a:lnTo>
                    <a:pt x="808385" y="349882"/>
                  </a:lnTo>
                  <a:lnTo>
                    <a:pt x="867669" y="375541"/>
                  </a:lnTo>
                  <a:lnTo>
                    <a:pt x="923562" y="399733"/>
                  </a:lnTo>
                  <a:lnTo>
                    <a:pt x="976433" y="422616"/>
                  </a:lnTo>
                  <a:lnTo>
                    <a:pt x="1026591" y="444325"/>
                  </a:lnTo>
                  <a:lnTo>
                    <a:pt x="1074302" y="464975"/>
                  </a:lnTo>
                  <a:lnTo>
                    <a:pt x="1119792" y="484664"/>
                  </a:lnTo>
                  <a:lnTo>
                    <a:pt x="1163261" y="503478"/>
                  </a:lnTo>
                  <a:lnTo>
                    <a:pt x="1204878" y="521491"/>
                  </a:lnTo>
                  <a:lnTo>
                    <a:pt x="1244797" y="538769"/>
                  </a:lnTo>
                  <a:lnTo>
                    <a:pt x="1283150" y="555368"/>
                  </a:lnTo>
                  <a:lnTo>
                    <a:pt x="1320055" y="571342"/>
                  </a:lnTo>
                  <a:lnTo>
                    <a:pt x="1355618" y="586734"/>
                  </a:lnTo>
                  <a:lnTo>
                    <a:pt x="1389933" y="601586"/>
                  </a:lnTo>
                  <a:lnTo>
                    <a:pt x="1423084" y="615934"/>
                  </a:lnTo>
                  <a:lnTo>
                    <a:pt x="1455149" y="629812"/>
                  </a:lnTo>
                  <a:lnTo>
                    <a:pt x="1486195" y="643249"/>
                  </a:lnTo>
                  <a:lnTo>
                    <a:pt x="1516286" y="656273"/>
                  </a:lnTo>
                  <a:lnTo>
                    <a:pt x="1545478" y="668908"/>
                  </a:lnTo>
                  <a:lnTo>
                    <a:pt x="1573824" y="681177"/>
                  </a:lnTo>
                  <a:lnTo>
                    <a:pt x="1601372" y="693100"/>
                  </a:lnTo>
                  <a:lnTo>
                    <a:pt x="1628164" y="704696"/>
                  </a:lnTo>
                  <a:lnTo>
                    <a:pt x="1654242" y="715983"/>
                  </a:lnTo>
                  <a:lnTo>
                    <a:pt x="1679643" y="726977"/>
                  </a:lnTo>
                  <a:lnTo>
                    <a:pt x="1704401" y="737693"/>
                  </a:lnTo>
                  <a:lnTo>
                    <a:pt x="1728547" y="748143"/>
                  </a:lnTo>
                  <a:lnTo>
                    <a:pt x="1752111" y="758343"/>
                  </a:lnTo>
                  <a:lnTo>
                    <a:pt x="1775121" y="768302"/>
                  </a:lnTo>
                  <a:lnTo>
                    <a:pt x="1797602" y="778032"/>
                  </a:lnTo>
                  <a:lnTo>
                    <a:pt x="1819577" y="787543"/>
                  </a:lnTo>
                  <a:lnTo>
                    <a:pt x="1841070" y="796845"/>
                  </a:lnTo>
                  <a:lnTo>
                    <a:pt x="1862100" y="805948"/>
                  </a:lnTo>
                  <a:lnTo>
                    <a:pt x="1882688" y="814858"/>
                  </a:lnTo>
                  <a:lnTo>
                    <a:pt x="1902851" y="823585"/>
                  </a:lnTo>
                  <a:lnTo>
                    <a:pt x="1922606" y="832136"/>
                  </a:lnTo>
                  <a:lnTo>
                    <a:pt x="1941971" y="840517"/>
                  </a:lnTo>
                  <a:lnTo>
                    <a:pt x="1960959" y="848735"/>
                  </a:lnTo>
                  <a:lnTo>
                    <a:pt x="1979586" y="856797"/>
                  </a:lnTo>
                  <a:lnTo>
                    <a:pt x="1997865" y="864709"/>
                  </a:lnTo>
                  <a:lnTo>
                    <a:pt x="2015808" y="872475"/>
                  </a:lnTo>
                  <a:lnTo>
                    <a:pt x="2033427" y="880101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9" name="pl1068"/>
            <p:cNvSpPr/>
            <p:nvPr/>
          </p:nvSpPr>
          <p:spPr>
            <a:xfrm>
              <a:off x="9506273" y="8280541"/>
              <a:ext cx="2033427" cy="42683"/>
            </a:xfrm>
            <a:custGeom>
              <a:avLst/>
              <a:pathLst>
                <a:path w="2033427" h="42683">
                  <a:moveTo>
                    <a:pt x="0" y="42683"/>
                  </a:moveTo>
                  <a:lnTo>
                    <a:pt x="130576" y="39942"/>
                  </a:lnTo>
                  <a:lnTo>
                    <a:pt x="245753" y="37524"/>
                  </a:lnTo>
                  <a:lnTo>
                    <a:pt x="348782" y="35362"/>
                  </a:lnTo>
                  <a:lnTo>
                    <a:pt x="441983" y="33405"/>
                  </a:lnTo>
                  <a:lnTo>
                    <a:pt x="527069" y="31619"/>
                  </a:lnTo>
                  <a:lnTo>
                    <a:pt x="605341" y="29976"/>
                  </a:lnTo>
                  <a:lnTo>
                    <a:pt x="677809" y="28455"/>
                  </a:lnTo>
                  <a:lnTo>
                    <a:pt x="745275" y="27039"/>
                  </a:lnTo>
                  <a:lnTo>
                    <a:pt x="808385" y="25714"/>
                  </a:lnTo>
                  <a:lnTo>
                    <a:pt x="867669" y="24470"/>
                  </a:lnTo>
                  <a:lnTo>
                    <a:pt x="923562" y="23296"/>
                  </a:lnTo>
                  <a:lnTo>
                    <a:pt x="976433" y="22187"/>
                  </a:lnTo>
                  <a:lnTo>
                    <a:pt x="1026591" y="21134"/>
                  </a:lnTo>
                  <a:lnTo>
                    <a:pt x="1074302" y="20132"/>
                  </a:lnTo>
                  <a:lnTo>
                    <a:pt x="1119792" y="19177"/>
                  </a:lnTo>
                  <a:lnTo>
                    <a:pt x="1163261" y="18265"/>
                  </a:lnTo>
                  <a:lnTo>
                    <a:pt x="1204878" y="17391"/>
                  </a:lnTo>
                  <a:lnTo>
                    <a:pt x="1244797" y="16554"/>
                  </a:lnTo>
                  <a:lnTo>
                    <a:pt x="1283150" y="15748"/>
                  </a:lnTo>
                  <a:lnTo>
                    <a:pt x="1320055" y="14974"/>
                  </a:lnTo>
                  <a:lnTo>
                    <a:pt x="1355618" y="14227"/>
                  </a:lnTo>
                  <a:lnTo>
                    <a:pt x="1389933" y="13507"/>
                  </a:lnTo>
                  <a:lnTo>
                    <a:pt x="1423084" y="12811"/>
                  </a:lnTo>
                  <a:lnTo>
                    <a:pt x="1455149" y="12138"/>
                  </a:lnTo>
                  <a:lnTo>
                    <a:pt x="1486195" y="11486"/>
                  </a:lnTo>
                  <a:lnTo>
                    <a:pt x="1516286" y="10855"/>
                  </a:lnTo>
                  <a:lnTo>
                    <a:pt x="1545478" y="10242"/>
                  </a:lnTo>
                  <a:lnTo>
                    <a:pt x="1573824" y="9647"/>
                  </a:lnTo>
                  <a:lnTo>
                    <a:pt x="1601372" y="9069"/>
                  </a:lnTo>
                  <a:lnTo>
                    <a:pt x="1628164" y="8506"/>
                  </a:lnTo>
                  <a:lnTo>
                    <a:pt x="1654242" y="7959"/>
                  </a:lnTo>
                  <a:lnTo>
                    <a:pt x="1679643" y="7426"/>
                  </a:lnTo>
                  <a:lnTo>
                    <a:pt x="1704401" y="6906"/>
                  </a:lnTo>
                  <a:lnTo>
                    <a:pt x="1728547" y="6399"/>
                  </a:lnTo>
                  <a:lnTo>
                    <a:pt x="1752111" y="5905"/>
                  </a:lnTo>
                  <a:lnTo>
                    <a:pt x="1775121" y="5422"/>
                  </a:lnTo>
                  <a:lnTo>
                    <a:pt x="1797602" y="4950"/>
                  </a:lnTo>
                  <a:lnTo>
                    <a:pt x="1819577" y="4488"/>
                  </a:lnTo>
                  <a:lnTo>
                    <a:pt x="1841070" y="4037"/>
                  </a:lnTo>
                  <a:lnTo>
                    <a:pt x="1862100" y="3596"/>
                  </a:lnTo>
                  <a:lnTo>
                    <a:pt x="1882688" y="3164"/>
                  </a:lnTo>
                  <a:lnTo>
                    <a:pt x="1902851" y="2740"/>
                  </a:lnTo>
                  <a:lnTo>
                    <a:pt x="1922606" y="2326"/>
                  </a:lnTo>
                  <a:lnTo>
                    <a:pt x="1941971" y="1919"/>
                  </a:lnTo>
                  <a:lnTo>
                    <a:pt x="1960959" y="1521"/>
                  </a:lnTo>
                  <a:lnTo>
                    <a:pt x="1979586" y="1130"/>
                  </a:lnTo>
                  <a:lnTo>
                    <a:pt x="1997865" y="746"/>
                  </a:lnTo>
                  <a:lnTo>
                    <a:pt x="2015808" y="369"/>
                  </a:lnTo>
                  <a:lnTo>
                    <a:pt x="2033427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0" name="pl1069"/>
            <p:cNvSpPr/>
            <p:nvPr/>
          </p:nvSpPr>
          <p:spPr>
            <a:xfrm>
              <a:off x="9506273" y="8020151"/>
              <a:ext cx="2033427" cy="160222"/>
            </a:xfrm>
            <a:custGeom>
              <a:avLst/>
              <a:pathLst>
                <a:path w="2033427" h="160222">
                  <a:moveTo>
                    <a:pt x="0" y="160222"/>
                  </a:moveTo>
                  <a:lnTo>
                    <a:pt x="130576" y="149934"/>
                  </a:lnTo>
                  <a:lnTo>
                    <a:pt x="245753" y="140858"/>
                  </a:lnTo>
                  <a:lnTo>
                    <a:pt x="348782" y="132740"/>
                  </a:lnTo>
                  <a:lnTo>
                    <a:pt x="441983" y="125397"/>
                  </a:lnTo>
                  <a:lnTo>
                    <a:pt x="527069" y="118692"/>
                  </a:lnTo>
                  <a:lnTo>
                    <a:pt x="605341" y="112525"/>
                  </a:lnTo>
                  <a:lnTo>
                    <a:pt x="677809" y="106815"/>
                  </a:lnTo>
                  <a:lnTo>
                    <a:pt x="745275" y="101499"/>
                  </a:lnTo>
                  <a:lnTo>
                    <a:pt x="808385" y="96526"/>
                  </a:lnTo>
                  <a:lnTo>
                    <a:pt x="867669" y="91855"/>
                  </a:lnTo>
                  <a:lnTo>
                    <a:pt x="923562" y="87451"/>
                  </a:lnTo>
                  <a:lnTo>
                    <a:pt x="976433" y="83285"/>
                  </a:lnTo>
                  <a:lnTo>
                    <a:pt x="1026591" y="79333"/>
                  </a:lnTo>
                  <a:lnTo>
                    <a:pt x="1074302" y="75573"/>
                  </a:lnTo>
                  <a:lnTo>
                    <a:pt x="1119792" y="71989"/>
                  </a:lnTo>
                  <a:lnTo>
                    <a:pt x="1163261" y="68564"/>
                  </a:lnTo>
                  <a:lnTo>
                    <a:pt x="1204878" y="65285"/>
                  </a:lnTo>
                  <a:lnTo>
                    <a:pt x="1244797" y="62139"/>
                  </a:lnTo>
                  <a:lnTo>
                    <a:pt x="1283150" y="59117"/>
                  </a:lnTo>
                  <a:lnTo>
                    <a:pt x="1320055" y="56209"/>
                  </a:lnTo>
                  <a:lnTo>
                    <a:pt x="1355618" y="53407"/>
                  </a:lnTo>
                  <a:lnTo>
                    <a:pt x="1389933" y="50703"/>
                  </a:lnTo>
                  <a:lnTo>
                    <a:pt x="1423084" y="48091"/>
                  </a:lnTo>
                  <a:lnTo>
                    <a:pt x="1455149" y="45565"/>
                  </a:lnTo>
                  <a:lnTo>
                    <a:pt x="1486195" y="43118"/>
                  </a:lnTo>
                  <a:lnTo>
                    <a:pt x="1516286" y="40747"/>
                  </a:lnTo>
                  <a:lnTo>
                    <a:pt x="1545478" y="38447"/>
                  </a:lnTo>
                  <a:lnTo>
                    <a:pt x="1573824" y="36214"/>
                  </a:lnTo>
                  <a:lnTo>
                    <a:pt x="1601372" y="34043"/>
                  </a:lnTo>
                  <a:lnTo>
                    <a:pt x="1628164" y="31932"/>
                  </a:lnTo>
                  <a:lnTo>
                    <a:pt x="1654242" y="29877"/>
                  </a:lnTo>
                  <a:lnTo>
                    <a:pt x="1679643" y="27876"/>
                  </a:lnTo>
                  <a:lnTo>
                    <a:pt x="1704401" y="25925"/>
                  </a:lnTo>
                  <a:lnTo>
                    <a:pt x="1728547" y="24022"/>
                  </a:lnTo>
                  <a:lnTo>
                    <a:pt x="1752111" y="22166"/>
                  </a:lnTo>
                  <a:lnTo>
                    <a:pt x="1775121" y="20353"/>
                  </a:lnTo>
                  <a:lnTo>
                    <a:pt x="1797602" y="18581"/>
                  </a:lnTo>
                  <a:lnTo>
                    <a:pt x="1819577" y="16850"/>
                  </a:lnTo>
                  <a:lnTo>
                    <a:pt x="1841070" y="15156"/>
                  </a:lnTo>
                  <a:lnTo>
                    <a:pt x="1862100" y="13499"/>
                  </a:lnTo>
                  <a:lnTo>
                    <a:pt x="1882688" y="11877"/>
                  </a:lnTo>
                  <a:lnTo>
                    <a:pt x="1902851" y="10288"/>
                  </a:lnTo>
                  <a:lnTo>
                    <a:pt x="1922606" y="8732"/>
                  </a:lnTo>
                  <a:lnTo>
                    <a:pt x="1941971" y="7206"/>
                  </a:lnTo>
                  <a:lnTo>
                    <a:pt x="1960959" y="5710"/>
                  </a:lnTo>
                  <a:lnTo>
                    <a:pt x="1979586" y="4242"/>
                  </a:lnTo>
                  <a:lnTo>
                    <a:pt x="1997865" y="2802"/>
                  </a:lnTo>
                  <a:lnTo>
                    <a:pt x="2015808" y="1388"/>
                  </a:lnTo>
                  <a:lnTo>
                    <a:pt x="2033427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1" name="pl1070"/>
            <p:cNvSpPr/>
            <p:nvPr/>
          </p:nvSpPr>
          <p:spPr>
            <a:xfrm>
              <a:off x="9506273" y="8130398"/>
              <a:ext cx="2033427" cy="232391"/>
            </a:xfrm>
            <a:custGeom>
              <a:avLst/>
              <a:pathLst>
                <a:path w="2033427" h="232391">
                  <a:moveTo>
                    <a:pt x="0" y="232391"/>
                  </a:moveTo>
                  <a:lnTo>
                    <a:pt x="130576" y="217468"/>
                  </a:lnTo>
                  <a:lnTo>
                    <a:pt x="245753" y="204305"/>
                  </a:lnTo>
                  <a:lnTo>
                    <a:pt x="348782" y="192530"/>
                  </a:lnTo>
                  <a:lnTo>
                    <a:pt x="441983" y="181879"/>
                  </a:lnTo>
                  <a:lnTo>
                    <a:pt x="527069" y="172154"/>
                  </a:lnTo>
                  <a:lnTo>
                    <a:pt x="605341" y="163209"/>
                  </a:lnTo>
                  <a:lnTo>
                    <a:pt x="677809" y="154927"/>
                  </a:lnTo>
                  <a:lnTo>
                    <a:pt x="745275" y="147217"/>
                  </a:lnTo>
                  <a:lnTo>
                    <a:pt x="808385" y="140004"/>
                  </a:lnTo>
                  <a:lnTo>
                    <a:pt x="867669" y="133229"/>
                  </a:lnTo>
                  <a:lnTo>
                    <a:pt x="923562" y="126841"/>
                  </a:lnTo>
                  <a:lnTo>
                    <a:pt x="976433" y="120799"/>
                  </a:lnTo>
                  <a:lnTo>
                    <a:pt x="1026591" y="115066"/>
                  </a:lnTo>
                  <a:lnTo>
                    <a:pt x="1074302" y="109614"/>
                  </a:lnTo>
                  <a:lnTo>
                    <a:pt x="1119792" y="104415"/>
                  </a:lnTo>
                  <a:lnTo>
                    <a:pt x="1163261" y="99447"/>
                  </a:lnTo>
                  <a:lnTo>
                    <a:pt x="1204878" y="94691"/>
                  </a:lnTo>
                  <a:lnTo>
                    <a:pt x="1244797" y="90129"/>
                  </a:lnTo>
                  <a:lnTo>
                    <a:pt x="1283150" y="85745"/>
                  </a:lnTo>
                  <a:lnTo>
                    <a:pt x="1320055" y="81528"/>
                  </a:lnTo>
                  <a:lnTo>
                    <a:pt x="1355618" y="77463"/>
                  </a:lnTo>
                  <a:lnTo>
                    <a:pt x="1389933" y="73542"/>
                  </a:lnTo>
                  <a:lnTo>
                    <a:pt x="1423084" y="69753"/>
                  </a:lnTo>
                  <a:lnTo>
                    <a:pt x="1455149" y="66088"/>
                  </a:lnTo>
                  <a:lnTo>
                    <a:pt x="1486195" y="62540"/>
                  </a:lnTo>
                  <a:lnTo>
                    <a:pt x="1516286" y="59101"/>
                  </a:lnTo>
                  <a:lnTo>
                    <a:pt x="1545478" y="55765"/>
                  </a:lnTo>
                  <a:lnTo>
                    <a:pt x="1573824" y="52526"/>
                  </a:lnTo>
                  <a:lnTo>
                    <a:pt x="1601372" y="49377"/>
                  </a:lnTo>
                  <a:lnTo>
                    <a:pt x="1628164" y="46315"/>
                  </a:lnTo>
                  <a:lnTo>
                    <a:pt x="1654242" y="43335"/>
                  </a:lnTo>
                  <a:lnTo>
                    <a:pt x="1679643" y="40432"/>
                  </a:lnTo>
                  <a:lnTo>
                    <a:pt x="1704401" y="37603"/>
                  </a:lnTo>
                  <a:lnTo>
                    <a:pt x="1728547" y="34843"/>
                  </a:lnTo>
                  <a:lnTo>
                    <a:pt x="1752111" y="32150"/>
                  </a:lnTo>
                  <a:lnTo>
                    <a:pt x="1775121" y="29520"/>
                  </a:lnTo>
                  <a:lnTo>
                    <a:pt x="1797602" y="26951"/>
                  </a:lnTo>
                  <a:lnTo>
                    <a:pt x="1819577" y="24439"/>
                  </a:lnTo>
                  <a:lnTo>
                    <a:pt x="1841070" y="21983"/>
                  </a:lnTo>
                  <a:lnTo>
                    <a:pt x="1862100" y="19580"/>
                  </a:lnTo>
                  <a:lnTo>
                    <a:pt x="1882688" y="17227"/>
                  </a:lnTo>
                  <a:lnTo>
                    <a:pt x="1902851" y="14923"/>
                  </a:lnTo>
                  <a:lnTo>
                    <a:pt x="1922606" y="12665"/>
                  </a:lnTo>
                  <a:lnTo>
                    <a:pt x="1941971" y="10452"/>
                  </a:lnTo>
                  <a:lnTo>
                    <a:pt x="1960959" y="8282"/>
                  </a:lnTo>
                  <a:lnTo>
                    <a:pt x="1979586" y="6153"/>
                  </a:lnTo>
                  <a:lnTo>
                    <a:pt x="1997865" y="4064"/>
                  </a:lnTo>
                  <a:lnTo>
                    <a:pt x="2015808" y="2013"/>
                  </a:lnTo>
                  <a:lnTo>
                    <a:pt x="2033427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2" name="pl1071"/>
            <p:cNvSpPr/>
            <p:nvPr/>
          </p:nvSpPr>
          <p:spPr>
            <a:xfrm>
              <a:off x="9506273" y="7901328"/>
              <a:ext cx="2033427" cy="206992"/>
            </a:xfrm>
            <a:custGeom>
              <a:avLst/>
              <a:pathLst>
                <a:path w="2033427" h="206992">
                  <a:moveTo>
                    <a:pt x="0" y="0"/>
                  </a:moveTo>
                  <a:lnTo>
                    <a:pt x="130576" y="13292"/>
                  </a:lnTo>
                  <a:lnTo>
                    <a:pt x="245753" y="25016"/>
                  </a:lnTo>
                  <a:lnTo>
                    <a:pt x="348782" y="35504"/>
                  </a:lnTo>
                  <a:lnTo>
                    <a:pt x="441983" y="44991"/>
                  </a:lnTo>
                  <a:lnTo>
                    <a:pt x="527069" y="53652"/>
                  </a:lnTo>
                  <a:lnTo>
                    <a:pt x="605341" y="61620"/>
                  </a:lnTo>
                  <a:lnTo>
                    <a:pt x="677809" y="68997"/>
                  </a:lnTo>
                  <a:lnTo>
                    <a:pt x="745275" y="75865"/>
                  </a:lnTo>
                  <a:lnTo>
                    <a:pt x="808385" y="82289"/>
                  </a:lnTo>
                  <a:lnTo>
                    <a:pt x="867669" y="88324"/>
                  </a:lnTo>
                  <a:lnTo>
                    <a:pt x="923562" y="94013"/>
                  </a:lnTo>
                  <a:lnTo>
                    <a:pt x="976433" y="99395"/>
                  </a:lnTo>
                  <a:lnTo>
                    <a:pt x="1026591" y="104501"/>
                  </a:lnTo>
                  <a:lnTo>
                    <a:pt x="1074302" y="109358"/>
                  </a:lnTo>
                  <a:lnTo>
                    <a:pt x="1119792" y="113989"/>
                  </a:lnTo>
                  <a:lnTo>
                    <a:pt x="1163261" y="118413"/>
                  </a:lnTo>
                  <a:lnTo>
                    <a:pt x="1204878" y="122650"/>
                  </a:lnTo>
                  <a:lnTo>
                    <a:pt x="1244797" y="126713"/>
                  </a:lnTo>
                  <a:lnTo>
                    <a:pt x="1283150" y="130618"/>
                  </a:lnTo>
                  <a:lnTo>
                    <a:pt x="1320055" y="134374"/>
                  </a:lnTo>
                  <a:lnTo>
                    <a:pt x="1355618" y="137994"/>
                  </a:lnTo>
                  <a:lnTo>
                    <a:pt x="1389933" y="141487"/>
                  </a:lnTo>
                  <a:lnTo>
                    <a:pt x="1423084" y="144862"/>
                  </a:lnTo>
                  <a:lnTo>
                    <a:pt x="1455149" y="148126"/>
                  </a:lnTo>
                  <a:lnTo>
                    <a:pt x="1486195" y="151286"/>
                  </a:lnTo>
                  <a:lnTo>
                    <a:pt x="1516286" y="154349"/>
                  </a:lnTo>
                  <a:lnTo>
                    <a:pt x="1545478" y="157321"/>
                  </a:lnTo>
                  <a:lnTo>
                    <a:pt x="1573824" y="160207"/>
                  </a:lnTo>
                  <a:lnTo>
                    <a:pt x="1601372" y="163011"/>
                  </a:lnTo>
                  <a:lnTo>
                    <a:pt x="1628164" y="165738"/>
                  </a:lnTo>
                  <a:lnTo>
                    <a:pt x="1654242" y="168393"/>
                  </a:lnTo>
                  <a:lnTo>
                    <a:pt x="1679643" y="170978"/>
                  </a:lnTo>
                  <a:lnTo>
                    <a:pt x="1704401" y="173499"/>
                  </a:lnTo>
                  <a:lnTo>
                    <a:pt x="1728547" y="175957"/>
                  </a:lnTo>
                  <a:lnTo>
                    <a:pt x="1752111" y="178355"/>
                  </a:lnTo>
                  <a:lnTo>
                    <a:pt x="1775121" y="180698"/>
                  </a:lnTo>
                  <a:lnTo>
                    <a:pt x="1797602" y="182986"/>
                  </a:lnTo>
                  <a:lnTo>
                    <a:pt x="1819577" y="185223"/>
                  </a:lnTo>
                  <a:lnTo>
                    <a:pt x="1841070" y="187411"/>
                  </a:lnTo>
                  <a:lnTo>
                    <a:pt x="1862100" y="189552"/>
                  </a:lnTo>
                  <a:lnTo>
                    <a:pt x="1882688" y="191647"/>
                  </a:lnTo>
                  <a:lnTo>
                    <a:pt x="1902851" y="193700"/>
                  </a:lnTo>
                  <a:lnTo>
                    <a:pt x="1922606" y="195711"/>
                  </a:lnTo>
                  <a:lnTo>
                    <a:pt x="1941971" y="197682"/>
                  </a:lnTo>
                  <a:lnTo>
                    <a:pt x="1960959" y="199615"/>
                  </a:lnTo>
                  <a:lnTo>
                    <a:pt x="1979586" y="201511"/>
                  </a:lnTo>
                  <a:lnTo>
                    <a:pt x="1997865" y="203372"/>
                  </a:lnTo>
                  <a:lnTo>
                    <a:pt x="2015808" y="205198"/>
                  </a:lnTo>
                  <a:lnTo>
                    <a:pt x="2033427" y="206992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3" name="pl1072"/>
            <p:cNvSpPr/>
            <p:nvPr/>
          </p:nvSpPr>
          <p:spPr>
            <a:xfrm>
              <a:off x="9506273" y="7932381"/>
              <a:ext cx="2033427" cy="438911"/>
            </a:xfrm>
            <a:custGeom>
              <a:avLst/>
              <a:pathLst>
                <a:path w="2033427" h="438911">
                  <a:moveTo>
                    <a:pt x="0" y="0"/>
                  </a:moveTo>
                  <a:lnTo>
                    <a:pt x="130576" y="28184"/>
                  </a:lnTo>
                  <a:lnTo>
                    <a:pt x="245753" y="53045"/>
                  </a:lnTo>
                  <a:lnTo>
                    <a:pt x="348782" y="75283"/>
                  </a:lnTo>
                  <a:lnTo>
                    <a:pt x="441983" y="95401"/>
                  </a:lnTo>
                  <a:lnTo>
                    <a:pt x="527069" y="113766"/>
                  </a:lnTo>
                  <a:lnTo>
                    <a:pt x="605341" y="130661"/>
                  </a:lnTo>
                  <a:lnTo>
                    <a:pt x="677809" y="146303"/>
                  </a:lnTo>
                  <a:lnTo>
                    <a:pt x="745275" y="160866"/>
                  </a:lnTo>
                  <a:lnTo>
                    <a:pt x="808385" y="174488"/>
                  </a:lnTo>
                  <a:lnTo>
                    <a:pt x="867669" y="187284"/>
                  </a:lnTo>
                  <a:lnTo>
                    <a:pt x="923562" y="199349"/>
                  </a:lnTo>
                  <a:lnTo>
                    <a:pt x="976433" y="210761"/>
                  </a:lnTo>
                  <a:lnTo>
                    <a:pt x="1026591" y="221587"/>
                  </a:lnTo>
                  <a:lnTo>
                    <a:pt x="1074302" y="231885"/>
                  </a:lnTo>
                  <a:lnTo>
                    <a:pt x="1119792" y="241704"/>
                  </a:lnTo>
                  <a:lnTo>
                    <a:pt x="1163261" y="251087"/>
                  </a:lnTo>
                  <a:lnTo>
                    <a:pt x="1204878" y="260070"/>
                  </a:lnTo>
                  <a:lnTo>
                    <a:pt x="1244797" y="268686"/>
                  </a:lnTo>
                  <a:lnTo>
                    <a:pt x="1283150" y="276965"/>
                  </a:lnTo>
                  <a:lnTo>
                    <a:pt x="1320055" y="284931"/>
                  </a:lnTo>
                  <a:lnTo>
                    <a:pt x="1355618" y="292607"/>
                  </a:lnTo>
                  <a:lnTo>
                    <a:pt x="1389933" y="300014"/>
                  </a:lnTo>
                  <a:lnTo>
                    <a:pt x="1423084" y="307169"/>
                  </a:lnTo>
                  <a:lnTo>
                    <a:pt x="1455149" y="314090"/>
                  </a:lnTo>
                  <a:lnTo>
                    <a:pt x="1486195" y="320792"/>
                  </a:lnTo>
                  <a:lnTo>
                    <a:pt x="1516286" y="327287"/>
                  </a:lnTo>
                  <a:lnTo>
                    <a:pt x="1545478" y="333588"/>
                  </a:lnTo>
                  <a:lnTo>
                    <a:pt x="1573824" y="339706"/>
                  </a:lnTo>
                  <a:lnTo>
                    <a:pt x="1601372" y="345652"/>
                  </a:lnTo>
                  <a:lnTo>
                    <a:pt x="1628164" y="351435"/>
                  </a:lnTo>
                  <a:lnTo>
                    <a:pt x="1654242" y="357064"/>
                  </a:lnTo>
                  <a:lnTo>
                    <a:pt x="1679643" y="362547"/>
                  </a:lnTo>
                  <a:lnTo>
                    <a:pt x="1704401" y="367891"/>
                  </a:lnTo>
                  <a:lnTo>
                    <a:pt x="1728547" y="373103"/>
                  </a:lnTo>
                  <a:lnTo>
                    <a:pt x="1752111" y="378189"/>
                  </a:lnTo>
                  <a:lnTo>
                    <a:pt x="1775121" y="383156"/>
                  </a:lnTo>
                  <a:lnTo>
                    <a:pt x="1797602" y="388008"/>
                  </a:lnTo>
                  <a:lnTo>
                    <a:pt x="1819577" y="392751"/>
                  </a:lnTo>
                  <a:lnTo>
                    <a:pt x="1841070" y="397391"/>
                  </a:lnTo>
                  <a:lnTo>
                    <a:pt x="1862100" y="401930"/>
                  </a:lnTo>
                  <a:lnTo>
                    <a:pt x="1882688" y="406374"/>
                  </a:lnTo>
                  <a:lnTo>
                    <a:pt x="1902851" y="410726"/>
                  </a:lnTo>
                  <a:lnTo>
                    <a:pt x="1922606" y="414990"/>
                  </a:lnTo>
                  <a:lnTo>
                    <a:pt x="1941971" y="419170"/>
                  </a:lnTo>
                  <a:lnTo>
                    <a:pt x="1960959" y="423268"/>
                  </a:lnTo>
                  <a:lnTo>
                    <a:pt x="1979586" y="427289"/>
                  </a:lnTo>
                  <a:lnTo>
                    <a:pt x="1997865" y="431234"/>
                  </a:lnTo>
                  <a:lnTo>
                    <a:pt x="2015808" y="435107"/>
                  </a:lnTo>
                  <a:lnTo>
                    <a:pt x="2033427" y="438911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4" name="pl1073"/>
            <p:cNvSpPr/>
            <p:nvPr/>
          </p:nvSpPr>
          <p:spPr>
            <a:xfrm>
              <a:off x="9506273" y="8159993"/>
              <a:ext cx="2033427" cy="405008"/>
            </a:xfrm>
            <a:custGeom>
              <a:avLst/>
              <a:pathLst>
                <a:path w="2033427" h="405008">
                  <a:moveTo>
                    <a:pt x="0" y="0"/>
                  </a:moveTo>
                  <a:lnTo>
                    <a:pt x="130576" y="26007"/>
                  </a:lnTo>
                  <a:lnTo>
                    <a:pt x="245753" y="48947"/>
                  </a:lnTo>
                  <a:lnTo>
                    <a:pt x="348782" y="69468"/>
                  </a:lnTo>
                  <a:lnTo>
                    <a:pt x="441983" y="88032"/>
                  </a:lnTo>
                  <a:lnTo>
                    <a:pt x="527069" y="104979"/>
                  </a:lnTo>
                  <a:lnTo>
                    <a:pt x="605341" y="120568"/>
                  </a:lnTo>
                  <a:lnTo>
                    <a:pt x="677809" y="135002"/>
                  </a:lnTo>
                  <a:lnTo>
                    <a:pt x="745275" y="148440"/>
                  </a:lnTo>
                  <a:lnTo>
                    <a:pt x="808385" y="161010"/>
                  </a:lnTo>
                  <a:lnTo>
                    <a:pt x="867669" y="172818"/>
                  </a:lnTo>
                  <a:lnTo>
                    <a:pt x="923562" y="183950"/>
                  </a:lnTo>
                  <a:lnTo>
                    <a:pt x="976433" y="194481"/>
                  </a:lnTo>
                  <a:lnTo>
                    <a:pt x="1026591" y="204471"/>
                  </a:lnTo>
                  <a:lnTo>
                    <a:pt x="1074302" y="213974"/>
                  </a:lnTo>
                  <a:lnTo>
                    <a:pt x="1119792" y="223035"/>
                  </a:lnTo>
                  <a:lnTo>
                    <a:pt x="1163261" y="231692"/>
                  </a:lnTo>
                  <a:lnTo>
                    <a:pt x="1204878" y="239982"/>
                  </a:lnTo>
                  <a:lnTo>
                    <a:pt x="1244797" y="247932"/>
                  </a:lnTo>
                  <a:lnTo>
                    <a:pt x="1283150" y="255571"/>
                  </a:lnTo>
                  <a:lnTo>
                    <a:pt x="1320055" y="262922"/>
                  </a:lnTo>
                  <a:lnTo>
                    <a:pt x="1355618" y="270005"/>
                  </a:lnTo>
                  <a:lnTo>
                    <a:pt x="1389933" y="276840"/>
                  </a:lnTo>
                  <a:lnTo>
                    <a:pt x="1423084" y="283443"/>
                  </a:lnTo>
                  <a:lnTo>
                    <a:pt x="1455149" y="289829"/>
                  </a:lnTo>
                  <a:lnTo>
                    <a:pt x="1486195" y="296013"/>
                  </a:lnTo>
                  <a:lnTo>
                    <a:pt x="1516286" y="302006"/>
                  </a:lnTo>
                  <a:lnTo>
                    <a:pt x="1545478" y="307821"/>
                  </a:lnTo>
                  <a:lnTo>
                    <a:pt x="1573824" y="313466"/>
                  </a:lnTo>
                  <a:lnTo>
                    <a:pt x="1601372" y="318953"/>
                  </a:lnTo>
                  <a:lnTo>
                    <a:pt x="1628164" y="324290"/>
                  </a:lnTo>
                  <a:lnTo>
                    <a:pt x="1654242" y="329484"/>
                  </a:lnTo>
                  <a:lnTo>
                    <a:pt x="1679643" y="334543"/>
                  </a:lnTo>
                  <a:lnTo>
                    <a:pt x="1704401" y="339474"/>
                  </a:lnTo>
                  <a:lnTo>
                    <a:pt x="1728547" y="344283"/>
                  </a:lnTo>
                  <a:lnTo>
                    <a:pt x="1752111" y="348977"/>
                  </a:lnTo>
                  <a:lnTo>
                    <a:pt x="1775121" y="353560"/>
                  </a:lnTo>
                  <a:lnTo>
                    <a:pt x="1797602" y="358037"/>
                  </a:lnTo>
                  <a:lnTo>
                    <a:pt x="1819577" y="362414"/>
                  </a:lnTo>
                  <a:lnTo>
                    <a:pt x="1841070" y="366695"/>
                  </a:lnTo>
                  <a:lnTo>
                    <a:pt x="1862100" y="370884"/>
                  </a:lnTo>
                  <a:lnTo>
                    <a:pt x="1882688" y="374984"/>
                  </a:lnTo>
                  <a:lnTo>
                    <a:pt x="1902851" y="379000"/>
                  </a:lnTo>
                  <a:lnTo>
                    <a:pt x="1922606" y="382935"/>
                  </a:lnTo>
                  <a:lnTo>
                    <a:pt x="1941971" y="386792"/>
                  </a:lnTo>
                  <a:lnTo>
                    <a:pt x="1960959" y="390574"/>
                  </a:lnTo>
                  <a:lnTo>
                    <a:pt x="1979586" y="394284"/>
                  </a:lnTo>
                  <a:lnTo>
                    <a:pt x="1997865" y="397925"/>
                  </a:lnTo>
                  <a:lnTo>
                    <a:pt x="2015808" y="401499"/>
                  </a:lnTo>
                  <a:lnTo>
                    <a:pt x="2033427" y="405008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5" name="pl1074"/>
            <p:cNvSpPr/>
            <p:nvPr/>
          </p:nvSpPr>
          <p:spPr>
            <a:xfrm>
              <a:off x="9506273" y="8135325"/>
              <a:ext cx="2033427" cy="164961"/>
            </a:xfrm>
            <a:custGeom>
              <a:avLst/>
              <a:pathLst>
                <a:path w="2033427" h="164961">
                  <a:moveTo>
                    <a:pt x="0" y="0"/>
                  </a:moveTo>
                  <a:lnTo>
                    <a:pt x="130576" y="10592"/>
                  </a:lnTo>
                  <a:lnTo>
                    <a:pt x="245753" y="19936"/>
                  </a:lnTo>
                  <a:lnTo>
                    <a:pt x="348782" y="28294"/>
                  </a:lnTo>
                  <a:lnTo>
                    <a:pt x="441983" y="35855"/>
                  </a:lnTo>
                  <a:lnTo>
                    <a:pt x="527069" y="42758"/>
                  </a:lnTo>
                  <a:lnTo>
                    <a:pt x="605341" y="49108"/>
                  </a:lnTo>
                  <a:lnTo>
                    <a:pt x="677809" y="54987"/>
                  </a:lnTo>
                  <a:lnTo>
                    <a:pt x="745275" y="60460"/>
                  </a:lnTo>
                  <a:lnTo>
                    <a:pt x="808385" y="65580"/>
                  </a:lnTo>
                  <a:lnTo>
                    <a:pt x="867669" y="70389"/>
                  </a:lnTo>
                  <a:lnTo>
                    <a:pt x="923562" y="74923"/>
                  </a:lnTo>
                  <a:lnTo>
                    <a:pt x="976433" y="79212"/>
                  </a:lnTo>
                  <a:lnTo>
                    <a:pt x="1026591" y="83281"/>
                  </a:lnTo>
                  <a:lnTo>
                    <a:pt x="1074302" y="87152"/>
                  </a:lnTo>
                  <a:lnTo>
                    <a:pt x="1119792" y="90842"/>
                  </a:lnTo>
                  <a:lnTo>
                    <a:pt x="1163261" y="94369"/>
                  </a:lnTo>
                  <a:lnTo>
                    <a:pt x="1204878" y="97745"/>
                  </a:lnTo>
                  <a:lnTo>
                    <a:pt x="1244797" y="100983"/>
                  </a:lnTo>
                  <a:lnTo>
                    <a:pt x="1283150" y="104095"/>
                  </a:lnTo>
                  <a:lnTo>
                    <a:pt x="1320055" y="107089"/>
                  </a:lnTo>
                  <a:lnTo>
                    <a:pt x="1355618" y="109974"/>
                  </a:lnTo>
                  <a:lnTo>
                    <a:pt x="1389933" y="112757"/>
                  </a:lnTo>
                  <a:lnTo>
                    <a:pt x="1423084" y="115447"/>
                  </a:lnTo>
                  <a:lnTo>
                    <a:pt x="1455149" y="118048"/>
                  </a:lnTo>
                  <a:lnTo>
                    <a:pt x="1486195" y="120567"/>
                  </a:lnTo>
                  <a:lnTo>
                    <a:pt x="1516286" y="123008"/>
                  </a:lnTo>
                  <a:lnTo>
                    <a:pt x="1545478" y="125376"/>
                  </a:lnTo>
                  <a:lnTo>
                    <a:pt x="1573824" y="127675"/>
                  </a:lnTo>
                  <a:lnTo>
                    <a:pt x="1601372" y="129910"/>
                  </a:lnTo>
                  <a:lnTo>
                    <a:pt x="1628164" y="132084"/>
                  </a:lnTo>
                  <a:lnTo>
                    <a:pt x="1654242" y="134199"/>
                  </a:lnTo>
                  <a:lnTo>
                    <a:pt x="1679643" y="136260"/>
                  </a:lnTo>
                  <a:lnTo>
                    <a:pt x="1704401" y="138268"/>
                  </a:lnTo>
                  <a:lnTo>
                    <a:pt x="1728547" y="140227"/>
                  </a:lnTo>
                  <a:lnTo>
                    <a:pt x="1752111" y="142139"/>
                  </a:lnTo>
                  <a:lnTo>
                    <a:pt x="1775121" y="144006"/>
                  </a:lnTo>
                  <a:lnTo>
                    <a:pt x="1797602" y="145829"/>
                  </a:lnTo>
                  <a:lnTo>
                    <a:pt x="1819577" y="147612"/>
                  </a:lnTo>
                  <a:lnTo>
                    <a:pt x="1841070" y="149356"/>
                  </a:lnTo>
                  <a:lnTo>
                    <a:pt x="1862100" y="151062"/>
                  </a:lnTo>
                  <a:lnTo>
                    <a:pt x="1882688" y="152732"/>
                  </a:lnTo>
                  <a:lnTo>
                    <a:pt x="1902851" y="154368"/>
                  </a:lnTo>
                  <a:lnTo>
                    <a:pt x="1922606" y="155970"/>
                  </a:lnTo>
                  <a:lnTo>
                    <a:pt x="1941971" y="157541"/>
                  </a:lnTo>
                  <a:lnTo>
                    <a:pt x="1960959" y="159082"/>
                  </a:lnTo>
                  <a:lnTo>
                    <a:pt x="1979586" y="160593"/>
                  </a:lnTo>
                  <a:lnTo>
                    <a:pt x="1997865" y="162076"/>
                  </a:lnTo>
                  <a:lnTo>
                    <a:pt x="2015808" y="163531"/>
                  </a:lnTo>
                  <a:lnTo>
                    <a:pt x="2033427" y="164961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6" name="pl1075"/>
            <p:cNvSpPr/>
            <p:nvPr/>
          </p:nvSpPr>
          <p:spPr>
            <a:xfrm>
              <a:off x="9506273" y="8269936"/>
              <a:ext cx="2033427" cy="45760"/>
            </a:xfrm>
            <a:custGeom>
              <a:avLst/>
              <a:pathLst>
                <a:path w="2033427" h="45760">
                  <a:moveTo>
                    <a:pt x="0" y="0"/>
                  </a:moveTo>
                  <a:lnTo>
                    <a:pt x="130576" y="2938"/>
                  </a:lnTo>
                  <a:lnTo>
                    <a:pt x="245753" y="5530"/>
                  </a:lnTo>
                  <a:lnTo>
                    <a:pt x="348782" y="7849"/>
                  </a:lnTo>
                  <a:lnTo>
                    <a:pt x="441983" y="9946"/>
                  </a:lnTo>
                  <a:lnTo>
                    <a:pt x="527069" y="11861"/>
                  </a:lnTo>
                  <a:lnTo>
                    <a:pt x="605341" y="13622"/>
                  </a:lnTo>
                  <a:lnTo>
                    <a:pt x="677809" y="15253"/>
                  </a:lnTo>
                  <a:lnTo>
                    <a:pt x="745275" y="16771"/>
                  </a:lnTo>
                  <a:lnTo>
                    <a:pt x="808385" y="18192"/>
                  </a:lnTo>
                  <a:lnTo>
                    <a:pt x="867669" y="19526"/>
                  </a:lnTo>
                  <a:lnTo>
                    <a:pt x="923562" y="20784"/>
                  </a:lnTo>
                  <a:lnTo>
                    <a:pt x="976433" y="21973"/>
                  </a:lnTo>
                  <a:lnTo>
                    <a:pt x="1026591" y="23102"/>
                  </a:lnTo>
                  <a:lnTo>
                    <a:pt x="1074302" y="24176"/>
                  </a:lnTo>
                  <a:lnTo>
                    <a:pt x="1119792" y="25200"/>
                  </a:lnTo>
                  <a:lnTo>
                    <a:pt x="1163261" y="26178"/>
                  </a:lnTo>
                  <a:lnTo>
                    <a:pt x="1204878" y="27114"/>
                  </a:lnTo>
                  <a:lnTo>
                    <a:pt x="1244797" y="28013"/>
                  </a:lnTo>
                  <a:lnTo>
                    <a:pt x="1283150" y="28876"/>
                  </a:lnTo>
                  <a:lnTo>
                    <a:pt x="1320055" y="29706"/>
                  </a:lnTo>
                  <a:lnTo>
                    <a:pt x="1355618" y="30507"/>
                  </a:lnTo>
                  <a:lnTo>
                    <a:pt x="1389933" y="31279"/>
                  </a:lnTo>
                  <a:lnTo>
                    <a:pt x="1423084" y="32025"/>
                  </a:lnTo>
                  <a:lnTo>
                    <a:pt x="1455149" y="32747"/>
                  </a:lnTo>
                  <a:lnTo>
                    <a:pt x="1486195" y="33445"/>
                  </a:lnTo>
                  <a:lnTo>
                    <a:pt x="1516286" y="34122"/>
                  </a:lnTo>
                  <a:lnTo>
                    <a:pt x="1545478" y="34779"/>
                  </a:lnTo>
                  <a:lnTo>
                    <a:pt x="1573824" y="35417"/>
                  </a:lnTo>
                  <a:lnTo>
                    <a:pt x="1601372" y="36037"/>
                  </a:lnTo>
                  <a:lnTo>
                    <a:pt x="1628164" y="36640"/>
                  </a:lnTo>
                  <a:lnTo>
                    <a:pt x="1654242" y="37227"/>
                  </a:lnTo>
                  <a:lnTo>
                    <a:pt x="1679643" y="37799"/>
                  </a:lnTo>
                  <a:lnTo>
                    <a:pt x="1704401" y="38356"/>
                  </a:lnTo>
                  <a:lnTo>
                    <a:pt x="1728547" y="38899"/>
                  </a:lnTo>
                  <a:lnTo>
                    <a:pt x="1752111" y="39430"/>
                  </a:lnTo>
                  <a:lnTo>
                    <a:pt x="1775121" y="39947"/>
                  </a:lnTo>
                  <a:lnTo>
                    <a:pt x="1797602" y="40453"/>
                  </a:lnTo>
                  <a:lnTo>
                    <a:pt x="1819577" y="40948"/>
                  </a:lnTo>
                  <a:lnTo>
                    <a:pt x="1841070" y="41432"/>
                  </a:lnTo>
                  <a:lnTo>
                    <a:pt x="1862100" y="41905"/>
                  </a:lnTo>
                  <a:lnTo>
                    <a:pt x="1882688" y="42368"/>
                  </a:lnTo>
                  <a:lnTo>
                    <a:pt x="1902851" y="42822"/>
                  </a:lnTo>
                  <a:lnTo>
                    <a:pt x="1922606" y="43266"/>
                  </a:lnTo>
                  <a:lnTo>
                    <a:pt x="1941971" y="43702"/>
                  </a:lnTo>
                  <a:lnTo>
                    <a:pt x="1960959" y="44130"/>
                  </a:lnTo>
                  <a:lnTo>
                    <a:pt x="1979586" y="44549"/>
                  </a:lnTo>
                  <a:lnTo>
                    <a:pt x="1997865" y="44960"/>
                  </a:lnTo>
                  <a:lnTo>
                    <a:pt x="2015808" y="45364"/>
                  </a:lnTo>
                  <a:lnTo>
                    <a:pt x="2033427" y="4576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7" name="rc1076"/>
            <p:cNvSpPr/>
            <p:nvPr/>
          </p:nvSpPr>
          <p:spPr>
            <a:xfrm>
              <a:off x="9362389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78" name="pl1077"/>
            <p:cNvSpPr/>
            <p:nvPr/>
          </p:nvSpPr>
          <p:spPr>
            <a:xfrm>
              <a:off x="9362389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8"/>
            <p:cNvSpPr/>
            <p:nvPr/>
          </p:nvSpPr>
          <p:spPr>
            <a:xfrm>
              <a:off x="9324432" y="825284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79"/>
            <p:cNvSpPr/>
            <p:nvPr/>
          </p:nvSpPr>
          <p:spPr>
            <a:xfrm>
              <a:off x="9324432" y="754468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0"/>
            <p:cNvSpPr/>
            <p:nvPr/>
          </p:nvSpPr>
          <p:spPr>
            <a:xfrm>
              <a:off x="9324432" y="683652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1"/>
            <p:cNvSpPr/>
            <p:nvPr/>
          </p:nvSpPr>
          <p:spPr>
            <a:xfrm>
              <a:off x="9362389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2"/>
            <p:cNvSpPr/>
            <p:nvPr/>
          </p:nvSpPr>
          <p:spPr>
            <a:xfrm>
              <a:off x="9506273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3"/>
            <p:cNvSpPr/>
            <p:nvPr/>
          </p:nvSpPr>
          <p:spPr>
            <a:xfrm>
              <a:off x="10184082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4"/>
            <p:cNvSpPr/>
            <p:nvPr/>
          </p:nvSpPr>
          <p:spPr>
            <a:xfrm>
              <a:off x="10861891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5"/>
            <p:cNvSpPr/>
            <p:nvPr/>
          </p:nvSpPr>
          <p:spPr>
            <a:xfrm>
              <a:off x="11539701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tx1086"/>
            <p:cNvSpPr/>
            <p:nvPr/>
          </p:nvSpPr>
          <p:spPr>
            <a:xfrm>
              <a:off x="9467411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88" name="tx1087"/>
            <p:cNvSpPr/>
            <p:nvPr/>
          </p:nvSpPr>
          <p:spPr>
            <a:xfrm>
              <a:off x="10145220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9" name="tx1088"/>
            <p:cNvSpPr/>
            <p:nvPr/>
          </p:nvSpPr>
          <p:spPr>
            <a:xfrm>
              <a:off x="10823029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90" name="tx1089"/>
            <p:cNvSpPr/>
            <p:nvPr/>
          </p:nvSpPr>
          <p:spPr>
            <a:xfrm>
              <a:off x="11500839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91" name="tx1090"/>
            <p:cNvSpPr/>
            <p:nvPr/>
          </p:nvSpPr>
          <p:spPr>
            <a:xfrm>
              <a:off x="10159697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92" name="tx1091"/>
            <p:cNvSpPr/>
            <p:nvPr/>
          </p:nvSpPr>
          <p:spPr>
            <a:xfrm>
              <a:off x="9362389" y="6347601"/>
              <a:ext cx="64190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93" name="rc1092"/>
            <p:cNvSpPr/>
            <p:nvPr/>
          </p:nvSpPr>
          <p:spPr>
            <a:xfrm>
              <a:off x="5289520" y="9207076"/>
              <a:ext cx="2615321" cy="6552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tx1093"/>
            <p:cNvSpPr/>
            <p:nvPr/>
          </p:nvSpPr>
          <p:spPr>
            <a:xfrm>
              <a:off x="6309099" y="9223901"/>
              <a:ext cx="576163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95" name="rc1094"/>
            <p:cNvSpPr/>
            <p:nvPr/>
          </p:nvSpPr>
          <p:spPr>
            <a:xfrm>
              <a:off x="5289520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5350220" y="948706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l1096"/>
            <p:cNvSpPr/>
            <p:nvPr/>
          </p:nvSpPr>
          <p:spPr>
            <a:xfrm>
              <a:off x="5307520" y="9516370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rc1097"/>
            <p:cNvSpPr/>
            <p:nvPr/>
          </p:nvSpPr>
          <p:spPr>
            <a:xfrm>
              <a:off x="5289520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5350220" y="974298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l1099"/>
            <p:cNvSpPr/>
            <p:nvPr/>
          </p:nvSpPr>
          <p:spPr>
            <a:xfrm>
              <a:off x="5307520" y="9772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rc1100"/>
            <p:cNvSpPr/>
            <p:nvPr/>
          </p:nvSpPr>
          <p:spPr>
            <a:xfrm>
              <a:off x="5838612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5899312" y="9487069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l1102"/>
            <p:cNvSpPr/>
            <p:nvPr/>
          </p:nvSpPr>
          <p:spPr>
            <a:xfrm>
              <a:off x="5856612" y="9516370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rc1103"/>
            <p:cNvSpPr/>
            <p:nvPr/>
          </p:nvSpPr>
          <p:spPr>
            <a:xfrm>
              <a:off x="5838612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5899312" y="9742985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l1105"/>
            <p:cNvSpPr/>
            <p:nvPr/>
          </p:nvSpPr>
          <p:spPr>
            <a:xfrm>
              <a:off x="5856612" y="9772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rc1106"/>
            <p:cNvSpPr/>
            <p:nvPr/>
          </p:nvSpPr>
          <p:spPr>
            <a:xfrm>
              <a:off x="6379932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6440632" y="948706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l1108"/>
            <p:cNvSpPr/>
            <p:nvPr/>
          </p:nvSpPr>
          <p:spPr>
            <a:xfrm>
              <a:off x="6397932" y="9516370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rc1109"/>
            <p:cNvSpPr/>
            <p:nvPr/>
          </p:nvSpPr>
          <p:spPr>
            <a:xfrm>
              <a:off x="6379932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6440632" y="974298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l1111"/>
            <p:cNvSpPr/>
            <p:nvPr/>
          </p:nvSpPr>
          <p:spPr>
            <a:xfrm>
              <a:off x="6397932" y="9772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rc1112"/>
            <p:cNvSpPr/>
            <p:nvPr/>
          </p:nvSpPr>
          <p:spPr>
            <a:xfrm>
              <a:off x="6905798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6966498" y="948706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l1114"/>
            <p:cNvSpPr/>
            <p:nvPr/>
          </p:nvSpPr>
          <p:spPr>
            <a:xfrm>
              <a:off x="6923798" y="9516370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rc1115"/>
            <p:cNvSpPr/>
            <p:nvPr/>
          </p:nvSpPr>
          <p:spPr>
            <a:xfrm>
              <a:off x="6905798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6966498" y="974298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l1117"/>
            <p:cNvSpPr/>
            <p:nvPr/>
          </p:nvSpPr>
          <p:spPr>
            <a:xfrm>
              <a:off x="6923798" y="9772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rc1118"/>
            <p:cNvSpPr/>
            <p:nvPr/>
          </p:nvSpPr>
          <p:spPr>
            <a:xfrm>
              <a:off x="7447118" y="9426370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7507818" y="948706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l1120"/>
            <p:cNvSpPr/>
            <p:nvPr/>
          </p:nvSpPr>
          <p:spPr>
            <a:xfrm>
              <a:off x="7465118" y="9516370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rc1121"/>
            <p:cNvSpPr/>
            <p:nvPr/>
          </p:nvSpPr>
          <p:spPr>
            <a:xfrm>
              <a:off x="7447118" y="96822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7507818" y="974298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l1123"/>
            <p:cNvSpPr/>
            <p:nvPr/>
          </p:nvSpPr>
          <p:spPr>
            <a:xfrm>
              <a:off x="7465118" y="9772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tx1124"/>
            <p:cNvSpPr/>
            <p:nvPr/>
          </p:nvSpPr>
          <p:spPr>
            <a:xfrm>
              <a:off x="5545436" y="946626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126" name="tx1125"/>
            <p:cNvSpPr/>
            <p:nvPr/>
          </p:nvSpPr>
          <p:spPr>
            <a:xfrm>
              <a:off x="5545436" y="9722176"/>
              <a:ext cx="21726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127" name="tx1126"/>
            <p:cNvSpPr/>
            <p:nvPr/>
          </p:nvSpPr>
          <p:spPr>
            <a:xfrm>
              <a:off x="6094528" y="946626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128" name="tx1127"/>
            <p:cNvSpPr/>
            <p:nvPr/>
          </p:nvSpPr>
          <p:spPr>
            <a:xfrm>
              <a:off x="6094528" y="972217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129" name="tx1128"/>
            <p:cNvSpPr/>
            <p:nvPr/>
          </p:nvSpPr>
          <p:spPr>
            <a:xfrm>
              <a:off x="6635847" y="946626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130" name="tx1129"/>
            <p:cNvSpPr/>
            <p:nvPr/>
          </p:nvSpPr>
          <p:spPr>
            <a:xfrm>
              <a:off x="6635847" y="9722176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131" name="tx1130"/>
            <p:cNvSpPr/>
            <p:nvPr/>
          </p:nvSpPr>
          <p:spPr>
            <a:xfrm>
              <a:off x="7161714" y="9466260"/>
              <a:ext cx="17858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132" name="tx1131"/>
            <p:cNvSpPr/>
            <p:nvPr/>
          </p:nvSpPr>
          <p:spPr>
            <a:xfrm>
              <a:off x="7161714" y="972217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133" name="tx1132"/>
            <p:cNvSpPr/>
            <p:nvPr/>
          </p:nvSpPr>
          <p:spPr>
            <a:xfrm>
              <a:off x="7703033" y="9466260"/>
              <a:ext cx="2018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134" name="tx1133"/>
            <p:cNvSpPr/>
            <p:nvPr/>
          </p:nvSpPr>
          <p:spPr>
            <a:xfrm>
              <a:off x="7703033" y="9722176"/>
              <a:ext cx="18635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2026-07-20T00:55:27Z</dcterms:modified>
  <cp:category/>
</cp:coreProperties>
</file>