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/>
            </a:r>
          </a:p>
        </p:txBody>
      </p:sp>
      <p:grpSp xmlns:pic="http://schemas.openxmlformats.org/drawingml/2006/picture">
        <p:nvGrpSpPr>
          <p:cNvPr id="3" name=""/>
          <p:cNvGrpSpPr/>
          <p:nvPr/>
        </p:nvGrpSpPr>
        <p:grpSpPr>
          <a:xfrm>
            <a:off x="914400" y="914400"/>
            <a:ext cx="10972800" cy="9144000"/>
            <a:chOff x="914400" y="914400"/>
            <a:chExt cx="10972800" cy="9144000"/>
          </a:xfrm>
        </p:grpSpPr>
        <p:sp>
          <p:nvSpPr>
            <p:cNvPr id="4" name="rc3"/>
            <p:cNvSpPr/>
            <p:nvPr/>
          </p:nvSpPr>
          <p:spPr>
            <a:xfrm>
              <a:off x="914400" y="914400"/>
              <a:ext cx="10972800" cy="9144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914400" y="914400"/>
              <a:ext cx="10972800" cy="9143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5"/>
            <p:cNvSpPr/>
            <p:nvPr/>
          </p:nvSpPr>
          <p:spPr>
            <a:xfrm>
              <a:off x="983989" y="983989"/>
              <a:ext cx="2974509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6"/>
            <p:cNvSpPr/>
            <p:nvPr/>
          </p:nvSpPr>
          <p:spPr>
            <a:xfrm>
              <a:off x="3958498" y="983989"/>
              <a:ext cx="2619704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7"/>
            <p:cNvSpPr/>
            <p:nvPr/>
          </p:nvSpPr>
          <p:spPr>
            <a:xfrm>
              <a:off x="6578202" y="983989"/>
              <a:ext cx="2619704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8"/>
            <p:cNvSpPr/>
            <p:nvPr/>
          </p:nvSpPr>
          <p:spPr>
            <a:xfrm>
              <a:off x="9197906" y="983989"/>
              <a:ext cx="2619704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9"/>
            <p:cNvSpPr/>
            <p:nvPr/>
          </p:nvSpPr>
          <p:spPr>
            <a:xfrm>
              <a:off x="983989" y="3602532"/>
              <a:ext cx="2974509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0"/>
            <p:cNvSpPr/>
            <p:nvPr/>
          </p:nvSpPr>
          <p:spPr>
            <a:xfrm>
              <a:off x="3958498" y="3602532"/>
              <a:ext cx="2619704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1"/>
            <p:cNvSpPr/>
            <p:nvPr/>
          </p:nvSpPr>
          <p:spPr>
            <a:xfrm>
              <a:off x="6578202" y="3602532"/>
              <a:ext cx="2619704" cy="261854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2"/>
            <p:cNvSpPr/>
            <p:nvPr/>
          </p:nvSpPr>
          <p:spPr>
            <a:xfrm>
              <a:off x="983989" y="6221075"/>
              <a:ext cx="2974509" cy="3767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3"/>
            <p:cNvSpPr/>
            <p:nvPr/>
          </p:nvSpPr>
          <p:spPr>
            <a:xfrm>
              <a:off x="3958498" y="6221075"/>
              <a:ext cx="2619704" cy="3767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4"/>
            <p:cNvSpPr/>
            <p:nvPr/>
          </p:nvSpPr>
          <p:spPr>
            <a:xfrm>
              <a:off x="6578202" y="6221075"/>
              <a:ext cx="2619704" cy="3767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5"/>
            <p:cNvSpPr/>
            <p:nvPr/>
          </p:nvSpPr>
          <p:spPr>
            <a:xfrm>
              <a:off x="9197906" y="6221075"/>
              <a:ext cx="2619704" cy="376773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6"/>
            <p:cNvSpPr/>
            <p:nvPr/>
          </p:nvSpPr>
          <p:spPr>
            <a:xfrm>
              <a:off x="1503277" y="1353673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pt17"/>
            <p:cNvSpPr/>
            <p:nvPr/>
          </p:nvSpPr>
          <p:spPr>
            <a:xfrm>
              <a:off x="1579827" y="277706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" name="pt18"/>
            <p:cNvSpPr/>
            <p:nvPr/>
          </p:nvSpPr>
          <p:spPr>
            <a:xfrm>
              <a:off x="1625106" y="244932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0" name="pt19"/>
            <p:cNvSpPr/>
            <p:nvPr/>
          </p:nvSpPr>
          <p:spPr>
            <a:xfrm>
              <a:off x="1642128" y="2624738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" name="pt20"/>
            <p:cNvSpPr/>
            <p:nvPr/>
          </p:nvSpPr>
          <p:spPr>
            <a:xfrm>
              <a:off x="1593515" y="214963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" name="pt21"/>
            <p:cNvSpPr/>
            <p:nvPr/>
          </p:nvSpPr>
          <p:spPr>
            <a:xfrm>
              <a:off x="1622911" y="3314004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" name="pt22"/>
            <p:cNvSpPr/>
            <p:nvPr/>
          </p:nvSpPr>
          <p:spPr>
            <a:xfrm>
              <a:off x="1654188" y="260193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" name="pt23"/>
            <p:cNvSpPr/>
            <p:nvPr/>
          </p:nvSpPr>
          <p:spPr>
            <a:xfrm>
              <a:off x="1651248" y="297822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1622700" y="275002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1656796" y="235635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1648358" y="263480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2274379" y="243586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2323730" y="223326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2323625" y="221128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2301887" y="267769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2309249" y="258588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2319571" y="234845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2328866" y="253022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" name="pt34"/>
            <p:cNvSpPr/>
            <p:nvPr/>
          </p:nvSpPr>
          <p:spPr>
            <a:xfrm>
              <a:off x="2261131" y="287921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" name="pt35"/>
            <p:cNvSpPr/>
            <p:nvPr/>
          </p:nvSpPr>
          <p:spPr>
            <a:xfrm>
              <a:off x="2312847" y="275296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" name="pt36"/>
            <p:cNvSpPr/>
            <p:nvPr/>
          </p:nvSpPr>
          <p:spPr>
            <a:xfrm>
              <a:off x="2282609" y="214248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8" name="pt37"/>
            <p:cNvSpPr/>
            <p:nvPr/>
          </p:nvSpPr>
          <p:spPr>
            <a:xfrm>
              <a:off x="2255002" y="220331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9" name="pt38"/>
            <p:cNvSpPr/>
            <p:nvPr/>
          </p:nvSpPr>
          <p:spPr>
            <a:xfrm>
              <a:off x="2325835" y="264515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" name="pt39"/>
            <p:cNvSpPr/>
            <p:nvPr/>
          </p:nvSpPr>
          <p:spPr>
            <a:xfrm>
              <a:off x="2287105" y="275677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" name="pt40"/>
            <p:cNvSpPr/>
            <p:nvPr/>
          </p:nvSpPr>
          <p:spPr>
            <a:xfrm>
              <a:off x="2268576" y="299003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" name="pt41"/>
            <p:cNvSpPr/>
            <p:nvPr/>
          </p:nvSpPr>
          <p:spPr>
            <a:xfrm>
              <a:off x="2282978" y="273866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" name="pt42"/>
            <p:cNvSpPr/>
            <p:nvPr/>
          </p:nvSpPr>
          <p:spPr>
            <a:xfrm>
              <a:off x="2287204" y="246157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" name="pt43"/>
            <p:cNvSpPr/>
            <p:nvPr/>
          </p:nvSpPr>
          <p:spPr>
            <a:xfrm>
              <a:off x="2260981" y="272636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" name="pt44"/>
            <p:cNvSpPr/>
            <p:nvPr/>
          </p:nvSpPr>
          <p:spPr>
            <a:xfrm>
              <a:off x="2311815" y="248791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" name="pt45"/>
            <p:cNvSpPr/>
            <p:nvPr/>
          </p:nvSpPr>
          <p:spPr>
            <a:xfrm>
              <a:off x="3020126" y="244296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" name="pt46"/>
            <p:cNvSpPr/>
            <p:nvPr/>
          </p:nvSpPr>
          <p:spPr>
            <a:xfrm>
              <a:off x="3011142" y="250477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8" name="pt47"/>
            <p:cNvSpPr/>
            <p:nvPr/>
          </p:nvSpPr>
          <p:spPr>
            <a:xfrm>
              <a:off x="2995370" y="278548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9" name="pt48"/>
            <p:cNvSpPr/>
            <p:nvPr/>
          </p:nvSpPr>
          <p:spPr>
            <a:xfrm>
              <a:off x="2965530" y="226877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" name="pt49"/>
            <p:cNvSpPr/>
            <p:nvPr/>
          </p:nvSpPr>
          <p:spPr>
            <a:xfrm>
              <a:off x="2952340" y="248768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" name="pt50"/>
            <p:cNvSpPr/>
            <p:nvPr/>
          </p:nvSpPr>
          <p:spPr>
            <a:xfrm>
              <a:off x="2980982" y="252667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" name="pt51"/>
            <p:cNvSpPr/>
            <p:nvPr/>
          </p:nvSpPr>
          <p:spPr>
            <a:xfrm>
              <a:off x="3002910" y="261021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" name="pt52"/>
            <p:cNvSpPr/>
            <p:nvPr/>
          </p:nvSpPr>
          <p:spPr>
            <a:xfrm>
              <a:off x="2928823" y="248998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" name="pt53"/>
            <p:cNvSpPr/>
            <p:nvPr/>
          </p:nvSpPr>
          <p:spPr>
            <a:xfrm>
              <a:off x="2932606" y="270181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" name="pt54"/>
            <p:cNvSpPr/>
            <p:nvPr/>
          </p:nvSpPr>
          <p:spPr>
            <a:xfrm>
              <a:off x="2998172" y="196418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" name="pt55"/>
            <p:cNvSpPr/>
            <p:nvPr/>
          </p:nvSpPr>
          <p:spPr>
            <a:xfrm>
              <a:off x="3007089" y="209261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" name="pt56"/>
            <p:cNvSpPr/>
            <p:nvPr/>
          </p:nvSpPr>
          <p:spPr>
            <a:xfrm>
              <a:off x="2927496" y="204236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8" name="pt57"/>
            <p:cNvSpPr/>
            <p:nvPr/>
          </p:nvSpPr>
          <p:spPr>
            <a:xfrm>
              <a:off x="2980589" y="196884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9" name="pt58"/>
            <p:cNvSpPr/>
            <p:nvPr/>
          </p:nvSpPr>
          <p:spPr>
            <a:xfrm>
              <a:off x="2976107" y="243958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" name="pt59"/>
            <p:cNvSpPr/>
            <p:nvPr/>
          </p:nvSpPr>
          <p:spPr>
            <a:xfrm>
              <a:off x="2981878" y="237741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" name="pt60"/>
            <p:cNvSpPr/>
            <p:nvPr/>
          </p:nvSpPr>
          <p:spPr>
            <a:xfrm>
              <a:off x="2932635" y="220366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" name="pt61"/>
            <p:cNvSpPr/>
            <p:nvPr/>
          </p:nvSpPr>
          <p:spPr>
            <a:xfrm>
              <a:off x="2972520" y="276784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" name="pt62"/>
            <p:cNvSpPr/>
            <p:nvPr/>
          </p:nvSpPr>
          <p:spPr>
            <a:xfrm>
              <a:off x="2984929" y="254166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" name="pt63"/>
            <p:cNvSpPr/>
            <p:nvPr/>
          </p:nvSpPr>
          <p:spPr>
            <a:xfrm>
              <a:off x="2965285" y="244258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" name="pt64"/>
            <p:cNvSpPr/>
            <p:nvPr/>
          </p:nvSpPr>
          <p:spPr>
            <a:xfrm>
              <a:off x="2961104" y="230813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" name="pt65"/>
            <p:cNvSpPr/>
            <p:nvPr/>
          </p:nvSpPr>
          <p:spPr>
            <a:xfrm>
              <a:off x="3643699" y="220201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7" name="pt66"/>
            <p:cNvSpPr/>
            <p:nvPr/>
          </p:nvSpPr>
          <p:spPr>
            <a:xfrm>
              <a:off x="3652608" y="228784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8" name="pt67"/>
            <p:cNvSpPr/>
            <p:nvPr/>
          </p:nvSpPr>
          <p:spPr>
            <a:xfrm>
              <a:off x="3662786" y="266951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" name="pt68"/>
            <p:cNvSpPr/>
            <p:nvPr/>
          </p:nvSpPr>
          <p:spPr>
            <a:xfrm>
              <a:off x="3660310" y="233009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" name="pt69"/>
            <p:cNvSpPr/>
            <p:nvPr/>
          </p:nvSpPr>
          <p:spPr>
            <a:xfrm>
              <a:off x="3633211" y="261965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" name="pt70"/>
            <p:cNvSpPr/>
            <p:nvPr/>
          </p:nvSpPr>
          <p:spPr>
            <a:xfrm>
              <a:off x="3615844" y="278924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" name="pt71"/>
            <p:cNvSpPr/>
            <p:nvPr/>
          </p:nvSpPr>
          <p:spPr>
            <a:xfrm>
              <a:off x="3642996" y="246111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" name="pt72"/>
            <p:cNvSpPr/>
            <p:nvPr/>
          </p:nvSpPr>
          <p:spPr>
            <a:xfrm>
              <a:off x="3663549" y="242869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" name="pt73"/>
            <p:cNvSpPr/>
            <p:nvPr/>
          </p:nvSpPr>
          <p:spPr>
            <a:xfrm>
              <a:off x="3635065" y="232624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" name="pt74"/>
            <p:cNvSpPr/>
            <p:nvPr/>
          </p:nvSpPr>
          <p:spPr>
            <a:xfrm>
              <a:off x="3683448" y="260485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" name="pt75"/>
            <p:cNvSpPr/>
            <p:nvPr/>
          </p:nvSpPr>
          <p:spPr>
            <a:xfrm>
              <a:off x="3683406" y="236114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7" name="pt76"/>
            <p:cNvSpPr/>
            <p:nvPr/>
          </p:nvSpPr>
          <p:spPr>
            <a:xfrm>
              <a:off x="3636411" y="154781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8" name="pt77"/>
            <p:cNvSpPr/>
            <p:nvPr/>
          </p:nvSpPr>
          <p:spPr>
            <a:xfrm>
              <a:off x="3676030" y="264157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" name="pt78"/>
            <p:cNvSpPr/>
            <p:nvPr/>
          </p:nvSpPr>
          <p:spPr>
            <a:xfrm>
              <a:off x="3650747" y="171277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" name="pt79"/>
            <p:cNvSpPr/>
            <p:nvPr/>
          </p:nvSpPr>
          <p:spPr>
            <a:xfrm>
              <a:off x="3631528" y="248536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" name="pt80"/>
            <p:cNvSpPr/>
            <p:nvPr/>
          </p:nvSpPr>
          <p:spPr>
            <a:xfrm>
              <a:off x="3609355" y="2022563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" name="pt81"/>
            <p:cNvSpPr/>
            <p:nvPr/>
          </p:nvSpPr>
          <p:spPr>
            <a:xfrm>
              <a:off x="3689550" y="1958714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" name="pt82"/>
            <p:cNvSpPr/>
            <p:nvPr/>
          </p:nvSpPr>
          <p:spPr>
            <a:xfrm>
              <a:off x="3696822" y="199342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" name="pt83"/>
            <p:cNvSpPr/>
            <p:nvPr/>
          </p:nvSpPr>
          <p:spPr>
            <a:xfrm>
              <a:off x="3656006" y="259777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" name="pt84"/>
            <p:cNvSpPr/>
            <p:nvPr/>
          </p:nvSpPr>
          <p:spPr>
            <a:xfrm>
              <a:off x="3625379" y="22829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" name="pt85"/>
            <p:cNvSpPr/>
            <p:nvPr/>
          </p:nvSpPr>
          <p:spPr>
            <a:xfrm>
              <a:off x="3658138" y="253916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7" name="pt86"/>
            <p:cNvSpPr/>
            <p:nvPr/>
          </p:nvSpPr>
          <p:spPr>
            <a:xfrm>
              <a:off x="3639787" y="239048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8" name="pt87"/>
            <p:cNvSpPr/>
            <p:nvPr/>
          </p:nvSpPr>
          <p:spPr>
            <a:xfrm>
              <a:off x="3625889" y="178886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" name="pt88"/>
            <p:cNvSpPr/>
            <p:nvPr/>
          </p:nvSpPr>
          <p:spPr>
            <a:xfrm>
              <a:off x="3611199" y="141911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" name="pl89"/>
            <p:cNvSpPr/>
            <p:nvPr/>
          </p:nvSpPr>
          <p:spPr>
            <a:xfrm>
              <a:off x="1649720" y="2479363"/>
              <a:ext cx="2031616" cy="237958"/>
            </a:xfrm>
            <a:custGeom>
              <a:avLst/>
              <a:pathLst>
                <a:path w="2031616" h="237958">
                  <a:moveTo>
                    <a:pt x="0" y="237958"/>
                  </a:moveTo>
                  <a:lnTo>
                    <a:pt x="130460" y="222678"/>
                  </a:lnTo>
                  <a:lnTo>
                    <a:pt x="245534" y="209200"/>
                  </a:lnTo>
                  <a:lnTo>
                    <a:pt x="348471" y="197143"/>
                  </a:lnTo>
                  <a:lnTo>
                    <a:pt x="441589" y="186236"/>
                  </a:lnTo>
                  <a:lnTo>
                    <a:pt x="526600" y="176279"/>
                  </a:lnTo>
                  <a:lnTo>
                    <a:pt x="604801" y="167119"/>
                  </a:lnTo>
                  <a:lnTo>
                    <a:pt x="677205" y="158639"/>
                  </a:lnTo>
                  <a:lnTo>
                    <a:pt x="744611" y="150744"/>
                  </a:lnTo>
                  <a:lnTo>
                    <a:pt x="807665" y="143358"/>
                  </a:lnTo>
                  <a:lnTo>
                    <a:pt x="866896" y="136421"/>
                  </a:lnTo>
                  <a:lnTo>
                    <a:pt x="922739" y="129880"/>
                  </a:lnTo>
                  <a:lnTo>
                    <a:pt x="975563" y="123693"/>
                  </a:lnTo>
                  <a:lnTo>
                    <a:pt x="1025677" y="117823"/>
                  </a:lnTo>
                  <a:lnTo>
                    <a:pt x="1073345" y="112240"/>
                  </a:lnTo>
                  <a:lnTo>
                    <a:pt x="1118795" y="106916"/>
                  </a:lnTo>
                  <a:lnTo>
                    <a:pt x="1162224" y="101830"/>
                  </a:lnTo>
                  <a:lnTo>
                    <a:pt x="1203805" y="96959"/>
                  </a:lnTo>
                  <a:lnTo>
                    <a:pt x="1243688" y="92288"/>
                  </a:lnTo>
                  <a:lnTo>
                    <a:pt x="1282007" y="87800"/>
                  </a:lnTo>
                  <a:lnTo>
                    <a:pt x="1318879" y="83481"/>
                  </a:lnTo>
                  <a:lnTo>
                    <a:pt x="1354410" y="79319"/>
                  </a:lnTo>
                  <a:lnTo>
                    <a:pt x="1388695" y="75304"/>
                  </a:lnTo>
                  <a:lnTo>
                    <a:pt x="1421817" y="71424"/>
                  </a:lnTo>
                  <a:lnTo>
                    <a:pt x="1453852" y="67672"/>
                  </a:lnTo>
                  <a:lnTo>
                    <a:pt x="1484871" y="64039"/>
                  </a:lnTo>
                  <a:lnTo>
                    <a:pt x="1514935" y="60517"/>
                  </a:lnTo>
                  <a:lnTo>
                    <a:pt x="1544101" y="57101"/>
                  </a:lnTo>
                  <a:lnTo>
                    <a:pt x="1572422" y="53784"/>
                  </a:lnTo>
                  <a:lnTo>
                    <a:pt x="1599945" y="50560"/>
                  </a:lnTo>
                  <a:lnTo>
                    <a:pt x="1626714" y="47425"/>
                  </a:lnTo>
                  <a:lnTo>
                    <a:pt x="1652769" y="44373"/>
                  </a:lnTo>
                  <a:lnTo>
                    <a:pt x="1678147" y="41401"/>
                  </a:lnTo>
                  <a:lnTo>
                    <a:pt x="1702882" y="38503"/>
                  </a:lnTo>
                  <a:lnTo>
                    <a:pt x="1727007" y="35678"/>
                  </a:lnTo>
                  <a:lnTo>
                    <a:pt x="1750550" y="32920"/>
                  </a:lnTo>
                  <a:lnTo>
                    <a:pt x="1773540" y="30227"/>
                  </a:lnTo>
                  <a:lnTo>
                    <a:pt x="1796000" y="27597"/>
                  </a:lnTo>
                  <a:lnTo>
                    <a:pt x="1817956" y="25025"/>
                  </a:lnTo>
                  <a:lnTo>
                    <a:pt x="1839430" y="22510"/>
                  </a:lnTo>
                  <a:lnTo>
                    <a:pt x="1860441" y="20049"/>
                  </a:lnTo>
                  <a:lnTo>
                    <a:pt x="1881011" y="17640"/>
                  </a:lnTo>
                  <a:lnTo>
                    <a:pt x="1901156" y="15280"/>
                  </a:lnTo>
                  <a:lnTo>
                    <a:pt x="1920894" y="12968"/>
                  </a:lnTo>
                  <a:lnTo>
                    <a:pt x="1940241" y="10702"/>
                  </a:lnTo>
                  <a:lnTo>
                    <a:pt x="1959212" y="8480"/>
                  </a:lnTo>
                  <a:lnTo>
                    <a:pt x="1977822" y="6300"/>
                  </a:lnTo>
                  <a:lnTo>
                    <a:pt x="1996085" y="4161"/>
                  </a:lnTo>
                  <a:lnTo>
                    <a:pt x="2014012" y="2061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1" name="pl90"/>
            <p:cNvSpPr/>
            <p:nvPr/>
          </p:nvSpPr>
          <p:spPr>
            <a:xfrm>
              <a:off x="1649720" y="1979677"/>
              <a:ext cx="2031616" cy="577951"/>
            </a:xfrm>
            <a:custGeom>
              <a:avLst/>
              <a:pathLst>
                <a:path w="2031616" h="577951">
                  <a:moveTo>
                    <a:pt x="0" y="577951"/>
                  </a:moveTo>
                  <a:lnTo>
                    <a:pt x="130460" y="540838"/>
                  </a:lnTo>
                  <a:lnTo>
                    <a:pt x="245534" y="508102"/>
                  </a:lnTo>
                  <a:lnTo>
                    <a:pt x="348471" y="478818"/>
                  </a:lnTo>
                  <a:lnTo>
                    <a:pt x="441589" y="452328"/>
                  </a:lnTo>
                  <a:lnTo>
                    <a:pt x="526600" y="428144"/>
                  </a:lnTo>
                  <a:lnTo>
                    <a:pt x="604801" y="405898"/>
                  </a:lnTo>
                  <a:lnTo>
                    <a:pt x="677205" y="385300"/>
                  </a:lnTo>
                  <a:lnTo>
                    <a:pt x="744611" y="366125"/>
                  </a:lnTo>
                  <a:lnTo>
                    <a:pt x="807665" y="348187"/>
                  </a:lnTo>
                  <a:lnTo>
                    <a:pt x="866896" y="331338"/>
                  </a:lnTo>
                  <a:lnTo>
                    <a:pt x="922739" y="315451"/>
                  </a:lnTo>
                  <a:lnTo>
                    <a:pt x="975563" y="300424"/>
                  </a:lnTo>
                  <a:lnTo>
                    <a:pt x="1025677" y="286168"/>
                  </a:lnTo>
                  <a:lnTo>
                    <a:pt x="1073345" y="272607"/>
                  </a:lnTo>
                  <a:lnTo>
                    <a:pt x="1118795" y="259678"/>
                  </a:lnTo>
                  <a:lnTo>
                    <a:pt x="1162224" y="247323"/>
                  </a:lnTo>
                  <a:lnTo>
                    <a:pt x="1203805" y="235494"/>
                  </a:lnTo>
                  <a:lnTo>
                    <a:pt x="1243688" y="224148"/>
                  </a:lnTo>
                  <a:lnTo>
                    <a:pt x="1282007" y="213247"/>
                  </a:lnTo>
                  <a:lnTo>
                    <a:pt x="1318879" y="202758"/>
                  </a:lnTo>
                  <a:lnTo>
                    <a:pt x="1354410" y="192650"/>
                  </a:lnTo>
                  <a:lnTo>
                    <a:pt x="1388695" y="182897"/>
                  </a:lnTo>
                  <a:lnTo>
                    <a:pt x="1421817" y="173474"/>
                  </a:lnTo>
                  <a:lnTo>
                    <a:pt x="1453852" y="164361"/>
                  </a:lnTo>
                  <a:lnTo>
                    <a:pt x="1484871" y="155537"/>
                  </a:lnTo>
                  <a:lnTo>
                    <a:pt x="1514935" y="146984"/>
                  </a:lnTo>
                  <a:lnTo>
                    <a:pt x="1544101" y="138687"/>
                  </a:lnTo>
                  <a:lnTo>
                    <a:pt x="1572422" y="130630"/>
                  </a:lnTo>
                  <a:lnTo>
                    <a:pt x="1599945" y="122801"/>
                  </a:lnTo>
                  <a:lnTo>
                    <a:pt x="1626714" y="115186"/>
                  </a:lnTo>
                  <a:lnTo>
                    <a:pt x="1652769" y="107773"/>
                  </a:lnTo>
                  <a:lnTo>
                    <a:pt x="1678147" y="100554"/>
                  </a:lnTo>
                  <a:lnTo>
                    <a:pt x="1702882" y="93517"/>
                  </a:lnTo>
                  <a:lnTo>
                    <a:pt x="1727007" y="86654"/>
                  </a:lnTo>
                  <a:lnTo>
                    <a:pt x="1750550" y="79957"/>
                  </a:lnTo>
                  <a:lnTo>
                    <a:pt x="1773540" y="73417"/>
                  </a:lnTo>
                  <a:lnTo>
                    <a:pt x="1796000" y="67027"/>
                  </a:lnTo>
                  <a:lnTo>
                    <a:pt x="1817956" y="60781"/>
                  </a:lnTo>
                  <a:lnTo>
                    <a:pt x="1839430" y="54672"/>
                  </a:lnTo>
                  <a:lnTo>
                    <a:pt x="1860441" y="48695"/>
                  </a:lnTo>
                  <a:lnTo>
                    <a:pt x="1881011" y="42844"/>
                  </a:lnTo>
                  <a:lnTo>
                    <a:pt x="1901156" y="37113"/>
                  </a:lnTo>
                  <a:lnTo>
                    <a:pt x="1920894" y="31498"/>
                  </a:lnTo>
                  <a:lnTo>
                    <a:pt x="1940241" y="25994"/>
                  </a:lnTo>
                  <a:lnTo>
                    <a:pt x="1959212" y="20597"/>
                  </a:lnTo>
                  <a:lnTo>
                    <a:pt x="1977822" y="15303"/>
                  </a:lnTo>
                  <a:lnTo>
                    <a:pt x="1996085" y="10107"/>
                  </a:lnTo>
                  <a:lnTo>
                    <a:pt x="2014012" y="5007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2" name="pl91"/>
            <p:cNvSpPr/>
            <p:nvPr/>
          </p:nvSpPr>
          <p:spPr>
            <a:xfrm>
              <a:off x="1649720" y="2582911"/>
              <a:ext cx="2031616" cy="133565"/>
            </a:xfrm>
            <a:custGeom>
              <a:avLst/>
              <a:pathLst>
                <a:path w="2031616" h="133565">
                  <a:moveTo>
                    <a:pt x="0" y="133565"/>
                  </a:moveTo>
                  <a:lnTo>
                    <a:pt x="130460" y="124988"/>
                  </a:lnTo>
                  <a:lnTo>
                    <a:pt x="245534" y="117423"/>
                  </a:lnTo>
                  <a:lnTo>
                    <a:pt x="348471" y="110655"/>
                  </a:lnTo>
                  <a:lnTo>
                    <a:pt x="441589" y="104533"/>
                  </a:lnTo>
                  <a:lnTo>
                    <a:pt x="526600" y="98944"/>
                  </a:lnTo>
                  <a:lnTo>
                    <a:pt x="604801" y="93803"/>
                  </a:lnTo>
                  <a:lnTo>
                    <a:pt x="677205" y="89043"/>
                  </a:lnTo>
                  <a:lnTo>
                    <a:pt x="744611" y="84612"/>
                  </a:lnTo>
                  <a:lnTo>
                    <a:pt x="807665" y="80466"/>
                  </a:lnTo>
                  <a:lnTo>
                    <a:pt x="866896" y="76572"/>
                  </a:lnTo>
                  <a:lnTo>
                    <a:pt x="922739" y="72901"/>
                  </a:lnTo>
                  <a:lnTo>
                    <a:pt x="975563" y="69428"/>
                  </a:lnTo>
                  <a:lnTo>
                    <a:pt x="1025677" y="66133"/>
                  </a:lnTo>
                  <a:lnTo>
                    <a:pt x="1073345" y="63000"/>
                  </a:lnTo>
                  <a:lnTo>
                    <a:pt x="1118795" y="60011"/>
                  </a:lnTo>
                  <a:lnTo>
                    <a:pt x="1162224" y="57156"/>
                  </a:lnTo>
                  <a:lnTo>
                    <a:pt x="1203805" y="54423"/>
                  </a:lnTo>
                  <a:lnTo>
                    <a:pt x="1243688" y="51801"/>
                  </a:lnTo>
                  <a:lnTo>
                    <a:pt x="1282007" y="49281"/>
                  </a:lnTo>
                  <a:lnTo>
                    <a:pt x="1318879" y="46857"/>
                  </a:lnTo>
                  <a:lnTo>
                    <a:pt x="1354410" y="44521"/>
                  </a:lnTo>
                  <a:lnTo>
                    <a:pt x="1388695" y="42267"/>
                  </a:lnTo>
                  <a:lnTo>
                    <a:pt x="1421817" y="40090"/>
                  </a:lnTo>
                  <a:lnTo>
                    <a:pt x="1453852" y="37984"/>
                  </a:lnTo>
                  <a:lnTo>
                    <a:pt x="1484871" y="35944"/>
                  </a:lnTo>
                  <a:lnTo>
                    <a:pt x="1514935" y="33968"/>
                  </a:lnTo>
                  <a:lnTo>
                    <a:pt x="1544101" y="32050"/>
                  </a:lnTo>
                  <a:lnTo>
                    <a:pt x="1572422" y="30188"/>
                  </a:lnTo>
                  <a:lnTo>
                    <a:pt x="1599945" y="28379"/>
                  </a:lnTo>
                  <a:lnTo>
                    <a:pt x="1626714" y="26619"/>
                  </a:lnTo>
                  <a:lnTo>
                    <a:pt x="1652769" y="24906"/>
                  </a:lnTo>
                  <a:lnTo>
                    <a:pt x="1678147" y="23238"/>
                  </a:lnTo>
                  <a:lnTo>
                    <a:pt x="1702882" y="21612"/>
                  </a:lnTo>
                  <a:lnTo>
                    <a:pt x="1727007" y="20026"/>
                  </a:lnTo>
                  <a:lnTo>
                    <a:pt x="1750550" y="18478"/>
                  </a:lnTo>
                  <a:lnTo>
                    <a:pt x="1773540" y="16966"/>
                  </a:lnTo>
                  <a:lnTo>
                    <a:pt x="1796000" y="15490"/>
                  </a:lnTo>
                  <a:lnTo>
                    <a:pt x="1817956" y="14046"/>
                  </a:lnTo>
                  <a:lnTo>
                    <a:pt x="1839430" y="12634"/>
                  </a:lnTo>
                  <a:lnTo>
                    <a:pt x="1860441" y="11253"/>
                  </a:lnTo>
                  <a:lnTo>
                    <a:pt x="1881011" y="9901"/>
                  </a:lnTo>
                  <a:lnTo>
                    <a:pt x="1901156" y="8576"/>
                  </a:lnTo>
                  <a:lnTo>
                    <a:pt x="1920894" y="7279"/>
                  </a:lnTo>
                  <a:lnTo>
                    <a:pt x="1940241" y="6007"/>
                  </a:lnTo>
                  <a:lnTo>
                    <a:pt x="1959212" y="4760"/>
                  </a:lnTo>
                  <a:lnTo>
                    <a:pt x="1977822" y="3536"/>
                  </a:lnTo>
                  <a:lnTo>
                    <a:pt x="1996085" y="2335"/>
                  </a:lnTo>
                  <a:lnTo>
                    <a:pt x="2014012" y="1157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3" name="pl92"/>
            <p:cNvSpPr/>
            <p:nvPr/>
          </p:nvSpPr>
          <p:spPr>
            <a:xfrm>
              <a:off x="1649720" y="1909646"/>
              <a:ext cx="2031616" cy="1273654"/>
            </a:xfrm>
            <a:custGeom>
              <a:avLst/>
              <a:pathLst>
                <a:path w="2031616" h="1273654">
                  <a:moveTo>
                    <a:pt x="0" y="1273654"/>
                  </a:moveTo>
                  <a:lnTo>
                    <a:pt x="130460" y="1191866"/>
                  </a:lnTo>
                  <a:lnTo>
                    <a:pt x="245534" y="1119724"/>
                  </a:lnTo>
                  <a:lnTo>
                    <a:pt x="348471" y="1055191"/>
                  </a:lnTo>
                  <a:lnTo>
                    <a:pt x="441589" y="996814"/>
                  </a:lnTo>
                  <a:lnTo>
                    <a:pt x="526600" y="943520"/>
                  </a:lnTo>
                  <a:lnTo>
                    <a:pt x="604801" y="894493"/>
                  </a:lnTo>
                  <a:lnTo>
                    <a:pt x="677205" y="849102"/>
                  </a:lnTo>
                  <a:lnTo>
                    <a:pt x="744611" y="806844"/>
                  </a:lnTo>
                  <a:lnTo>
                    <a:pt x="807665" y="767315"/>
                  </a:lnTo>
                  <a:lnTo>
                    <a:pt x="866896" y="730182"/>
                  </a:lnTo>
                  <a:lnTo>
                    <a:pt x="922739" y="695173"/>
                  </a:lnTo>
                  <a:lnTo>
                    <a:pt x="975563" y="662057"/>
                  </a:lnTo>
                  <a:lnTo>
                    <a:pt x="1025677" y="630640"/>
                  </a:lnTo>
                  <a:lnTo>
                    <a:pt x="1073345" y="600756"/>
                  </a:lnTo>
                  <a:lnTo>
                    <a:pt x="1118795" y="572262"/>
                  </a:lnTo>
                  <a:lnTo>
                    <a:pt x="1162224" y="545036"/>
                  </a:lnTo>
                  <a:lnTo>
                    <a:pt x="1203805" y="518968"/>
                  </a:lnTo>
                  <a:lnTo>
                    <a:pt x="1243688" y="493965"/>
                  </a:lnTo>
                  <a:lnTo>
                    <a:pt x="1282007" y="469942"/>
                  </a:lnTo>
                  <a:lnTo>
                    <a:pt x="1318879" y="446826"/>
                  </a:lnTo>
                  <a:lnTo>
                    <a:pt x="1354410" y="424551"/>
                  </a:lnTo>
                  <a:lnTo>
                    <a:pt x="1388695" y="403058"/>
                  </a:lnTo>
                  <a:lnTo>
                    <a:pt x="1421817" y="382293"/>
                  </a:lnTo>
                  <a:lnTo>
                    <a:pt x="1453852" y="362209"/>
                  </a:lnTo>
                  <a:lnTo>
                    <a:pt x="1484871" y="342763"/>
                  </a:lnTo>
                  <a:lnTo>
                    <a:pt x="1514935" y="323916"/>
                  </a:lnTo>
                  <a:lnTo>
                    <a:pt x="1544101" y="305631"/>
                  </a:lnTo>
                  <a:lnTo>
                    <a:pt x="1572422" y="287876"/>
                  </a:lnTo>
                  <a:lnTo>
                    <a:pt x="1599945" y="270621"/>
                  </a:lnTo>
                  <a:lnTo>
                    <a:pt x="1626714" y="253839"/>
                  </a:lnTo>
                  <a:lnTo>
                    <a:pt x="1652769" y="237505"/>
                  </a:lnTo>
                  <a:lnTo>
                    <a:pt x="1678147" y="221595"/>
                  </a:lnTo>
                  <a:lnTo>
                    <a:pt x="1702882" y="206088"/>
                  </a:lnTo>
                  <a:lnTo>
                    <a:pt x="1727007" y="190964"/>
                  </a:lnTo>
                  <a:lnTo>
                    <a:pt x="1750550" y="176204"/>
                  </a:lnTo>
                  <a:lnTo>
                    <a:pt x="1773540" y="161792"/>
                  </a:lnTo>
                  <a:lnTo>
                    <a:pt x="1796000" y="147711"/>
                  </a:lnTo>
                  <a:lnTo>
                    <a:pt x="1817956" y="133946"/>
                  </a:lnTo>
                  <a:lnTo>
                    <a:pt x="1839430" y="120484"/>
                  </a:lnTo>
                  <a:lnTo>
                    <a:pt x="1860441" y="107312"/>
                  </a:lnTo>
                  <a:lnTo>
                    <a:pt x="1881011" y="94417"/>
                  </a:lnTo>
                  <a:lnTo>
                    <a:pt x="1901156" y="81787"/>
                  </a:lnTo>
                  <a:lnTo>
                    <a:pt x="1920894" y="69413"/>
                  </a:lnTo>
                  <a:lnTo>
                    <a:pt x="1940241" y="57284"/>
                  </a:lnTo>
                  <a:lnTo>
                    <a:pt x="1959212" y="45391"/>
                  </a:lnTo>
                  <a:lnTo>
                    <a:pt x="1977822" y="33724"/>
                  </a:lnTo>
                  <a:lnTo>
                    <a:pt x="1996085" y="22275"/>
                  </a:lnTo>
                  <a:lnTo>
                    <a:pt x="2014012" y="11036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3"/>
            <p:cNvSpPr/>
            <p:nvPr/>
          </p:nvSpPr>
          <p:spPr>
            <a:xfrm>
              <a:off x="1649720" y="2487253"/>
              <a:ext cx="2031616" cy="199469"/>
            </a:xfrm>
            <a:custGeom>
              <a:avLst/>
              <a:pathLst>
                <a:path w="2031616" h="199469">
                  <a:moveTo>
                    <a:pt x="0" y="199469"/>
                  </a:moveTo>
                  <a:lnTo>
                    <a:pt x="130460" y="186660"/>
                  </a:lnTo>
                  <a:lnTo>
                    <a:pt x="245534" y="175362"/>
                  </a:lnTo>
                  <a:lnTo>
                    <a:pt x="348471" y="165255"/>
                  </a:lnTo>
                  <a:lnTo>
                    <a:pt x="441589" y="156113"/>
                  </a:lnTo>
                  <a:lnTo>
                    <a:pt x="526600" y="147766"/>
                  </a:lnTo>
                  <a:lnTo>
                    <a:pt x="604801" y="140088"/>
                  </a:lnTo>
                  <a:lnTo>
                    <a:pt x="677205" y="132979"/>
                  </a:lnTo>
                  <a:lnTo>
                    <a:pt x="744611" y="126361"/>
                  </a:lnTo>
                  <a:lnTo>
                    <a:pt x="807665" y="120170"/>
                  </a:lnTo>
                  <a:lnTo>
                    <a:pt x="866896" y="114355"/>
                  </a:lnTo>
                  <a:lnTo>
                    <a:pt x="922739" y="108872"/>
                  </a:lnTo>
                  <a:lnTo>
                    <a:pt x="975563" y="103686"/>
                  </a:lnTo>
                  <a:lnTo>
                    <a:pt x="1025677" y="98765"/>
                  </a:lnTo>
                  <a:lnTo>
                    <a:pt x="1073345" y="94085"/>
                  </a:lnTo>
                  <a:lnTo>
                    <a:pt x="1118795" y="89623"/>
                  </a:lnTo>
                  <a:lnTo>
                    <a:pt x="1162224" y="85359"/>
                  </a:lnTo>
                  <a:lnTo>
                    <a:pt x="1203805" y="81276"/>
                  </a:lnTo>
                  <a:lnTo>
                    <a:pt x="1243688" y="77360"/>
                  </a:lnTo>
                  <a:lnTo>
                    <a:pt x="1282007" y="73598"/>
                  </a:lnTo>
                  <a:lnTo>
                    <a:pt x="1318879" y="69978"/>
                  </a:lnTo>
                  <a:lnTo>
                    <a:pt x="1354410" y="66489"/>
                  </a:lnTo>
                  <a:lnTo>
                    <a:pt x="1388695" y="63123"/>
                  </a:lnTo>
                  <a:lnTo>
                    <a:pt x="1421817" y="59871"/>
                  </a:lnTo>
                  <a:lnTo>
                    <a:pt x="1453852" y="56726"/>
                  </a:lnTo>
                  <a:lnTo>
                    <a:pt x="1484871" y="53680"/>
                  </a:lnTo>
                  <a:lnTo>
                    <a:pt x="1514935" y="50729"/>
                  </a:lnTo>
                  <a:lnTo>
                    <a:pt x="1544101" y="47865"/>
                  </a:lnTo>
                  <a:lnTo>
                    <a:pt x="1572422" y="45084"/>
                  </a:lnTo>
                  <a:lnTo>
                    <a:pt x="1599945" y="42382"/>
                  </a:lnTo>
                  <a:lnTo>
                    <a:pt x="1626714" y="39754"/>
                  </a:lnTo>
                  <a:lnTo>
                    <a:pt x="1652769" y="37196"/>
                  </a:lnTo>
                  <a:lnTo>
                    <a:pt x="1678147" y="34704"/>
                  </a:lnTo>
                  <a:lnTo>
                    <a:pt x="1702882" y="32275"/>
                  </a:lnTo>
                  <a:lnTo>
                    <a:pt x="1727007" y="29907"/>
                  </a:lnTo>
                  <a:lnTo>
                    <a:pt x="1750550" y="27595"/>
                  </a:lnTo>
                  <a:lnTo>
                    <a:pt x="1773540" y="25338"/>
                  </a:lnTo>
                  <a:lnTo>
                    <a:pt x="1796000" y="23133"/>
                  </a:lnTo>
                  <a:lnTo>
                    <a:pt x="1817956" y="20977"/>
                  </a:lnTo>
                  <a:lnTo>
                    <a:pt x="1839430" y="18869"/>
                  </a:lnTo>
                  <a:lnTo>
                    <a:pt x="1860441" y="16806"/>
                  </a:lnTo>
                  <a:lnTo>
                    <a:pt x="1881011" y="14786"/>
                  </a:lnTo>
                  <a:lnTo>
                    <a:pt x="1901156" y="12808"/>
                  </a:lnTo>
                  <a:lnTo>
                    <a:pt x="1920894" y="10871"/>
                  </a:lnTo>
                  <a:lnTo>
                    <a:pt x="1940241" y="8971"/>
                  </a:lnTo>
                  <a:lnTo>
                    <a:pt x="1959212" y="7108"/>
                  </a:lnTo>
                  <a:lnTo>
                    <a:pt x="1977822" y="5281"/>
                  </a:lnTo>
                  <a:lnTo>
                    <a:pt x="1996085" y="3488"/>
                  </a:lnTo>
                  <a:lnTo>
                    <a:pt x="2014012" y="1728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5" name="pl94"/>
            <p:cNvSpPr/>
            <p:nvPr/>
          </p:nvSpPr>
          <p:spPr>
            <a:xfrm>
              <a:off x="1649720" y="2393786"/>
              <a:ext cx="2031616" cy="41356"/>
            </a:xfrm>
            <a:custGeom>
              <a:avLst/>
              <a:pathLst>
                <a:path w="2031616" h="41356">
                  <a:moveTo>
                    <a:pt x="0" y="0"/>
                  </a:moveTo>
                  <a:lnTo>
                    <a:pt x="130460" y="2655"/>
                  </a:lnTo>
                  <a:lnTo>
                    <a:pt x="245534" y="4998"/>
                  </a:lnTo>
                  <a:lnTo>
                    <a:pt x="348471" y="7093"/>
                  </a:lnTo>
                  <a:lnTo>
                    <a:pt x="441589" y="8989"/>
                  </a:lnTo>
                  <a:lnTo>
                    <a:pt x="526600" y="10719"/>
                  </a:lnTo>
                  <a:lnTo>
                    <a:pt x="604801" y="12311"/>
                  </a:lnTo>
                  <a:lnTo>
                    <a:pt x="677205" y="13785"/>
                  </a:lnTo>
                  <a:lnTo>
                    <a:pt x="744611" y="15157"/>
                  </a:lnTo>
                  <a:lnTo>
                    <a:pt x="807665" y="16441"/>
                  </a:lnTo>
                  <a:lnTo>
                    <a:pt x="866896" y="17647"/>
                  </a:lnTo>
                  <a:lnTo>
                    <a:pt x="922739" y="18783"/>
                  </a:lnTo>
                  <a:lnTo>
                    <a:pt x="975563" y="19859"/>
                  </a:lnTo>
                  <a:lnTo>
                    <a:pt x="1025677" y="20879"/>
                  </a:lnTo>
                  <a:lnTo>
                    <a:pt x="1073345" y="21849"/>
                  </a:lnTo>
                  <a:lnTo>
                    <a:pt x="1118795" y="22774"/>
                  </a:lnTo>
                  <a:lnTo>
                    <a:pt x="1162224" y="23659"/>
                  </a:lnTo>
                  <a:lnTo>
                    <a:pt x="1203805" y="24505"/>
                  </a:lnTo>
                  <a:lnTo>
                    <a:pt x="1243688" y="25317"/>
                  </a:lnTo>
                  <a:lnTo>
                    <a:pt x="1282007" y="26097"/>
                  </a:lnTo>
                  <a:lnTo>
                    <a:pt x="1318879" y="26848"/>
                  </a:lnTo>
                  <a:lnTo>
                    <a:pt x="1354410" y="27571"/>
                  </a:lnTo>
                  <a:lnTo>
                    <a:pt x="1388695" y="28269"/>
                  </a:lnTo>
                  <a:lnTo>
                    <a:pt x="1421817" y="28943"/>
                  </a:lnTo>
                  <a:lnTo>
                    <a:pt x="1453852" y="29595"/>
                  </a:lnTo>
                  <a:lnTo>
                    <a:pt x="1484871" y="30227"/>
                  </a:lnTo>
                  <a:lnTo>
                    <a:pt x="1514935" y="30839"/>
                  </a:lnTo>
                  <a:lnTo>
                    <a:pt x="1544101" y="31432"/>
                  </a:lnTo>
                  <a:lnTo>
                    <a:pt x="1572422" y="32009"/>
                  </a:lnTo>
                  <a:lnTo>
                    <a:pt x="1599945" y="32569"/>
                  </a:lnTo>
                  <a:lnTo>
                    <a:pt x="1626714" y="33114"/>
                  </a:lnTo>
                  <a:lnTo>
                    <a:pt x="1652769" y="33644"/>
                  </a:lnTo>
                  <a:lnTo>
                    <a:pt x="1678147" y="34161"/>
                  </a:lnTo>
                  <a:lnTo>
                    <a:pt x="1702882" y="34665"/>
                  </a:lnTo>
                  <a:lnTo>
                    <a:pt x="1727007" y="35156"/>
                  </a:lnTo>
                  <a:lnTo>
                    <a:pt x="1750550" y="35635"/>
                  </a:lnTo>
                  <a:lnTo>
                    <a:pt x="1773540" y="36103"/>
                  </a:lnTo>
                  <a:lnTo>
                    <a:pt x="1796000" y="36560"/>
                  </a:lnTo>
                  <a:lnTo>
                    <a:pt x="1817956" y="37007"/>
                  </a:lnTo>
                  <a:lnTo>
                    <a:pt x="1839430" y="37444"/>
                  </a:lnTo>
                  <a:lnTo>
                    <a:pt x="1860441" y="37872"/>
                  </a:lnTo>
                  <a:lnTo>
                    <a:pt x="1881011" y="38291"/>
                  </a:lnTo>
                  <a:lnTo>
                    <a:pt x="1901156" y="38701"/>
                  </a:lnTo>
                  <a:lnTo>
                    <a:pt x="1920894" y="39103"/>
                  </a:lnTo>
                  <a:lnTo>
                    <a:pt x="1940241" y="39496"/>
                  </a:lnTo>
                  <a:lnTo>
                    <a:pt x="1959212" y="39883"/>
                  </a:lnTo>
                  <a:lnTo>
                    <a:pt x="1977822" y="40261"/>
                  </a:lnTo>
                  <a:lnTo>
                    <a:pt x="1996085" y="40633"/>
                  </a:lnTo>
                  <a:lnTo>
                    <a:pt x="2014012" y="40998"/>
                  </a:lnTo>
                  <a:lnTo>
                    <a:pt x="2031616" y="41356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" name="pl95"/>
            <p:cNvSpPr/>
            <p:nvPr/>
          </p:nvSpPr>
          <p:spPr>
            <a:xfrm>
              <a:off x="1649720" y="2369022"/>
              <a:ext cx="2031616" cy="245280"/>
            </a:xfrm>
            <a:custGeom>
              <a:avLst/>
              <a:pathLst>
                <a:path w="2031616" h="245280">
                  <a:moveTo>
                    <a:pt x="0" y="245280"/>
                  </a:moveTo>
                  <a:lnTo>
                    <a:pt x="130460" y="229529"/>
                  </a:lnTo>
                  <a:lnTo>
                    <a:pt x="245534" y="215636"/>
                  </a:lnTo>
                  <a:lnTo>
                    <a:pt x="348471" y="203208"/>
                  </a:lnTo>
                  <a:lnTo>
                    <a:pt x="441589" y="191966"/>
                  </a:lnTo>
                  <a:lnTo>
                    <a:pt x="526600" y="181703"/>
                  </a:lnTo>
                  <a:lnTo>
                    <a:pt x="604801" y="172261"/>
                  </a:lnTo>
                  <a:lnTo>
                    <a:pt x="677205" y="163520"/>
                  </a:lnTo>
                  <a:lnTo>
                    <a:pt x="744611" y="155382"/>
                  </a:lnTo>
                  <a:lnTo>
                    <a:pt x="807665" y="147769"/>
                  </a:lnTo>
                  <a:lnTo>
                    <a:pt x="866896" y="140618"/>
                  </a:lnTo>
                  <a:lnTo>
                    <a:pt x="922739" y="133876"/>
                  </a:lnTo>
                  <a:lnTo>
                    <a:pt x="975563" y="127498"/>
                  </a:lnTo>
                  <a:lnTo>
                    <a:pt x="1025677" y="121448"/>
                  </a:lnTo>
                  <a:lnTo>
                    <a:pt x="1073345" y="115693"/>
                  </a:lnTo>
                  <a:lnTo>
                    <a:pt x="1118795" y="110206"/>
                  </a:lnTo>
                  <a:lnTo>
                    <a:pt x="1162224" y="104963"/>
                  </a:lnTo>
                  <a:lnTo>
                    <a:pt x="1203805" y="99942"/>
                  </a:lnTo>
                  <a:lnTo>
                    <a:pt x="1243688" y="95127"/>
                  </a:lnTo>
                  <a:lnTo>
                    <a:pt x="1282007" y="90501"/>
                  </a:lnTo>
                  <a:lnTo>
                    <a:pt x="1318879" y="86049"/>
                  </a:lnTo>
                  <a:lnTo>
                    <a:pt x="1354410" y="81760"/>
                  </a:lnTo>
                  <a:lnTo>
                    <a:pt x="1388695" y="77620"/>
                  </a:lnTo>
                  <a:lnTo>
                    <a:pt x="1421817" y="73622"/>
                  </a:lnTo>
                  <a:lnTo>
                    <a:pt x="1453852" y="69754"/>
                  </a:lnTo>
                  <a:lnTo>
                    <a:pt x="1484871" y="66009"/>
                  </a:lnTo>
                  <a:lnTo>
                    <a:pt x="1514935" y="62379"/>
                  </a:lnTo>
                  <a:lnTo>
                    <a:pt x="1544101" y="58858"/>
                  </a:lnTo>
                  <a:lnTo>
                    <a:pt x="1572422" y="55439"/>
                  </a:lnTo>
                  <a:lnTo>
                    <a:pt x="1599945" y="52116"/>
                  </a:lnTo>
                  <a:lnTo>
                    <a:pt x="1626714" y="48884"/>
                  </a:lnTo>
                  <a:lnTo>
                    <a:pt x="1652769" y="45738"/>
                  </a:lnTo>
                  <a:lnTo>
                    <a:pt x="1678147" y="42674"/>
                  </a:lnTo>
                  <a:lnTo>
                    <a:pt x="1702882" y="39688"/>
                  </a:lnTo>
                  <a:lnTo>
                    <a:pt x="1727007" y="36775"/>
                  </a:lnTo>
                  <a:lnTo>
                    <a:pt x="1750550" y="33933"/>
                  </a:lnTo>
                  <a:lnTo>
                    <a:pt x="1773540" y="31157"/>
                  </a:lnTo>
                  <a:lnTo>
                    <a:pt x="1796000" y="28446"/>
                  </a:lnTo>
                  <a:lnTo>
                    <a:pt x="1817956" y="25795"/>
                  </a:lnTo>
                  <a:lnTo>
                    <a:pt x="1839430" y="23202"/>
                  </a:lnTo>
                  <a:lnTo>
                    <a:pt x="1860441" y="20666"/>
                  </a:lnTo>
                  <a:lnTo>
                    <a:pt x="1881011" y="18182"/>
                  </a:lnTo>
                  <a:lnTo>
                    <a:pt x="1901156" y="15750"/>
                  </a:lnTo>
                  <a:lnTo>
                    <a:pt x="1920894" y="13367"/>
                  </a:lnTo>
                  <a:lnTo>
                    <a:pt x="1940241" y="11031"/>
                  </a:lnTo>
                  <a:lnTo>
                    <a:pt x="1959212" y="8741"/>
                  </a:lnTo>
                  <a:lnTo>
                    <a:pt x="1977822" y="6494"/>
                  </a:lnTo>
                  <a:lnTo>
                    <a:pt x="1996085" y="4289"/>
                  </a:lnTo>
                  <a:lnTo>
                    <a:pt x="2014012" y="2125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" name="pl96"/>
            <p:cNvSpPr/>
            <p:nvPr/>
          </p:nvSpPr>
          <p:spPr>
            <a:xfrm>
              <a:off x="1649720" y="2011115"/>
              <a:ext cx="2031616" cy="883927"/>
            </a:xfrm>
            <a:custGeom>
              <a:avLst/>
              <a:pathLst>
                <a:path w="2031616" h="883927">
                  <a:moveTo>
                    <a:pt x="0" y="883927"/>
                  </a:moveTo>
                  <a:lnTo>
                    <a:pt x="130460" y="827165"/>
                  </a:lnTo>
                  <a:lnTo>
                    <a:pt x="245534" y="777098"/>
                  </a:lnTo>
                  <a:lnTo>
                    <a:pt x="348471" y="732312"/>
                  </a:lnTo>
                  <a:lnTo>
                    <a:pt x="441589" y="691797"/>
                  </a:lnTo>
                  <a:lnTo>
                    <a:pt x="526600" y="654810"/>
                  </a:lnTo>
                  <a:lnTo>
                    <a:pt x="604801" y="620786"/>
                  </a:lnTo>
                  <a:lnTo>
                    <a:pt x="677205" y="589284"/>
                  </a:lnTo>
                  <a:lnTo>
                    <a:pt x="744611" y="559957"/>
                  </a:lnTo>
                  <a:lnTo>
                    <a:pt x="807665" y="532523"/>
                  </a:lnTo>
                  <a:lnTo>
                    <a:pt x="866896" y="506753"/>
                  </a:lnTo>
                  <a:lnTo>
                    <a:pt x="922739" y="482456"/>
                  </a:lnTo>
                  <a:lnTo>
                    <a:pt x="975563" y="459473"/>
                  </a:lnTo>
                  <a:lnTo>
                    <a:pt x="1025677" y="437669"/>
                  </a:lnTo>
                  <a:lnTo>
                    <a:pt x="1073345" y="416930"/>
                  </a:lnTo>
                  <a:lnTo>
                    <a:pt x="1118795" y="397155"/>
                  </a:lnTo>
                  <a:lnTo>
                    <a:pt x="1162224" y="378259"/>
                  </a:lnTo>
                  <a:lnTo>
                    <a:pt x="1203805" y="360168"/>
                  </a:lnTo>
                  <a:lnTo>
                    <a:pt x="1243688" y="342816"/>
                  </a:lnTo>
                  <a:lnTo>
                    <a:pt x="1282007" y="326144"/>
                  </a:lnTo>
                  <a:lnTo>
                    <a:pt x="1318879" y="310101"/>
                  </a:lnTo>
                  <a:lnTo>
                    <a:pt x="1354410" y="294642"/>
                  </a:lnTo>
                  <a:lnTo>
                    <a:pt x="1388695" y="279725"/>
                  </a:lnTo>
                  <a:lnTo>
                    <a:pt x="1421817" y="265314"/>
                  </a:lnTo>
                  <a:lnTo>
                    <a:pt x="1453852" y="251376"/>
                  </a:lnTo>
                  <a:lnTo>
                    <a:pt x="1484871" y="237880"/>
                  </a:lnTo>
                  <a:lnTo>
                    <a:pt x="1514935" y="224800"/>
                  </a:lnTo>
                  <a:lnTo>
                    <a:pt x="1544101" y="212110"/>
                  </a:lnTo>
                  <a:lnTo>
                    <a:pt x="1572422" y="199788"/>
                  </a:lnTo>
                  <a:lnTo>
                    <a:pt x="1599945" y="187813"/>
                  </a:lnTo>
                  <a:lnTo>
                    <a:pt x="1626714" y="176167"/>
                  </a:lnTo>
                  <a:lnTo>
                    <a:pt x="1652769" y="164831"/>
                  </a:lnTo>
                  <a:lnTo>
                    <a:pt x="1678147" y="153789"/>
                  </a:lnTo>
                  <a:lnTo>
                    <a:pt x="1702882" y="143027"/>
                  </a:lnTo>
                  <a:lnTo>
                    <a:pt x="1727007" y="132530"/>
                  </a:lnTo>
                  <a:lnTo>
                    <a:pt x="1750550" y="122287"/>
                  </a:lnTo>
                  <a:lnTo>
                    <a:pt x="1773540" y="112285"/>
                  </a:lnTo>
                  <a:lnTo>
                    <a:pt x="1796000" y="102512"/>
                  </a:lnTo>
                  <a:lnTo>
                    <a:pt x="1817956" y="92960"/>
                  </a:lnTo>
                  <a:lnTo>
                    <a:pt x="1839430" y="83617"/>
                  </a:lnTo>
                  <a:lnTo>
                    <a:pt x="1860441" y="74475"/>
                  </a:lnTo>
                  <a:lnTo>
                    <a:pt x="1881011" y="65526"/>
                  </a:lnTo>
                  <a:lnTo>
                    <a:pt x="1901156" y="56761"/>
                  </a:lnTo>
                  <a:lnTo>
                    <a:pt x="1920894" y="48173"/>
                  </a:lnTo>
                  <a:lnTo>
                    <a:pt x="1940241" y="39755"/>
                  </a:lnTo>
                  <a:lnTo>
                    <a:pt x="1959212" y="31501"/>
                  </a:lnTo>
                  <a:lnTo>
                    <a:pt x="1977822" y="23404"/>
                  </a:lnTo>
                  <a:lnTo>
                    <a:pt x="1996085" y="15459"/>
                  </a:lnTo>
                  <a:lnTo>
                    <a:pt x="2014012" y="7659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7"/>
            <p:cNvSpPr/>
            <p:nvPr/>
          </p:nvSpPr>
          <p:spPr>
            <a:xfrm>
              <a:off x="1649720" y="2159981"/>
              <a:ext cx="2031616" cy="655754"/>
            </a:xfrm>
            <a:custGeom>
              <a:avLst/>
              <a:pathLst>
                <a:path w="2031616" h="655754">
                  <a:moveTo>
                    <a:pt x="0" y="655754"/>
                  </a:moveTo>
                  <a:lnTo>
                    <a:pt x="130460" y="613645"/>
                  </a:lnTo>
                  <a:lnTo>
                    <a:pt x="245534" y="576502"/>
                  </a:lnTo>
                  <a:lnTo>
                    <a:pt x="348471" y="543276"/>
                  </a:lnTo>
                  <a:lnTo>
                    <a:pt x="441589" y="513220"/>
                  </a:lnTo>
                  <a:lnTo>
                    <a:pt x="526600" y="485781"/>
                  </a:lnTo>
                  <a:lnTo>
                    <a:pt x="604801" y="460539"/>
                  </a:lnTo>
                  <a:lnTo>
                    <a:pt x="677205" y="437169"/>
                  </a:lnTo>
                  <a:lnTo>
                    <a:pt x="744611" y="415412"/>
                  </a:lnTo>
                  <a:lnTo>
                    <a:pt x="807665" y="395060"/>
                  </a:lnTo>
                  <a:lnTo>
                    <a:pt x="866896" y="375942"/>
                  </a:lnTo>
                  <a:lnTo>
                    <a:pt x="922739" y="357917"/>
                  </a:lnTo>
                  <a:lnTo>
                    <a:pt x="975563" y="340867"/>
                  </a:lnTo>
                  <a:lnTo>
                    <a:pt x="1025677" y="324691"/>
                  </a:lnTo>
                  <a:lnTo>
                    <a:pt x="1073345" y="309305"/>
                  </a:lnTo>
                  <a:lnTo>
                    <a:pt x="1118795" y="294635"/>
                  </a:lnTo>
                  <a:lnTo>
                    <a:pt x="1162224" y="280617"/>
                  </a:lnTo>
                  <a:lnTo>
                    <a:pt x="1203805" y="267196"/>
                  </a:lnTo>
                  <a:lnTo>
                    <a:pt x="1243688" y="254323"/>
                  </a:lnTo>
                  <a:lnTo>
                    <a:pt x="1282007" y="241954"/>
                  </a:lnTo>
                  <a:lnTo>
                    <a:pt x="1318879" y="230053"/>
                  </a:lnTo>
                  <a:lnTo>
                    <a:pt x="1354410" y="218584"/>
                  </a:lnTo>
                  <a:lnTo>
                    <a:pt x="1388695" y="207518"/>
                  </a:lnTo>
                  <a:lnTo>
                    <a:pt x="1421817" y="196827"/>
                  </a:lnTo>
                  <a:lnTo>
                    <a:pt x="1453852" y="186487"/>
                  </a:lnTo>
                  <a:lnTo>
                    <a:pt x="1484871" y="176475"/>
                  </a:lnTo>
                  <a:lnTo>
                    <a:pt x="1514935" y="166771"/>
                  </a:lnTo>
                  <a:lnTo>
                    <a:pt x="1544101" y="157357"/>
                  </a:lnTo>
                  <a:lnTo>
                    <a:pt x="1572422" y="148216"/>
                  </a:lnTo>
                  <a:lnTo>
                    <a:pt x="1599945" y="139332"/>
                  </a:lnTo>
                  <a:lnTo>
                    <a:pt x="1626714" y="130692"/>
                  </a:lnTo>
                  <a:lnTo>
                    <a:pt x="1652769" y="122282"/>
                  </a:lnTo>
                  <a:lnTo>
                    <a:pt x="1678147" y="114090"/>
                  </a:lnTo>
                  <a:lnTo>
                    <a:pt x="1702882" y="106106"/>
                  </a:lnTo>
                  <a:lnTo>
                    <a:pt x="1727007" y="98320"/>
                  </a:lnTo>
                  <a:lnTo>
                    <a:pt x="1750550" y="90720"/>
                  </a:lnTo>
                  <a:lnTo>
                    <a:pt x="1773540" y="83300"/>
                  </a:lnTo>
                  <a:lnTo>
                    <a:pt x="1796000" y="76050"/>
                  </a:lnTo>
                  <a:lnTo>
                    <a:pt x="1817956" y="68963"/>
                  </a:lnTo>
                  <a:lnTo>
                    <a:pt x="1839430" y="62032"/>
                  </a:lnTo>
                  <a:lnTo>
                    <a:pt x="1860441" y="55250"/>
                  </a:lnTo>
                  <a:lnTo>
                    <a:pt x="1881011" y="48611"/>
                  </a:lnTo>
                  <a:lnTo>
                    <a:pt x="1901156" y="42109"/>
                  </a:lnTo>
                  <a:lnTo>
                    <a:pt x="1920894" y="35738"/>
                  </a:lnTo>
                  <a:lnTo>
                    <a:pt x="1940241" y="29493"/>
                  </a:lnTo>
                  <a:lnTo>
                    <a:pt x="1959212" y="23370"/>
                  </a:lnTo>
                  <a:lnTo>
                    <a:pt x="1977822" y="17363"/>
                  </a:lnTo>
                  <a:lnTo>
                    <a:pt x="1996085" y="11468"/>
                  </a:lnTo>
                  <a:lnTo>
                    <a:pt x="2014012" y="5682"/>
                  </a:lnTo>
                  <a:lnTo>
                    <a:pt x="2031616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9" name="pl98"/>
            <p:cNvSpPr/>
            <p:nvPr/>
          </p:nvSpPr>
          <p:spPr>
            <a:xfrm>
              <a:off x="1649720" y="2523622"/>
              <a:ext cx="2031616" cy="106031"/>
            </a:xfrm>
            <a:custGeom>
              <a:avLst/>
              <a:pathLst>
                <a:path w="2031616" h="106031">
                  <a:moveTo>
                    <a:pt x="0" y="0"/>
                  </a:moveTo>
                  <a:lnTo>
                    <a:pt x="130460" y="6808"/>
                  </a:lnTo>
                  <a:lnTo>
                    <a:pt x="245534" y="12814"/>
                  </a:lnTo>
                  <a:lnTo>
                    <a:pt x="348471" y="18186"/>
                  </a:lnTo>
                  <a:lnTo>
                    <a:pt x="441589" y="23046"/>
                  </a:lnTo>
                  <a:lnTo>
                    <a:pt x="526600" y="27483"/>
                  </a:lnTo>
                  <a:lnTo>
                    <a:pt x="604801" y="31565"/>
                  </a:lnTo>
                  <a:lnTo>
                    <a:pt x="677205" y="35343"/>
                  </a:lnTo>
                  <a:lnTo>
                    <a:pt x="744611" y="38861"/>
                  </a:lnTo>
                  <a:lnTo>
                    <a:pt x="807665" y="42152"/>
                  </a:lnTo>
                  <a:lnTo>
                    <a:pt x="866896" y="45243"/>
                  </a:lnTo>
                  <a:lnTo>
                    <a:pt x="922739" y="48158"/>
                  </a:lnTo>
                  <a:lnTo>
                    <a:pt x="975563" y="50915"/>
                  </a:lnTo>
                  <a:lnTo>
                    <a:pt x="1025677" y="53530"/>
                  </a:lnTo>
                  <a:lnTo>
                    <a:pt x="1073345" y="56018"/>
                  </a:lnTo>
                  <a:lnTo>
                    <a:pt x="1118795" y="58390"/>
                  </a:lnTo>
                  <a:lnTo>
                    <a:pt x="1162224" y="60657"/>
                  </a:lnTo>
                  <a:lnTo>
                    <a:pt x="1203805" y="62827"/>
                  </a:lnTo>
                  <a:lnTo>
                    <a:pt x="1243688" y="64908"/>
                  </a:lnTo>
                  <a:lnTo>
                    <a:pt x="1282007" y="66908"/>
                  </a:lnTo>
                  <a:lnTo>
                    <a:pt x="1318879" y="68833"/>
                  </a:lnTo>
                  <a:lnTo>
                    <a:pt x="1354410" y="70687"/>
                  </a:lnTo>
                  <a:lnTo>
                    <a:pt x="1388695" y="72476"/>
                  </a:lnTo>
                  <a:lnTo>
                    <a:pt x="1421817" y="74205"/>
                  </a:lnTo>
                  <a:lnTo>
                    <a:pt x="1453852" y="75877"/>
                  </a:lnTo>
                  <a:lnTo>
                    <a:pt x="1484871" y="77496"/>
                  </a:lnTo>
                  <a:lnTo>
                    <a:pt x="1514935" y="79065"/>
                  </a:lnTo>
                  <a:lnTo>
                    <a:pt x="1544101" y="80587"/>
                  </a:lnTo>
                  <a:lnTo>
                    <a:pt x="1572422" y="82065"/>
                  </a:lnTo>
                  <a:lnTo>
                    <a:pt x="1599945" y="83502"/>
                  </a:lnTo>
                  <a:lnTo>
                    <a:pt x="1626714" y="84899"/>
                  </a:lnTo>
                  <a:lnTo>
                    <a:pt x="1652769" y="86259"/>
                  </a:lnTo>
                  <a:lnTo>
                    <a:pt x="1678147" y="87583"/>
                  </a:lnTo>
                  <a:lnTo>
                    <a:pt x="1702882" y="88874"/>
                  </a:lnTo>
                  <a:lnTo>
                    <a:pt x="1727007" y="90133"/>
                  </a:lnTo>
                  <a:lnTo>
                    <a:pt x="1750550" y="91362"/>
                  </a:lnTo>
                  <a:lnTo>
                    <a:pt x="1773540" y="92562"/>
                  </a:lnTo>
                  <a:lnTo>
                    <a:pt x="1796000" y="93734"/>
                  </a:lnTo>
                  <a:lnTo>
                    <a:pt x="1817956" y="94880"/>
                  </a:lnTo>
                  <a:lnTo>
                    <a:pt x="1839430" y="96001"/>
                  </a:lnTo>
                  <a:lnTo>
                    <a:pt x="1860441" y="97097"/>
                  </a:lnTo>
                  <a:lnTo>
                    <a:pt x="1881011" y="98171"/>
                  </a:lnTo>
                  <a:lnTo>
                    <a:pt x="1901156" y="99222"/>
                  </a:lnTo>
                  <a:lnTo>
                    <a:pt x="1920894" y="100252"/>
                  </a:lnTo>
                  <a:lnTo>
                    <a:pt x="1940241" y="101262"/>
                  </a:lnTo>
                  <a:lnTo>
                    <a:pt x="1959212" y="102252"/>
                  </a:lnTo>
                  <a:lnTo>
                    <a:pt x="1977822" y="103223"/>
                  </a:lnTo>
                  <a:lnTo>
                    <a:pt x="1996085" y="104177"/>
                  </a:lnTo>
                  <a:lnTo>
                    <a:pt x="2014012" y="105112"/>
                  </a:lnTo>
                  <a:lnTo>
                    <a:pt x="2031616" y="106031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0" name="rc99"/>
            <p:cNvSpPr/>
            <p:nvPr/>
          </p:nvSpPr>
          <p:spPr>
            <a:xfrm>
              <a:off x="1503277" y="1353673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1" name="pl100"/>
            <p:cNvSpPr/>
            <p:nvPr/>
          </p:nvSpPr>
          <p:spPr>
            <a:xfrm>
              <a:off x="1503277" y="1353673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tx101"/>
            <p:cNvSpPr/>
            <p:nvPr/>
          </p:nvSpPr>
          <p:spPr>
            <a:xfrm rot="-5400000">
              <a:off x="1272281" y="3312065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103" name="tx102"/>
            <p:cNvSpPr/>
            <p:nvPr/>
          </p:nvSpPr>
          <p:spPr>
            <a:xfrm rot="-5400000">
              <a:off x="1272281" y="2814157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104" name="tx103"/>
            <p:cNvSpPr/>
            <p:nvPr/>
          </p:nvSpPr>
          <p:spPr>
            <a:xfrm rot="-5400000">
              <a:off x="1272281" y="231624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0.6</a:t>
              </a:r>
            </a:p>
          </p:txBody>
        </p:sp>
        <p:sp>
          <p:nvSpPr>
            <p:cNvPr id="105" name="tx104"/>
            <p:cNvSpPr/>
            <p:nvPr/>
          </p:nvSpPr>
          <p:spPr>
            <a:xfrm rot="-5400000">
              <a:off x="1272281" y="1818341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0.8</a:t>
              </a:r>
            </a:p>
          </p:txBody>
        </p:sp>
        <p:sp>
          <p:nvSpPr>
            <p:cNvPr id="106" name="tx105"/>
            <p:cNvSpPr/>
            <p:nvPr/>
          </p:nvSpPr>
          <p:spPr>
            <a:xfrm rot="-5400000">
              <a:off x="1272281" y="1320433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107" name="pl106"/>
            <p:cNvSpPr/>
            <p:nvPr/>
          </p:nvSpPr>
          <p:spPr>
            <a:xfrm>
              <a:off x="1465319" y="336217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7"/>
            <p:cNvSpPr/>
            <p:nvPr/>
          </p:nvSpPr>
          <p:spPr>
            <a:xfrm>
              <a:off x="1465319" y="286426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8"/>
            <p:cNvSpPr/>
            <p:nvPr/>
          </p:nvSpPr>
          <p:spPr>
            <a:xfrm>
              <a:off x="1465319" y="236635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09"/>
            <p:cNvSpPr/>
            <p:nvPr/>
          </p:nvSpPr>
          <p:spPr>
            <a:xfrm>
              <a:off x="1465319" y="186845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0"/>
            <p:cNvSpPr/>
            <p:nvPr/>
          </p:nvSpPr>
          <p:spPr>
            <a:xfrm>
              <a:off x="1465319" y="137054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1"/>
            <p:cNvSpPr/>
            <p:nvPr/>
          </p:nvSpPr>
          <p:spPr>
            <a:xfrm>
              <a:off x="1503277" y="3438049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2"/>
            <p:cNvSpPr/>
            <p:nvPr/>
          </p:nvSpPr>
          <p:spPr>
            <a:xfrm>
              <a:off x="1649720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3"/>
            <p:cNvSpPr/>
            <p:nvPr/>
          </p:nvSpPr>
          <p:spPr>
            <a:xfrm>
              <a:off x="2326926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4"/>
            <p:cNvSpPr/>
            <p:nvPr/>
          </p:nvSpPr>
          <p:spPr>
            <a:xfrm>
              <a:off x="3004131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5"/>
            <p:cNvSpPr/>
            <p:nvPr/>
          </p:nvSpPr>
          <p:spPr>
            <a:xfrm>
              <a:off x="3681337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6"/>
            <p:cNvSpPr/>
            <p:nvPr/>
          </p:nvSpPr>
          <p:spPr>
            <a:xfrm rot="-5400000">
              <a:off x="1004992" y="2336425"/>
              <a:ext cx="256946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ITV</a:t>
              </a:r>
            </a:p>
          </p:txBody>
        </p:sp>
        <p:sp>
          <p:nvSpPr>
            <p:cNvPr id="118" name="tx117"/>
            <p:cNvSpPr/>
            <p:nvPr/>
          </p:nvSpPr>
          <p:spPr>
            <a:xfrm>
              <a:off x="1503277" y="1110514"/>
              <a:ext cx="651510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(a) MLA</a:t>
              </a:r>
            </a:p>
          </p:txBody>
        </p:sp>
        <p:sp>
          <p:nvSpPr>
            <p:cNvPr id="119" name="rc118"/>
            <p:cNvSpPr/>
            <p:nvPr/>
          </p:nvSpPr>
          <p:spPr>
            <a:xfrm>
              <a:off x="4122981" y="1353673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0" name="pt119"/>
            <p:cNvSpPr/>
            <p:nvPr/>
          </p:nvSpPr>
          <p:spPr>
            <a:xfrm>
              <a:off x="4271519" y="272434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1" name="pt120"/>
            <p:cNvSpPr/>
            <p:nvPr/>
          </p:nvSpPr>
          <p:spPr>
            <a:xfrm>
              <a:off x="4251855" y="269134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2" name="pt121"/>
            <p:cNvSpPr/>
            <p:nvPr/>
          </p:nvSpPr>
          <p:spPr>
            <a:xfrm>
              <a:off x="4199531" y="252253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3" name="pt122"/>
            <p:cNvSpPr/>
            <p:nvPr/>
          </p:nvSpPr>
          <p:spPr>
            <a:xfrm>
              <a:off x="4277667" y="240736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4" name="pt123"/>
            <p:cNvSpPr/>
            <p:nvPr/>
          </p:nvSpPr>
          <p:spPr>
            <a:xfrm>
              <a:off x="4277398" y="3172099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5" name="pt124"/>
            <p:cNvSpPr/>
            <p:nvPr/>
          </p:nvSpPr>
          <p:spPr>
            <a:xfrm>
              <a:off x="4275394" y="329209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6" name="pt125"/>
            <p:cNvSpPr/>
            <p:nvPr/>
          </p:nvSpPr>
          <p:spPr>
            <a:xfrm>
              <a:off x="4289099" y="252942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7" name="pt126"/>
            <p:cNvSpPr/>
            <p:nvPr/>
          </p:nvSpPr>
          <p:spPr>
            <a:xfrm>
              <a:off x="4200985" y="319675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8" name="pt127"/>
            <p:cNvSpPr/>
            <p:nvPr/>
          </p:nvSpPr>
          <p:spPr>
            <a:xfrm>
              <a:off x="4252888" y="252172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29" name="pt128"/>
            <p:cNvSpPr/>
            <p:nvPr/>
          </p:nvSpPr>
          <p:spPr>
            <a:xfrm>
              <a:off x="4282233" y="223896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0" name="pt129"/>
            <p:cNvSpPr/>
            <p:nvPr/>
          </p:nvSpPr>
          <p:spPr>
            <a:xfrm>
              <a:off x="4961029" y="255598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1" name="pt130"/>
            <p:cNvSpPr/>
            <p:nvPr/>
          </p:nvSpPr>
          <p:spPr>
            <a:xfrm>
              <a:off x="4901260" y="262550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2" name="pt131"/>
            <p:cNvSpPr/>
            <p:nvPr/>
          </p:nvSpPr>
          <p:spPr>
            <a:xfrm>
              <a:off x="4960483" y="1619020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3" name="pt132"/>
            <p:cNvSpPr/>
            <p:nvPr/>
          </p:nvSpPr>
          <p:spPr>
            <a:xfrm>
              <a:off x="4920370" y="251571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4" name="pt133"/>
            <p:cNvSpPr/>
            <p:nvPr/>
          </p:nvSpPr>
          <p:spPr>
            <a:xfrm>
              <a:off x="4934780" y="178584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5" name="pt134"/>
            <p:cNvSpPr/>
            <p:nvPr/>
          </p:nvSpPr>
          <p:spPr>
            <a:xfrm>
              <a:off x="4934521" y="235795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6" name="pt135"/>
            <p:cNvSpPr/>
            <p:nvPr/>
          </p:nvSpPr>
          <p:spPr>
            <a:xfrm>
              <a:off x="4886455" y="225342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7" name="pt136"/>
            <p:cNvSpPr/>
            <p:nvPr/>
          </p:nvSpPr>
          <p:spPr>
            <a:xfrm>
              <a:off x="4958930" y="270334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8" name="pt137"/>
            <p:cNvSpPr/>
            <p:nvPr/>
          </p:nvSpPr>
          <p:spPr>
            <a:xfrm>
              <a:off x="4887043" y="254950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39" name="pt138"/>
            <p:cNvSpPr/>
            <p:nvPr/>
          </p:nvSpPr>
          <p:spPr>
            <a:xfrm>
              <a:off x="4919936" y="299055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0" name="pt139"/>
            <p:cNvSpPr/>
            <p:nvPr/>
          </p:nvSpPr>
          <p:spPr>
            <a:xfrm>
              <a:off x="4917365" y="301652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1" name="pt140"/>
            <p:cNvSpPr/>
            <p:nvPr/>
          </p:nvSpPr>
          <p:spPr>
            <a:xfrm>
              <a:off x="4940753" y="288706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2" name="pt141"/>
            <p:cNvSpPr/>
            <p:nvPr/>
          </p:nvSpPr>
          <p:spPr>
            <a:xfrm>
              <a:off x="4955361" y="330510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3" name="pt142"/>
            <p:cNvSpPr/>
            <p:nvPr/>
          </p:nvSpPr>
          <p:spPr>
            <a:xfrm>
              <a:off x="4924242" y="30808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4" name="pt143"/>
            <p:cNvSpPr/>
            <p:nvPr/>
          </p:nvSpPr>
          <p:spPr>
            <a:xfrm>
              <a:off x="4970088" y="316221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5" name="pt144"/>
            <p:cNvSpPr/>
            <p:nvPr/>
          </p:nvSpPr>
          <p:spPr>
            <a:xfrm>
              <a:off x="4930339" y="286014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6" name="pt145"/>
            <p:cNvSpPr/>
            <p:nvPr/>
          </p:nvSpPr>
          <p:spPr>
            <a:xfrm>
              <a:off x="4923970" y="302727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7" name="pt146"/>
            <p:cNvSpPr/>
            <p:nvPr/>
          </p:nvSpPr>
          <p:spPr>
            <a:xfrm>
              <a:off x="4916850" y="2586278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8" name="pt147"/>
            <p:cNvSpPr/>
            <p:nvPr/>
          </p:nvSpPr>
          <p:spPr>
            <a:xfrm>
              <a:off x="5586204" y="1887310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49" name="pt148"/>
            <p:cNvSpPr/>
            <p:nvPr/>
          </p:nvSpPr>
          <p:spPr>
            <a:xfrm>
              <a:off x="5635410" y="271403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0" name="pt149"/>
            <p:cNvSpPr/>
            <p:nvPr/>
          </p:nvSpPr>
          <p:spPr>
            <a:xfrm>
              <a:off x="5567104" y="223167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1" name="pt150"/>
            <p:cNvSpPr/>
            <p:nvPr/>
          </p:nvSpPr>
          <p:spPr>
            <a:xfrm>
              <a:off x="5549714" y="267879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2" name="pt151"/>
            <p:cNvSpPr/>
            <p:nvPr/>
          </p:nvSpPr>
          <p:spPr>
            <a:xfrm>
              <a:off x="5629574" y="236842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3" name="pt152"/>
            <p:cNvSpPr/>
            <p:nvPr/>
          </p:nvSpPr>
          <p:spPr>
            <a:xfrm>
              <a:off x="5603915" y="268295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4" name="pt153"/>
            <p:cNvSpPr/>
            <p:nvPr/>
          </p:nvSpPr>
          <p:spPr>
            <a:xfrm>
              <a:off x="5551663" y="179371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5" name="pt154"/>
            <p:cNvSpPr/>
            <p:nvPr/>
          </p:nvSpPr>
          <p:spPr>
            <a:xfrm>
              <a:off x="5601904" y="235480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6" name="pt155"/>
            <p:cNvSpPr/>
            <p:nvPr/>
          </p:nvSpPr>
          <p:spPr>
            <a:xfrm>
              <a:off x="5623565" y="249559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7" name="pt156"/>
            <p:cNvSpPr/>
            <p:nvPr/>
          </p:nvSpPr>
          <p:spPr>
            <a:xfrm>
              <a:off x="5635386" y="291506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8" name="pt157"/>
            <p:cNvSpPr/>
            <p:nvPr/>
          </p:nvSpPr>
          <p:spPr>
            <a:xfrm>
              <a:off x="5550486" y="250924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59" name="pt158"/>
            <p:cNvSpPr/>
            <p:nvPr/>
          </p:nvSpPr>
          <p:spPr>
            <a:xfrm>
              <a:off x="5611824" y="159712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0" name="pt159"/>
            <p:cNvSpPr/>
            <p:nvPr/>
          </p:nvSpPr>
          <p:spPr>
            <a:xfrm>
              <a:off x="5597171" y="225092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1" name="pt160"/>
            <p:cNvSpPr/>
            <p:nvPr/>
          </p:nvSpPr>
          <p:spPr>
            <a:xfrm>
              <a:off x="5589414" y="268129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2" name="pt161"/>
            <p:cNvSpPr/>
            <p:nvPr/>
          </p:nvSpPr>
          <p:spPr>
            <a:xfrm>
              <a:off x="5580210" y="269056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3" name="pt162"/>
            <p:cNvSpPr/>
            <p:nvPr/>
          </p:nvSpPr>
          <p:spPr>
            <a:xfrm>
              <a:off x="5607279" y="290554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4" name="pt163"/>
            <p:cNvSpPr/>
            <p:nvPr/>
          </p:nvSpPr>
          <p:spPr>
            <a:xfrm>
              <a:off x="5552646" y="326023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5" name="pt164"/>
            <p:cNvSpPr/>
            <p:nvPr/>
          </p:nvSpPr>
          <p:spPr>
            <a:xfrm>
              <a:off x="5601820" y="302900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6" name="pt165"/>
            <p:cNvSpPr/>
            <p:nvPr/>
          </p:nvSpPr>
          <p:spPr>
            <a:xfrm>
              <a:off x="5578321" y="295658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7" name="pt166"/>
            <p:cNvSpPr/>
            <p:nvPr/>
          </p:nvSpPr>
          <p:spPr>
            <a:xfrm>
              <a:off x="5549496" y="232051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8" name="pt167"/>
            <p:cNvSpPr/>
            <p:nvPr/>
          </p:nvSpPr>
          <p:spPr>
            <a:xfrm>
              <a:off x="6229021" y="223354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69" name="pt168"/>
            <p:cNvSpPr/>
            <p:nvPr/>
          </p:nvSpPr>
          <p:spPr>
            <a:xfrm>
              <a:off x="6246819" y="206237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0" name="pt169"/>
            <p:cNvSpPr/>
            <p:nvPr/>
          </p:nvSpPr>
          <p:spPr>
            <a:xfrm>
              <a:off x="6288920" y="246987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1" name="pt170"/>
            <p:cNvSpPr/>
            <p:nvPr/>
          </p:nvSpPr>
          <p:spPr>
            <a:xfrm>
              <a:off x="6279165" y="262104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2" name="pt171"/>
            <p:cNvSpPr/>
            <p:nvPr/>
          </p:nvSpPr>
          <p:spPr>
            <a:xfrm>
              <a:off x="6249910" y="331400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3" name="pt172"/>
            <p:cNvSpPr/>
            <p:nvPr/>
          </p:nvSpPr>
          <p:spPr>
            <a:xfrm>
              <a:off x="6259722" y="262784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4" name="pt173"/>
            <p:cNvSpPr/>
            <p:nvPr/>
          </p:nvSpPr>
          <p:spPr>
            <a:xfrm>
              <a:off x="6254012" y="331244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5" name="pt174"/>
            <p:cNvSpPr/>
            <p:nvPr/>
          </p:nvSpPr>
          <p:spPr>
            <a:xfrm>
              <a:off x="6295551" y="249600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6" name="pt175"/>
            <p:cNvSpPr/>
            <p:nvPr/>
          </p:nvSpPr>
          <p:spPr>
            <a:xfrm>
              <a:off x="6302921" y="264261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7" name="pt176"/>
            <p:cNvSpPr/>
            <p:nvPr/>
          </p:nvSpPr>
          <p:spPr>
            <a:xfrm>
              <a:off x="6261432" y="312500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8" name="pt177"/>
            <p:cNvSpPr/>
            <p:nvPr/>
          </p:nvSpPr>
          <p:spPr>
            <a:xfrm>
              <a:off x="6309706" y="239189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79" name="pt178"/>
            <p:cNvSpPr/>
            <p:nvPr/>
          </p:nvSpPr>
          <p:spPr>
            <a:xfrm>
              <a:off x="6239036" y="141911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0" name="pt179"/>
            <p:cNvSpPr/>
            <p:nvPr/>
          </p:nvSpPr>
          <p:spPr>
            <a:xfrm>
              <a:off x="6265611" y="274769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1" name="pt180"/>
            <p:cNvSpPr/>
            <p:nvPr/>
          </p:nvSpPr>
          <p:spPr>
            <a:xfrm>
              <a:off x="6287663" y="222702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2" name="pt181"/>
            <p:cNvSpPr/>
            <p:nvPr/>
          </p:nvSpPr>
          <p:spPr>
            <a:xfrm>
              <a:off x="6280867" y="230356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3" name="pt182"/>
            <p:cNvSpPr/>
            <p:nvPr/>
          </p:nvSpPr>
          <p:spPr>
            <a:xfrm>
              <a:off x="6240353" y="206399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4" name="pt183"/>
            <p:cNvSpPr/>
            <p:nvPr/>
          </p:nvSpPr>
          <p:spPr>
            <a:xfrm>
              <a:off x="6245133" y="241484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5" name="pt184"/>
            <p:cNvSpPr/>
            <p:nvPr/>
          </p:nvSpPr>
          <p:spPr>
            <a:xfrm>
              <a:off x="6240383" y="208995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6" name="pt185"/>
            <p:cNvSpPr/>
            <p:nvPr/>
          </p:nvSpPr>
          <p:spPr>
            <a:xfrm>
              <a:off x="6288424" y="277538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7" name="pt186"/>
            <p:cNvSpPr/>
            <p:nvPr/>
          </p:nvSpPr>
          <p:spPr>
            <a:xfrm>
              <a:off x="6275952" y="234153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8" name="pt187"/>
            <p:cNvSpPr/>
            <p:nvPr/>
          </p:nvSpPr>
          <p:spPr>
            <a:xfrm>
              <a:off x="6228060" y="269120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89" name="pt188"/>
            <p:cNvSpPr/>
            <p:nvPr/>
          </p:nvSpPr>
          <p:spPr>
            <a:xfrm>
              <a:off x="6230565" y="310779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0" name="pt189"/>
            <p:cNvSpPr/>
            <p:nvPr/>
          </p:nvSpPr>
          <p:spPr>
            <a:xfrm>
              <a:off x="6258846" y="1726738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1" name="pt190"/>
            <p:cNvSpPr/>
            <p:nvPr/>
          </p:nvSpPr>
          <p:spPr>
            <a:xfrm>
              <a:off x="6316527" y="221018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92" name="pl191"/>
            <p:cNvSpPr/>
            <p:nvPr/>
          </p:nvSpPr>
          <p:spPr>
            <a:xfrm>
              <a:off x="4277093" y="2272955"/>
              <a:ext cx="2021798" cy="294440"/>
            </a:xfrm>
            <a:custGeom>
              <a:avLst/>
              <a:pathLst>
                <a:path w="2021798" h="294440">
                  <a:moveTo>
                    <a:pt x="0" y="294440"/>
                  </a:moveTo>
                  <a:lnTo>
                    <a:pt x="129829" y="275533"/>
                  </a:lnTo>
                  <a:lnTo>
                    <a:pt x="244347" y="258855"/>
                  </a:lnTo>
                  <a:lnTo>
                    <a:pt x="346787" y="243936"/>
                  </a:lnTo>
                  <a:lnTo>
                    <a:pt x="439455" y="230441"/>
                  </a:lnTo>
                  <a:lnTo>
                    <a:pt x="524055" y="218120"/>
                  </a:lnTo>
                  <a:lnTo>
                    <a:pt x="601879" y="206787"/>
                  </a:lnTo>
                  <a:lnTo>
                    <a:pt x="673932" y="196293"/>
                  </a:lnTo>
                  <a:lnTo>
                    <a:pt x="741013" y="186524"/>
                  </a:lnTo>
                  <a:lnTo>
                    <a:pt x="803762" y="177386"/>
                  </a:lnTo>
                  <a:lnTo>
                    <a:pt x="862706" y="168802"/>
                  </a:lnTo>
                  <a:lnTo>
                    <a:pt x="918280" y="160708"/>
                  </a:lnTo>
                  <a:lnTo>
                    <a:pt x="970849" y="153052"/>
                  </a:lnTo>
                  <a:lnTo>
                    <a:pt x="1020720" y="145789"/>
                  </a:lnTo>
                  <a:lnTo>
                    <a:pt x="1068158" y="138881"/>
                  </a:lnTo>
                  <a:lnTo>
                    <a:pt x="1113388" y="132294"/>
                  </a:lnTo>
                  <a:lnTo>
                    <a:pt x="1156608" y="126000"/>
                  </a:lnTo>
                  <a:lnTo>
                    <a:pt x="1197987" y="119973"/>
                  </a:lnTo>
                  <a:lnTo>
                    <a:pt x="1237678" y="114193"/>
                  </a:lnTo>
                  <a:lnTo>
                    <a:pt x="1275811" y="108640"/>
                  </a:lnTo>
                  <a:lnTo>
                    <a:pt x="1312505" y="103296"/>
                  </a:lnTo>
                  <a:lnTo>
                    <a:pt x="1347865" y="98146"/>
                  </a:lnTo>
                  <a:lnTo>
                    <a:pt x="1381984" y="93178"/>
                  </a:lnTo>
                  <a:lnTo>
                    <a:pt x="1414945" y="88377"/>
                  </a:lnTo>
                  <a:lnTo>
                    <a:pt x="1446826" y="83734"/>
                  </a:lnTo>
                  <a:lnTo>
                    <a:pt x="1477695" y="79239"/>
                  </a:lnTo>
                  <a:lnTo>
                    <a:pt x="1507613" y="74882"/>
                  </a:lnTo>
                  <a:lnTo>
                    <a:pt x="1536639" y="70655"/>
                  </a:lnTo>
                  <a:lnTo>
                    <a:pt x="1564823" y="66550"/>
                  </a:lnTo>
                  <a:lnTo>
                    <a:pt x="1592213" y="62561"/>
                  </a:lnTo>
                  <a:lnTo>
                    <a:pt x="1618852" y="58682"/>
                  </a:lnTo>
                  <a:lnTo>
                    <a:pt x="1644781" y="54906"/>
                  </a:lnTo>
                  <a:lnTo>
                    <a:pt x="1670037" y="51228"/>
                  </a:lnTo>
                  <a:lnTo>
                    <a:pt x="1694653" y="47643"/>
                  </a:lnTo>
                  <a:lnTo>
                    <a:pt x="1718661" y="44146"/>
                  </a:lnTo>
                  <a:lnTo>
                    <a:pt x="1742090" y="40734"/>
                  </a:lnTo>
                  <a:lnTo>
                    <a:pt x="1764969" y="37402"/>
                  </a:lnTo>
                  <a:lnTo>
                    <a:pt x="1787321" y="34147"/>
                  </a:lnTo>
                  <a:lnTo>
                    <a:pt x="1809171" y="30965"/>
                  </a:lnTo>
                  <a:lnTo>
                    <a:pt x="1830540" y="27853"/>
                  </a:lnTo>
                  <a:lnTo>
                    <a:pt x="1851450" y="24808"/>
                  </a:lnTo>
                  <a:lnTo>
                    <a:pt x="1871920" y="21827"/>
                  </a:lnTo>
                  <a:lnTo>
                    <a:pt x="1891968" y="18907"/>
                  </a:lnTo>
                  <a:lnTo>
                    <a:pt x="1911611" y="16046"/>
                  </a:lnTo>
                  <a:lnTo>
                    <a:pt x="1930864" y="13242"/>
                  </a:lnTo>
                  <a:lnTo>
                    <a:pt x="1949744" y="10493"/>
                  </a:lnTo>
                  <a:lnTo>
                    <a:pt x="1968264" y="7796"/>
                  </a:lnTo>
                  <a:lnTo>
                    <a:pt x="1986438" y="5149"/>
                  </a:lnTo>
                  <a:lnTo>
                    <a:pt x="2004279" y="2551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3" name="pl192"/>
            <p:cNvSpPr/>
            <p:nvPr/>
          </p:nvSpPr>
          <p:spPr>
            <a:xfrm>
              <a:off x="4277093" y="1811144"/>
              <a:ext cx="2021798" cy="507778"/>
            </a:xfrm>
            <a:custGeom>
              <a:avLst/>
              <a:pathLst>
                <a:path w="2021798" h="507778">
                  <a:moveTo>
                    <a:pt x="0" y="507778"/>
                  </a:moveTo>
                  <a:lnTo>
                    <a:pt x="129829" y="475171"/>
                  </a:lnTo>
                  <a:lnTo>
                    <a:pt x="244347" y="446409"/>
                  </a:lnTo>
                  <a:lnTo>
                    <a:pt x="346787" y="420681"/>
                  </a:lnTo>
                  <a:lnTo>
                    <a:pt x="439455" y="397408"/>
                  </a:lnTo>
                  <a:lnTo>
                    <a:pt x="524055" y="376160"/>
                  </a:lnTo>
                  <a:lnTo>
                    <a:pt x="601879" y="356615"/>
                  </a:lnTo>
                  <a:lnTo>
                    <a:pt x="673932" y="338518"/>
                  </a:lnTo>
                  <a:lnTo>
                    <a:pt x="741013" y="321671"/>
                  </a:lnTo>
                  <a:lnTo>
                    <a:pt x="803762" y="305911"/>
                  </a:lnTo>
                  <a:lnTo>
                    <a:pt x="862706" y="291107"/>
                  </a:lnTo>
                  <a:lnTo>
                    <a:pt x="918280" y="277150"/>
                  </a:lnTo>
                  <a:lnTo>
                    <a:pt x="970849" y="263947"/>
                  </a:lnTo>
                  <a:lnTo>
                    <a:pt x="1020720" y="251422"/>
                  </a:lnTo>
                  <a:lnTo>
                    <a:pt x="1068158" y="239508"/>
                  </a:lnTo>
                  <a:lnTo>
                    <a:pt x="1113388" y="228148"/>
                  </a:lnTo>
                  <a:lnTo>
                    <a:pt x="1156608" y="217294"/>
                  </a:lnTo>
                  <a:lnTo>
                    <a:pt x="1197987" y="206901"/>
                  </a:lnTo>
                  <a:lnTo>
                    <a:pt x="1237678" y="196933"/>
                  </a:lnTo>
                  <a:lnTo>
                    <a:pt x="1275811" y="187355"/>
                  </a:lnTo>
                  <a:lnTo>
                    <a:pt x="1312505" y="178139"/>
                  </a:lnTo>
                  <a:lnTo>
                    <a:pt x="1347865" y="169259"/>
                  </a:lnTo>
                  <a:lnTo>
                    <a:pt x="1381984" y="160690"/>
                  </a:lnTo>
                  <a:lnTo>
                    <a:pt x="1414945" y="152412"/>
                  </a:lnTo>
                  <a:lnTo>
                    <a:pt x="1446826" y="144405"/>
                  </a:lnTo>
                  <a:lnTo>
                    <a:pt x="1477695" y="136652"/>
                  </a:lnTo>
                  <a:lnTo>
                    <a:pt x="1507613" y="129138"/>
                  </a:lnTo>
                  <a:lnTo>
                    <a:pt x="1536639" y="121848"/>
                  </a:lnTo>
                  <a:lnTo>
                    <a:pt x="1564823" y="114770"/>
                  </a:lnTo>
                  <a:lnTo>
                    <a:pt x="1592213" y="107890"/>
                  </a:lnTo>
                  <a:lnTo>
                    <a:pt x="1618852" y="101200"/>
                  </a:lnTo>
                  <a:lnTo>
                    <a:pt x="1644781" y="94688"/>
                  </a:lnTo>
                  <a:lnTo>
                    <a:pt x="1670037" y="88345"/>
                  </a:lnTo>
                  <a:lnTo>
                    <a:pt x="1694653" y="82163"/>
                  </a:lnTo>
                  <a:lnTo>
                    <a:pt x="1718661" y="76133"/>
                  </a:lnTo>
                  <a:lnTo>
                    <a:pt x="1742090" y="70248"/>
                  </a:lnTo>
                  <a:lnTo>
                    <a:pt x="1764969" y="64503"/>
                  </a:lnTo>
                  <a:lnTo>
                    <a:pt x="1787321" y="58889"/>
                  </a:lnTo>
                  <a:lnTo>
                    <a:pt x="1809171" y="53401"/>
                  </a:lnTo>
                  <a:lnTo>
                    <a:pt x="1830540" y="48034"/>
                  </a:lnTo>
                  <a:lnTo>
                    <a:pt x="1851450" y="42783"/>
                  </a:lnTo>
                  <a:lnTo>
                    <a:pt x="1871920" y="37642"/>
                  </a:lnTo>
                  <a:lnTo>
                    <a:pt x="1891968" y="32606"/>
                  </a:lnTo>
                  <a:lnTo>
                    <a:pt x="1911611" y="27673"/>
                  </a:lnTo>
                  <a:lnTo>
                    <a:pt x="1930864" y="22838"/>
                  </a:lnTo>
                  <a:lnTo>
                    <a:pt x="1949744" y="18096"/>
                  </a:lnTo>
                  <a:lnTo>
                    <a:pt x="1968264" y="13445"/>
                  </a:lnTo>
                  <a:lnTo>
                    <a:pt x="1986438" y="8880"/>
                  </a:lnTo>
                  <a:lnTo>
                    <a:pt x="2004279" y="4399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4" name="pl193"/>
            <p:cNvSpPr/>
            <p:nvPr/>
          </p:nvSpPr>
          <p:spPr>
            <a:xfrm>
              <a:off x="4277093" y="2408325"/>
              <a:ext cx="2021798" cy="84916"/>
            </a:xfrm>
            <a:custGeom>
              <a:avLst/>
              <a:pathLst>
                <a:path w="2021798" h="84916">
                  <a:moveTo>
                    <a:pt x="0" y="84916"/>
                  </a:moveTo>
                  <a:lnTo>
                    <a:pt x="129829" y="79463"/>
                  </a:lnTo>
                  <a:lnTo>
                    <a:pt x="244347" y="74654"/>
                  </a:lnTo>
                  <a:lnTo>
                    <a:pt x="346787" y="70351"/>
                  </a:lnTo>
                  <a:lnTo>
                    <a:pt x="439455" y="66459"/>
                  </a:lnTo>
                  <a:lnTo>
                    <a:pt x="524055" y="62906"/>
                  </a:lnTo>
                  <a:lnTo>
                    <a:pt x="601879" y="59637"/>
                  </a:lnTo>
                  <a:lnTo>
                    <a:pt x="673932" y="56611"/>
                  </a:lnTo>
                  <a:lnTo>
                    <a:pt x="741013" y="53793"/>
                  </a:lnTo>
                  <a:lnTo>
                    <a:pt x="803762" y="51158"/>
                  </a:lnTo>
                  <a:lnTo>
                    <a:pt x="862706" y="48682"/>
                  </a:lnTo>
                  <a:lnTo>
                    <a:pt x="918280" y="46348"/>
                  </a:lnTo>
                  <a:lnTo>
                    <a:pt x="970849" y="44140"/>
                  </a:lnTo>
                  <a:lnTo>
                    <a:pt x="1020720" y="42045"/>
                  </a:lnTo>
                  <a:lnTo>
                    <a:pt x="1068158" y="40053"/>
                  </a:lnTo>
                  <a:lnTo>
                    <a:pt x="1113388" y="38153"/>
                  </a:lnTo>
                  <a:lnTo>
                    <a:pt x="1156608" y="36338"/>
                  </a:lnTo>
                  <a:lnTo>
                    <a:pt x="1197987" y="34600"/>
                  </a:lnTo>
                  <a:lnTo>
                    <a:pt x="1237678" y="32933"/>
                  </a:lnTo>
                  <a:lnTo>
                    <a:pt x="1275811" y="31331"/>
                  </a:lnTo>
                  <a:lnTo>
                    <a:pt x="1312505" y="29790"/>
                  </a:lnTo>
                  <a:lnTo>
                    <a:pt x="1347865" y="28305"/>
                  </a:lnTo>
                  <a:lnTo>
                    <a:pt x="1381984" y="26872"/>
                  </a:lnTo>
                  <a:lnTo>
                    <a:pt x="1414945" y="25488"/>
                  </a:lnTo>
                  <a:lnTo>
                    <a:pt x="1446826" y="24149"/>
                  </a:lnTo>
                  <a:lnTo>
                    <a:pt x="1477695" y="22852"/>
                  </a:lnTo>
                  <a:lnTo>
                    <a:pt x="1507613" y="21596"/>
                  </a:lnTo>
                  <a:lnTo>
                    <a:pt x="1536639" y="20376"/>
                  </a:lnTo>
                  <a:lnTo>
                    <a:pt x="1564823" y="19193"/>
                  </a:lnTo>
                  <a:lnTo>
                    <a:pt x="1592213" y="18042"/>
                  </a:lnTo>
                  <a:lnTo>
                    <a:pt x="1618852" y="16923"/>
                  </a:lnTo>
                  <a:lnTo>
                    <a:pt x="1644781" y="15834"/>
                  </a:lnTo>
                  <a:lnTo>
                    <a:pt x="1670037" y="14774"/>
                  </a:lnTo>
                  <a:lnTo>
                    <a:pt x="1694653" y="13740"/>
                  </a:lnTo>
                  <a:lnTo>
                    <a:pt x="1718661" y="12731"/>
                  </a:lnTo>
                  <a:lnTo>
                    <a:pt x="1742090" y="11747"/>
                  </a:lnTo>
                  <a:lnTo>
                    <a:pt x="1764969" y="10786"/>
                  </a:lnTo>
                  <a:lnTo>
                    <a:pt x="1787321" y="9848"/>
                  </a:lnTo>
                  <a:lnTo>
                    <a:pt x="1809171" y="8930"/>
                  </a:lnTo>
                  <a:lnTo>
                    <a:pt x="1830540" y="8032"/>
                  </a:lnTo>
                  <a:lnTo>
                    <a:pt x="1851450" y="7154"/>
                  </a:lnTo>
                  <a:lnTo>
                    <a:pt x="1871920" y="6294"/>
                  </a:lnTo>
                  <a:lnTo>
                    <a:pt x="1891968" y="5452"/>
                  </a:lnTo>
                  <a:lnTo>
                    <a:pt x="1911611" y="4627"/>
                  </a:lnTo>
                  <a:lnTo>
                    <a:pt x="1930864" y="3819"/>
                  </a:lnTo>
                  <a:lnTo>
                    <a:pt x="1949744" y="3026"/>
                  </a:lnTo>
                  <a:lnTo>
                    <a:pt x="1968264" y="2248"/>
                  </a:lnTo>
                  <a:lnTo>
                    <a:pt x="1986438" y="1485"/>
                  </a:lnTo>
                  <a:lnTo>
                    <a:pt x="2004279" y="735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5" name="pl194"/>
            <p:cNvSpPr/>
            <p:nvPr/>
          </p:nvSpPr>
          <p:spPr>
            <a:xfrm>
              <a:off x="4277093" y="2272104"/>
              <a:ext cx="2021798" cy="761157"/>
            </a:xfrm>
            <a:custGeom>
              <a:avLst/>
              <a:pathLst>
                <a:path w="2021798" h="761157">
                  <a:moveTo>
                    <a:pt x="0" y="761157"/>
                  </a:moveTo>
                  <a:lnTo>
                    <a:pt x="129829" y="712279"/>
                  </a:lnTo>
                  <a:lnTo>
                    <a:pt x="244347" y="669166"/>
                  </a:lnTo>
                  <a:lnTo>
                    <a:pt x="346787" y="630600"/>
                  </a:lnTo>
                  <a:lnTo>
                    <a:pt x="439455" y="595713"/>
                  </a:lnTo>
                  <a:lnTo>
                    <a:pt x="524055" y="563863"/>
                  </a:lnTo>
                  <a:lnTo>
                    <a:pt x="601879" y="534564"/>
                  </a:lnTo>
                  <a:lnTo>
                    <a:pt x="673932" y="507438"/>
                  </a:lnTo>
                  <a:lnTo>
                    <a:pt x="741013" y="482184"/>
                  </a:lnTo>
                  <a:lnTo>
                    <a:pt x="803762" y="458560"/>
                  </a:lnTo>
                  <a:lnTo>
                    <a:pt x="862706" y="436369"/>
                  </a:lnTo>
                  <a:lnTo>
                    <a:pt x="918280" y="415447"/>
                  </a:lnTo>
                  <a:lnTo>
                    <a:pt x="970849" y="395656"/>
                  </a:lnTo>
                  <a:lnTo>
                    <a:pt x="1020720" y="376881"/>
                  </a:lnTo>
                  <a:lnTo>
                    <a:pt x="1068158" y="359022"/>
                  </a:lnTo>
                  <a:lnTo>
                    <a:pt x="1113388" y="341994"/>
                  </a:lnTo>
                  <a:lnTo>
                    <a:pt x="1156608" y="325722"/>
                  </a:lnTo>
                  <a:lnTo>
                    <a:pt x="1197987" y="310144"/>
                  </a:lnTo>
                  <a:lnTo>
                    <a:pt x="1237678" y="295201"/>
                  </a:lnTo>
                  <a:lnTo>
                    <a:pt x="1275811" y="280845"/>
                  </a:lnTo>
                  <a:lnTo>
                    <a:pt x="1312505" y="267031"/>
                  </a:lnTo>
                  <a:lnTo>
                    <a:pt x="1347865" y="253719"/>
                  </a:lnTo>
                  <a:lnTo>
                    <a:pt x="1381984" y="240874"/>
                  </a:lnTo>
                  <a:lnTo>
                    <a:pt x="1414945" y="228465"/>
                  </a:lnTo>
                  <a:lnTo>
                    <a:pt x="1446826" y="216462"/>
                  </a:lnTo>
                  <a:lnTo>
                    <a:pt x="1477695" y="204841"/>
                  </a:lnTo>
                  <a:lnTo>
                    <a:pt x="1507613" y="193577"/>
                  </a:lnTo>
                  <a:lnTo>
                    <a:pt x="1536639" y="182650"/>
                  </a:lnTo>
                  <a:lnTo>
                    <a:pt x="1564823" y="172039"/>
                  </a:lnTo>
                  <a:lnTo>
                    <a:pt x="1592213" y="161728"/>
                  </a:lnTo>
                  <a:lnTo>
                    <a:pt x="1618852" y="151699"/>
                  </a:lnTo>
                  <a:lnTo>
                    <a:pt x="1644781" y="141937"/>
                  </a:lnTo>
                  <a:lnTo>
                    <a:pt x="1670037" y="132429"/>
                  </a:lnTo>
                  <a:lnTo>
                    <a:pt x="1694653" y="123162"/>
                  </a:lnTo>
                  <a:lnTo>
                    <a:pt x="1718661" y="114123"/>
                  </a:lnTo>
                  <a:lnTo>
                    <a:pt x="1742090" y="105302"/>
                  </a:lnTo>
                  <a:lnTo>
                    <a:pt x="1764969" y="96689"/>
                  </a:lnTo>
                  <a:lnTo>
                    <a:pt x="1787321" y="88274"/>
                  </a:lnTo>
                  <a:lnTo>
                    <a:pt x="1809171" y="80048"/>
                  </a:lnTo>
                  <a:lnTo>
                    <a:pt x="1830540" y="72003"/>
                  </a:lnTo>
                  <a:lnTo>
                    <a:pt x="1851450" y="64131"/>
                  </a:lnTo>
                  <a:lnTo>
                    <a:pt x="1871920" y="56425"/>
                  </a:lnTo>
                  <a:lnTo>
                    <a:pt x="1891968" y="48877"/>
                  </a:lnTo>
                  <a:lnTo>
                    <a:pt x="1911611" y="41482"/>
                  </a:lnTo>
                  <a:lnTo>
                    <a:pt x="1930864" y="34234"/>
                  </a:lnTo>
                  <a:lnTo>
                    <a:pt x="1949744" y="27126"/>
                  </a:lnTo>
                  <a:lnTo>
                    <a:pt x="1968264" y="20154"/>
                  </a:lnTo>
                  <a:lnTo>
                    <a:pt x="1986438" y="13311"/>
                  </a:lnTo>
                  <a:lnTo>
                    <a:pt x="2004279" y="6595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6" name="pl195"/>
            <p:cNvSpPr/>
            <p:nvPr/>
          </p:nvSpPr>
          <p:spPr>
            <a:xfrm>
              <a:off x="4277093" y="2878757"/>
              <a:ext cx="2021798" cy="382535"/>
            </a:xfrm>
            <a:custGeom>
              <a:avLst/>
              <a:pathLst>
                <a:path w="2021798" h="382535">
                  <a:moveTo>
                    <a:pt x="0" y="382535"/>
                  </a:moveTo>
                  <a:lnTo>
                    <a:pt x="129829" y="357970"/>
                  </a:lnTo>
                  <a:lnTo>
                    <a:pt x="244347" y="336303"/>
                  </a:lnTo>
                  <a:lnTo>
                    <a:pt x="346787" y="316921"/>
                  </a:lnTo>
                  <a:lnTo>
                    <a:pt x="439455" y="299387"/>
                  </a:lnTo>
                  <a:lnTo>
                    <a:pt x="524055" y="283381"/>
                  </a:lnTo>
                  <a:lnTo>
                    <a:pt x="601879" y="268656"/>
                  </a:lnTo>
                  <a:lnTo>
                    <a:pt x="673932" y="255023"/>
                  </a:lnTo>
                  <a:lnTo>
                    <a:pt x="741013" y="242331"/>
                  </a:lnTo>
                  <a:lnTo>
                    <a:pt x="803762" y="230458"/>
                  </a:lnTo>
                  <a:lnTo>
                    <a:pt x="862706" y="219306"/>
                  </a:lnTo>
                  <a:lnTo>
                    <a:pt x="918280" y="208791"/>
                  </a:lnTo>
                  <a:lnTo>
                    <a:pt x="970849" y="198845"/>
                  </a:lnTo>
                  <a:lnTo>
                    <a:pt x="1020720" y="189409"/>
                  </a:lnTo>
                  <a:lnTo>
                    <a:pt x="1068158" y="180433"/>
                  </a:lnTo>
                  <a:lnTo>
                    <a:pt x="1113388" y="171876"/>
                  </a:lnTo>
                  <a:lnTo>
                    <a:pt x="1156608" y="163698"/>
                  </a:lnTo>
                  <a:lnTo>
                    <a:pt x="1197987" y="155869"/>
                  </a:lnTo>
                  <a:lnTo>
                    <a:pt x="1237678" y="148359"/>
                  </a:lnTo>
                  <a:lnTo>
                    <a:pt x="1275811" y="141144"/>
                  </a:lnTo>
                  <a:lnTo>
                    <a:pt x="1312505" y="134201"/>
                  </a:lnTo>
                  <a:lnTo>
                    <a:pt x="1347865" y="127511"/>
                  </a:lnTo>
                  <a:lnTo>
                    <a:pt x="1381984" y="121056"/>
                  </a:lnTo>
                  <a:lnTo>
                    <a:pt x="1414945" y="114819"/>
                  </a:lnTo>
                  <a:lnTo>
                    <a:pt x="1446826" y="108787"/>
                  </a:lnTo>
                  <a:lnTo>
                    <a:pt x="1477695" y="102947"/>
                  </a:lnTo>
                  <a:lnTo>
                    <a:pt x="1507613" y="97286"/>
                  </a:lnTo>
                  <a:lnTo>
                    <a:pt x="1536639" y="91794"/>
                  </a:lnTo>
                  <a:lnTo>
                    <a:pt x="1564823" y="86462"/>
                  </a:lnTo>
                  <a:lnTo>
                    <a:pt x="1592213" y="81279"/>
                  </a:lnTo>
                  <a:lnTo>
                    <a:pt x="1618852" y="76239"/>
                  </a:lnTo>
                  <a:lnTo>
                    <a:pt x="1644781" y="71333"/>
                  </a:lnTo>
                  <a:lnTo>
                    <a:pt x="1670037" y="66555"/>
                  </a:lnTo>
                  <a:lnTo>
                    <a:pt x="1694653" y="61897"/>
                  </a:lnTo>
                  <a:lnTo>
                    <a:pt x="1718661" y="57355"/>
                  </a:lnTo>
                  <a:lnTo>
                    <a:pt x="1742090" y="52922"/>
                  </a:lnTo>
                  <a:lnTo>
                    <a:pt x="1764969" y="48593"/>
                  </a:lnTo>
                  <a:lnTo>
                    <a:pt x="1787321" y="44364"/>
                  </a:lnTo>
                  <a:lnTo>
                    <a:pt x="1809171" y="40230"/>
                  </a:lnTo>
                  <a:lnTo>
                    <a:pt x="1830540" y="36186"/>
                  </a:lnTo>
                  <a:lnTo>
                    <a:pt x="1851450" y="32230"/>
                  </a:lnTo>
                  <a:lnTo>
                    <a:pt x="1871920" y="28357"/>
                  </a:lnTo>
                  <a:lnTo>
                    <a:pt x="1891968" y="24564"/>
                  </a:lnTo>
                  <a:lnTo>
                    <a:pt x="1911611" y="20848"/>
                  </a:lnTo>
                  <a:lnTo>
                    <a:pt x="1930864" y="17205"/>
                  </a:lnTo>
                  <a:lnTo>
                    <a:pt x="1949744" y="13632"/>
                  </a:lnTo>
                  <a:lnTo>
                    <a:pt x="1968264" y="10128"/>
                  </a:lnTo>
                  <a:lnTo>
                    <a:pt x="1986438" y="6690"/>
                  </a:lnTo>
                  <a:lnTo>
                    <a:pt x="2004279" y="3314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7" name="pl196"/>
            <p:cNvSpPr/>
            <p:nvPr/>
          </p:nvSpPr>
          <p:spPr>
            <a:xfrm>
              <a:off x="4277093" y="3139179"/>
              <a:ext cx="2021798" cy="11079"/>
            </a:xfrm>
            <a:custGeom>
              <a:avLst/>
              <a:pathLst>
                <a:path w="2021798" h="11079">
                  <a:moveTo>
                    <a:pt x="0" y="11079"/>
                  </a:moveTo>
                  <a:lnTo>
                    <a:pt x="129829" y="10368"/>
                  </a:lnTo>
                  <a:lnTo>
                    <a:pt x="244347" y="9740"/>
                  </a:lnTo>
                  <a:lnTo>
                    <a:pt x="346787" y="9179"/>
                  </a:lnTo>
                  <a:lnTo>
                    <a:pt x="439455" y="8671"/>
                  </a:lnTo>
                  <a:lnTo>
                    <a:pt x="524055" y="8207"/>
                  </a:lnTo>
                  <a:lnTo>
                    <a:pt x="601879" y="7781"/>
                  </a:lnTo>
                  <a:lnTo>
                    <a:pt x="673932" y="7386"/>
                  </a:lnTo>
                  <a:lnTo>
                    <a:pt x="741013" y="7018"/>
                  </a:lnTo>
                  <a:lnTo>
                    <a:pt x="803762" y="6674"/>
                  </a:lnTo>
                  <a:lnTo>
                    <a:pt x="862706" y="6351"/>
                  </a:lnTo>
                  <a:lnTo>
                    <a:pt x="918280" y="6047"/>
                  </a:lnTo>
                  <a:lnTo>
                    <a:pt x="970849" y="5759"/>
                  </a:lnTo>
                  <a:lnTo>
                    <a:pt x="1020720" y="5486"/>
                  </a:lnTo>
                  <a:lnTo>
                    <a:pt x="1068158" y="5226"/>
                  </a:lnTo>
                  <a:lnTo>
                    <a:pt x="1113388" y="4978"/>
                  </a:lnTo>
                  <a:lnTo>
                    <a:pt x="1156608" y="4741"/>
                  </a:lnTo>
                  <a:lnTo>
                    <a:pt x="1197987" y="4514"/>
                  </a:lnTo>
                  <a:lnTo>
                    <a:pt x="1237678" y="4297"/>
                  </a:lnTo>
                  <a:lnTo>
                    <a:pt x="1275811" y="4088"/>
                  </a:lnTo>
                  <a:lnTo>
                    <a:pt x="1312505" y="3886"/>
                  </a:lnTo>
                  <a:lnTo>
                    <a:pt x="1347865" y="3693"/>
                  </a:lnTo>
                  <a:lnTo>
                    <a:pt x="1381984" y="3506"/>
                  </a:lnTo>
                  <a:lnTo>
                    <a:pt x="1414945" y="3325"/>
                  </a:lnTo>
                  <a:lnTo>
                    <a:pt x="1446826" y="3150"/>
                  </a:lnTo>
                  <a:lnTo>
                    <a:pt x="1477695" y="2981"/>
                  </a:lnTo>
                  <a:lnTo>
                    <a:pt x="1507613" y="2817"/>
                  </a:lnTo>
                  <a:lnTo>
                    <a:pt x="1536639" y="2658"/>
                  </a:lnTo>
                  <a:lnTo>
                    <a:pt x="1564823" y="2504"/>
                  </a:lnTo>
                  <a:lnTo>
                    <a:pt x="1592213" y="2354"/>
                  </a:lnTo>
                  <a:lnTo>
                    <a:pt x="1618852" y="2208"/>
                  </a:lnTo>
                  <a:lnTo>
                    <a:pt x="1644781" y="2066"/>
                  </a:lnTo>
                  <a:lnTo>
                    <a:pt x="1670037" y="1927"/>
                  </a:lnTo>
                  <a:lnTo>
                    <a:pt x="1694653" y="1792"/>
                  </a:lnTo>
                  <a:lnTo>
                    <a:pt x="1718661" y="1661"/>
                  </a:lnTo>
                  <a:lnTo>
                    <a:pt x="1742090" y="1532"/>
                  </a:lnTo>
                  <a:lnTo>
                    <a:pt x="1764969" y="1407"/>
                  </a:lnTo>
                  <a:lnTo>
                    <a:pt x="1787321" y="1284"/>
                  </a:lnTo>
                  <a:lnTo>
                    <a:pt x="1809171" y="1165"/>
                  </a:lnTo>
                  <a:lnTo>
                    <a:pt x="1830540" y="1048"/>
                  </a:lnTo>
                  <a:lnTo>
                    <a:pt x="1851450" y="933"/>
                  </a:lnTo>
                  <a:lnTo>
                    <a:pt x="1871920" y="821"/>
                  </a:lnTo>
                  <a:lnTo>
                    <a:pt x="1891968" y="711"/>
                  </a:lnTo>
                  <a:lnTo>
                    <a:pt x="1911611" y="603"/>
                  </a:lnTo>
                  <a:lnTo>
                    <a:pt x="1930864" y="498"/>
                  </a:lnTo>
                  <a:lnTo>
                    <a:pt x="1949744" y="394"/>
                  </a:lnTo>
                  <a:lnTo>
                    <a:pt x="1968264" y="293"/>
                  </a:lnTo>
                  <a:lnTo>
                    <a:pt x="1986438" y="193"/>
                  </a:lnTo>
                  <a:lnTo>
                    <a:pt x="2004279" y="96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8" name="pl197"/>
            <p:cNvSpPr/>
            <p:nvPr/>
          </p:nvSpPr>
          <p:spPr>
            <a:xfrm>
              <a:off x="4277093" y="2324936"/>
              <a:ext cx="2021798" cy="137583"/>
            </a:xfrm>
            <a:custGeom>
              <a:avLst/>
              <a:pathLst>
                <a:path w="2021798" h="137583">
                  <a:moveTo>
                    <a:pt x="0" y="0"/>
                  </a:moveTo>
                  <a:lnTo>
                    <a:pt x="129829" y="8834"/>
                  </a:lnTo>
                  <a:lnTo>
                    <a:pt x="244347" y="16627"/>
                  </a:lnTo>
                  <a:lnTo>
                    <a:pt x="346787" y="23599"/>
                  </a:lnTo>
                  <a:lnTo>
                    <a:pt x="439455" y="29905"/>
                  </a:lnTo>
                  <a:lnTo>
                    <a:pt x="524055" y="35662"/>
                  </a:lnTo>
                  <a:lnTo>
                    <a:pt x="601879" y="40958"/>
                  </a:lnTo>
                  <a:lnTo>
                    <a:pt x="673932" y="45861"/>
                  </a:lnTo>
                  <a:lnTo>
                    <a:pt x="741013" y="50426"/>
                  </a:lnTo>
                  <a:lnTo>
                    <a:pt x="803762" y="54696"/>
                  </a:lnTo>
                  <a:lnTo>
                    <a:pt x="862706" y="58707"/>
                  </a:lnTo>
                  <a:lnTo>
                    <a:pt x="918280" y="62489"/>
                  </a:lnTo>
                  <a:lnTo>
                    <a:pt x="970849" y="66066"/>
                  </a:lnTo>
                  <a:lnTo>
                    <a:pt x="1020720" y="69460"/>
                  </a:lnTo>
                  <a:lnTo>
                    <a:pt x="1068158" y="72688"/>
                  </a:lnTo>
                  <a:lnTo>
                    <a:pt x="1113388" y="75766"/>
                  </a:lnTo>
                  <a:lnTo>
                    <a:pt x="1156608" y="78707"/>
                  </a:lnTo>
                  <a:lnTo>
                    <a:pt x="1197987" y="81523"/>
                  </a:lnTo>
                  <a:lnTo>
                    <a:pt x="1237678" y="84224"/>
                  </a:lnTo>
                  <a:lnTo>
                    <a:pt x="1275811" y="86819"/>
                  </a:lnTo>
                  <a:lnTo>
                    <a:pt x="1312505" y="89316"/>
                  </a:lnTo>
                  <a:lnTo>
                    <a:pt x="1347865" y="91722"/>
                  </a:lnTo>
                  <a:lnTo>
                    <a:pt x="1381984" y="94044"/>
                  </a:lnTo>
                  <a:lnTo>
                    <a:pt x="1414945" y="96287"/>
                  </a:lnTo>
                  <a:lnTo>
                    <a:pt x="1446826" y="98457"/>
                  </a:lnTo>
                  <a:lnTo>
                    <a:pt x="1477695" y="100557"/>
                  </a:lnTo>
                  <a:lnTo>
                    <a:pt x="1507613" y="102593"/>
                  </a:lnTo>
                  <a:lnTo>
                    <a:pt x="1536639" y="104568"/>
                  </a:lnTo>
                  <a:lnTo>
                    <a:pt x="1564823" y="106486"/>
                  </a:lnTo>
                  <a:lnTo>
                    <a:pt x="1592213" y="108350"/>
                  </a:lnTo>
                  <a:lnTo>
                    <a:pt x="1618852" y="110163"/>
                  </a:lnTo>
                  <a:lnTo>
                    <a:pt x="1644781" y="111927"/>
                  </a:lnTo>
                  <a:lnTo>
                    <a:pt x="1670037" y="113646"/>
                  </a:lnTo>
                  <a:lnTo>
                    <a:pt x="1694653" y="115321"/>
                  </a:lnTo>
                  <a:lnTo>
                    <a:pt x="1718661" y="116955"/>
                  </a:lnTo>
                  <a:lnTo>
                    <a:pt x="1742090" y="118549"/>
                  </a:lnTo>
                  <a:lnTo>
                    <a:pt x="1764969" y="120106"/>
                  </a:lnTo>
                  <a:lnTo>
                    <a:pt x="1787321" y="121627"/>
                  </a:lnTo>
                  <a:lnTo>
                    <a:pt x="1809171" y="123114"/>
                  </a:lnTo>
                  <a:lnTo>
                    <a:pt x="1830540" y="124568"/>
                  </a:lnTo>
                  <a:lnTo>
                    <a:pt x="1851450" y="125991"/>
                  </a:lnTo>
                  <a:lnTo>
                    <a:pt x="1871920" y="127384"/>
                  </a:lnTo>
                  <a:lnTo>
                    <a:pt x="1891968" y="128749"/>
                  </a:lnTo>
                  <a:lnTo>
                    <a:pt x="1911611" y="130085"/>
                  </a:lnTo>
                  <a:lnTo>
                    <a:pt x="1930864" y="131395"/>
                  </a:lnTo>
                  <a:lnTo>
                    <a:pt x="1949744" y="132680"/>
                  </a:lnTo>
                  <a:lnTo>
                    <a:pt x="1968264" y="133941"/>
                  </a:lnTo>
                  <a:lnTo>
                    <a:pt x="1986438" y="135177"/>
                  </a:lnTo>
                  <a:lnTo>
                    <a:pt x="2004279" y="136391"/>
                  </a:lnTo>
                  <a:lnTo>
                    <a:pt x="2021798" y="137583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99" name="pl198"/>
            <p:cNvSpPr/>
            <p:nvPr/>
          </p:nvSpPr>
          <p:spPr>
            <a:xfrm>
              <a:off x="4277093" y="2484451"/>
              <a:ext cx="2021798" cy="258084"/>
            </a:xfrm>
            <a:custGeom>
              <a:avLst/>
              <a:pathLst>
                <a:path w="2021798" h="258084">
                  <a:moveTo>
                    <a:pt x="0" y="258084"/>
                  </a:moveTo>
                  <a:lnTo>
                    <a:pt x="129829" y="241512"/>
                  </a:lnTo>
                  <a:lnTo>
                    <a:pt x="244347" y="226893"/>
                  </a:lnTo>
                  <a:lnTo>
                    <a:pt x="346787" y="213817"/>
                  </a:lnTo>
                  <a:lnTo>
                    <a:pt x="439455" y="201987"/>
                  </a:lnTo>
                  <a:lnTo>
                    <a:pt x="524055" y="191188"/>
                  </a:lnTo>
                  <a:lnTo>
                    <a:pt x="601879" y="181254"/>
                  </a:lnTo>
                  <a:lnTo>
                    <a:pt x="673932" y="172056"/>
                  </a:lnTo>
                  <a:lnTo>
                    <a:pt x="741013" y="163493"/>
                  </a:lnTo>
                  <a:lnTo>
                    <a:pt x="803762" y="155483"/>
                  </a:lnTo>
                  <a:lnTo>
                    <a:pt x="862706" y="147959"/>
                  </a:lnTo>
                  <a:lnTo>
                    <a:pt x="918280" y="140865"/>
                  </a:lnTo>
                  <a:lnTo>
                    <a:pt x="970849" y="134154"/>
                  </a:lnTo>
                  <a:lnTo>
                    <a:pt x="1020720" y="127788"/>
                  </a:lnTo>
                  <a:lnTo>
                    <a:pt x="1068158" y="121733"/>
                  </a:lnTo>
                  <a:lnTo>
                    <a:pt x="1113388" y="115959"/>
                  </a:lnTo>
                  <a:lnTo>
                    <a:pt x="1156608" y="110442"/>
                  </a:lnTo>
                  <a:lnTo>
                    <a:pt x="1197987" y="105160"/>
                  </a:lnTo>
                  <a:lnTo>
                    <a:pt x="1237678" y="100093"/>
                  </a:lnTo>
                  <a:lnTo>
                    <a:pt x="1275811" y="95226"/>
                  </a:lnTo>
                  <a:lnTo>
                    <a:pt x="1312505" y="90542"/>
                  </a:lnTo>
                  <a:lnTo>
                    <a:pt x="1347865" y="86028"/>
                  </a:lnTo>
                  <a:lnTo>
                    <a:pt x="1381984" y="81673"/>
                  </a:lnTo>
                  <a:lnTo>
                    <a:pt x="1414945" y="77465"/>
                  </a:lnTo>
                  <a:lnTo>
                    <a:pt x="1446826" y="73395"/>
                  </a:lnTo>
                  <a:lnTo>
                    <a:pt x="1477695" y="69455"/>
                  </a:lnTo>
                  <a:lnTo>
                    <a:pt x="1507613" y="65636"/>
                  </a:lnTo>
                  <a:lnTo>
                    <a:pt x="1536639" y="61931"/>
                  </a:lnTo>
                  <a:lnTo>
                    <a:pt x="1564823" y="58333"/>
                  </a:lnTo>
                  <a:lnTo>
                    <a:pt x="1592213" y="54837"/>
                  </a:lnTo>
                  <a:lnTo>
                    <a:pt x="1618852" y="51436"/>
                  </a:lnTo>
                  <a:lnTo>
                    <a:pt x="1644781" y="48126"/>
                  </a:lnTo>
                  <a:lnTo>
                    <a:pt x="1670037" y="44902"/>
                  </a:lnTo>
                  <a:lnTo>
                    <a:pt x="1694653" y="41760"/>
                  </a:lnTo>
                  <a:lnTo>
                    <a:pt x="1718661" y="38695"/>
                  </a:lnTo>
                  <a:lnTo>
                    <a:pt x="1742090" y="35704"/>
                  </a:lnTo>
                  <a:lnTo>
                    <a:pt x="1764969" y="32784"/>
                  </a:lnTo>
                  <a:lnTo>
                    <a:pt x="1787321" y="29931"/>
                  </a:lnTo>
                  <a:lnTo>
                    <a:pt x="1809171" y="27142"/>
                  </a:lnTo>
                  <a:lnTo>
                    <a:pt x="1830540" y="24414"/>
                  </a:lnTo>
                  <a:lnTo>
                    <a:pt x="1851450" y="21745"/>
                  </a:lnTo>
                  <a:lnTo>
                    <a:pt x="1871920" y="19132"/>
                  </a:lnTo>
                  <a:lnTo>
                    <a:pt x="1891968" y="16572"/>
                  </a:lnTo>
                  <a:lnTo>
                    <a:pt x="1911611" y="14065"/>
                  </a:lnTo>
                  <a:lnTo>
                    <a:pt x="1930864" y="11607"/>
                  </a:lnTo>
                  <a:lnTo>
                    <a:pt x="1949744" y="9197"/>
                  </a:lnTo>
                  <a:lnTo>
                    <a:pt x="1968264" y="6833"/>
                  </a:lnTo>
                  <a:lnTo>
                    <a:pt x="1986438" y="4513"/>
                  </a:lnTo>
                  <a:lnTo>
                    <a:pt x="2004279" y="2236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0" name="pl199"/>
            <p:cNvSpPr/>
            <p:nvPr/>
          </p:nvSpPr>
          <p:spPr>
            <a:xfrm>
              <a:off x="4277093" y="2029344"/>
              <a:ext cx="2021798" cy="584201"/>
            </a:xfrm>
            <a:custGeom>
              <a:avLst/>
              <a:pathLst>
                <a:path w="2021798" h="584201">
                  <a:moveTo>
                    <a:pt x="0" y="584201"/>
                  </a:moveTo>
                  <a:lnTo>
                    <a:pt x="129829" y="546687"/>
                  </a:lnTo>
                  <a:lnTo>
                    <a:pt x="244347" y="513597"/>
                  </a:lnTo>
                  <a:lnTo>
                    <a:pt x="346787" y="483996"/>
                  </a:lnTo>
                  <a:lnTo>
                    <a:pt x="439455" y="457220"/>
                  </a:lnTo>
                  <a:lnTo>
                    <a:pt x="524055" y="432775"/>
                  </a:lnTo>
                  <a:lnTo>
                    <a:pt x="601879" y="410287"/>
                  </a:lnTo>
                  <a:lnTo>
                    <a:pt x="673932" y="389467"/>
                  </a:lnTo>
                  <a:lnTo>
                    <a:pt x="741013" y="370084"/>
                  </a:lnTo>
                  <a:lnTo>
                    <a:pt x="803762" y="351953"/>
                  </a:lnTo>
                  <a:lnTo>
                    <a:pt x="862706" y="334921"/>
                  </a:lnTo>
                  <a:lnTo>
                    <a:pt x="918280" y="318863"/>
                  </a:lnTo>
                  <a:lnTo>
                    <a:pt x="970849" y="303673"/>
                  </a:lnTo>
                  <a:lnTo>
                    <a:pt x="1020720" y="289263"/>
                  </a:lnTo>
                  <a:lnTo>
                    <a:pt x="1068158" y="275555"/>
                  </a:lnTo>
                  <a:lnTo>
                    <a:pt x="1113388" y="262486"/>
                  </a:lnTo>
                  <a:lnTo>
                    <a:pt x="1156608" y="249998"/>
                  </a:lnTo>
                  <a:lnTo>
                    <a:pt x="1197987" y="238041"/>
                  </a:lnTo>
                  <a:lnTo>
                    <a:pt x="1237678" y="226572"/>
                  </a:lnTo>
                  <a:lnTo>
                    <a:pt x="1275811" y="215553"/>
                  </a:lnTo>
                  <a:lnTo>
                    <a:pt x="1312505" y="204951"/>
                  </a:lnTo>
                  <a:lnTo>
                    <a:pt x="1347865" y="194733"/>
                  </a:lnTo>
                  <a:lnTo>
                    <a:pt x="1381984" y="184875"/>
                  </a:lnTo>
                  <a:lnTo>
                    <a:pt x="1414945" y="175350"/>
                  </a:lnTo>
                  <a:lnTo>
                    <a:pt x="1446826" y="166138"/>
                  </a:lnTo>
                  <a:lnTo>
                    <a:pt x="1477695" y="157219"/>
                  </a:lnTo>
                  <a:lnTo>
                    <a:pt x="1507613" y="148574"/>
                  </a:lnTo>
                  <a:lnTo>
                    <a:pt x="1536639" y="140187"/>
                  </a:lnTo>
                  <a:lnTo>
                    <a:pt x="1564823" y="132043"/>
                  </a:lnTo>
                  <a:lnTo>
                    <a:pt x="1592213" y="124129"/>
                  </a:lnTo>
                  <a:lnTo>
                    <a:pt x="1618852" y="116431"/>
                  </a:lnTo>
                  <a:lnTo>
                    <a:pt x="1644781" y="108939"/>
                  </a:lnTo>
                  <a:lnTo>
                    <a:pt x="1670037" y="101641"/>
                  </a:lnTo>
                  <a:lnTo>
                    <a:pt x="1694653" y="94529"/>
                  </a:lnTo>
                  <a:lnTo>
                    <a:pt x="1718661" y="87591"/>
                  </a:lnTo>
                  <a:lnTo>
                    <a:pt x="1742090" y="80821"/>
                  </a:lnTo>
                  <a:lnTo>
                    <a:pt x="1764969" y="74211"/>
                  </a:lnTo>
                  <a:lnTo>
                    <a:pt x="1787321" y="67752"/>
                  </a:lnTo>
                  <a:lnTo>
                    <a:pt x="1809171" y="61438"/>
                  </a:lnTo>
                  <a:lnTo>
                    <a:pt x="1830540" y="55264"/>
                  </a:lnTo>
                  <a:lnTo>
                    <a:pt x="1851450" y="49222"/>
                  </a:lnTo>
                  <a:lnTo>
                    <a:pt x="1871920" y="43307"/>
                  </a:lnTo>
                  <a:lnTo>
                    <a:pt x="1891968" y="37514"/>
                  </a:lnTo>
                  <a:lnTo>
                    <a:pt x="1911611" y="31838"/>
                  </a:lnTo>
                  <a:lnTo>
                    <a:pt x="1930864" y="26275"/>
                  </a:lnTo>
                  <a:lnTo>
                    <a:pt x="1949744" y="20820"/>
                  </a:lnTo>
                  <a:lnTo>
                    <a:pt x="1968264" y="15468"/>
                  </a:lnTo>
                  <a:lnTo>
                    <a:pt x="1986438" y="10217"/>
                  </a:lnTo>
                  <a:lnTo>
                    <a:pt x="2004279" y="5062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1" name="pl200"/>
            <p:cNvSpPr/>
            <p:nvPr/>
          </p:nvSpPr>
          <p:spPr>
            <a:xfrm>
              <a:off x="4277093" y="2861315"/>
              <a:ext cx="2021798" cy="24862"/>
            </a:xfrm>
            <a:custGeom>
              <a:avLst/>
              <a:pathLst>
                <a:path w="2021798" h="24862">
                  <a:moveTo>
                    <a:pt x="0" y="24862"/>
                  </a:moveTo>
                  <a:lnTo>
                    <a:pt x="129829" y="23265"/>
                  </a:lnTo>
                  <a:lnTo>
                    <a:pt x="244347" y="21857"/>
                  </a:lnTo>
                  <a:lnTo>
                    <a:pt x="346787" y="20597"/>
                  </a:lnTo>
                  <a:lnTo>
                    <a:pt x="439455" y="19458"/>
                  </a:lnTo>
                  <a:lnTo>
                    <a:pt x="524055" y="18417"/>
                  </a:lnTo>
                  <a:lnTo>
                    <a:pt x="601879" y="17460"/>
                  </a:lnTo>
                  <a:lnTo>
                    <a:pt x="673932" y="16574"/>
                  </a:lnTo>
                  <a:lnTo>
                    <a:pt x="741013" y="15749"/>
                  </a:lnTo>
                  <a:lnTo>
                    <a:pt x="803762" y="14978"/>
                  </a:lnTo>
                  <a:lnTo>
                    <a:pt x="862706" y="14253"/>
                  </a:lnTo>
                  <a:lnTo>
                    <a:pt x="918280" y="13569"/>
                  </a:lnTo>
                  <a:lnTo>
                    <a:pt x="970849" y="12923"/>
                  </a:lnTo>
                  <a:lnTo>
                    <a:pt x="1020720" y="12310"/>
                  </a:lnTo>
                  <a:lnTo>
                    <a:pt x="1068158" y="11726"/>
                  </a:lnTo>
                  <a:lnTo>
                    <a:pt x="1113388" y="11170"/>
                  </a:lnTo>
                  <a:lnTo>
                    <a:pt x="1156608" y="10639"/>
                  </a:lnTo>
                  <a:lnTo>
                    <a:pt x="1197987" y="10130"/>
                  </a:lnTo>
                  <a:lnTo>
                    <a:pt x="1237678" y="9642"/>
                  </a:lnTo>
                  <a:lnTo>
                    <a:pt x="1275811" y="9173"/>
                  </a:lnTo>
                  <a:lnTo>
                    <a:pt x="1312505" y="8722"/>
                  </a:lnTo>
                  <a:lnTo>
                    <a:pt x="1347865" y="8287"/>
                  </a:lnTo>
                  <a:lnTo>
                    <a:pt x="1381984" y="7867"/>
                  </a:lnTo>
                  <a:lnTo>
                    <a:pt x="1414945" y="7462"/>
                  </a:lnTo>
                  <a:lnTo>
                    <a:pt x="1446826" y="7070"/>
                  </a:lnTo>
                  <a:lnTo>
                    <a:pt x="1477695" y="6690"/>
                  </a:lnTo>
                  <a:lnTo>
                    <a:pt x="1507613" y="6322"/>
                  </a:lnTo>
                  <a:lnTo>
                    <a:pt x="1536639" y="5966"/>
                  </a:lnTo>
                  <a:lnTo>
                    <a:pt x="1564823" y="5619"/>
                  </a:lnTo>
                  <a:lnTo>
                    <a:pt x="1592213" y="5282"/>
                  </a:lnTo>
                  <a:lnTo>
                    <a:pt x="1618852" y="4955"/>
                  </a:lnTo>
                  <a:lnTo>
                    <a:pt x="1644781" y="4636"/>
                  </a:lnTo>
                  <a:lnTo>
                    <a:pt x="1670037" y="4325"/>
                  </a:lnTo>
                  <a:lnTo>
                    <a:pt x="1694653" y="4022"/>
                  </a:lnTo>
                  <a:lnTo>
                    <a:pt x="1718661" y="3727"/>
                  </a:lnTo>
                  <a:lnTo>
                    <a:pt x="1742090" y="3439"/>
                  </a:lnTo>
                  <a:lnTo>
                    <a:pt x="1764969" y="3158"/>
                  </a:lnTo>
                  <a:lnTo>
                    <a:pt x="1787321" y="2883"/>
                  </a:lnTo>
                  <a:lnTo>
                    <a:pt x="1809171" y="2614"/>
                  </a:lnTo>
                  <a:lnTo>
                    <a:pt x="1830540" y="2351"/>
                  </a:lnTo>
                  <a:lnTo>
                    <a:pt x="1851450" y="2094"/>
                  </a:lnTo>
                  <a:lnTo>
                    <a:pt x="1871920" y="1843"/>
                  </a:lnTo>
                  <a:lnTo>
                    <a:pt x="1891968" y="1596"/>
                  </a:lnTo>
                  <a:lnTo>
                    <a:pt x="1911611" y="1354"/>
                  </a:lnTo>
                  <a:lnTo>
                    <a:pt x="1930864" y="1118"/>
                  </a:lnTo>
                  <a:lnTo>
                    <a:pt x="1949744" y="886"/>
                  </a:lnTo>
                  <a:lnTo>
                    <a:pt x="1968264" y="658"/>
                  </a:lnTo>
                  <a:lnTo>
                    <a:pt x="1986438" y="434"/>
                  </a:lnTo>
                  <a:lnTo>
                    <a:pt x="2004279" y="215"/>
                  </a:lnTo>
                  <a:lnTo>
                    <a:pt x="2021798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02" name="rc201"/>
            <p:cNvSpPr/>
            <p:nvPr/>
          </p:nvSpPr>
          <p:spPr>
            <a:xfrm>
              <a:off x="4122981" y="1353673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03" name="pl202"/>
            <p:cNvSpPr/>
            <p:nvPr/>
          </p:nvSpPr>
          <p:spPr>
            <a:xfrm>
              <a:off x="4122981" y="1353673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l203"/>
            <p:cNvSpPr/>
            <p:nvPr/>
          </p:nvSpPr>
          <p:spPr>
            <a:xfrm>
              <a:off x="4085024" y="294233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l204"/>
            <p:cNvSpPr/>
            <p:nvPr/>
          </p:nvSpPr>
          <p:spPr>
            <a:xfrm>
              <a:off x="4085024" y="228567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l205"/>
            <p:cNvSpPr/>
            <p:nvPr/>
          </p:nvSpPr>
          <p:spPr>
            <a:xfrm>
              <a:off x="4085024" y="162901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l206"/>
            <p:cNvSpPr/>
            <p:nvPr/>
          </p:nvSpPr>
          <p:spPr>
            <a:xfrm>
              <a:off x="4122981" y="3438049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l207"/>
            <p:cNvSpPr/>
            <p:nvPr/>
          </p:nvSpPr>
          <p:spPr>
            <a:xfrm>
              <a:off x="4277093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l208"/>
            <p:cNvSpPr/>
            <p:nvPr/>
          </p:nvSpPr>
          <p:spPr>
            <a:xfrm>
              <a:off x="4951026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l209"/>
            <p:cNvSpPr/>
            <p:nvPr/>
          </p:nvSpPr>
          <p:spPr>
            <a:xfrm>
              <a:off x="5624959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l210"/>
            <p:cNvSpPr/>
            <p:nvPr/>
          </p:nvSpPr>
          <p:spPr>
            <a:xfrm>
              <a:off x="6298891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tx211"/>
            <p:cNvSpPr/>
            <p:nvPr/>
          </p:nvSpPr>
          <p:spPr>
            <a:xfrm>
              <a:off x="4122981" y="1110514"/>
              <a:ext cx="631758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(b) SLA</a:t>
              </a:r>
            </a:p>
          </p:txBody>
        </p:sp>
        <p:sp>
          <p:nvSpPr>
            <p:cNvPr id="213" name="rc212"/>
            <p:cNvSpPr/>
            <p:nvPr/>
          </p:nvSpPr>
          <p:spPr>
            <a:xfrm>
              <a:off x="6742685" y="1353673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4" name="pt213"/>
            <p:cNvSpPr/>
            <p:nvPr/>
          </p:nvSpPr>
          <p:spPr>
            <a:xfrm>
              <a:off x="6876054" y="294778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5" name="pt214"/>
            <p:cNvSpPr/>
            <p:nvPr/>
          </p:nvSpPr>
          <p:spPr>
            <a:xfrm>
              <a:off x="6819235" y="298516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6" name="pt215"/>
            <p:cNvSpPr/>
            <p:nvPr/>
          </p:nvSpPr>
          <p:spPr>
            <a:xfrm>
              <a:off x="6853495" y="3162085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7" name="pt216"/>
            <p:cNvSpPr/>
            <p:nvPr/>
          </p:nvSpPr>
          <p:spPr>
            <a:xfrm>
              <a:off x="6857742" y="263464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8" name="pt217"/>
            <p:cNvSpPr/>
            <p:nvPr/>
          </p:nvSpPr>
          <p:spPr>
            <a:xfrm>
              <a:off x="6911322" y="269078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19" name="pt218"/>
            <p:cNvSpPr/>
            <p:nvPr/>
          </p:nvSpPr>
          <p:spPr>
            <a:xfrm>
              <a:off x="6824982" y="260938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0" name="pt219"/>
            <p:cNvSpPr/>
            <p:nvPr/>
          </p:nvSpPr>
          <p:spPr>
            <a:xfrm>
              <a:off x="6896744" y="311380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1" name="pt220"/>
            <p:cNvSpPr/>
            <p:nvPr/>
          </p:nvSpPr>
          <p:spPr>
            <a:xfrm>
              <a:off x="6889406" y="289254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2" name="pt221"/>
            <p:cNvSpPr/>
            <p:nvPr/>
          </p:nvSpPr>
          <p:spPr>
            <a:xfrm>
              <a:off x="6843364" y="303822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3" name="pt222"/>
            <p:cNvSpPr/>
            <p:nvPr/>
          </p:nvSpPr>
          <p:spPr>
            <a:xfrm>
              <a:off x="6824467" y="229876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4" name="pt223"/>
            <p:cNvSpPr/>
            <p:nvPr/>
          </p:nvSpPr>
          <p:spPr>
            <a:xfrm>
              <a:off x="7546695" y="322620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5" name="pt224"/>
            <p:cNvSpPr/>
            <p:nvPr/>
          </p:nvSpPr>
          <p:spPr>
            <a:xfrm>
              <a:off x="7507399" y="2897094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6" name="pt225"/>
            <p:cNvSpPr/>
            <p:nvPr/>
          </p:nvSpPr>
          <p:spPr>
            <a:xfrm>
              <a:off x="7560002" y="220647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7" name="pt226"/>
            <p:cNvSpPr/>
            <p:nvPr/>
          </p:nvSpPr>
          <p:spPr>
            <a:xfrm>
              <a:off x="7533748" y="291788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8" name="pt227"/>
            <p:cNvSpPr/>
            <p:nvPr/>
          </p:nvSpPr>
          <p:spPr>
            <a:xfrm>
              <a:off x="7560877" y="330285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29" name="pt228"/>
            <p:cNvSpPr/>
            <p:nvPr/>
          </p:nvSpPr>
          <p:spPr>
            <a:xfrm>
              <a:off x="7525783" y="329538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0" name="pt229"/>
            <p:cNvSpPr/>
            <p:nvPr/>
          </p:nvSpPr>
          <p:spPr>
            <a:xfrm>
              <a:off x="7515322" y="300759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1" name="pt230"/>
            <p:cNvSpPr/>
            <p:nvPr/>
          </p:nvSpPr>
          <p:spPr>
            <a:xfrm>
              <a:off x="7512219" y="324903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2" name="pt231"/>
            <p:cNvSpPr/>
            <p:nvPr/>
          </p:nvSpPr>
          <p:spPr>
            <a:xfrm>
              <a:off x="7553725" y="218676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3" name="pt232"/>
            <p:cNvSpPr/>
            <p:nvPr/>
          </p:nvSpPr>
          <p:spPr>
            <a:xfrm>
              <a:off x="7531617" y="141911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4" name="pt233"/>
            <p:cNvSpPr/>
            <p:nvPr/>
          </p:nvSpPr>
          <p:spPr>
            <a:xfrm>
              <a:off x="7567372" y="283146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5" name="pt234"/>
            <p:cNvSpPr/>
            <p:nvPr/>
          </p:nvSpPr>
          <p:spPr>
            <a:xfrm>
              <a:off x="7528244" y="303491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6" name="pt235"/>
            <p:cNvSpPr/>
            <p:nvPr/>
          </p:nvSpPr>
          <p:spPr>
            <a:xfrm>
              <a:off x="7570095" y="299451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7" name="pt236"/>
            <p:cNvSpPr/>
            <p:nvPr/>
          </p:nvSpPr>
          <p:spPr>
            <a:xfrm>
              <a:off x="7564053" y="308556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8" name="pt237"/>
            <p:cNvSpPr/>
            <p:nvPr/>
          </p:nvSpPr>
          <p:spPr>
            <a:xfrm>
              <a:off x="7590359" y="288368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39" name="pt238"/>
            <p:cNvSpPr/>
            <p:nvPr/>
          </p:nvSpPr>
          <p:spPr>
            <a:xfrm>
              <a:off x="7529196" y="264777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0" name="pt239"/>
            <p:cNvSpPr/>
            <p:nvPr/>
          </p:nvSpPr>
          <p:spPr>
            <a:xfrm>
              <a:off x="7514982" y="2762853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1" name="pt240"/>
            <p:cNvSpPr/>
            <p:nvPr/>
          </p:nvSpPr>
          <p:spPr>
            <a:xfrm>
              <a:off x="7578255" y="290722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2" name="pt241"/>
            <p:cNvSpPr/>
            <p:nvPr/>
          </p:nvSpPr>
          <p:spPr>
            <a:xfrm>
              <a:off x="8263053" y="3194131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3" name="pt242"/>
            <p:cNvSpPr/>
            <p:nvPr/>
          </p:nvSpPr>
          <p:spPr>
            <a:xfrm>
              <a:off x="8231419" y="321431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4" name="pt243"/>
            <p:cNvSpPr/>
            <p:nvPr/>
          </p:nvSpPr>
          <p:spPr>
            <a:xfrm>
              <a:off x="8246032" y="303041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5" name="pt244"/>
            <p:cNvSpPr/>
            <p:nvPr/>
          </p:nvSpPr>
          <p:spPr>
            <a:xfrm>
              <a:off x="8259644" y="298826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6" name="pt245"/>
            <p:cNvSpPr/>
            <p:nvPr/>
          </p:nvSpPr>
          <p:spPr>
            <a:xfrm>
              <a:off x="8199495" y="154516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7" name="pt246"/>
            <p:cNvSpPr/>
            <p:nvPr/>
          </p:nvSpPr>
          <p:spPr>
            <a:xfrm>
              <a:off x="8240448" y="303050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8" name="pt247"/>
            <p:cNvSpPr/>
            <p:nvPr/>
          </p:nvSpPr>
          <p:spPr>
            <a:xfrm>
              <a:off x="8207830" y="222552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49" name="pt248"/>
            <p:cNvSpPr/>
            <p:nvPr/>
          </p:nvSpPr>
          <p:spPr>
            <a:xfrm>
              <a:off x="8200344" y="238623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0" name="pt249"/>
            <p:cNvSpPr/>
            <p:nvPr/>
          </p:nvSpPr>
          <p:spPr>
            <a:xfrm>
              <a:off x="8226778" y="321316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1" name="pt250"/>
            <p:cNvSpPr/>
            <p:nvPr/>
          </p:nvSpPr>
          <p:spPr>
            <a:xfrm>
              <a:off x="8260689" y="147375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2" name="pt251"/>
            <p:cNvSpPr/>
            <p:nvPr/>
          </p:nvSpPr>
          <p:spPr>
            <a:xfrm>
              <a:off x="8211185" y="321964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3" name="pt252"/>
            <p:cNvSpPr/>
            <p:nvPr/>
          </p:nvSpPr>
          <p:spPr>
            <a:xfrm>
              <a:off x="8202484" y="313783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4" name="pt253"/>
            <p:cNvSpPr/>
            <p:nvPr/>
          </p:nvSpPr>
          <p:spPr>
            <a:xfrm>
              <a:off x="8269037" y="234148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5" name="pt254"/>
            <p:cNvSpPr/>
            <p:nvPr/>
          </p:nvSpPr>
          <p:spPr>
            <a:xfrm>
              <a:off x="8196829" y="288135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6" name="pt255"/>
            <p:cNvSpPr/>
            <p:nvPr/>
          </p:nvSpPr>
          <p:spPr>
            <a:xfrm>
              <a:off x="8200687" y="295224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7" name="pt256"/>
            <p:cNvSpPr/>
            <p:nvPr/>
          </p:nvSpPr>
          <p:spPr>
            <a:xfrm>
              <a:off x="8176941" y="165929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8" name="pt257"/>
            <p:cNvSpPr/>
            <p:nvPr/>
          </p:nvSpPr>
          <p:spPr>
            <a:xfrm>
              <a:off x="8203405" y="302034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59" name="pt258"/>
            <p:cNvSpPr/>
            <p:nvPr/>
          </p:nvSpPr>
          <p:spPr>
            <a:xfrm>
              <a:off x="8191675" y="304232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0" name="pt259"/>
            <p:cNvSpPr/>
            <p:nvPr/>
          </p:nvSpPr>
          <p:spPr>
            <a:xfrm>
              <a:off x="8197064" y="258741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1" name="pt260"/>
            <p:cNvSpPr/>
            <p:nvPr/>
          </p:nvSpPr>
          <p:spPr>
            <a:xfrm>
              <a:off x="8217517" y="2654087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2" name="pt261"/>
            <p:cNvSpPr/>
            <p:nvPr/>
          </p:nvSpPr>
          <p:spPr>
            <a:xfrm>
              <a:off x="8925414" y="310138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3" name="pt262"/>
            <p:cNvSpPr/>
            <p:nvPr/>
          </p:nvSpPr>
          <p:spPr>
            <a:xfrm>
              <a:off x="8874277" y="315379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4" name="pt263"/>
            <p:cNvSpPr/>
            <p:nvPr/>
          </p:nvSpPr>
          <p:spPr>
            <a:xfrm>
              <a:off x="8869103" y="321017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5" name="pt264"/>
            <p:cNvSpPr/>
            <p:nvPr/>
          </p:nvSpPr>
          <p:spPr>
            <a:xfrm>
              <a:off x="8927481" y="310410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6" name="pt265"/>
            <p:cNvSpPr/>
            <p:nvPr/>
          </p:nvSpPr>
          <p:spPr>
            <a:xfrm>
              <a:off x="8857586" y="216407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7" name="pt266"/>
            <p:cNvSpPr/>
            <p:nvPr/>
          </p:nvSpPr>
          <p:spPr>
            <a:xfrm>
              <a:off x="8865346" y="3131878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8" name="pt267"/>
            <p:cNvSpPr/>
            <p:nvPr/>
          </p:nvSpPr>
          <p:spPr>
            <a:xfrm>
              <a:off x="8936231" y="240326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69" name="pt268"/>
            <p:cNvSpPr/>
            <p:nvPr/>
          </p:nvSpPr>
          <p:spPr>
            <a:xfrm>
              <a:off x="8908034" y="3222193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0" name="pt269"/>
            <p:cNvSpPr/>
            <p:nvPr/>
          </p:nvSpPr>
          <p:spPr>
            <a:xfrm>
              <a:off x="8907144" y="161054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1" name="pt270"/>
            <p:cNvSpPr/>
            <p:nvPr/>
          </p:nvSpPr>
          <p:spPr>
            <a:xfrm>
              <a:off x="8880469" y="170084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2" name="pt271"/>
            <p:cNvSpPr/>
            <p:nvPr/>
          </p:nvSpPr>
          <p:spPr>
            <a:xfrm>
              <a:off x="8856108" y="295554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3" name="pt272"/>
            <p:cNvSpPr/>
            <p:nvPr/>
          </p:nvSpPr>
          <p:spPr>
            <a:xfrm>
              <a:off x="8861871" y="296312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4" name="pt273"/>
            <p:cNvSpPr/>
            <p:nvPr/>
          </p:nvSpPr>
          <p:spPr>
            <a:xfrm>
              <a:off x="8922665" y="272565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5" name="pt274"/>
            <p:cNvSpPr/>
            <p:nvPr/>
          </p:nvSpPr>
          <p:spPr>
            <a:xfrm>
              <a:off x="8933549" y="294625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6" name="pt275"/>
            <p:cNvSpPr/>
            <p:nvPr/>
          </p:nvSpPr>
          <p:spPr>
            <a:xfrm>
              <a:off x="8901413" y="281160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7" name="pt276"/>
            <p:cNvSpPr/>
            <p:nvPr/>
          </p:nvSpPr>
          <p:spPr>
            <a:xfrm>
              <a:off x="8852375" y="317819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8" name="pt277"/>
            <p:cNvSpPr/>
            <p:nvPr/>
          </p:nvSpPr>
          <p:spPr>
            <a:xfrm>
              <a:off x="8855758" y="3154816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79" name="pt278"/>
            <p:cNvSpPr/>
            <p:nvPr/>
          </p:nvSpPr>
          <p:spPr>
            <a:xfrm>
              <a:off x="8913859" y="281217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0" name="pt279"/>
            <p:cNvSpPr/>
            <p:nvPr/>
          </p:nvSpPr>
          <p:spPr>
            <a:xfrm>
              <a:off x="8855521" y="290962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1" name="pt280"/>
            <p:cNvSpPr/>
            <p:nvPr/>
          </p:nvSpPr>
          <p:spPr>
            <a:xfrm>
              <a:off x="8918998" y="258808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2" name="pt281"/>
            <p:cNvSpPr/>
            <p:nvPr/>
          </p:nvSpPr>
          <p:spPr>
            <a:xfrm>
              <a:off x="8884083" y="1474636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3" name="pt282"/>
            <p:cNvSpPr/>
            <p:nvPr/>
          </p:nvSpPr>
          <p:spPr>
            <a:xfrm>
              <a:off x="8923555" y="253375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4" name="pt283"/>
            <p:cNvSpPr/>
            <p:nvPr/>
          </p:nvSpPr>
          <p:spPr>
            <a:xfrm>
              <a:off x="8927152" y="303646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5" name="pt284"/>
            <p:cNvSpPr/>
            <p:nvPr/>
          </p:nvSpPr>
          <p:spPr>
            <a:xfrm>
              <a:off x="8888880" y="240533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286" name="pl285"/>
            <p:cNvSpPr/>
            <p:nvPr/>
          </p:nvSpPr>
          <p:spPr>
            <a:xfrm>
              <a:off x="6896845" y="2894545"/>
              <a:ext cx="2031022" cy="163226"/>
            </a:xfrm>
            <a:custGeom>
              <a:avLst/>
              <a:pathLst>
                <a:path w="2031022" h="163226">
                  <a:moveTo>
                    <a:pt x="0" y="163226"/>
                  </a:moveTo>
                  <a:lnTo>
                    <a:pt x="130422" y="152745"/>
                  </a:lnTo>
                  <a:lnTo>
                    <a:pt x="245462" y="143499"/>
                  </a:lnTo>
                  <a:lnTo>
                    <a:pt x="348369" y="135229"/>
                  </a:lnTo>
                  <a:lnTo>
                    <a:pt x="441460" y="127748"/>
                  </a:lnTo>
                  <a:lnTo>
                    <a:pt x="526446" y="120918"/>
                  </a:lnTo>
                  <a:lnTo>
                    <a:pt x="604625" y="114635"/>
                  </a:lnTo>
                  <a:lnTo>
                    <a:pt x="677007" y="108817"/>
                  </a:lnTo>
                  <a:lnTo>
                    <a:pt x="744393" y="103402"/>
                  </a:lnTo>
                  <a:lnTo>
                    <a:pt x="807429" y="98336"/>
                  </a:lnTo>
                  <a:lnTo>
                    <a:pt x="866642" y="93577"/>
                  </a:lnTo>
                  <a:lnTo>
                    <a:pt x="922470" y="89090"/>
                  </a:lnTo>
                  <a:lnTo>
                    <a:pt x="975278" y="84846"/>
                  </a:lnTo>
                  <a:lnTo>
                    <a:pt x="1025377" y="80820"/>
                  </a:lnTo>
                  <a:lnTo>
                    <a:pt x="1073031" y="76990"/>
                  </a:lnTo>
                  <a:lnTo>
                    <a:pt x="1118468" y="73339"/>
                  </a:lnTo>
                  <a:lnTo>
                    <a:pt x="1161885" y="69849"/>
                  </a:lnTo>
                  <a:lnTo>
                    <a:pt x="1203453" y="66509"/>
                  </a:lnTo>
                  <a:lnTo>
                    <a:pt x="1243325" y="63304"/>
                  </a:lnTo>
                  <a:lnTo>
                    <a:pt x="1281632" y="60226"/>
                  </a:lnTo>
                  <a:lnTo>
                    <a:pt x="1318494" y="57263"/>
                  </a:lnTo>
                  <a:lnTo>
                    <a:pt x="1354015" y="54408"/>
                  </a:lnTo>
                  <a:lnTo>
                    <a:pt x="1388289" y="51654"/>
                  </a:lnTo>
                  <a:lnTo>
                    <a:pt x="1421401" y="48993"/>
                  </a:lnTo>
                  <a:lnTo>
                    <a:pt x="1453427" y="46419"/>
                  </a:lnTo>
                  <a:lnTo>
                    <a:pt x="1484437" y="43927"/>
                  </a:lnTo>
                  <a:lnTo>
                    <a:pt x="1514492" y="41511"/>
                  </a:lnTo>
                  <a:lnTo>
                    <a:pt x="1543650" y="39168"/>
                  </a:lnTo>
                  <a:lnTo>
                    <a:pt x="1571962" y="36893"/>
                  </a:lnTo>
                  <a:lnTo>
                    <a:pt x="1599477" y="34681"/>
                  </a:lnTo>
                  <a:lnTo>
                    <a:pt x="1626238" y="32531"/>
                  </a:lnTo>
                  <a:lnTo>
                    <a:pt x="1652286" y="30437"/>
                  </a:lnTo>
                  <a:lnTo>
                    <a:pt x="1677656" y="28398"/>
                  </a:lnTo>
                  <a:lnTo>
                    <a:pt x="1702385" y="26411"/>
                  </a:lnTo>
                  <a:lnTo>
                    <a:pt x="1726502" y="24473"/>
                  </a:lnTo>
                  <a:lnTo>
                    <a:pt x="1750039" y="22581"/>
                  </a:lnTo>
                  <a:lnTo>
                    <a:pt x="1773021" y="20734"/>
                  </a:lnTo>
                  <a:lnTo>
                    <a:pt x="1795475" y="18930"/>
                  </a:lnTo>
                  <a:lnTo>
                    <a:pt x="1817425" y="17166"/>
                  </a:lnTo>
                  <a:lnTo>
                    <a:pt x="1838892" y="15440"/>
                  </a:lnTo>
                  <a:lnTo>
                    <a:pt x="1859898" y="13752"/>
                  </a:lnTo>
                  <a:lnTo>
                    <a:pt x="1880461" y="12100"/>
                  </a:lnTo>
                  <a:lnTo>
                    <a:pt x="1900600" y="10481"/>
                  </a:lnTo>
                  <a:lnTo>
                    <a:pt x="1920332" y="8895"/>
                  </a:lnTo>
                  <a:lnTo>
                    <a:pt x="1939674" y="7341"/>
                  </a:lnTo>
                  <a:lnTo>
                    <a:pt x="1958640" y="5817"/>
                  </a:lnTo>
                  <a:lnTo>
                    <a:pt x="1977244" y="4321"/>
                  </a:lnTo>
                  <a:lnTo>
                    <a:pt x="1995501" y="2854"/>
                  </a:lnTo>
                  <a:lnTo>
                    <a:pt x="2013423" y="1414"/>
                  </a:lnTo>
                  <a:lnTo>
                    <a:pt x="2031022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7" name="pl286"/>
            <p:cNvSpPr/>
            <p:nvPr/>
          </p:nvSpPr>
          <p:spPr>
            <a:xfrm>
              <a:off x="6896845" y="2876802"/>
              <a:ext cx="2031022" cy="158020"/>
            </a:xfrm>
            <a:custGeom>
              <a:avLst/>
              <a:pathLst>
                <a:path w="2031022" h="158020">
                  <a:moveTo>
                    <a:pt x="0" y="0"/>
                  </a:moveTo>
                  <a:lnTo>
                    <a:pt x="130422" y="10147"/>
                  </a:lnTo>
                  <a:lnTo>
                    <a:pt x="245462" y="19097"/>
                  </a:lnTo>
                  <a:lnTo>
                    <a:pt x="348369" y="27104"/>
                  </a:lnTo>
                  <a:lnTo>
                    <a:pt x="441460" y="34347"/>
                  </a:lnTo>
                  <a:lnTo>
                    <a:pt x="526446" y="40959"/>
                  </a:lnTo>
                  <a:lnTo>
                    <a:pt x="604625" y="47042"/>
                  </a:lnTo>
                  <a:lnTo>
                    <a:pt x="677007" y="52673"/>
                  </a:lnTo>
                  <a:lnTo>
                    <a:pt x="744393" y="57916"/>
                  </a:lnTo>
                  <a:lnTo>
                    <a:pt x="807429" y="62820"/>
                  </a:lnTo>
                  <a:lnTo>
                    <a:pt x="866642" y="67427"/>
                  </a:lnTo>
                  <a:lnTo>
                    <a:pt x="922470" y="71771"/>
                  </a:lnTo>
                  <a:lnTo>
                    <a:pt x="975278" y="75880"/>
                  </a:lnTo>
                  <a:lnTo>
                    <a:pt x="1025377" y="79778"/>
                  </a:lnTo>
                  <a:lnTo>
                    <a:pt x="1073031" y="83485"/>
                  </a:lnTo>
                  <a:lnTo>
                    <a:pt x="1118468" y="87020"/>
                  </a:lnTo>
                  <a:lnTo>
                    <a:pt x="1161885" y="90398"/>
                  </a:lnTo>
                  <a:lnTo>
                    <a:pt x="1203453" y="93633"/>
                  </a:lnTo>
                  <a:lnTo>
                    <a:pt x="1243325" y="96735"/>
                  </a:lnTo>
                  <a:lnTo>
                    <a:pt x="1281632" y="99715"/>
                  </a:lnTo>
                  <a:lnTo>
                    <a:pt x="1318494" y="102583"/>
                  </a:lnTo>
                  <a:lnTo>
                    <a:pt x="1354015" y="105347"/>
                  </a:lnTo>
                  <a:lnTo>
                    <a:pt x="1388289" y="108013"/>
                  </a:lnTo>
                  <a:lnTo>
                    <a:pt x="1421401" y="110590"/>
                  </a:lnTo>
                  <a:lnTo>
                    <a:pt x="1453427" y="113081"/>
                  </a:lnTo>
                  <a:lnTo>
                    <a:pt x="1484437" y="115494"/>
                  </a:lnTo>
                  <a:lnTo>
                    <a:pt x="1514492" y="117832"/>
                  </a:lnTo>
                  <a:lnTo>
                    <a:pt x="1543650" y="120101"/>
                  </a:lnTo>
                  <a:lnTo>
                    <a:pt x="1571962" y="122304"/>
                  </a:lnTo>
                  <a:lnTo>
                    <a:pt x="1599477" y="124445"/>
                  </a:lnTo>
                  <a:lnTo>
                    <a:pt x="1626238" y="126527"/>
                  </a:lnTo>
                  <a:lnTo>
                    <a:pt x="1652286" y="128553"/>
                  </a:lnTo>
                  <a:lnTo>
                    <a:pt x="1677656" y="130527"/>
                  </a:lnTo>
                  <a:lnTo>
                    <a:pt x="1702385" y="132451"/>
                  </a:lnTo>
                  <a:lnTo>
                    <a:pt x="1726502" y="134328"/>
                  </a:lnTo>
                  <a:lnTo>
                    <a:pt x="1750039" y="136159"/>
                  </a:lnTo>
                  <a:lnTo>
                    <a:pt x="1773021" y="137947"/>
                  </a:lnTo>
                  <a:lnTo>
                    <a:pt x="1795475" y="139694"/>
                  </a:lnTo>
                  <a:lnTo>
                    <a:pt x="1817425" y="141402"/>
                  </a:lnTo>
                  <a:lnTo>
                    <a:pt x="1838892" y="143072"/>
                  </a:lnTo>
                  <a:lnTo>
                    <a:pt x="1859898" y="144706"/>
                  </a:lnTo>
                  <a:lnTo>
                    <a:pt x="1880461" y="146306"/>
                  </a:lnTo>
                  <a:lnTo>
                    <a:pt x="1900600" y="147873"/>
                  </a:lnTo>
                  <a:lnTo>
                    <a:pt x="1920332" y="149408"/>
                  </a:lnTo>
                  <a:lnTo>
                    <a:pt x="1939674" y="150913"/>
                  </a:lnTo>
                  <a:lnTo>
                    <a:pt x="1958640" y="152389"/>
                  </a:lnTo>
                  <a:lnTo>
                    <a:pt x="1977244" y="153836"/>
                  </a:lnTo>
                  <a:lnTo>
                    <a:pt x="1995501" y="155257"/>
                  </a:lnTo>
                  <a:lnTo>
                    <a:pt x="2013423" y="156651"/>
                  </a:lnTo>
                  <a:lnTo>
                    <a:pt x="2031022" y="15802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8" name="pl287"/>
            <p:cNvSpPr/>
            <p:nvPr/>
          </p:nvSpPr>
          <p:spPr>
            <a:xfrm>
              <a:off x="6896845" y="3154571"/>
              <a:ext cx="2031022" cy="23322"/>
            </a:xfrm>
            <a:custGeom>
              <a:avLst/>
              <a:pathLst>
                <a:path w="2031022" h="23322">
                  <a:moveTo>
                    <a:pt x="0" y="0"/>
                  </a:moveTo>
                  <a:lnTo>
                    <a:pt x="130422" y="1497"/>
                  </a:lnTo>
                  <a:lnTo>
                    <a:pt x="245462" y="2818"/>
                  </a:lnTo>
                  <a:lnTo>
                    <a:pt x="348369" y="4000"/>
                  </a:lnTo>
                  <a:lnTo>
                    <a:pt x="441460" y="5069"/>
                  </a:lnTo>
                  <a:lnTo>
                    <a:pt x="526446" y="6045"/>
                  </a:lnTo>
                  <a:lnTo>
                    <a:pt x="604625" y="6943"/>
                  </a:lnTo>
                  <a:lnTo>
                    <a:pt x="677007" y="7774"/>
                  </a:lnTo>
                  <a:lnTo>
                    <a:pt x="744393" y="8548"/>
                  </a:lnTo>
                  <a:lnTo>
                    <a:pt x="807429" y="9271"/>
                  </a:lnTo>
                  <a:lnTo>
                    <a:pt x="866642" y="9951"/>
                  </a:lnTo>
                  <a:lnTo>
                    <a:pt x="922470" y="10593"/>
                  </a:lnTo>
                  <a:lnTo>
                    <a:pt x="975278" y="11199"/>
                  </a:lnTo>
                  <a:lnTo>
                    <a:pt x="1025377" y="11774"/>
                  </a:lnTo>
                  <a:lnTo>
                    <a:pt x="1073031" y="12321"/>
                  </a:lnTo>
                  <a:lnTo>
                    <a:pt x="1118468" y="12843"/>
                  </a:lnTo>
                  <a:lnTo>
                    <a:pt x="1161885" y="13342"/>
                  </a:lnTo>
                  <a:lnTo>
                    <a:pt x="1203453" y="13819"/>
                  </a:lnTo>
                  <a:lnTo>
                    <a:pt x="1243325" y="14277"/>
                  </a:lnTo>
                  <a:lnTo>
                    <a:pt x="1281632" y="14717"/>
                  </a:lnTo>
                  <a:lnTo>
                    <a:pt x="1318494" y="15140"/>
                  </a:lnTo>
                  <a:lnTo>
                    <a:pt x="1354015" y="15548"/>
                  </a:lnTo>
                  <a:lnTo>
                    <a:pt x="1388289" y="15942"/>
                  </a:lnTo>
                  <a:lnTo>
                    <a:pt x="1421401" y="16322"/>
                  </a:lnTo>
                  <a:lnTo>
                    <a:pt x="1453427" y="16690"/>
                  </a:lnTo>
                  <a:lnTo>
                    <a:pt x="1484437" y="17046"/>
                  </a:lnTo>
                  <a:lnTo>
                    <a:pt x="1514492" y="17391"/>
                  </a:lnTo>
                  <a:lnTo>
                    <a:pt x="1543650" y="17726"/>
                  </a:lnTo>
                  <a:lnTo>
                    <a:pt x="1571962" y="18051"/>
                  </a:lnTo>
                  <a:lnTo>
                    <a:pt x="1599477" y="18367"/>
                  </a:lnTo>
                  <a:lnTo>
                    <a:pt x="1626238" y="18674"/>
                  </a:lnTo>
                  <a:lnTo>
                    <a:pt x="1652286" y="18973"/>
                  </a:lnTo>
                  <a:lnTo>
                    <a:pt x="1677656" y="19265"/>
                  </a:lnTo>
                  <a:lnTo>
                    <a:pt x="1702385" y="19549"/>
                  </a:lnTo>
                  <a:lnTo>
                    <a:pt x="1726502" y="19826"/>
                  </a:lnTo>
                  <a:lnTo>
                    <a:pt x="1750039" y="20096"/>
                  </a:lnTo>
                  <a:lnTo>
                    <a:pt x="1773021" y="20360"/>
                  </a:lnTo>
                  <a:lnTo>
                    <a:pt x="1795475" y="20618"/>
                  </a:lnTo>
                  <a:lnTo>
                    <a:pt x="1817425" y="20870"/>
                  </a:lnTo>
                  <a:lnTo>
                    <a:pt x="1838892" y="21116"/>
                  </a:lnTo>
                  <a:lnTo>
                    <a:pt x="1859898" y="21357"/>
                  </a:lnTo>
                  <a:lnTo>
                    <a:pt x="1880461" y="21593"/>
                  </a:lnTo>
                  <a:lnTo>
                    <a:pt x="1900600" y="21825"/>
                  </a:lnTo>
                  <a:lnTo>
                    <a:pt x="1920332" y="22051"/>
                  </a:lnTo>
                  <a:lnTo>
                    <a:pt x="1939674" y="22273"/>
                  </a:lnTo>
                  <a:lnTo>
                    <a:pt x="1958640" y="22491"/>
                  </a:lnTo>
                  <a:lnTo>
                    <a:pt x="1977244" y="22705"/>
                  </a:lnTo>
                  <a:lnTo>
                    <a:pt x="1995501" y="22915"/>
                  </a:lnTo>
                  <a:lnTo>
                    <a:pt x="2013423" y="23120"/>
                  </a:lnTo>
                  <a:lnTo>
                    <a:pt x="2031022" y="23322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9" name="pl288"/>
            <p:cNvSpPr/>
            <p:nvPr/>
          </p:nvSpPr>
          <p:spPr>
            <a:xfrm>
              <a:off x="6896845" y="2710194"/>
              <a:ext cx="2031022" cy="341689"/>
            </a:xfrm>
            <a:custGeom>
              <a:avLst/>
              <a:pathLst>
                <a:path w="2031022" h="341689">
                  <a:moveTo>
                    <a:pt x="0" y="0"/>
                  </a:moveTo>
                  <a:lnTo>
                    <a:pt x="130422" y="21941"/>
                  </a:lnTo>
                  <a:lnTo>
                    <a:pt x="245462" y="41295"/>
                  </a:lnTo>
                  <a:lnTo>
                    <a:pt x="348369" y="58608"/>
                  </a:lnTo>
                  <a:lnTo>
                    <a:pt x="441460" y="74269"/>
                  </a:lnTo>
                  <a:lnTo>
                    <a:pt x="526446" y="88566"/>
                  </a:lnTo>
                  <a:lnTo>
                    <a:pt x="604625" y="101719"/>
                  </a:lnTo>
                  <a:lnTo>
                    <a:pt x="677007" y="113896"/>
                  </a:lnTo>
                  <a:lnTo>
                    <a:pt x="744393" y="125233"/>
                  </a:lnTo>
                  <a:lnTo>
                    <a:pt x="807429" y="135838"/>
                  </a:lnTo>
                  <a:lnTo>
                    <a:pt x="866642" y="145799"/>
                  </a:lnTo>
                  <a:lnTo>
                    <a:pt x="922470" y="155191"/>
                  </a:lnTo>
                  <a:lnTo>
                    <a:pt x="975278" y="164076"/>
                  </a:lnTo>
                  <a:lnTo>
                    <a:pt x="1025377" y="172504"/>
                  </a:lnTo>
                  <a:lnTo>
                    <a:pt x="1073031" y="180521"/>
                  </a:lnTo>
                  <a:lnTo>
                    <a:pt x="1118468" y="188165"/>
                  </a:lnTo>
                  <a:lnTo>
                    <a:pt x="1161885" y="195469"/>
                  </a:lnTo>
                  <a:lnTo>
                    <a:pt x="1203453" y="202463"/>
                  </a:lnTo>
                  <a:lnTo>
                    <a:pt x="1243325" y="209171"/>
                  </a:lnTo>
                  <a:lnTo>
                    <a:pt x="1281632" y="215615"/>
                  </a:lnTo>
                  <a:lnTo>
                    <a:pt x="1318494" y="221817"/>
                  </a:lnTo>
                  <a:lnTo>
                    <a:pt x="1354015" y="227792"/>
                  </a:lnTo>
                  <a:lnTo>
                    <a:pt x="1388289" y="233559"/>
                  </a:lnTo>
                  <a:lnTo>
                    <a:pt x="1421401" y="239129"/>
                  </a:lnTo>
                  <a:lnTo>
                    <a:pt x="1453427" y="244517"/>
                  </a:lnTo>
                  <a:lnTo>
                    <a:pt x="1484437" y="249734"/>
                  </a:lnTo>
                  <a:lnTo>
                    <a:pt x="1514492" y="254790"/>
                  </a:lnTo>
                  <a:lnTo>
                    <a:pt x="1543650" y="259696"/>
                  </a:lnTo>
                  <a:lnTo>
                    <a:pt x="1571962" y="264459"/>
                  </a:lnTo>
                  <a:lnTo>
                    <a:pt x="1599477" y="269088"/>
                  </a:lnTo>
                  <a:lnTo>
                    <a:pt x="1626238" y="273590"/>
                  </a:lnTo>
                  <a:lnTo>
                    <a:pt x="1652286" y="277972"/>
                  </a:lnTo>
                  <a:lnTo>
                    <a:pt x="1677656" y="282240"/>
                  </a:lnTo>
                  <a:lnTo>
                    <a:pt x="1702385" y="286401"/>
                  </a:lnTo>
                  <a:lnTo>
                    <a:pt x="1726502" y="290458"/>
                  </a:lnTo>
                  <a:lnTo>
                    <a:pt x="1750039" y="294418"/>
                  </a:lnTo>
                  <a:lnTo>
                    <a:pt x="1773021" y="298284"/>
                  </a:lnTo>
                  <a:lnTo>
                    <a:pt x="1795475" y="302062"/>
                  </a:lnTo>
                  <a:lnTo>
                    <a:pt x="1817425" y="305754"/>
                  </a:lnTo>
                  <a:lnTo>
                    <a:pt x="1838892" y="309366"/>
                  </a:lnTo>
                  <a:lnTo>
                    <a:pt x="1859898" y="312900"/>
                  </a:lnTo>
                  <a:lnTo>
                    <a:pt x="1880461" y="316359"/>
                  </a:lnTo>
                  <a:lnTo>
                    <a:pt x="1900600" y="319747"/>
                  </a:lnTo>
                  <a:lnTo>
                    <a:pt x="1920332" y="323067"/>
                  </a:lnTo>
                  <a:lnTo>
                    <a:pt x="1939674" y="326321"/>
                  </a:lnTo>
                  <a:lnTo>
                    <a:pt x="1958640" y="329512"/>
                  </a:lnTo>
                  <a:lnTo>
                    <a:pt x="1977244" y="332642"/>
                  </a:lnTo>
                  <a:lnTo>
                    <a:pt x="1995501" y="335713"/>
                  </a:lnTo>
                  <a:lnTo>
                    <a:pt x="2013423" y="338728"/>
                  </a:lnTo>
                  <a:lnTo>
                    <a:pt x="2031022" y="341689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0" name="pl289"/>
            <p:cNvSpPr/>
            <p:nvPr/>
          </p:nvSpPr>
          <p:spPr>
            <a:xfrm>
              <a:off x="6896845" y="2034544"/>
              <a:ext cx="2031022" cy="1308760"/>
            </a:xfrm>
            <a:custGeom>
              <a:avLst/>
              <a:pathLst>
                <a:path w="2031022" h="1308760">
                  <a:moveTo>
                    <a:pt x="0" y="1308760"/>
                  </a:moveTo>
                  <a:lnTo>
                    <a:pt x="130422" y="1224718"/>
                  </a:lnTo>
                  <a:lnTo>
                    <a:pt x="245462" y="1150588"/>
                  </a:lnTo>
                  <a:lnTo>
                    <a:pt x="348369" y="1084276"/>
                  </a:lnTo>
                  <a:lnTo>
                    <a:pt x="441460" y="1024289"/>
                  </a:lnTo>
                  <a:lnTo>
                    <a:pt x="526446" y="969526"/>
                  </a:lnTo>
                  <a:lnTo>
                    <a:pt x="604625" y="919149"/>
                  </a:lnTo>
                  <a:lnTo>
                    <a:pt x="677007" y="872507"/>
                  </a:lnTo>
                  <a:lnTo>
                    <a:pt x="744393" y="829084"/>
                  </a:lnTo>
                  <a:lnTo>
                    <a:pt x="807429" y="788465"/>
                  </a:lnTo>
                  <a:lnTo>
                    <a:pt x="866642" y="750309"/>
                  </a:lnTo>
                  <a:lnTo>
                    <a:pt x="922470" y="714334"/>
                  </a:lnTo>
                  <a:lnTo>
                    <a:pt x="975278" y="680305"/>
                  </a:lnTo>
                  <a:lnTo>
                    <a:pt x="1025377" y="648022"/>
                  </a:lnTo>
                  <a:lnTo>
                    <a:pt x="1073031" y="617315"/>
                  </a:lnTo>
                  <a:lnTo>
                    <a:pt x="1118468" y="588036"/>
                  </a:lnTo>
                  <a:lnTo>
                    <a:pt x="1161885" y="560059"/>
                  </a:lnTo>
                  <a:lnTo>
                    <a:pt x="1203453" y="533273"/>
                  </a:lnTo>
                  <a:lnTo>
                    <a:pt x="1243325" y="507580"/>
                  </a:lnTo>
                  <a:lnTo>
                    <a:pt x="1281632" y="482895"/>
                  </a:lnTo>
                  <a:lnTo>
                    <a:pt x="1318494" y="459142"/>
                  </a:lnTo>
                  <a:lnTo>
                    <a:pt x="1354015" y="436253"/>
                  </a:lnTo>
                  <a:lnTo>
                    <a:pt x="1388289" y="414167"/>
                  </a:lnTo>
                  <a:lnTo>
                    <a:pt x="1421401" y="392830"/>
                  </a:lnTo>
                  <a:lnTo>
                    <a:pt x="1453427" y="372193"/>
                  </a:lnTo>
                  <a:lnTo>
                    <a:pt x="1484437" y="352211"/>
                  </a:lnTo>
                  <a:lnTo>
                    <a:pt x="1514492" y="332844"/>
                  </a:lnTo>
                  <a:lnTo>
                    <a:pt x="1543650" y="314055"/>
                  </a:lnTo>
                  <a:lnTo>
                    <a:pt x="1571962" y="295811"/>
                  </a:lnTo>
                  <a:lnTo>
                    <a:pt x="1599477" y="278081"/>
                  </a:lnTo>
                  <a:lnTo>
                    <a:pt x="1626238" y="260836"/>
                  </a:lnTo>
                  <a:lnTo>
                    <a:pt x="1652286" y="244052"/>
                  </a:lnTo>
                  <a:lnTo>
                    <a:pt x="1677656" y="227703"/>
                  </a:lnTo>
                  <a:lnTo>
                    <a:pt x="1702385" y="211769"/>
                  </a:lnTo>
                  <a:lnTo>
                    <a:pt x="1726502" y="196228"/>
                  </a:lnTo>
                  <a:lnTo>
                    <a:pt x="1750039" y="181061"/>
                  </a:lnTo>
                  <a:lnTo>
                    <a:pt x="1773021" y="166251"/>
                  </a:lnTo>
                  <a:lnTo>
                    <a:pt x="1795475" y="151782"/>
                  </a:lnTo>
                  <a:lnTo>
                    <a:pt x="1817425" y="137638"/>
                  </a:lnTo>
                  <a:lnTo>
                    <a:pt x="1838892" y="123805"/>
                  </a:lnTo>
                  <a:lnTo>
                    <a:pt x="1859898" y="110270"/>
                  </a:lnTo>
                  <a:lnTo>
                    <a:pt x="1880461" y="97019"/>
                  </a:lnTo>
                  <a:lnTo>
                    <a:pt x="1900600" y="84042"/>
                  </a:lnTo>
                  <a:lnTo>
                    <a:pt x="1920332" y="71326"/>
                  </a:lnTo>
                  <a:lnTo>
                    <a:pt x="1939674" y="58863"/>
                  </a:lnTo>
                  <a:lnTo>
                    <a:pt x="1958640" y="46642"/>
                  </a:lnTo>
                  <a:lnTo>
                    <a:pt x="1977244" y="34653"/>
                  </a:lnTo>
                  <a:lnTo>
                    <a:pt x="1995501" y="22889"/>
                  </a:lnTo>
                  <a:lnTo>
                    <a:pt x="2013423" y="11340"/>
                  </a:lnTo>
                  <a:lnTo>
                    <a:pt x="2031022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l290"/>
            <p:cNvSpPr/>
            <p:nvPr/>
          </p:nvSpPr>
          <p:spPr>
            <a:xfrm>
              <a:off x="6896845" y="2131764"/>
              <a:ext cx="2031022" cy="10"/>
            </a:xfrm>
            <a:custGeom>
              <a:avLst/>
              <a:pathLst>
                <a:path w="2031022" h="10">
                  <a:moveTo>
                    <a:pt x="0" y="10"/>
                  </a:moveTo>
                  <a:lnTo>
                    <a:pt x="130422" y="9"/>
                  </a:lnTo>
                  <a:lnTo>
                    <a:pt x="245462" y="9"/>
                  </a:lnTo>
                  <a:lnTo>
                    <a:pt x="348369" y="8"/>
                  </a:lnTo>
                  <a:lnTo>
                    <a:pt x="441460" y="8"/>
                  </a:lnTo>
                  <a:lnTo>
                    <a:pt x="526446" y="7"/>
                  </a:lnTo>
                  <a:lnTo>
                    <a:pt x="604625" y="7"/>
                  </a:lnTo>
                  <a:lnTo>
                    <a:pt x="677007" y="6"/>
                  </a:lnTo>
                  <a:lnTo>
                    <a:pt x="744393" y="6"/>
                  </a:lnTo>
                  <a:lnTo>
                    <a:pt x="807429" y="6"/>
                  </a:lnTo>
                  <a:lnTo>
                    <a:pt x="866642" y="6"/>
                  </a:lnTo>
                  <a:lnTo>
                    <a:pt x="922470" y="5"/>
                  </a:lnTo>
                  <a:lnTo>
                    <a:pt x="975278" y="5"/>
                  </a:lnTo>
                  <a:lnTo>
                    <a:pt x="1025377" y="5"/>
                  </a:lnTo>
                  <a:lnTo>
                    <a:pt x="1073031" y="4"/>
                  </a:lnTo>
                  <a:lnTo>
                    <a:pt x="1118468" y="4"/>
                  </a:lnTo>
                  <a:lnTo>
                    <a:pt x="1161885" y="4"/>
                  </a:lnTo>
                  <a:lnTo>
                    <a:pt x="1203453" y="4"/>
                  </a:lnTo>
                  <a:lnTo>
                    <a:pt x="1243325" y="4"/>
                  </a:lnTo>
                  <a:lnTo>
                    <a:pt x="1281632" y="3"/>
                  </a:lnTo>
                  <a:lnTo>
                    <a:pt x="1318494" y="3"/>
                  </a:lnTo>
                  <a:lnTo>
                    <a:pt x="1354015" y="3"/>
                  </a:lnTo>
                  <a:lnTo>
                    <a:pt x="1388289" y="3"/>
                  </a:lnTo>
                  <a:lnTo>
                    <a:pt x="1421401" y="3"/>
                  </a:lnTo>
                  <a:lnTo>
                    <a:pt x="1453427" y="2"/>
                  </a:lnTo>
                  <a:lnTo>
                    <a:pt x="1484437" y="2"/>
                  </a:lnTo>
                  <a:lnTo>
                    <a:pt x="1514492" y="2"/>
                  </a:lnTo>
                  <a:lnTo>
                    <a:pt x="1543650" y="2"/>
                  </a:lnTo>
                  <a:lnTo>
                    <a:pt x="1571962" y="2"/>
                  </a:lnTo>
                  <a:lnTo>
                    <a:pt x="1599477" y="2"/>
                  </a:lnTo>
                  <a:lnTo>
                    <a:pt x="1626238" y="2"/>
                  </a:lnTo>
                  <a:lnTo>
                    <a:pt x="1652286" y="1"/>
                  </a:lnTo>
                  <a:lnTo>
                    <a:pt x="1677656" y="1"/>
                  </a:lnTo>
                  <a:lnTo>
                    <a:pt x="1702385" y="1"/>
                  </a:lnTo>
                  <a:lnTo>
                    <a:pt x="1726502" y="1"/>
                  </a:lnTo>
                  <a:lnTo>
                    <a:pt x="1750039" y="1"/>
                  </a:lnTo>
                  <a:lnTo>
                    <a:pt x="1773021" y="1"/>
                  </a:lnTo>
                  <a:lnTo>
                    <a:pt x="1795475" y="1"/>
                  </a:lnTo>
                  <a:lnTo>
                    <a:pt x="1817425" y="1"/>
                  </a:lnTo>
                  <a:lnTo>
                    <a:pt x="1838892" y="0"/>
                  </a:lnTo>
                  <a:lnTo>
                    <a:pt x="1859898" y="0"/>
                  </a:lnTo>
                  <a:lnTo>
                    <a:pt x="1880461" y="0"/>
                  </a:lnTo>
                  <a:lnTo>
                    <a:pt x="1900600" y="0"/>
                  </a:lnTo>
                  <a:lnTo>
                    <a:pt x="1920332" y="0"/>
                  </a:lnTo>
                  <a:lnTo>
                    <a:pt x="1939674" y="0"/>
                  </a:lnTo>
                  <a:lnTo>
                    <a:pt x="1958640" y="0"/>
                  </a:lnTo>
                  <a:lnTo>
                    <a:pt x="1977244" y="0"/>
                  </a:lnTo>
                  <a:lnTo>
                    <a:pt x="1995501" y="0"/>
                  </a:lnTo>
                  <a:lnTo>
                    <a:pt x="2013423" y="0"/>
                  </a:lnTo>
                  <a:lnTo>
                    <a:pt x="2031022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2" name="pl291"/>
            <p:cNvSpPr/>
            <p:nvPr/>
          </p:nvSpPr>
          <p:spPr>
            <a:xfrm>
              <a:off x="6896845" y="2302350"/>
              <a:ext cx="2031022" cy="487418"/>
            </a:xfrm>
            <a:custGeom>
              <a:avLst/>
              <a:pathLst>
                <a:path w="2031022" h="487418">
                  <a:moveTo>
                    <a:pt x="0" y="0"/>
                  </a:moveTo>
                  <a:lnTo>
                    <a:pt x="130422" y="31299"/>
                  </a:lnTo>
                  <a:lnTo>
                    <a:pt x="245462" y="58907"/>
                  </a:lnTo>
                  <a:lnTo>
                    <a:pt x="348369" y="83604"/>
                  </a:lnTo>
                  <a:lnTo>
                    <a:pt x="441460" y="105944"/>
                  </a:lnTo>
                  <a:lnTo>
                    <a:pt x="526446" y="126340"/>
                  </a:lnTo>
                  <a:lnTo>
                    <a:pt x="604625" y="145101"/>
                  </a:lnTo>
                  <a:lnTo>
                    <a:pt x="677007" y="162472"/>
                  </a:lnTo>
                  <a:lnTo>
                    <a:pt x="744393" y="178644"/>
                  </a:lnTo>
                  <a:lnTo>
                    <a:pt x="807429" y="193772"/>
                  </a:lnTo>
                  <a:lnTo>
                    <a:pt x="866642" y="207982"/>
                  </a:lnTo>
                  <a:lnTo>
                    <a:pt x="922470" y="221380"/>
                  </a:lnTo>
                  <a:lnTo>
                    <a:pt x="975278" y="234053"/>
                  </a:lnTo>
                  <a:lnTo>
                    <a:pt x="1025377" y="246076"/>
                  </a:lnTo>
                  <a:lnTo>
                    <a:pt x="1073031" y="257513"/>
                  </a:lnTo>
                  <a:lnTo>
                    <a:pt x="1118468" y="268417"/>
                  </a:lnTo>
                  <a:lnTo>
                    <a:pt x="1161885" y="278836"/>
                  </a:lnTo>
                  <a:lnTo>
                    <a:pt x="1203453" y="288812"/>
                  </a:lnTo>
                  <a:lnTo>
                    <a:pt x="1243325" y="298381"/>
                  </a:lnTo>
                  <a:lnTo>
                    <a:pt x="1281632" y="307574"/>
                  </a:lnTo>
                  <a:lnTo>
                    <a:pt x="1318494" y="316420"/>
                  </a:lnTo>
                  <a:lnTo>
                    <a:pt x="1354015" y="324945"/>
                  </a:lnTo>
                  <a:lnTo>
                    <a:pt x="1388289" y="333170"/>
                  </a:lnTo>
                  <a:lnTo>
                    <a:pt x="1421401" y="341117"/>
                  </a:lnTo>
                  <a:lnTo>
                    <a:pt x="1453427" y="348803"/>
                  </a:lnTo>
                  <a:lnTo>
                    <a:pt x="1484437" y="356245"/>
                  </a:lnTo>
                  <a:lnTo>
                    <a:pt x="1514492" y="363457"/>
                  </a:lnTo>
                  <a:lnTo>
                    <a:pt x="1543650" y="370455"/>
                  </a:lnTo>
                  <a:lnTo>
                    <a:pt x="1571962" y="377249"/>
                  </a:lnTo>
                  <a:lnTo>
                    <a:pt x="1599477" y="383853"/>
                  </a:lnTo>
                  <a:lnTo>
                    <a:pt x="1626238" y="390275"/>
                  </a:lnTo>
                  <a:lnTo>
                    <a:pt x="1652286" y="396526"/>
                  </a:lnTo>
                  <a:lnTo>
                    <a:pt x="1677656" y="402615"/>
                  </a:lnTo>
                  <a:lnTo>
                    <a:pt x="1702385" y="408549"/>
                  </a:lnTo>
                  <a:lnTo>
                    <a:pt x="1726502" y="414337"/>
                  </a:lnTo>
                  <a:lnTo>
                    <a:pt x="1750039" y="419985"/>
                  </a:lnTo>
                  <a:lnTo>
                    <a:pt x="1773021" y="425501"/>
                  </a:lnTo>
                  <a:lnTo>
                    <a:pt x="1795475" y="430890"/>
                  </a:lnTo>
                  <a:lnTo>
                    <a:pt x="1817425" y="436157"/>
                  </a:lnTo>
                  <a:lnTo>
                    <a:pt x="1838892" y="441309"/>
                  </a:lnTo>
                  <a:lnTo>
                    <a:pt x="1859898" y="446350"/>
                  </a:lnTo>
                  <a:lnTo>
                    <a:pt x="1880461" y="451285"/>
                  </a:lnTo>
                  <a:lnTo>
                    <a:pt x="1900600" y="456118"/>
                  </a:lnTo>
                  <a:lnTo>
                    <a:pt x="1920332" y="460854"/>
                  </a:lnTo>
                  <a:lnTo>
                    <a:pt x="1939674" y="465495"/>
                  </a:lnTo>
                  <a:lnTo>
                    <a:pt x="1958640" y="470047"/>
                  </a:lnTo>
                  <a:lnTo>
                    <a:pt x="1977244" y="474512"/>
                  </a:lnTo>
                  <a:lnTo>
                    <a:pt x="1995501" y="478893"/>
                  </a:lnTo>
                  <a:lnTo>
                    <a:pt x="2013423" y="483194"/>
                  </a:lnTo>
                  <a:lnTo>
                    <a:pt x="2031022" y="487418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3" name="pl292"/>
            <p:cNvSpPr/>
            <p:nvPr/>
          </p:nvSpPr>
          <p:spPr>
            <a:xfrm>
              <a:off x="6896845" y="2938364"/>
              <a:ext cx="2031022" cy="112369"/>
            </a:xfrm>
            <a:custGeom>
              <a:avLst/>
              <a:pathLst>
                <a:path w="2031022" h="112369">
                  <a:moveTo>
                    <a:pt x="0" y="112369"/>
                  </a:moveTo>
                  <a:lnTo>
                    <a:pt x="130422" y="105153"/>
                  </a:lnTo>
                  <a:lnTo>
                    <a:pt x="245462" y="98788"/>
                  </a:lnTo>
                  <a:lnTo>
                    <a:pt x="348369" y="93095"/>
                  </a:lnTo>
                  <a:lnTo>
                    <a:pt x="441460" y="87944"/>
                  </a:lnTo>
                  <a:lnTo>
                    <a:pt x="526446" y="83242"/>
                  </a:lnTo>
                  <a:lnTo>
                    <a:pt x="604625" y="78917"/>
                  </a:lnTo>
                  <a:lnTo>
                    <a:pt x="677007" y="74912"/>
                  </a:lnTo>
                  <a:lnTo>
                    <a:pt x="744393" y="71184"/>
                  </a:lnTo>
                  <a:lnTo>
                    <a:pt x="807429" y="67696"/>
                  </a:lnTo>
                  <a:lnTo>
                    <a:pt x="866642" y="64420"/>
                  </a:lnTo>
                  <a:lnTo>
                    <a:pt x="922470" y="61332"/>
                  </a:lnTo>
                  <a:lnTo>
                    <a:pt x="975278" y="58410"/>
                  </a:lnTo>
                  <a:lnTo>
                    <a:pt x="1025377" y="55638"/>
                  </a:lnTo>
                  <a:lnTo>
                    <a:pt x="1073031" y="53002"/>
                  </a:lnTo>
                  <a:lnTo>
                    <a:pt x="1118468" y="50488"/>
                  </a:lnTo>
                  <a:lnTo>
                    <a:pt x="1161885" y="48086"/>
                  </a:lnTo>
                  <a:lnTo>
                    <a:pt x="1203453" y="45786"/>
                  </a:lnTo>
                  <a:lnTo>
                    <a:pt x="1243325" y="43580"/>
                  </a:lnTo>
                  <a:lnTo>
                    <a:pt x="1281632" y="41461"/>
                  </a:lnTo>
                  <a:lnTo>
                    <a:pt x="1318494" y="39421"/>
                  </a:lnTo>
                  <a:lnTo>
                    <a:pt x="1354015" y="37456"/>
                  </a:lnTo>
                  <a:lnTo>
                    <a:pt x="1388289" y="35560"/>
                  </a:lnTo>
                  <a:lnTo>
                    <a:pt x="1421401" y="33728"/>
                  </a:lnTo>
                  <a:lnTo>
                    <a:pt x="1453427" y="31956"/>
                  </a:lnTo>
                  <a:lnTo>
                    <a:pt x="1484437" y="30240"/>
                  </a:lnTo>
                  <a:lnTo>
                    <a:pt x="1514492" y="28577"/>
                  </a:lnTo>
                  <a:lnTo>
                    <a:pt x="1543650" y="26964"/>
                  </a:lnTo>
                  <a:lnTo>
                    <a:pt x="1571962" y="25398"/>
                  </a:lnTo>
                  <a:lnTo>
                    <a:pt x="1599477" y="23875"/>
                  </a:lnTo>
                  <a:lnTo>
                    <a:pt x="1626238" y="22395"/>
                  </a:lnTo>
                  <a:lnTo>
                    <a:pt x="1652286" y="20954"/>
                  </a:lnTo>
                  <a:lnTo>
                    <a:pt x="1677656" y="19550"/>
                  </a:lnTo>
                  <a:lnTo>
                    <a:pt x="1702385" y="18182"/>
                  </a:lnTo>
                  <a:lnTo>
                    <a:pt x="1726502" y="16847"/>
                  </a:lnTo>
                  <a:lnTo>
                    <a:pt x="1750039" y="15545"/>
                  </a:lnTo>
                  <a:lnTo>
                    <a:pt x="1773021" y="14274"/>
                  </a:lnTo>
                  <a:lnTo>
                    <a:pt x="1795475" y="13031"/>
                  </a:lnTo>
                  <a:lnTo>
                    <a:pt x="1817425" y="11817"/>
                  </a:lnTo>
                  <a:lnTo>
                    <a:pt x="1838892" y="10629"/>
                  </a:lnTo>
                  <a:lnTo>
                    <a:pt x="1859898" y="9467"/>
                  </a:lnTo>
                  <a:lnTo>
                    <a:pt x="1880461" y="8330"/>
                  </a:lnTo>
                  <a:lnTo>
                    <a:pt x="1900600" y="7215"/>
                  </a:lnTo>
                  <a:lnTo>
                    <a:pt x="1920332" y="6124"/>
                  </a:lnTo>
                  <a:lnTo>
                    <a:pt x="1939674" y="5053"/>
                  </a:lnTo>
                  <a:lnTo>
                    <a:pt x="1958640" y="4004"/>
                  </a:lnTo>
                  <a:lnTo>
                    <a:pt x="1977244" y="2975"/>
                  </a:lnTo>
                  <a:lnTo>
                    <a:pt x="1995501" y="1965"/>
                  </a:lnTo>
                  <a:lnTo>
                    <a:pt x="2013423" y="973"/>
                  </a:lnTo>
                  <a:lnTo>
                    <a:pt x="2031022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4" name="pl293"/>
            <p:cNvSpPr/>
            <p:nvPr/>
          </p:nvSpPr>
          <p:spPr>
            <a:xfrm>
              <a:off x="6896845" y="3053385"/>
              <a:ext cx="2031022" cy="138859"/>
            </a:xfrm>
            <a:custGeom>
              <a:avLst/>
              <a:pathLst>
                <a:path w="2031022" h="138859">
                  <a:moveTo>
                    <a:pt x="0" y="0"/>
                  </a:moveTo>
                  <a:lnTo>
                    <a:pt x="130422" y="8916"/>
                  </a:lnTo>
                  <a:lnTo>
                    <a:pt x="245462" y="16782"/>
                  </a:lnTo>
                  <a:lnTo>
                    <a:pt x="348369" y="23817"/>
                  </a:lnTo>
                  <a:lnTo>
                    <a:pt x="441460" y="30182"/>
                  </a:lnTo>
                  <a:lnTo>
                    <a:pt x="526446" y="35992"/>
                  </a:lnTo>
                  <a:lnTo>
                    <a:pt x="604625" y="41337"/>
                  </a:lnTo>
                  <a:lnTo>
                    <a:pt x="677007" y="46286"/>
                  </a:lnTo>
                  <a:lnTo>
                    <a:pt x="744393" y="50893"/>
                  </a:lnTo>
                  <a:lnTo>
                    <a:pt x="807429" y="55203"/>
                  </a:lnTo>
                  <a:lnTo>
                    <a:pt x="866642" y="59251"/>
                  </a:lnTo>
                  <a:lnTo>
                    <a:pt x="922470" y="63068"/>
                  </a:lnTo>
                  <a:lnTo>
                    <a:pt x="975278" y="66679"/>
                  </a:lnTo>
                  <a:lnTo>
                    <a:pt x="1025377" y="70104"/>
                  </a:lnTo>
                  <a:lnTo>
                    <a:pt x="1073031" y="73362"/>
                  </a:lnTo>
                  <a:lnTo>
                    <a:pt x="1118468" y="76469"/>
                  </a:lnTo>
                  <a:lnTo>
                    <a:pt x="1161885" y="79437"/>
                  </a:lnTo>
                  <a:lnTo>
                    <a:pt x="1203453" y="82279"/>
                  </a:lnTo>
                  <a:lnTo>
                    <a:pt x="1243325" y="85005"/>
                  </a:lnTo>
                  <a:lnTo>
                    <a:pt x="1281632" y="87624"/>
                  </a:lnTo>
                  <a:lnTo>
                    <a:pt x="1318494" y="90144"/>
                  </a:lnTo>
                  <a:lnTo>
                    <a:pt x="1354015" y="92573"/>
                  </a:lnTo>
                  <a:lnTo>
                    <a:pt x="1388289" y="94916"/>
                  </a:lnTo>
                  <a:lnTo>
                    <a:pt x="1421401" y="97180"/>
                  </a:lnTo>
                  <a:lnTo>
                    <a:pt x="1453427" y="99370"/>
                  </a:lnTo>
                  <a:lnTo>
                    <a:pt x="1484437" y="101490"/>
                  </a:lnTo>
                  <a:lnTo>
                    <a:pt x="1514492" y="103545"/>
                  </a:lnTo>
                  <a:lnTo>
                    <a:pt x="1543650" y="105538"/>
                  </a:lnTo>
                  <a:lnTo>
                    <a:pt x="1571962" y="107474"/>
                  </a:lnTo>
                  <a:lnTo>
                    <a:pt x="1599477" y="109355"/>
                  </a:lnTo>
                  <a:lnTo>
                    <a:pt x="1626238" y="111185"/>
                  </a:lnTo>
                  <a:lnTo>
                    <a:pt x="1652286" y="112965"/>
                  </a:lnTo>
                  <a:lnTo>
                    <a:pt x="1677656" y="114700"/>
                  </a:lnTo>
                  <a:lnTo>
                    <a:pt x="1702385" y="116391"/>
                  </a:lnTo>
                  <a:lnTo>
                    <a:pt x="1726502" y="118040"/>
                  </a:lnTo>
                  <a:lnTo>
                    <a:pt x="1750039" y="119649"/>
                  </a:lnTo>
                  <a:lnTo>
                    <a:pt x="1773021" y="121220"/>
                  </a:lnTo>
                  <a:lnTo>
                    <a:pt x="1795475" y="122755"/>
                  </a:lnTo>
                  <a:lnTo>
                    <a:pt x="1817425" y="124256"/>
                  </a:lnTo>
                  <a:lnTo>
                    <a:pt x="1838892" y="125724"/>
                  </a:lnTo>
                  <a:lnTo>
                    <a:pt x="1859898" y="127160"/>
                  </a:lnTo>
                  <a:lnTo>
                    <a:pt x="1880461" y="128566"/>
                  </a:lnTo>
                  <a:lnTo>
                    <a:pt x="1900600" y="129943"/>
                  </a:lnTo>
                  <a:lnTo>
                    <a:pt x="1920332" y="131292"/>
                  </a:lnTo>
                  <a:lnTo>
                    <a:pt x="1939674" y="132614"/>
                  </a:lnTo>
                  <a:lnTo>
                    <a:pt x="1958640" y="133911"/>
                  </a:lnTo>
                  <a:lnTo>
                    <a:pt x="1977244" y="135183"/>
                  </a:lnTo>
                  <a:lnTo>
                    <a:pt x="1995501" y="136431"/>
                  </a:lnTo>
                  <a:lnTo>
                    <a:pt x="2013423" y="137656"/>
                  </a:lnTo>
                  <a:lnTo>
                    <a:pt x="2031022" y="138859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5" name="pl294"/>
            <p:cNvSpPr/>
            <p:nvPr/>
          </p:nvSpPr>
          <p:spPr>
            <a:xfrm>
              <a:off x="6896845" y="2761548"/>
              <a:ext cx="2031022" cy="84373"/>
            </a:xfrm>
            <a:custGeom>
              <a:avLst/>
              <a:pathLst>
                <a:path w="2031022" h="84373">
                  <a:moveTo>
                    <a:pt x="0" y="84373"/>
                  </a:moveTo>
                  <a:lnTo>
                    <a:pt x="130422" y="78955"/>
                  </a:lnTo>
                  <a:lnTo>
                    <a:pt x="245462" y="74176"/>
                  </a:lnTo>
                  <a:lnTo>
                    <a:pt x="348369" y="69901"/>
                  </a:lnTo>
                  <a:lnTo>
                    <a:pt x="441460" y="66034"/>
                  </a:lnTo>
                  <a:lnTo>
                    <a:pt x="526446" y="62503"/>
                  </a:lnTo>
                  <a:lnTo>
                    <a:pt x="604625" y="59256"/>
                  </a:lnTo>
                  <a:lnTo>
                    <a:pt x="677007" y="56249"/>
                  </a:lnTo>
                  <a:lnTo>
                    <a:pt x="744393" y="53449"/>
                  </a:lnTo>
                  <a:lnTo>
                    <a:pt x="807429" y="50831"/>
                  </a:lnTo>
                  <a:lnTo>
                    <a:pt x="866642" y="48371"/>
                  </a:lnTo>
                  <a:lnTo>
                    <a:pt x="922470" y="46051"/>
                  </a:lnTo>
                  <a:lnTo>
                    <a:pt x="975278" y="43858"/>
                  </a:lnTo>
                  <a:lnTo>
                    <a:pt x="1025377" y="41776"/>
                  </a:lnTo>
                  <a:lnTo>
                    <a:pt x="1073031" y="39797"/>
                  </a:lnTo>
                  <a:lnTo>
                    <a:pt x="1118468" y="37909"/>
                  </a:lnTo>
                  <a:lnTo>
                    <a:pt x="1161885" y="36106"/>
                  </a:lnTo>
                  <a:lnTo>
                    <a:pt x="1203453" y="34379"/>
                  </a:lnTo>
                  <a:lnTo>
                    <a:pt x="1243325" y="32722"/>
                  </a:lnTo>
                  <a:lnTo>
                    <a:pt x="1281632" y="31131"/>
                  </a:lnTo>
                  <a:lnTo>
                    <a:pt x="1318494" y="29600"/>
                  </a:lnTo>
                  <a:lnTo>
                    <a:pt x="1354015" y="28124"/>
                  </a:lnTo>
                  <a:lnTo>
                    <a:pt x="1388289" y="26700"/>
                  </a:lnTo>
                  <a:lnTo>
                    <a:pt x="1421401" y="25325"/>
                  </a:lnTo>
                  <a:lnTo>
                    <a:pt x="1453427" y="23994"/>
                  </a:lnTo>
                  <a:lnTo>
                    <a:pt x="1484437" y="22706"/>
                  </a:lnTo>
                  <a:lnTo>
                    <a:pt x="1514492" y="21457"/>
                  </a:lnTo>
                  <a:lnTo>
                    <a:pt x="1543650" y="20246"/>
                  </a:lnTo>
                  <a:lnTo>
                    <a:pt x="1571962" y="19070"/>
                  </a:lnTo>
                  <a:lnTo>
                    <a:pt x="1599477" y="17927"/>
                  </a:lnTo>
                  <a:lnTo>
                    <a:pt x="1626238" y="16815"/>
                  </a:lnTo>
                  <a:lnTo>
                    <a:pt x="1652286" y="15733"/>
                  </a:lnTo>
                  <a:lnTo>
                    <a:pt x="1677656" y="14679"/>
                  </a:lnTo>
                  <a:lnTo>
                    <a:pt x="1702385" y="13652"/>
                  </a:lnTo>
                  <a:lnTo>
                    <a:pt x="1726502" y="12650"/>
                  </a:lnTo>
                  <a:lnTo>
                    <a:pt x="1750039" y="11672"/>
                  </a:lnTo>
                  <a:lnTo>
                    <a:pt x="1773021" y="10717"/>
                  </a:lnTo>
                  <a:lnTo>
                    <a:pt x="1795475" y="9785"/>
                  </a:lnTo>
                  <a:lnTo>
                    <a:pt x="1817425" y="8873"/>
                  </a:lnTo>
                  <a:lnTo>
                    <a:pt x="1838892" y="7981"/>
                  </a:lnTo>
                  <a:lnTo>
                    <a:pt x="1859898" y="7108"/>
                  </a:lnTo>
                  <a:lnTo>
                    <a:pt x="1880461" y="6254"/>
                  </a:lnTo>
                  <a:lnTo>
                    <a:pt x="1900600" y="5418"/>
                  </a:lnTo>
                  <a:lnTo>
                    <a:pt x="1920332" y="4598"/>
                  </a:lnTo>
                  <a:lnTo>
                    <a:pt x="1939674" y="3794"/>
                  </a:lnTo>
                  <a:lnTo>
                    <a:pt x="1958640" y="3006"/>
                  </a:lnTo>
                  <a:lnTo>
                    <a:pt x="1977244" y="2234"/>
                  </a:lnTo>
                  <a:lnTo>
                    <a:pt x="1995501" y="1475"/>
                  </a:lnTo>
                  <a:lnTo>
                    <a:pt x="2013423" y="731"/>
                  </a:lnTo>
                  <a:lnTo>
                    <a:pt x="2031022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6" name="rc295"/>
            <p:cNvSpPr/>
            <p:nvPr/>
          </p:nvSpPr>
          <p:spPr>
            <a:xfrm>
              <a:off x="6742685" y="1353673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297" name="pl296"/>
            <p:cNvSpPr/>
            <p:nvPr/>
          </p:nvSpPr>
          <p:spPr>
            <a:xfrm>
              <a:off x="6742685" y="1353673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l297"/>
            <p:cNvSpPr/>
            <p:nvPr/>
          </p:nvSpPr>
          <p:spPr>
            <a:xfrm>
              <a:off x="6704728" y="299677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l298"/>
            <p:cNvSpPr/>
            <p:nvPr/>
          </p:nvSpPr>
          <p:spPr>
            <a:xfrm>
              <a:off x="6704728" y="238243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l299"/>
            <p:cNvSpPr/>
            <p:nvPr/>
          </p:nvSpPr>
          <p:spPr>
            <a:xfrm>
              <a:off x="6704728" y="176809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l300"/>
            <p:cNvSpPr/>
            <p:nvPr/>
          </p:nvSpPr>
          <p:spPr>
            <a:xfrm>
              <a:off x="6742685" y="3438049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l301"/>
            <p:cNvSpPr/>
            <p:nvPr/>
          </p:nvSpPr>
          <p:spPr>
            <a:xfrm>
              <a:off x="6896845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l302"/>
            <p:cNvSpPr/>
            <p:nvPr/>
          </p:nvSpPr>
          <p:spPr>
            <a:xfrm>
              <a:off x="7573852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l303"/>
            <p:cNvSpPr/>
            <p:nvPr/>
          </p:nvSpPr>
          <p:spPr>
            <a:xfrm>
              <a:off x="8250860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l304"/>
            <p:cNvSpPr/>
            <p:nvPr/>
          </p:nvSpPr>
          <p:spPr>
            <a:xfrm>
              <a:off x="8927867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tx305"/>
            <p:cNvSpPr/>
            <p:nvPr/>
          </p:nvSpPr>
          <p:spPr>
            <a:xfrm>
              <a:off x="6742685" y="1110514"/>
              <a:ext cx="779891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(c) LDMC</a:t>
              </a:r>
            </a:p>
          </p:txBody>
        </p:sp>
        <p:sp>
          <p:nvSpPr>
            <p:cNvPr id="307" name="rc306"/>
            <p:cNvSpPr/>
            <p:nvPr/>
          </p:nvSpPr>
          <p:spPr>
            <a:xfrm>
              <a:off x="9362389" y="1353673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08" name="pt307"/>
            <p:cNvSpPr/>
            <p:nvPr/>
          </p:nvSpPr>
          <p:spPr>
            <a:xfrm>
              <a:off x="9460025" y="291819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09" name="pt308"/>
            <p:cNvSpPr/>
            <p:nvPr/>
          </p:nvSpPr>
          <p:spPr>
            <a:xfrm>
              <a:off x="9438939" y="273633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0" name="pt309"/>
            <p:cNvSpPr/>
            <p:nvPr/>
          </p:nvSpPr>
          <p:spPr>
            <a:xfrm>
              <a:off x="9470984" y="2628421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1" name="pt310"/>
            <p:cNvSpPr/>
            <p:nvPr/>
          </p:nvSpPr>
          <p:spPr>
            <a:xfrm>
              <a:off x="9485615" y="304581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2" name="pt311"/>
            <p:cNvSpPr/>
            <p:nvPr/>
          </p:nvSpPr>
          <p:spPr>
            <a:xfrm>
              <a:off x="9496569" y="3109202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3" name="pt312"/>
            <p:cNvSpPr/>
            <p:nvPr/>
          </p:nvSpPr>
          <p:spPr>
            <a:xfrm>
              <a:off x="9472207" y="189907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4" name="pt313"/>
            <p:cNvSpPr/>
            <p:nvPr/>
          </p:nvSpPr>
          <p:spPr>
            <a:xfrm>
              <a:off x="9446972" y="292775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5" name="pt314"/>
            <p:cNvSpPr/>
            <p:nvPr/>
          </p:nvSpPr>
          <p:spPr>
            <a:xfrm>
              <a:off x="9499842" y="247281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6" name="pt315"/>
            <p:cNvSpPr/>
            <p:nvPr/>
          </p:nvSpPr>
          <p:spPr>
            <a:xfrm>
              <a:off x="9459886" y="290878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7" name="pt316"/>
            <p:cNvSpPr/>
            <p:nvPr/>
          </p:nvSpPr>
          <p:spPr>
            <a:xfrm>
              <a:off x="9477675" y="303780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8" name="pt317"/>
            <p:cNvSpPr/>
            <p:nvPr/>
          </p:nvSpPr>
          <p:spPr>
            <a:xfrm>
              <a:off x="10106123" y="272290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19" name="pt318"/>
            <p:cNvSpPr/>
            <p:nvPr/>
          </p:nvSpPr>
          <p:spPr>
            <a:xfrm>
              <a:off x="10129214" y="293189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0" name="pt319"/>
            <p:cNvSpPr/>
            <p:nvPr/>
          </p:nvSpPr>
          <p:spPr>
            <a:xfrm>
              <a:off x="10183029" y="231274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1" name="pt320"/>
            <p:cNvSpPr/>
            <p:nvPr/>
          </p:nvSpPr>
          <p:spPr>
            <a:xfrm>
              <a:off x="10116043" y="300355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2" name="pt321"/>
            <p:cNvSpPr/>
            <p:nvPr/>
          </p:nvSpPr>
          <p:spPr>
            <a:xfrm>
              <a:off x="10107734" y="289232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3" name="pt322"/>
            <p:cNvSpPr/>
            <p:nvPr/>
          </p:nvSpPr>
          <p:spPr>
            <a:xfrm>
              <a:off x="10142501" y="246811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4" name="pt323"/>
            <p:cNvSpPr/>
            <p:nvPr/>
          </p:nvSpPr>
          <p:spPr>
            <a:xfrm>
              <a:off x="10156876" y="311529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5" name="pt324"/>
            <p:cNvSpPr/>
            <p:nvPr/>
          </p:nvSpPr>
          <p:spPr>
            <a:xfrm>
              <a:off x="10162465" y="292543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6" name="pt325"/>
            <p:cNvSpPr/>
            <p:nvPr/>
          </p:nvSpPr>
          <p:spPr>
            <a:xfrm>
              <a:off x="10195945" y="277196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7" name="pt326"/>
            <p:cNvSpPr/>
            <p:nvPr/>
          </p:nvSpPr>
          <p:spPr>
            <a:xfrm>
              <a:off x="10168178" y="146949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8" name="pt327"/>
            <p:cNvSpPr/>
            <p:nvPr/>
          </p:nvSpPr>
          <p:spPr>
            <a:xfrm>
              <a:off x="10120357" y="200098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29" name="pt328"/>
            <p:cNvSpPr/>
            <p:nvPr/>
          </p:nvSpPr>
          <p:spPr>
            <a:xfrm>
              <a:off x="10110930" y="279143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0" name="pt329"/>
            <p:cNvSpPr/>
            <p:nvPr/>
          </p:nvSpPr>
          <p:spPr>
            <a:xfrm>
              <a:off x="10185909" y="270368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1" name="pt330"/>
            <p:cNvSpPr/>
            <p:nvPr/>
          </p:nvSpPr>
          <p:spPr>
            <a:xfrm>
              <a:off x="10168986" y="309743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2" name="pt331"/>
            <p:cNvSpPr/>
            <p:nvPr/>
          </p:nvSpPr>
          <p:spPr>
            <a:xfrm>
              <a:off x="10168294" y="280740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3" name="pt332"/>
            <p:cNvSpPr/>
            <p:nvPr/>
          </p:nvSpPr>
          <p:spPr>
            <a:xfrm>
              <a:off x="10194419" y="270516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4" name="pt333"/>
            <p:cNvSpPr/>
            <p:nvPr/>
          </p:nvSpPr>
          <p:spPr>
            <a:xfrm>
              <a:off x="10151627" y="298537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5" name="pt334"/>
            <p:cNvSpPr/>
            <p:nvPr/>
          </p:nvSpPr>
          <p:spPr>
            <a:xfrm>
              <a:off x="10125845" y="288418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6" name="pt335"/>
            <p:cNvSpPr/>
            <p:nvPr/>
          </p:nvSpPr>
          <p:spPr>
            <a:xfrm>
              <a:off x="10794254" y="3314004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7" name="pt336"/>
            <p:cNvSpPr/>
            <p:nvPr/>
          </p:nvSpPr>
          <p:spPr>
            <a:xfrm>
              <a:off x="10789160" y="291706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8" name="pt337"/>
            <p:cNvSpPr/>
            <p:nvPr/>
          </p:nvSpPr>
          <p:spPr>
            <a:xfrm>
              <a:off x="10849956" y="2888372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39" name="pt338"/>
            <p:cNvSpPr/>
            <p:nvPr/>
          </p:nvSpPr>
          <p:spPr>
            <a:xfrm>
              <a:off x="10800595" y="268128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0" name="pt339"/>
            <p:cNvSpPr/>
            <p:nvPr/>
          </p:nvSpPr>
          <p:spPr>
            <a:xfrm>
              <a:off x="10790501" y="185695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1" name="pt340"/>
            <p:cNvSpPr/>
            <p:nvPr/>
          </p:nvSpPr>
          <p:spPr>
            <a:xfrm>
              <a:off x="10854389" y="172044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2" name="pt341"/>
            <p:cNvSpPr/>
            <p:nvPr/>
          </p:nvSpPr>
          <p:spPr>
            <a:xfrm>
              <a:off x="10863278" y="227923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3" name="pt342"/>
            <p:cNvSpPr/>
            <p:nvPr/>
          </p:nvSpPr>
          <p:spPr>
            <a:xfrm>
              <a:off x="10878646" y="248582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4" name="pt343"/>
            <p:cNvSpPr/>
            <p:nvPr/>
          </p:nvSpPr>
          <p:spPr>
            <a:xfrm>
              <a:off x="10861259" y="249923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5" name="pt344"/>
            <p:cNvSpPr/>
            <p:nvPr/>
          </p:nvSpPr>
          <p:spPr>
            <a:xfrm>
              <a:off x="10876115" y="235838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6" name="pt345"/>
            <p:cNvSpPr/>
            <p:nvPr/>
          </p:nvSpPr>
          <p:spPr>
            <a:xfrm>
              <a:off x="10839568" y="245027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7" name="pt346"/>
            <p:cNvSpPr/>
            <p:nvPr/>
          </p:nvSpPr>
          <p:spPr>
            <a:xfrm>
              <a:off x="10854994" y="234801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8" name="pt347"/>
            <p:cNvSpPr/>
            <p:nvPr/>
          </p:nvSpPr>
          <p:spPr>
            <a:xfrm>
              <a:off x="10793223" y="294212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49" name="pt348"/>
            <p:cNvSpPr/>
            <p:nvPr/>
          </p:nvSpPr>
          <p:spPr>
            <a:xfrm>
              <a:off x="10851806" y="275408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0" name="pt349"/>
            <p:cNvSpPr/>
            <p:nvPr/>
          </p:nvSpPr>
          <p:spPr>
            <a:xfrm>
              <a:off x="10847762" y="288452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1" name="pt350"/>
            <p:cNvSpPr/>
            <p:nvPr/>
          </p:nvSpPr>
          <p:spPr>
            <a:xfrm>
              <a:off x="10870317" y="219460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2" name="pt351"/>
            <p:cNvSpPr/>
            <p:nvPr/>
          </p:nvSpPr>
          <p:spPr>
            <a:xfrm>
              <a:off x="10821684" y="235817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3" name="pt352"/>
            <p:cNvSpPr/>
            <p:nvPr/>
          </p:nvSpPr>
          <p:spPr>
            <a:xfrm>
              <a:off x="10875496" y="271506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4" name="pt353"/>
            <p:cNvSpPr/>
            <p:nvPr/>
          </p:nvSpPr>
          <p:spPr>
            <a:xfrm>
              <a:off x="10824176" y="244608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5" name="pt354"/>
            <p:cNvSpPr/>
            <p:nvPr/>
          </p:nvSpPr>
          <p:spPr>
            <a:xfrm>
              <a:off x="10872130" y="1419117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6" name="pt355"/>
            <p:cNvSpPr/>
            <p:nvPr/>
          </p:nvSpPr>
          <p:spPr>
            <a:xfrm>
              <a:off x="11505371" y="247368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7" name="pt356"/>
            <p:cNvSpPr/>
            <p:nvPr/>
          </p:nvSpPr>
          <p:spPr>
            <a:xfrm>
              <a:off x="11471245" y="2676903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8" name="pt357"/>
            <p:cNvSpPr/>
            <p:nvPr/>
          </p:nvSpPr>
          <p:spPr>
            <a:xfrm>
              <a:off x="11480552" y="247848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59" name="pt358"/>
            <p:cNvSpPr/>
            <p:nvPr/>
          </p:nvSpPr>
          <p:spPr>
            <a:xfrm>
              <a:off x="11532921" y="245847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0" name="pt359"/>
            <p:cNvSpPr/>
            <p:nvPr/>
          </p:nvSpPr>
          <p:spPr>
            <a:xfrm>
              <a:off x="11529996" y="258476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1" name="pt360"/>
            <p:cNvSpPr/>
            <p:nvPr/>
          </p:nvSpPr>
          <p:spPr>
            <a:xfrm>
              <a:off x="11486850" y="249477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2" name="pt361"/>
            <p:cNvSpPr/>
            <p:nvPr/>
          </p:nvSpPr>
          <p:spPr>
            <a:xfrm>
              <a:off x="11538431" y="228948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3" name="pt362"/>
            <p:cNvSpPr/>
            <p:nvPr/>
          </p:nvSpPr>
          <p:spPr>
            <a:xfrm>
              <a:off x="11511773" y="2466630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4" name="pt363"/>
            <p:cNvSpPr/>
            <p:nvPr/>
          </p:nvSpPr>
          <p:spPr>
            <a:xfrm>
              <a:off x="11516657" y="286903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5" name="pt364"/>
            <p:cNvSpPr/>
            <p:nvPr/>
          </p:nvSpPr>
          <p:spPr>
            <a:xfrm>
              <a:off x="11474123" y="198889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6" name="pt365"/>
            <p:cNvSpPr/>
            <p:nvPr/>
          </p:nvSpPr>
          <p:spPr>
            <a:xfrm>
              <a:off x="11487380" y="286936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7" name="pt366"/>
            <p:cNvSpPr/>
            <p:nvPr/>
          </p:nvSpPr>
          <p:spPr>
            <a:xfrm>
              <a:off x="11491412" y="2838818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8" name="pt367"/>
            <p:cNvSpPr/>
            <p:nvPr/>
          </p:nvSpPr>
          <p:spPr>
            <a:xfrm>
              <a:off x="11476198" y="268348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69" name="pt368"/>
            <p:cNvSpPr/>
            <p:nvPr/>
          </p:nvSpPr>
          <p:spPr>
            <a:xfrm>
              <a:off x="11508764" y="251991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0" name="pt369"/>
            <p:cNvSpPr/>
            <p:nvPr/>
          </p:nvSpPr>
          <p:spPr>
            <a:xfrm>
              <a:off x="11555935" y="254996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1" name="pt370"/>
            <p:cNvSpPr/>
            <p:nvPr/>
          </p:nvSpPr>
          <p:spPr>
            <a:xfrm>
              <a:off x="11539521" y="2867582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2" name="pt371"/>
            <p:cNvSpPr/>
            <p:nvPr/>
          </p:nvSpPr>
          <p:spPr>
            <a:xfrm>
              <a:off x="11491213" y="2326894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3" name="pt372"/>
            <p:cNvSpPr/>
            <p:nvPr/>
          </p:nvSpPr>
          <p:spPr>
            <a:xfrm>
              <a:off x="11474698" y="256277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4" name="pt373"/>
            <p:cNvSpPr/>
            <p:nvPr/>
          </p:nvSpPr>
          <p:spPr>
            <a:xfrm>
              <a:off x="11493218" y="268981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5" name="pt374"/>
            <p:cNvSpPr/>
            <p:nvPr/>
          </p:nvSpPr>
          <p:spPr>
            <a:xfrm>
              <a:off x="11513314" y="25676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6" name="pt375"/>
            <p:cNvSpPr/>
            <p:nvPr/>
          </p:nvSpPr>
          <p:spPr>
            <a:xfrm>
              <a:off x="11546965" y="269652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7" name="pt376"/>
            <p:cNvSpPr/>
            <p:nvPr/>
          </p:nvSpPr>
          <p:spPr>
            <a:xfrm>
              <a:off x="11492431" y="211786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8" name="pt377"/>
            <p:cNvSpPr/>
            <p:nvPr/>
          </p:nvSpPr>
          <p:spPr>
            <a:xfrm>
              <a:off x="11543537" y="259728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79" name="pt378"/>
            <p:cNvSpPr/>
            <p:nvPr/>
          </p:nvSpPr>
          <p:spPr>
            <a:xfrm>
              <a:off x="11509492" y="249865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380" name="pl379"/>
            <p:cNvSpPr/>
            <p:nvPr/>
          </p:nvSpPr>
          <p:spPr>
            <a:xfrm>
              <a:off x="9492769" y="2481020"/>
              <a:ext cx="2052303" cy="261396"/>
            </a:xfrm>
            <a:custGeom>
              <a:avLst/>
              <a:pathLst>
                <a:path w="2052303" h="261396">
                  <a:moveTo>
                    <a:pt x="0" y="261396"/>
                  </a:moveTo>
                  <a:lnTo>
                    <a:pt x="131788" y="244610"/>
                  </a:lnTo>
                  <a:lnTo>
                    <a:pt x="248034" y="229804"/>
                  </a:lnTo>
                  <a:lnTo>
                    <a:pt x="352020" y="216560"/>
                  </a:lnTo>
                  <a:lnTo>
                    <a:pt x="446086" y="204579"/>
                  </a:lnTo>
                  <a:lnTo>
                    <a:pt x="531962" y="193641"/>
                  </a:lnTo>
                  <a:lnTo>
                    <a:pt x="610960" y="183579"/>
                  </a:lnTo>
                  <a:lnTo>
                    <a:pt x="684101" y="174264"/>
                  </a:lnTo>
                  <a:lnTo>
                    <a:pt x="752193" y="165591"/>
                  </a:lnTo>
                  <a:lnTo>
                    <a:pt x="815889" y="157478"/>
                  </a:lnTo>
                  <a:lnTo>
                    <a:pt x="875723" y="149857"/>
                  </a:lnTo>
                  <a:lnTo>
                    <a:pt x="932135" y="142672"/>
                  </a:lnTo>
                  <a:lnTo>
                    <a:pt x="985497" y="135876"/>
                  </a:lnTo>
                  <a:lnTo>
                    <a:pt x="1036121" y="129428"/>
                  </a:lnTo>
                  <a:lnTo>
                    <a:pt x="1084274" y="123295"/>
                  </a:lnTo>
                  <a:lnTo>
                    <a:pt x="1130187" y="117447"/>
                  </a:lnTo>
                  <a:lnTo>
                    <a:pt x="1174059" y="111859"/>
                  </a:lnTo>
                  <a:lnTo>
                    <a:pt x="1216063" y="106509"/>
                  </a:lnTo>
                  <a:lnTo>
                    <a:pt x="1256352" y="101378"/>
                  </a:lnTo>
                  <a:lnTo>
                    <a:pt x="1295061" y="96447"/>
                  </a:lnTo>
                  <a:lnTo>
                    <a:pt x="1332309" y="91703"/>
                  </a:lnTo>
                  <a:lnTo>
                    <a:pt x="1368202" y="87132"/>
                  </a:lnTo>
                  <a:lnTo>
                    <a:pt x="1402835" y="82720"/>
                  </a:lnTo>
                  <a:lnTo>
                    <a:pt x="1436294" y="78459"/>
                  </a:lnTo>
                  <a:lnTo>
                    <a:pt x="1468656" y="74337"/>
                  </a:lnTo>
                  <a:lnTo>
                    <a:pt x="1499990" y="70346"/>
                  </a:lnTo>
                  <a:lnTo>
                    <a:pt x="1530361" y="66478"/>
                  </a:lnTo>
                  <a:lnTo>
                    <a:pt x="1559824" y="62725"/>
                  </a:lnTo>
                  <a:lnTo>
                    <a:pt x="1588433" y="59081"/>
                  </a:lnTo>
                  <a:lnTo>
                    <a:pt x="1616236" y="55540"/>
                  </a:lnTo>
                  <a:lnTo>
                    <a:pt x="1643278" y="52096"/>
                  </a:lnTo>
                  <a:lnTo>
                    <a:pt x="1669598" y="48744"/>
                  </a:lnTo>
                  <a:lnTo>
                    <a:pt x="1695234" y="45478"/>
                  </a:lnTo>
                  <a:lnTo>
                    <a:pt x="1720222" y="42296"/>
                  </a:lnTo>
                  <a:lnTo>
                    <a:pt x="1744592" y="39192"/>
                  </a:lnTo>
                  <a:lnTo>
                    <a:pt x="1768375" y="36163"/>
                  </a:lnTo>
                  <a:lnTo>
                    <a:pt x="1791599" y="33205"/>
                  </a:lnTo>
                  <a:lnTo>
                    <a:pt x="1814288" y="30315"/>
                  </a:lnTo>
                  <a:lnTo>
                    <a:pt x="1836468" y="27490"/>
                  </a:lnTo>
                  <a:lnTo>
                    <a:pt x="1858160" y="24727"/>
                  </a:lnTo>
                  <a:lnTo>
                    <a:pt x="1879385" y="22024"/>
                  </a:lnTo>
                  <a:lnTo>
                    <a:pt x="1900164" y="19377"/>
                  </a:lnTo>
                  <a:lnTo>
                    <a:pt x="1920514" y="16785"/>
                  </a:lnTo>
                  <a:lnTo>
                    <a:pt x="1940453" y="14245"/>
                  </a:lnTo>
                  <a:lnTo>
                    <a:pt x="1959997" y="11756"/>
                  </a:lnTo>
                  <a:lnTo>
                    <a:pt x="1979162" y="9315"/>
                  </a:lnTo>
                  <a:lnTo>
                    <a:pt x="1997962" y="6921"/>
                  </a:lnTo>
                  <a:lnTo>
                    <a:pt x="2016410" y="4571"/>
                  </a:lnTo>
                  <a:lnTo>
                    <a:pt x="2034520" y="2265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1" name="pl380"/>
            <p:cNvSpPr/>
            <p:nvPr/>
          </p:nvSpPr>
          <p:spPr>
            <a:xfrm>
              <a:off x="9492769" y="2568216"/>
              <a:ext cx="2052303" cy="495175"/>
            </a:xfrm>
            <a:custGeom>
              <a:avLst/>
              <a:pathLst>
                <a:path w="2052303" h="495175">
                  <a:moveTo>
                    <a:pt x="0" y="495175"/>
                  </a:moveTo>
                  <a:lnTo>
                    <a:pt x="131788" y="463377"/>
                  </a:lnTo>
                  <a:lnTo>
                    <a:pt x="248034" y="435329"/>
                  </a:lnTo>
                  <a:lnTo>
                    <a:pt x="352020" y="410240"/>
                  </a:lnTo>
                  <a:lnTo>
                    <a:pt x="446086" y="387544"/>
                  </a:lnTo>
                  <a:lnTo>
                    <a:pt x="531962" y="366824"/>
                  </a:lnTo>
                  <a:lnTo>
                    <a:pt x="610960" y="347763"/>
                  </a:lnTo>
                  <a:lnTo>
                    <a:pt x="684101" y="330116"/>
                  </a:lnTo>
                  <a:lnTo>
                    <a:pt x="752193" y="313687"/>
                  </a:lnTo>
                  <a:lnTo>
                    <a:pt x="815889" y="298319"/>
                  </a:lnTo>
                  <a:lnTo>
                    <a:pt x="875723" y="283882"/>
                  </a:lnTo>
                  <a:lnTo>
                    <a:pt x="932135" y="270271"/>
                  </a:lnTo>
                  <a:lnTo>
                    <a:pt x="985497" y="257396"/>
                  </a:lnTo>
                  <a:lnTo>
                    <a:pt x="1036121" y="245182"/>
                  </a:lnTo>
                  <a:lnTo>
                    <a:pt x="1084274" y="233563"/>
                  </a:lnTo>
                  <a:lnTo>
                    <a:pt x="1130187" y="222486"/>
                  </a:lnTo>
                  <a:lnTo>
                    <a:pt x="1174059" y="211900"/>
                  </a:lnTo>
                  <a:lnTo>
                    <a:pt x="1216063" y="201766"/>
                  </a:lnTo>
                  <a:lnTo>
                    <a:pt x="1256352" y="192045"/>
                  </a:lnTo>
                  <a:lnTo>
                    <a:pt x="1295061" y="182705"/>
                  </a:lnTo>
                  <a:lnTo>
                    <a:pt x="1332309" y="173718"/>
                  </a:lnTo>
                  <a:lnTo>
                    <a:pt x="1368202" y="165058"/>
                  </a:lnTo>
                  <a:lnTo>
                    <a:pt x="1402835" y="156702"/>
                  </a:lnTo>
                  <a:lnTo>
                    <a:pt x="1436294" y="148629"/>
                  </a:lnTo>
                  <a:lnTo>
                    <a:pt x="1468656" y="140820"/>
                  </a:lnTo>
                  <a:lnTo>
                    <a:pt x="1499990" y="133260"/>
                  </a:lnTo>
                  <a:lnTo>
                    <a:pt x="1530361" y="125933"/>
                  </a:lnTo>
                  <a:lnTo>
                    <a:pt x="1559824" y="118824"/>
                  </a:lnTo>
                  <a:lnTo>
                    <a:pt x="1588433" y="111921"/>
                  </a:lnTo>
                  <a:lnTo>
                    <a:pt x="1616236" y="105213"/>
                  </a:lnTo>
                  <a:lnTo>
                    <a:pt x="1643278" y="98688"/>
                  </a:lnTo>
                  <a:lnTo>
                    <a:pt x="1669598" y="92338"/>
                  </a:lnTo>
                  <a:lnTo>
                    <a:pt x="1695234" y="86152"/>
                  </a:lnTo>
                  <a:lnTo>
                    <a:pt x="1720222" y="80123"/>
                  </a:lnTo>
                  <a:lnTo>
                    <a:pt x="1744592" y="74243"/>
                  </a:lnTo>
                  <a:lnTo>
                    <a:pt x="1768375" y="68505"/>
                  </a:lnTo>
                  <a:lnTo>
                    <a:pt x="1791599" y="62902"/>
                  </a:lnTo>
                  <a:lnTo>
                    <a:pt x="1814288" y="57427"/>
                  </a:lnTo>
                  <a:lnTo>
                    <a:pt x="1836468" y="52076"/>
                  </a:lnTo>
                  <a:lnTo>
                    <a:pt x="1858160" y="46842"/>
                  </a:lnTo>
                  <a:lnTo>
                    <a:pt x="1879385" y="41721"/>
                  </a:lnTo>
                  <a:lnTo>
                    <a:pt x="1900164" y="36707"/>
                  </a:lnTo>
                  <a:lnTo>
                    <a:pt x="1920514" y="31797"/>
                  </a:lnTo>
                  <a:lnTo>
                    <a:pt x="1940453" y="26986"/>
                  </a:lnTo>
                  <a:lnTo>
                    <a:pt x="1959997" y="22271"/>
                  </a:lnTo>
                  <a:lnTo>
                    <a:pt x="1979162" y="17647"/>
                  </a:lnTo>
                  <a:lnTo>
                    <a:pt x="1997962" y="13111"/>
                  </a:lnTo>
                  <a:lnTo>
                    <a:pt x="2016410" y="8660"/>
                  </a:lnTo>
                  <a:lnTo>
                    <a:pt x="2034520" y="4290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l381"/>
            <p:cNvSpPr/>
            <p:nvPr/>
          </p:nvSpPr>
          <p:spPr>
            <a:xfrm>
              <a:off x="9492769" y="2653631"/>
              <a:ext cx="2052303" cy="82935"/>
            </a:xfrm>
            <a:custGeom>
              <a:avLst/>
              <a:pathLst>
                <a:path w="2052303" h="82935">
                  <a:moveTo>
                    <a:pt x="0" y="82935"/>
                  </a:moveTo>
                  <a:lnTo>
                    <a:pt x="131788" y="77609"/>
                  </a:lnTo>
                  <a:lnTo>
                    <a:pt x="248034" y="72912"/>
                  </a:lnTo>
                  <a:lnTo>
                    <a:pt x="352020" y="68710"/>
                  </a:lnTo>
                  <a:lnTo>
                    <a:pt x="446086" y="64908"/>
                  </a:lnTo>
                  <a:lnTo>
                    <a:pt x="531962" y="61438"/>
                  </a:lnTo>
                  <a:lnTo>
                    <a:pt x="610960" y="58246"/>
                  </a:lnTo>
                  <a:lnTo>
                    <a:pt x="684101" y="55290"/>
                  </a:lnTo>
                  <a:lnTo>
                    <a:pt x="752193" y="52538"/>
                  </a:lnTo>
                  <a:lnTo>
                    <a:pt x="815889" y="49964"/>
                  </a:lnTo>
                  <a:lnTo>
                    <a:pt x="875723" y="47546"/>
                  </a:lnTo>
                  <a:lnTo>
                    <a:pt x="932135" y="45267"/>
                  </a:lnTo>
                  <a:lnTo>
                    <a:pt x="985497" y="43110"/>
                  </a:lnTo>
                  <a:lnTo>
                    <a:pt x="1036121" y="41064"/>
                  </a:lnTo>
                  <a:lnTo>
                    <a:pt x="1084274" y="39118"/>
                  </a:lnTo>
                  <a:lnTo>
                    <a:pt x="1130187" y="37263"/>
                  </a:lnTo>
                  <a:lnTo>
                    <a:pt x="1174059" y="35490"/>
                  </a:lnTo>
                  <a:lnTo>
                    <a:pt x="1216063" y="33793"/>
                  </a:lnTo>
                  <a:lnTo>
                    <a:pt x="1256352" y="32165"/>
                  </a:lnTo>
                  <a:lnTo>
                    <a:pt x="1295061" y="30600"/>
                  </a:lnTo>
                  <a:lnTo>
                    <a:pt x="1332309" y="29095"/>
                  </a:lnTo>
                  <a:lnTo>
                    <a:pt x="1368202" y="27645"/>
                  </a:lnTo>
                  <a:lnTo>
                    <a:pt x="1402835" y="26245"/>
                  </a:lnTo>
                  <a:lnTo>
                    <a:pt x="1436294" y="24893"/>
                  </a:lnTo>
                  <a:lnTo>
                    <a:pt x="1468656" y="23585"/>
                  </a:lnTo>
                  <a:lnTo>
                    <a:pt x="1499990" y="22319"/>
                  </a:lnTo>
                  <a:lnTo>
                    <a:pt x="1530361" y="21092"/>
                  </a:lnTo>
                  <a:lnTo>
                    <a:pt x="1559824" y="19901"/>
                  </a:lnTo>
                  <a:lnTo>
                    <a:pt x="1588433" y="18745"/>
                  </a:lnTo>
                  <a:lnTo>
                    <a:pt x="1616236" y="17621"/>
                  </a:lnTo>
                  <a:lnTo>
                    <a:pt x="1643278" y="16529"/>
                  </a:lnTo>
                  <a:lnTo>
                    <a:pt x="1669598" y="15465"/>
                  </a:lnTo>
                  <a:lnTo>
                    <a:pt x="1695234" y="14429"/>
                  </a:lnTo>
                  <a:lnTo>
                    <a:pt x="1720222" y="13419"/>
                  </a:lnTo>
                  <a:lnTo>
                    <a:pt x="1744592" y="12434"/>
                  </a:lnTo>
                  <a:lnTo>
                    <a:pt x="1768375" y="11473"/>
                  </a:lnTo>
                  <a:lnTo>
                    <a:pt x="1791599" y="10535"/>
                  </a:lnTo>
                  <a:lnTo>
                    <a:pt x="1814288" y="9618"/>
                  </a:lnTo>
                  <a:lnTo>
                    <a:pt x="1836468" y="8722"/>
                  </a:lnTo>
                  <a:lnTo>
                    <a:pt x="1858160" y="7845"/>
                  </a:lnTo>
                  <a:lnTo>
                    <a:pt x="1879385" y="6987"/>
                  </a:lnTo>
                  <a:lnTo>
                    <a:pt x="1900164" y="6148"/>
                  </a:lnTo>
                  <a:lnTo>
                    <a:pt x="1920514" y="5325"/>
                  </a:lnTo>
                  <a:lnTo>
                    <a:pt x="1940453" y="4519"/>
                  </a:lnTo>
                  <a:lnTo>
                    <a:pt x="1959997" y="3730"/>
                  </a:lnTo>
                  <a:lnTo>
                    <a:pt x="1979162" y="2955"/>
                  </a:lnTo>
                  <a:lnTo>
                    <a:pt x="1997962" y="2195"/>
                  </a:lnTo>
                  <a:lnTo>
                    <a:pt x="2016410" y="1450"/>
                  </a:lnTo>
                  <a:lnTo>
                    <a:pt x="2034520" y="718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3" name="pl382"/>
            <p:cNvSpPr/>
            <p:nvPr/>
          </p:nvSpPr>
          <p:spPr>
            <a:xfrm>
              <a:off x="9492769" y="1892302"/>
              <a:ext cx="2052303" cy="1143661"/>
            </a:xfrm>
            <a:custGeom>
              <a:avLst/>
              <a:pathLst>
                <a:path w="2052303" h="1143661">
                  <a:moveTo>
                    <a:pt x="0" y="1143661"/>
                  </a:moveTo>
                  <a:lnTo>
                    <a:pt x="131788" y="1070221"/>
                  </a:lnTo>
                  <a:lnTo>
                    <a:pt x="248034" y="1005442"/>
                  </a:lnTo>
                  <a:lnTo>
                    <a:pt x="352020" y="947495"/>
                  </a:lnTo>
                  <a:lnTo>
                    <a:pt x="446086" y="895076"/>
                  </a:lnTo>
                  <a:lnTo>
                    <a:pt x="531962" y="847221"/>
                  </a:lnTo>
                  <a:lnTo>
                    <a:pt x="610960" y="803199"/>
                  </a:lnTo>
                  <a:lnTo>
                    <a:pt x="684101" y="762441"/>
                  </a:lnTo>
                  <a:lnTo>
                    <a:pt x="752193" y="724496"/>
                  </a:lnTo>
                  <a:lnTo>
                    <a:pt x="815889" y="689000"/>
                  </a:lnTo>
                  <a:lnTo>
                    <a:pt x="875723" y="655658"/>
                  </a:lnTo>
                  <a:lnTo>
                    <a:pt x="932135" y="624221"/>
                  </a:lnTo>
                  <a:lnTo>
                    <a:pt x="985497" y="594485"/>
                  </a:lnTo>
                  <a:lnTo>
                    <a:pt x="1036121" y="566275"/>
                  </a:lnTo>
                  <a:lnTo>
                    <a:pt x="1084274" y="539441"/>
                  </a:lnTo>
                  <a:lnTo>
                    <a:pt x="1130187" y="513856"/>
                  </a:lnTo>
                  <a:lnTo>
                    <a:pt x="1174059" y="489408"/>
                  </a:lnTo>
                  <a:lnTo>
                    <a:pt x="1216063" y="466001"/>
                  </a:lnTo>
                  <a:lnTo>
                    <a:pt x="1256352" y="443549"/>
                  </a:lnTo>
                  <a:lnTo>
                    <a:pt x="1295061" y="421978"/>
                  </a:lnTo>
                  <a:lnTo>
                    <a:pt x="1332309" y="401222"/>
                  </a:lnTo>
                  <a:lnTo>
                    <a:pt x="1368202" y="381220"/>
                  </a:lnTo>
                  <a:lnTo>
                    <a:pt x="1402835" y="361920"/>
                  </a:lnTo>
                  <a:lnTo>
                    <a:pt x="1436294" y="343275"/>
                  </a:lnTo>
                  <a:lnTo>
                    <a:pt x="1468656" y="325241"/>
                  </a:lnTo>
                  <a:lnTo>
                    <a:pt x="1499990" y="307780"/>
                  </a:lnTo>
                  <a:lnTo>
                    <a:pt x="1530361" y="290856"/>
                  </a:lnTo>
                  <a:lnTo>
                    <a:pt x="1559824" y="274437"/>
                  </a:lnTo>
                  <a:lnTo>
                    <a:pt x="1588433" y="258494"/>
                  </a:lnTo>
                  <a:lnTo>
                    <a:pt x="1616236" y="243001"/>
                  </a:lnTo>
                  <a:lnTo>
                    <a:pt x="1643278" y="227932"/>
                  </a:lnTo>
                  <a:lnTo>
                    <a:pt x="1669598" y="213265"/>
                  </a:lnTo>
                  <a:lnTo>
                    <a:pt x="1695234" y="198979"/>
                  </a:lnTo>
                  <a:lnTo>
                    <a:pt x="1720222" y="185054"/>
                  </a:lnTo>
                  <a:lnTo>
                    <a:pt x="1744592" y="171474"/>
                  </a:lnTo>
                  <a:lnTo>
                    <a:pt x="1768375" y="158220"/>
                  </a:lnTo>
                  <a:lnTo>
                    <a:pt x="1791599" y="145279"/>
                  </a:lnTo>
                  <a:lnTo>
                    <a:pt x="1814288" y="132635"/>
                  </a:lnTo>
                  <a:lnTo>
                    <a:pt x="1836468" y="120275"/>
                  </a:lnTo>
                  <a:lnTo>
                    <a:pt x="1858160" y="108187"/>
                  </a:lnTo>
                  <a:lnTo>
                    <a:pt x="1879385" y="96359"/>
                  </a:lnTo>
                  <a:lnTo>
                    <a:pt x="1900164" y="84780"/>
                  </a:lnTo>
                  <a:lnTo>
                    <a:pt x="1920514" y="73440"/>
                  </a:lnTo>
                  <a:lnTo>
                    <a:pt x="1940453" y="62329"/>
                  </a:lnTo>
                  <a:lnTo>
                    <a:pt x="1959997" y="51437"/>
                  </a:lnTo>
                  <a:lnTo>
                    <a:pt x="1979162" y="40758"/>
                  </a:lnTo>
                  <a:lnTo>
                    <a:pt x="1997962" y="30282"/>
                  </a:lnTo>
                  <a:lnTo>
                    <a:pt x="2016410" y="20001"/>
                  </a:lnTo>
                  <a:lnTo>
                    <a:pt x="2034520" y="9909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4" name="pl383"/>
            <p:cNvSpPr/>
            <p:nvPr/>
          </p:nvSpPr>
          <p:spPr>
            <a:xfrm>
              <a:off x="9492769" y="2486545"/>
              <a:ext cx="2052303" cy="303606"/>
            </a:xfrm>
            <a:custGeom>
              <a:avLst/>
              <a:pathLst>
                <a:path w="2052303" h="303606">
                  <a:moveTo>
                    <a:pt x="0" y="0"/>
                  </a:moveTo>
                  <a:lnTo>
                    <a:pt x="131788" y="19496"/>
                  </a:lnTo>
                  <a:lnTo>
                    <a:pt x="248034" y="36692"/>
                  </a:lnTo>
                  <a:lnTo>
                    <a:pt x="352020" y="52075"/>
                  </a:lnTo>
                  <a:lnTo>
                    <a:pt x="446086" y="65991"/>
                  </a:lnTo>
                  <a:lnTo>
                    <a:pt x="531962" y="78695"/>
                  </a:lnTo>
                  <a:lnTo>
                    <a:pt x="610960" y="90382"/>
                  </a:lnTo>
                  <a:lnTo>
                    <a:pt x="684101" y="101202"/>
                  </a:lnTo>
                  <a:lnTo>
                    <a:pt x="752193" y="111275"/>
                  </a:lnTo>
                  <a:lnTo>
                    <a:pt x="815889" y="120698"/>
                  </a:lnTo>
                  <a:lnTo>
                    <a:pt x="875723" y="129549"/>
                  </a:lnTo>
                  <a:lnTo>
                    <a:pt x="932135" y="137895"/>
                  </a:lnTo>
                  <a:lnTo>
                    <a:pt x="985497" y="145789"/>
                  </a:lnTo>
                  <a:lnTo>
                    <a:pt x="1036121" y="153278"/>
                  </a:lnTo>
                  <a:lnTo>
                    <a:pt x="1084274" y="160401"/>
                  </a:lnTo>
                  <a:lnTo>
                    <a:pt x="1130187" y="167193"/>
                  </a:lnTo>
                  <a:lnTo>
                    <a:pt x="1174059" y="173683"/>
                  </a:lnTo>
                  <a:lnTo>
                    <a:pt x="1216063" y="179897"/>
                  </a:lnTo>
                  <a:lnTo>
                    <a:pt x="1256352" y="185857"/>
                  </a:lnTo>
                  <a:lnTo>
                    <a:pt x="1295061" y="191584"/>
                  </a:lnTo>
                  <a:lnTo>
                    <a:pt x="1332309" y="197094"/>
                  </a:lnTo>
                  <a:lnTo>
                    <a:pt x="1368202" y="202404"/>
                  </a:lnTo>
                  <a:lnTo>
                    <a:pt x="1402835" y="207527"/>
                  </a:lnTo>
                  <a:lnTo>
                    <a:pt x="1436294" y="212477"/>
                  </a:lnTo>
                  <a:lnTo>
                    <a:pt x="1468656" y="217264"/>
                  </a:lnTo>
                  <a:lnTo>
                    <a:pt x="1499990" y="221900"/>
                  </a:lnTo>
                  <a:lnTo>
                    <a:pt x="1530361" y="226393"/>
                  </a:lnTo>
                  <a:lnTo>
                    <a:pt x="1559824" y="230751"/>
                  </a:lnTo>
                  <a:lnTo>
                    <a:pt x="1588433" y="234984"/>
                  </a:lnTo>
                  <a:lnTo>
                    <a:pt x="1616236" y="239097"/>
                  </a:lnTo>
                  <a:lnTo>
                    <a:pt x="1643278" y="243097"/>
                  </a:lnTo>
                  <a:lnTo>
                    <a:pt x="1669598" y="246991"/>
                  </a:lnTo>
                  <a:lnTo>
                    <a:pt x="1695234" y="250783"/>
                  </a:lnTo>
                  <a:lnTo>
                    <a:pt x="1720222" y="254480"/>
                  </a:lnTo>
                  <a:lnTo>
                    <a:pt x="1744592" y="258085"/>
                  </a:lnTo>
                  <a:lnTo>
                    <a:pt x="1768375" y="261603"/>
                  </a:lnTo>
                  <a:lnTo>
                    <a:pt x="1791599" y="265039"/>
                  </a:lnTo>
                  <a:lnTo>
                    <a:pt x="1814288" y="268395"/>
                  </a:lnTo>
                  <a:lnTo>
                    <a:pt x="1836468" y="271676"/>
                  </a:lnTo>
                  <a:lnTo>
                    <a:pt x="1858160" y="274885"/>
                  </a:lnTo>
                  <a:lnTo>
                    <a:pt x="1879385" y="278025"/>
                  </a:lnTo>
                  <a:lnTo>
                    <a:pt x="1900164" y="281099"/>
                  </a:lnTo>
                  <a:lnTo>
                    <a:pt x="1920514" y="284110"/>
                  </a:lnTo>
                  <a:lnTo>
                    <a:pt x="1940453" y="287060"/>
                  </a:lnTo>
                  <a:lnTo>
                    <a:pt x="1959997" y="289951"/>
                  </a:lnTo>
                  <a:lnTo>
                    <a:pt x="1979162" y="292786"/>
                  </a:lnTo>
                  <a:lnTo>
                    <a:pt x="1997962" y="295567"/>
                  </a:lnTo>
                  <a:lnTo>
                    <a:pt x="2016410" y="298296"/>
                  </a:lnTo>
                  <a:lnTo>
                    <a:pt x="2034520" y="300975"/>
                  </a:lnTo>
                  <a:lnTo>
                    <a:pt x="2052303" y="303606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5" name="pl384"/>
            <p:cNvSpPr/>
            <p:nvPr/>
          </p:nvSpPr>
          <p:spPr>
            <a:xfrm>
              <a:off x="9492769" y="1831681"/>
              <a:ext cx="2052303" cy="423178"/>
            </a:xfrm>
            <a:custGeom>
              <a:avLst/>
              <a:pathLst>
                <a:path w="2052303" h="423178">
                  <a:moveTo>
                    <a:pt x="0" y="0"/>
                  </a:moveTo>
                  <a:lnTo>
                    <a:pt x="131788" y="27174"/>
                  </a:lnTo>
                  <a:lnTo>
                    <a:pt x="248034" y="51143"/>
                  </a:lnTo>
                  <a:lnTo>
                    <a:pt x="352020" y="72585"/>
                  </a:lnTo>
                  <a:lnTo>
                    <a:pt x="446086" y="91981"/>
                  </a:lnTo>
                  <a:lnTo>
                    <a:pt x="531962" y="109688"/>
                  </a:lnTo>
                  <a:lnTo>
                    <a:pt x="610960" y="125977"/>
                  </a:lnTo>
                  <a:lnTo>
                    <a:pt x="684101" y="141059"/>
                  </a:lnTo>
                  <a:lnTo>
                    <a:pt x="752193" y="155099"/>
                  </a:lnTo>
                  <a:lnTo>
                    <a:pt x="815889" y="168233"/>
                  </a:lnTo>
                  <a:lnTo>
                    <a:pt x="875723" y="180571"/>
                  </a:lnTo>
                  <a:lnTo>
                    <a:pt x="932135" y="192203"/>
                  </a:lnTo>
                  <a:lnTo>
                    <a:pt x="985497" y="203206"/>
                  </a:lnTo>
                  <a:lnTo>
                    <a:pt x="1036121" y="213644"/>
                  </a:lnTo>
                  <a:lnTo>
                    <a:pt x="1084274" y="223573"/>
                  </a:lnTo>
                  <a:lnTo>
                    <a:pt x="1130187" y="233040"/>
                  </a:lnTo>
                  <a:lnTo>
                    <a:pt x="1174059" y="242087"/>
                  </a:lnTo>
                  <a:lnTo>
                    <a:pt x="1216063" y="250748"/>
                  </a:lnTo>
                  <a:lnTo>
                    <a:pt x="1256352" y="259055"/>
                  </a:lnTo>
                  <a:lnTo>
                    <a:pt x="1295061" y="267037"/>
                  </a:lnTo>
                  <a:lnTo>
                    <a:pt x="1332309" y="274717"/>
                  </a:lnTo>
                  <a:lnTo>
                    <a:pt x="1368202" y="282118"/>
                  </a:lnTo>
                  <a:lnTo>
                    <a:pt x="1402835" y="289260"/>
                  </a:lnTo>
                  <a:lnTo>
                    <a:pt x="1436294" y="296159"/>
                  </a:lnTo>
                  <a:lnTo>
                    <a:pt x="1468656" y="302832"/>
                  </a:lnTo>
                  <a:lnTo>
                    <a:pt x="1499990" y="309293"/>
                  </a:lnTo>
                  <a:lnTo>
                    <a:pt x="1530361" y="315555"/>
                  </a:lnTo>
                  <a:lnTo>
                    <a:pt x="1559824" y="321630"/>
                  </a:lnTo>
                  <a:lnTo>
                    <a:pt x="1588433" y="327529"/>
                  </a:lnTo>
                  <a:lnTo>
                    <a:pt x="1616236" y="333262"/>
                  </a:lnTo>
                  <a:lnTo>
                    <a:pt x="1643278" y="338838"/>
                  </a:lnTo>
                  <a:lnTo>
                    <a:pt x="1669598" y="344265"/>
                  </a:lnTo>
                  <a:lnTo>
                    <a:pt x="1695234" y="349551"/>
                  </a:lnTo>
                  <a:lnTo>
                    <a:pt x="1720222" y="354704"/>
                  </a:lnTo>
                  <a:lnTo>
                    <a:pt x="1744592" y="359729"/>
                  </a:lnTo>
                  <a:lnTo>
                    <a:pt x="1768375" y="364633"/>
                  </a:lnTo>
                  <a:lnTo>
                    <a:pt x="1791599" y="369421"/>
                  </a:lnTo>
                  <a:lnTo>
                    <a:pt x="1814288" y="374100"/>
                  </a:lnTo>
                  <a:lnTo>
                    <a:pt x="1836468" y="378673"/>
                  </a:lnTo>
                  <a:lnTo>
                    <a:pt x="1858160" y="383146"/>
                  </a:lnTo>
                  <a:lnTo>
                    <a:pt x="1879385" y="387523"/>
                  </a:lnTo>
                  <a:lnTo>
                    <a:pt x="1900164" y="391807"/>
                  </a:lnTo>
                  <a:lnTo>
                    <a:pt x="1920514" y="396003"/>
                  </a:lnTo>
                  <a:lnTo>
                    <a:pt x="1940453" y="400115"/>
                  </a:lnTo>
                  <a:lnTo>
                    <a:pt x="1959997" y="404145"/>
                  </a:lnTo>
                  <a:lnTo>
                    <a:pt x="1979162" y="408096"/>
                  </a:lnTo>
                  <a:lnTo>
                    <a:pt x="1997962" y="411973"/>
                  </a:lnTo>
                  <a:lnTo>
                    <a:pt x="2016410" y="415777"/>
                  </a:lnTo>
                  <a:lnTo>
                    <a:pt x="2034520" y="419511"/>
                  </a:lnTo>
                  <a:lnTo>
                    <a:pt x="2052303" y="423178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6" name="pl385"/>
            <p:cNvSpPr/>
            <p:nvPr/>
          </p:nvSpPr>
          <p:spPr>
            <a:xfrm>
              <a:off x="9492769" y="2563550"/>
              <a:ext cx="2052303" cy="310671"/>
            </a:xfrm>
            <a:custGeom>
              <a:avLst/>
              <a:pathLst>
                <a:path w="2052303" h="310671">
                  <a:moveTo>
                    <a:pt x="0" y="310671"/>
                  </a:moveTo>
                  <a:lnTo>
                    <a:pt x="131788" y="290722"/>
                  </a:lnTo>
                  <a:lnTo>
                    <a:pt x="248034" y="273125"/>
                  </a:lnTo>
                  <a:lnTo>
                    <a:pt x="352020" y="257384"/>
                  </a:lnTo>
                  <a:lnTo>
                    <a:pt x="446086" y="243144"/>
                  </a:lnTo>
                  <a:lnTo>
                    <a:pt x="531962" y="230144"/>
                  </a:lnTo>
                  <a:lnTo>
                    <a:pt x="610960" y="218186"/>
                  </a:lnTo>
                  <a:lnTo>
                    <a:pt x="684101" y="207114"/>
                  </a:lnTo>
                  <a:lnTo>
                    <a:pt x="752193" y="196806"/>
                  </a:lnTo>
                  <a:lnTo>
                    <a:pt x="815889" y="187164"/>
                  </a:lnTo>
                  <a:lnTo>
                    <a:pt x="875723" y="178107"/>
                  </a:lnTo>
                  <a:lnTo>
                    <a:pt x="932135" y="169567"/>
                  </a:lnTo>
                  <a:lnTo>
                    <a:pt x="985497" y="161490"/>
                  </a:lnTo>
                  <a:lnTo>
                    <a:pt x="1036121" y="153826"/>
                  </a:lnTo>
                  <a:lnTo>
                    <a:pt x="1084274" y="146537"/>
                  </a:lnTo>
                  <a:lnTo>
                    <a:pt x="1130187" y="139587"/>
                  </a:lnTo>
                  <a:lnTo>
                    <a:pt x="1174059" y="132946"/>
                  </a:lnTo>
                  <a:lnTo>
                    <a:pt x="1216063" y="126587"/>
                  </a:lnTo>
                  <a:lnTo>
                    <a:pt x="1256352" y="120488"/>
                  </a:lnTo>
                  <a:lnTo>
                    <a:pt x="1295061" y="114629"/>
                  </a:lnTo>
                  <a:lnTo>
                    <a:pt x="1332309" y="108990"/>
                  </a:lnTo>
                  <a:lnTo>
                    <a:pt x="1368202" y="103557"/>
                  </a:lnTo>
                  <a:lnTo>
                    <a:pt x="1402835" y="98314"/>
                  </a:lnTo>
                  <a:lnTo>
                    <a:pt x="1436294" y="93249"/>
                  </a:lnTo>
                  <a:lnTo>
                    <a:pt x="1468656" y="88350"/>
                  </a:lnTo>
                  <a:lnTo>
                    <a:pt x="1499990" y="83607"/>
                  </a:lnTo>
                  <a:lnTo>
                    <a:pt x="1530361" y="79010"/>
                  </a:lnTo>
                  <a:lnTo>
                    <a:pt x="1559824" y="74550"/>
                  </a:lnTo>
                  <a:lnTo>
                    <a:pt x="1588433" y="70219"/>
                  </a:lnTo>
                  <a:lnTo>
                    <a:pt x="1616236" y="66010"/>
                  </a:lnTo>
                  <a:lnTo>
                    <a:pt x="1643278" y="61917"/>
                  </a:lnTo>
                  <a:lnTo>
                    <a:pt x="1669598" y="57932"/>
                  </a:lnTo>
                  <a:lnTo>
                    <a:pt x="1695234" y="54051"/>
                  </a:lnTo>
                  <a:lnTo>
                    <a:pt x="1720222" y="50269"/>
                  </a:lnTo>
                  <a:lnTo>
                    <a:pt x="1744592" y="46580"/>
                  </a:lnTo>
                  <a:lnTo>
                    <a:pt x="1768375" y="42980"/>
                  </a:lnTo>
                  <a:lnTo>
                    <a:pt x="1791599" y="39464"/>
                  </a:lnTo>
                  <a:lnTo>
                    <a:pt x="1814288" y="36029"/>
                  </a:lnTo>
                  <a:lnTo>
                    <a:pt x="1836468" y="32672"/>
                  </a:lnTo>
                  <a:lnTo>
                    <a:pt x="1858160" y="29388"/>
                  </a:lnTo>
                  <a:lnTo>
                    <a:pt x="1879385" y="26175"/>
                  </a:lnTo>
                  <a:lnTo>
                    <a:pt x="1900164" y="23030"/>
                  </a:lnTo>
                  <a:lnTo>
                    <a:pt x="1920514" y="19949"/>
                  </a:lnTo>
                  <a:lnTo>
                    <a:pt x="1940453" y="16931"/>
                  </a:lnTo>
                  <a:lnTo>
                    <a:pt x="1959997" y="13972"/>
                  </a:lnTo>
                  <a:lnTo>
                    <a:pt x="1979162" y="11071"/>
                  </a:lnTo>
                  <a:lnTo>
                    <a:pt x="1997962" y="8226"/>
                  </a:lnTo>
                  <a:lnTo>
                    <a:pt x="2016410" y="5433"/>
                  </a:lnTo>
                  <a:lnTo>
                    <a:pt x="2034520" y="2691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7" name="pl386"/>
            <p:cNvSpPr/>
            <p:nvPr/>
          </p:nvSpPr>
          <p:spPr>
            <a:xfrm>
              <a:off x="9492769" y="2441024"/>
              <a:ext cx="2052303" cy="545419"/>
            </a:xfrm>
            <a:custGeom>
              <a:avLst/>
              <a:pathLst>
                <a:path w="2052303" h="545419">
                  <a:moveTo>
                    <a:pt x="0" y="545419"/>
                  </a:moveTo>
                  <a:lnTo>
                    <a:pt x="131788" y="510395"/>
                  </a:lnTo>
                  <a:lnTo>
                    <a:pt x="248034" y="479501"/>
                  </a:lnTo>
                  <a:lnTo>
                    <a:pt x="352020" y="451866"/>
                  </a:lnTo>
                  <a:lnTo>
                    <a:pt x="446086" y="426867"/>
                  </a:lnTo>
                  <a:lnTo>
                    <a:pt x="531962" y="404045"/>
                  </a:lnTo>
                  <a:lnTo>
                    <a:pt x="610960" y="383050"/>
                  </a:lnTo>
                  <a:lnTo>
                    <a:pt x="684101" y="363613"/>
                  </a:lnTo>
                  <a:lnTo>
                    <a:pt x="752193" y="345516"/>
                  </a:lnTo>
                  <a:lnTo>
                    <a:pt x="815889" y="328588"/>
                  </a:lnTo>
                  <a:lnTo>
                    <a:pt x="875723" y="312687"/>
                  </a:lnTo>
                  <a:lnTo>
                    <a:pt x="932135" y="297695"/>
                  </a:lnTo>
                  <a:lnTo>
                    <a:pt x="985497" y="283514"/>
                  </a:lnTo>
                  <a:lnTo>
                    <a:pt x="1036121" y="270060"/>
                  </a:lnTo>
                  <a:lnTo>
                    <a:pt x="1084274" y="257263"/>
                  </a:lnTo>
                  <a:lnTo>
                    <a:pt x="1130187" y="245061"/>
                  </a:lnTo>
                  <a:lnTo>
                    <a:pt x="1174059" y="233401"/>
                  </a:lnTo>
                  <a:lnTo>
                    <a:pt x="1216063" y="222238"/>
                  </a:lnTo>
                  <a:lnTo>
                    <a:pt x="1256352" y="211531"/>
                  </a:lnTo>
                  <a:lnTo>
                    <a:pt x="1295061" y="201244"/>
                  </a:lnTo>
                  <a:lnTo>
                    <a:pt x="1332309" y="191345"/>
                  </a:lnTo>
                  <a:lnTo>
                    <a:pt x="1368202" y="181806"/>
                  </a:lnTo>
                  <a:lnTo>
                    <a:pt x="1402835" y="172602"/>
                  </a:lnTo>
                  <a:lnTo>
                    <a:pt x="1436294" y="163710"/>
                  </a:lnTo>
                  <a:lnTo>
                    <a:pt x="1468656" y="155109"/>
                  </a:lnTo>
                  <a:lnTo>
                    <a:pt x="1499990" y="146782"/>
                  </a:lnTo>
                  <a:lnTo>
                    <a:pt x="1530361" y="138711"/>
                  </a:lnTo>
                  <a:lnTo>
                    <a:pt x="1559824" y="130881"/>
                  </a:lnTo>
                  <a:lnTo>
                    <a:pt x="1588433" y="123277"/>
                  </a:lnTo>
                  <a:lnTo>
                    <a:pt x="1616236" y="115888"/>
                  </a:lnTo>
                  <a:lnTo>
                    <a:pt x="1643278" y="108702"/>
                  </a:lnTo>
                  <a:lnTo>
                    <a:pt x="1669598" y="101707"/>
                  </a:lnTo>
                  <a:lnTo>
                    <a:pt x="1695234" y="94894"/>
                  </a:lnTo>
                  <a:lnTo>
                    <a:pt x="1720222" y="88253"/>
                  </a:lnTo>
                  <a:lnTo>
                    <a:pt x="1744592" y="81777"/>
                  </a:lnTo>
                  <a:lnTo>
                    <a:pt x="1768375" y="75456"/>
                  </a:lnTo>
                  <a:lnTo>
                    <a:pt x="1791599" y="69284"/>
                  </a:lnTo>
                  <a:lnTo>
                    <a:pt x="1814288" y="63254"/>
                  </a:lnTo>
                  <a:lnTo>
                    <a:pt x="1836468" y="57360"/>
                  </a:lnTo>
                  <a:lnTo>
                    <a:pt x="1858160" y="51595"/>
                  </a:lnTo>
                  <a:lnTo>
                    <a:pt x="1879385" y="45954"/>
                  </a:lnTo>
                  <a:lnTo>
                    <a:pt x="1900164" y="40432"/>
                  </a:lnTo>
                  <a:lnTo>
                    <a:pt x="1920514" y="35024"/>
                  </a:lnTo>
                  <a:lnTo>
                    <a:pt x="1940453" y="29725"/>
                  </a:lnTo>
                  <a:lnTo>
                    <a:pt x="1959997" y="24531"/>
                  </a:lnTo>
                  <a:lnTo>
                    <a:pt x="1979162" y="19437"/>
                  </a:lnTo>
                  <a:lnTo>
                    <a:pt x="1997962" y="14441"/>
                  </a:lnTo>
                  <a:lnTo>
                    <a:pt x="2016410" y="9538"/>
                  </a:lnTo>
                  <a:lnTo>
                    <a:pt x="2034520" y="4726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l387"/>
            <p:cNvSpPr/>
            <p:nvPr/>
          </p:nvSpPr>
          <p:spPr>
            <a:xfrm>
              <a:off x="9492769" y="2920131"/>
              <a:ext cx="2052303" cy="131993"/>
            </a:xfrm>
            <a:custGeom>
              <a:avLst/>
              <a:pathLst>
                <a:path w="2052303" h="131993">
                  <a:moveTo>
                    <a:pt x="0" y="131993"/>
                  </a:moveTo>
                  <a:lnTo>
                    <a:pt x="131788" y="123517"/>
                  </a:lnTo>
                  <a:lnTo>
                    <a:pt x="248034" y="116040"/>
                  </a:lnTo>
                  <a:lnTo>
                    <a:pt x="352020" y="109353"/>
                  </a:lnTo>
                  <a:lnTo>
                    <a:pt x="446086" y="103303"/>
                  </a:lnTo>
                  <a:lnTo>
                    <a:pt x="531962" y="97780"/>
                  </a:lnTo>
                  <a:lnTo>
                    <a:pt x="610960" y="92699"/>
                  </a:lnTo>
                  <a:lnTo>
                    <a:pt x="684101" y="87995"/>
                  </a:lnTo>
                  <a:lnTo>
                    <a:pt x="752193" y="83616"/>
                  </a:lnTo>
                  <a:lnTo>
                    <a:pt x="815889" y="79519"/>
                  </a:lnTo>
                  <a:lnTo>
                    <a:pt x="875723" y="75671"/>
                  </a:lnTo>
                  <a:lnTo>
                    <a:pt x="932135" y="72043"/>
                  </a:lnTo>
                  <a:lnTo>
                    <a:pt x="985497" y="68611"/>
                  </a:lnTo>
                  <a:lnTo>
                    <a:pt x="1036121" y="65355"/>
                  </a:lnTo>
                  <a:lnTo>
                    <a:pt x="1084274" y="62258"/>
                  </a:lnTo>
                  <a:lnTo>
                    <a:pt x="1130187" y="59305"/>
                  </a:lnTo>
                  <a:lnTo>
                    <a:pt x="1174059" y="56483"/>
                  </a:lnTo>
                  <a:lnTo>
                    <a:pt x="1216063" y="53782"/>
                  </a:lnTo>
                  <a:lnTo>
                    <a:pt x="1256352" y="51191"/>
                  </a:lnTo>
                  <a:lnTo>
                    <a:pt x="1295061" y="48701"/>
                  </a:lnTo>
                  <a:lnTo>
                    <a:pt x="1332309" y="46306"/>
                  </a:lnTo>
                  <a:lnTo>
                    <a:pt x="1368202" y="43997"/>
                  </a:lnTo>
                  <a:lnTo>
                    <a:pt x="1402835" y="41770"/>
                  </a:lnTo>
                  <a:lnTo>
                    <a:pt x="1436294" y="39618"/>
                  </a:lnTo>
                  <a:lnTo>
                    <a:pt x="1468656" y="37537"/>
                  </a:lnTo>
                  <a:lnTo>
                    <a:pt x="1499990" y="35521"/>
                  </a:lnTo>
                  <a:lnTo>
                    <a:pt x="1530361" y="33568"/>
                  </a:lnTo>
                  <a:lnTo>
                    <a:pt x="1559824" y="31673"/>
                  </a:lnTo>
                  <a:lnTo>
                    <a:pt x="1588433" y="29833"/>
                  </a:lnTo>
                  <a:lnTo>
                    <a:pt x="1616236" y="28045"/>
                  </a:lnTo>
                  <a:lnTo>
                    <a:pt x="1643278" y="26306"/>
                  </a:lnTo>
                  <a:lnTo>
                    <a:pt x="1669598" y="24613"/>
                  </a:lnTo>
                  <a:lnTo>
                    <a:pt x="1695234" y="22964"/>
                  </a:lnTo>
                  <a:lnTo>
                    <a:pt x="1720222" y="21357"/>
                  </a:lnTo>
                  <a:lnTo>
                    <a:pt x="1744592" y="19790"/>
                  </a:lnTo>
                  <a:lnTo>
                    <a:pt x="1768375" y="18260"/>
                  </a:lnTo>
                  <a:lnTo>
                    <a:pt x="1791599" y="16767"/>
                  </a:lnTo>
                  <a:lnTo>
                    <a:pt x="1814288" y="15307"/>
                  </a:lnTo>
                  <a:lnTo>
                    <a:pt x="1836468" y="13881"/>
                  </a:lnTo>
                  <a:lnTo>
                    <a:pt x="1858160" y="12486"/>
                  </a:lnTo>
                  <a:lnTo>
                    <a:pt x="1879385" y="11121"/>
                  </a:lnTo>
                  <a:lnTo>
                    <a:pt x="1900164" y="9784"/>
                  </a:lnTo>
                  <a:lnTo>
                    <a:pt x="1920514" y="8475"/>
                  </a:lnTo>
                  <a:lnTo>
                    <a:pt x="1940453" y="7193"/>
                  </a:lnTo>
                  <a:lnTo>
                    <a:pt x="1959997" y="5936"/>
                  </a:lnTo>
                  <a:lnTo>
                    <a:pt x="1979162" y="4704"/>
                  </a:lnTo>
                  <a:lnTo>
                    <a:pt x="1997962" y="3494"/>
                  </a:lnTo>
                  <a:lnTo>
                    <a:pt x="2016410" y="2308"/>
                  </a:lnTo>
                  <a:lnTo>
                    <a:pt x="2034520" y="1143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89" name="pl388"/>
            <p:cNvSpPr/>
            <p:nvPr/>
          </p:nvSpPr>
          <p:spPr>
            <a:xfrm>
              <a:off x="9492769" y="2668838"/>
              <a:ext cx="2052303" cy="153296"/>
            </a:xfrm>
            <a:custGeom>
              <a:avLst/>
              <a:pathLst>
                <a:path w="2052303" h="153296">
                  <a:moveTo>
                    <a:pt x="0" y="153296"/>
                  </a:moveTo>
                  <a:lnTo>
                    <a:pt x="131788" y="143452"/>
                  </a:lnTo>
                  <a:lnTo>
                    <a:pt x="248034" y="134769"/>
                  </a:lnTo>
                  <a:lnTo>
                    <a:pt x="352020" y="127002"/>
                  </a:lnTo>
                  <a:lnTo>
                    <a:pt x="446086" y="119976"/>
                  </a:lnTo>
                  <a:lnTo>
                    <a:pt x="531962" y="113561"/>
                  </a:lnTo>
                  <a:lnTo>
                    <a:pt x="610960" y="107661"/>
                  </a:lnTo>
                  <a:lnTo>
                    <a:pt x="684101" y="102197"/>
                  </a:lnTo>
                  <a:lnTo>
                    <a:pt x="752193" y="97111"/>
                  </a:lnTo>
                  <a:lnTo>
                    <a:pt x="815889" y="92353"/>
                  </a:lnTo>
                  <a:lnTo>
                    <a:pt x="875723" y="87884"/>
                  </a:lnTo>
                  <a:lnTo>
                    <a:pt x="932135" y="83670"/>
                  </a:lnTo>
                  <a:lnTo>
                    <a:pt x="985497" y="79685"/>
                  </a:lnTo>
                  <a:lnTo>
                    <a:pt x="1036121" y="75903"/>
                  </a:lnTo>
                  <a:lnTo>
                    <a:pt x="1084274" y="72306"/>
                  </a:lnTo>
                  <a:lnTo>
                    <a:pt x="1130187" y="68877"/>
                  </a:lnTo>
                  <a:lnTo>
                    <a:pt x="1174059" y="65600"/>
                  </a:lnTo>
                  <a:lnTo>
                    <a:pt x="1216063" y="62462"/>
                  </a:lnTo>
                  <a:lnTo>
                    <a:pt x="1256352" y="59453"/>
                  </a:lnTo>
                  <a:lnTo>
                    <a:pt x="1295061" y="56562"/>
                  </a:lnTo>
                  <a:lnTo>
                    <a:pt x="1332309" y="53779"/>
                  </a:lnTo>
                  <a:lnTo>
                    <a:pt x="1368202" y="51098"/>
                  </a:lnTo>
                  <a:lnTo>
                    <a:pt x="1402835" y="48512"/>
                  </a:lnTo>
                  <a:lnTo>
                    <a:pt x="1436294" y="46012"/>
                  </a:lnTo>
                  <a:lnTo>
                    <a:pt x="1468656" y="43595"/>
                  </a:lnTo>
                  <a:lnTo>
                    <a:pt x="1499990" y="41254"/>
                  </a:lnTo>
                  <a:lnTo>
                    <a:pt x="1530361" y="38986"/>
                  </a:lnTo>
                  <a:lnTo>
                    <a:pt x="1559824" y="36785"/>
                  </a:lnTo>
                  <a:lnTo>
                    <a:pt x="1588433" y="34648"/>
                  </a:lnTo>
                  <a:lnTo>
                    <a:pt x="1616236" y="32572"/>
                  </a:lnTo>
                  <a:lnTo>
                    <a:pt x="1643278" y="30552"/>
                  </a:lnTo>
                  <a:lnTo>
                    <a:pt x="1669598" y="28586"/>
                  </a:lnTo>
                  <a:lnTo>
                    <a:pt x="1695234" y="26671"/>
                  </a:lnTo>
                  <a:lnTo>
                    <a:pt x="1720222" y="24804"/>
                  </a:lnTo>
                  <a:lnTo>
                    <a:pt x="1744592" y="22984"/>
                  </a:lnTo>
                  <a:lnTo>
                    <a:pt x="1768375" y="21207"/>
                  </a:lnTo>
                  <a:lnTo>
                    <a:pt x="1791599" y="19473"/>
                  </a:lnTo>
                  <a:lnTo>
                    <a:pt x="1814288" y="17778"/>
                  </a:lnTo>
                  <a:lnTo>
                    <a:pt x="1836468" y="16121"/>
                  </a:lnTo>
                  <a:lnTo>
                    <a:pt x="1858160" y="14501"/>
                  </a:lnTo>
                  <a:lnTo>
                    <a:pt x="1879385" y="12916"/>
                  </a:lnTo>
                  <a:lnTo>
                    <a:pt x="1900164" y="11364"/>
                  </a:lnTo>
                  <a:lnTo>
                    <a:pt x="1920514" y="9843"/>
                  </a:lnTo>
                  <a:lnTo>
                    <a:pt x="1940453" y="8354"/>
                  </a:lnTo>
                  <a:lnTo>
                    <a:pt x="1959997" y="6894"/>
                  </a:lnTo>
                  <a:lnTo>
                    <a:pt x="1979162" y="5463"/>
                  </a:lnTo>
                  <a:lnTo>
                    <a:pt x="1997962" y="4059"/>
                  </a:lnTo>
                  <a:lnTo>
                    <a:pt x="2016410" y="2681"/>
                  </a:lnTo>
                  <a:lnTo>
                    <a:pt x="2034520" y="1328"/>
                  </a:lnTo>
                  <a:lnTo>
                    <a:pt x="2052303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90" name="rc389"/>
            <p:cNvSpPr/>
            <p:nvPr/>
          </p:nvSpPr>
          <p:spPr>
            <a:xfrm>
              <a:off x="9362389" y="1353673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391" name="pl390"/>
            <p:cNvSpPr/>
            <p:nvPr/>
          </p:nvSpPr>
          <p:spPr>
            <a:xfrm>
              <a:off x="9362389" y="1353673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l391"/>
            <p:cNvSpPr/>
            <p:nvPr/>
          </p:nvSpPr>
          <p:spPr>
            <a:xfrm>
              <a:off x="9324432" y="334207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l392"/>
            <p:cNvSpPr/>
            <p:nvPr/>
          </p:nvSpPr>
          <p:spPr>
            <a:xfrm>
              <a:off x="9324432" y="283293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l393"/>
            <p:cNvSpPr/>
            <p:nvPr/>
          </p:nvSpPr>
          <p:spPr>
            <a:xfrm>
              <a:off x="9324432" y="232380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l394"/>
            <p:cNvSpPr/>
            <p:nvPr/>
          </p:nvSpPr>
          <p:spPr>
            <a:xfrm>
              <a:off x="9324432" y="181466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l395"/>
            <p:cNvSpPr/>
            <p:nvPr/>
          </p:nvSpPr>
          <p:spPr>
            <a:xfrm>
              <a:off x="9362389" y="3438049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l396"/>
            <p:cNvSpPr/>
            <p:nvPr/>
          </p:nvSpPr>
          <p:spPr>
            <a:xfrm>
              <a:off x="9492769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l397"/>
            <p:cNvSpPr/>
            <p:nvPr/>
          </p:nvSpPr>
          <p:spPr>
            <a:xfrm>
              <a:off x="10176870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l398"/>
            <p:cNvSpPr/>
            <p:nvPr/>
          </p:nvSpPr>
          <p:spPr>
            <a:xfrm>
              <a:off x="10860971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l399"/>
            <p:cNvSpPr/>
            <p:nvPr/>
          </p:nvSpPr>
          <p:spPr>
            <a:xfrm>
              <a:off x="11545073" y="3438049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tx400"/>
            <p:cNvSpPr/>
            <p:nvPr/>
          </p:nvSpPr>
          <p:spPr>
            <a:xfrm>
              <a:off x="9362389" y="1110514"/>
              <a:ext cx="631576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(d) LTO</a:t>
              </a:r>
            </a:p>
          </p:txBody>
        </p:sp>
        <p:sp>
          <p:nvSpPr>
            <p:cNvPr id="402" name="rc401"/>
            <p:cNvSpPr/>
            <p:nvPr/>
          </p:nvSpPr>
          <p:spPr>
            <a:xfrm>
              <a:off x="1503277" y="3972216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3" name="pt402"/>
            <p:cNvSpPr/>
            <p:nvPr/>
          </p:nvSpPr>
          <p:spPr>
            <a:xfrm>
              <a:off x="1579827" y="547150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4" name="pt403"/>
            <p:cNvSpPr/>
            <p:nvPr/>
          </p:nvSpPr>
          <p:spPr>
            <a:xfrm>
              <a:off x="1664624" y="567544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5" name="pt404"/>
            <p:cNvSpPr/>
            <p:nvPr/>
          </p:nvSpPr>
          <p:spPr>
            <a:xfrm>
              <a:off x="1582973" y="5170801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6" name="pt405"/>
            <p:cNvSpPr/>
            <p:nvPr/>
          </p:nvSpPr>
          <p:spPr>
            <a:xfrm>
              <a:off x="1667224" y="518530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7" name="pt406"/>
            <p:cNvSpPr/>
            <p:nvPr/>
          </p:nvSpPr>
          <p:spPr>
            <a:xfrm>
              <a:off x="1590575" y="592225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8" name="pt407"/>
            <p:cNvSpPr/>
            <p:nvPr/>
          </p:nvSpPr>
          <p:spPr>
            <a:xfrm>
              <a:off x="1661160" y="519513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09" name="pt408"/>
            <p:cNvSpPr/>
            <p:nvPr/>
          </p:nvSpPr>
          <p:spPr>
            <a:xfrm>
              <a:off x="1614939" y="5894662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0" name="pt409"/>
            <p:cNvSpPr/>
            <p:nvPr/>
          </p:nvSpPr>
          <p:spPr>
            <a:xfrm>
              <a:off x="1593554" y="593254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1" name="pt410"/>
            <p:cNvSpPr/>
            <p:nvPr/>
          </p:nvSpPr>
          <p:spPr>
            <a:xfrm>
              <a:off x="1646285" y="573336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2" name="pt411"/>
            <p:cNvSpPr/>
            <p:nvPr/>
          </p:nvSpPr>
          <p:spPr>
            <a:xfrm>
              <a:off x="1605680" y="530288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3" name="pt412"/>
            <p:cNvSpPr/>
            <p:nvPr/>
          </p:nvSpPr>
          <p:spPr>
            <a:xfrm>
              <a:off x="2287753" y="535943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4" name="pt413"/>
            <p:cNvSpPr/>
            <p:nvPr/>
          </p:nvSpPr>
          <p:spPr>
            <a:xfrm>
              <a:off x="2270908" y="4037661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5" name="pt414"/>
            <p:cNvSpPr/>
            <p:nvPr/>
          </p:nvSpPr>
          <p:spPr>
            <a:xfrm>
              <a:off x="2268771" y="508298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6" name="pt415"/>
            <p:cNvSpPr/>
            <p:nvPr/>
          </p:nvSpPr>
          <p:spPr>
            <a:xfrm>
              <a:off x="2311653" y="555920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7" name="pt416"/>
            <p:cNvSpPr/>
            <p:nvPr/>
          </p:nvSpPr>
          <p:spPr>
            <a:xfrm>
              <a:off x="2325328" y="575419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8" name="pt417"/>
            <p:cNvSpPr/>
            <p:nvPr/>
          </p:nvSpPr>
          <p:spPr>
            <a:xfrm>
              <a:off x="2331103" y="557224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19" name="pt418"/>
            <p:cNvSpPr/>
            <p:nvPr/>
          </p:nvSpPr>
          <p:spPr>
            <a:xfrm>
              <a:off x="2338076" y="491629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0" name="pt419"/>
            <p:cNvSpPr/>
            <p:nvPr/>
          </p:nvSpPr>
          <p:spPr>
            <a:xfrm>
              <a:off x="2294233" y="518010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1" name="pt420"/>
            <p:cNvSpPr/>
            <p:nvPr/>
          </p:nvSpPr>
          <p:spPr>
            <a:xfrm>
              <a:off x="2271750" y="546488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2" name="pt421"/>
            <p:cNvSpPr/>
            <p:nvPr/>
          </p:nvSpPr>
          <p:spPr>
            <a:xfrm>
              <a:off x="2252948" y="432212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3" name="pt422"/>
            <p:cNvSpPr/>
            <p:nvPr/>
          </p:nvSpPr>
          <p:spPr>
            <a:xfrm>
              <a:off x="2347508" y="492863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4" name="pt423"/>
            <p:cNvSpPr/>
            <p:nvPr/>
          </p:nvSpPr>
          <p:spPr>
            <a:xfrm>
              <a:off x="2335895" y="536589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5" name="pt424"/>
            <p:cNvSpPr/>
            <p:nvPr/>
          </p:nvSpPr>
          <p:spPr>
            <a:xfrm>
              <a:off x="2290281" y="474141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6" name="pt425"/>
            <p:cNvSpPr/>
            <p:nvPr/>
          </p:nvSpPr>
          <p:spPr>
            <a:xfrm>
              <a:off x="2255167" y="473576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7" name="pt426"/>
            <p:cNvSpPr/>
            <p:nvPr/>
          </p:nvSpPr>
          <p:spPr>
            <a:xfrm>
              <a:off x="2334574" y="577295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8" name="pt427"/>
            <p:cNvSpPr/>
            <p:nvPr/>
          </p:nvSpPr>
          <p:spPr>
            <a:xfrm>
              <a:off x="2321814" y="436595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29" name="pt428"/>
            <p:cNvSpPr/>
            <p:nvPr/>
          </p:nvSpPr>
          <p:spPr>
            <a:xfrm>
              <a:off x="2273845" y="502693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0" name="pt429"/>
            <p:cNvSpPr/>
            <p:nvPr/>
          </p:nvSpPr>
          <p:spPr>
            <a:xfrm>
              <a:off x="2332545" y="5185986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1" name="pt430"/>
            <p:cNvSpPr/>
            <p:nvPr/>
          </p:nvSpPr>
          <p:spPr>
            <a:xfrm>
              <a:off x="2936752" y="526885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2" name="pt431"/>
            <p:cNvSpPr/>
            <p:nvPr/>
          </p:nvSpPr>
          <p:spPr>
            <a:xfrm>
              <a:off x="2948326" y="515122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3" name="pt432"/>
            <p:cNvSpPr/>
            <p:nvPr/>
          </p:nvSpPr>
          <p:spPr>
            <a:xfrm>
              <a:off x="3014182" y="532761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4" name="pt433"/>
            <p:cNvSpPr/>
            <p:nvPr/>
          </p:nvSpPr>
          <p:spPr>
            <a:xfrm>
              <a:off x="3002662" y="5331250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5" name="pt434"/>
            <p:cNvSpPr/>
            <p:nvPr/>
          </p:nvSpPr>
          <p:spPr>
            <a:xfrm>
              <a:off x="2977768" y="484412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6" name="pt435"/>
            <p:cNvSpPr/>
            <p:nvPr/>
          </p:nvSpPr>
          <p:spPr>
            <a:xfrm>
              <a:off x="2998281" y="544535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7" name="pt436"/>
            <p:cNvSpPr/>
            <p:nvPr/>
          </p:nvSpPr>
          <p:spPr>
            <a:xfrm>
              <a:off x="2953422" y="518913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8" name="pt437"/>
            <p:cNvSpPr/>
            <p:nvPr/>
          </p:nvSpPr>
          <p:spPr>
            <a:xfrm>
              <a:off x="3009851" y="558521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39" name="pt438"/>
            <p:cNvSpPr/>
            <p:nvPr/>
          </p:nvSpPr>
          <p:spPr>
            <a:xfrm>
              <a:off x="2993374" y="557738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0" name="pt439"/>
            <p:cNvSpPr/>
            <p:nvPr/>
          </p:nvSpPr>
          <p:spPr>
            <a:xfrm>
              <a:off x="2986911" y="477238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1" name="pt440"/>
            <p:cNvSpPr/>
            <p:nvPr/>
          </p:nvSpPr>
          <p:spPr>
            <a:xfrm>
              <a:off x="2966210" y="500042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2" name="pt441"/>
            <p:cNvSpPr/>
            <p:nvPr/>
          </p:nvSpPr>
          <p:spPr>
            <a:xfrm>
              <a:off x="2978322" y="477694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3" name="pt442"/>
            <p:cNvSpPr/>
            <p:nvPr/>
          </p:nvSpPr>
          <p:spPr>
            <a:xfrm>
              <a:off x="2996869" y="469411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4" name="pt443"/>
            <p:cNvSpPr/>
            <p:nvPr/>
          </p:nvSpPr>
          <p:spPr>
            <a:xfrm>
              <a:off x="2961772" y="577693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5" name="pt444"/>
            <p:cNvSpPr/>
            <p:nvPr/>
          </p:nvSpPr>
          <p:spPr>
            <a:xfrm>
              <a:off x="2975553" y="542189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6" name="pt445"/>
            <p:cNvSpPr/>
            <p:nvPr/>
          </p:nvSpPr>
          <p:spPr>
            <a:xfrm>
              <a:off x="3004763" y="484007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7" name="pt446"/>
            <p:cNvSpPr/>
            <p:nvPr/>
          </p:nvSpPr>
          <p:spPr>
            <a:xfrm>
              <a:off x="3009778" y="449085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8" name="pt447"/>
            <p:cNvSpPr/>
            <p:nvPr/>
          </p:nvSpPr>
          <p:spPr>
            <a:xfrm>
              <a:off x="2940457" y="5587706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49" name="pt448"/>
            <p:cNvSpPr/>
            <p:nvPr/>
          </p:nvSpPr>
          <p:spPr>
            <a:xfrm>
              <a:off x="2959440" y="487134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0" name="pt449"/>
            <p:cNvSpPr/>
            <p:nvPr/>
          </p:nvSpPr>
          <p:spPr>
            <a:xfrm>
              <a:off x="2945503" y="5152233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1" name="pt450"/>
            <p:cNvSpPr/>
            <p:nvPr/>
          </p:nvSpPr>
          <p:spPr>
            <a:xfrm>
              <a:off x="3617493" y="533831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2" name="pt451"/>
            <p:cNvSpPr/>
            <p:nvPr/>
          </p:nvSpPr>
          <p:spPr>
            <a:xfrm>
              <a:off x="3696822" y="5503022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3" name="pt452"/>
            <p:cNvSpPr/>
            <p:nvPr/>
          </p:nvSpPr>
          <p:spPr>
            <a:xfrm>
              <a:off x="3693401" y="542049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4" name="pt453"/>
            <p:cNvSpPr/>
            <p:nvPr/>
          </p:nvSpPr>
          <p:spPr>
            <a:xfrm>
              <a:off x="3628834" y="592764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5" name="pt454"/>
            <p:cNvSpPr/>
            <p:nvPr/>
          </p:nvSpPr>
          <p:spPr>
            <a:xfrm>
              <a:off x="3609070" y="555305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6" name="pt455"/>
            <p:cNvSpPr/>
            <p:nvPr/>
          </p:nvSpPr>
          <p:spPr>
            <a:xfrm>
              <a:off x="3642506" y="567996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7" name="pt456"/>
            <p:cNvSpPr/>
            <p:nvPr/>
          </p:nvSpPr>
          <p:spPr>
            <a:xfrm>
              <a:off x="3638816" y="416050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8" name="pt457"/>
            <p:cNvSpPr/>
            <p:nvPr/>
          </p:nvSpPr>
          <p:spPr>
            <a:xfrm>
              <a:off x="3693051" y="5701501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59" name="pt458"/>
            <p:cNvSpPr/>
            <p:nvPr/>
          </p:nvSpPr>
          <p:spPr>
            <a:xfrm>
              <a:off x="3640988" y="539055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0" name="pt459"/>
            <p:cNvSpPr/>
            <p:nvPr/>
          </p:nvSpPr>
          <p:spPr>
            <a:xfrm>
              <a:off x="3632113" y="520598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1" name="pt460"/>
            <p:cNvSpPr/>
            <p:nvPr/>
          </p:nvSpPr>
          <p:spPr>
            <a:xfrm>
              <a:off x="3678133" y="555258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2" name="pt461"/>
            <p:cNvSpPr/>
            <p:nvPr/>
          </p:nvSpPr>
          <p:spPr>
            <a:xfrm>
              <a:off x="3607691" y="522494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3" name="pt462"/>
            <p:cNvSpPr/>
            <p:nvPr/>
          </p:nvSpPr>
          <p:spPr>
            <a:xfrm>
              <a:off x="3677963" y="560428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4" name="pt463"/>
            <p:cNvSpPr/>
            <p:nvPr/>
          </p:nvSpPr>
          <p:spPr>
            <a:xfrm>
              <a:off x="3613098" y="561422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5" name="pt464"/>
            <p:cNvSpPr/>
            <p:nvPr/>
          </p:nvSpPr>
          <p:spPr>
            <a:xfrm>
              <a:off x="3691400" y="564705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6" name="pt465"/>
            <p:cNvSpPr/>
            <p:nvPr/>
          </p:nvSpPr>
          <p:spPr>
            <a:xfrm>
              <a:off x="3673592" y="5791050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7" name="pt466"/>
            <p:cNvSpPr/>
            <p:nvPr/>
          </p:nvSpPr>
          <p:spPr>
            <a:xfrm>
              <a:off x="3657617" y="5077193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8" name="pt467"/>
            <p:cNvSpPr/>
            <p:nvPr/>
          </p:nvSpPr>
          <p:spPr>
            <a:xfrm>
              <a:off x="3684321" y="565188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69" name="pt468"/>
            <p:cNvSpPr/>
            <p:nvPr/>
          </p:nvSpPr>
          <p:spPr>
            <a:xfrm>
              <a:off x="3613525" y="548835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0" name="pt469"/>
            <p:cNvSpPr/>
            <p:nvPr/>
          </p:nvSpPr>
          <p:spPr>
            <a:xfrm>
              <a:off x="3632721" y="533538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1" name="pt470"/>
            <p:cNvSpPr/>
            <p:nvPr/>
          </p:nvSpPr>
          <p:spPr>
            <a:xfrm>
              <a:off x="3607118" y="547437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2" name="pt471"/>
            <p:cNvSpPr/>
            <p:nvPr/>
          </p:nvSpPr>
          <p:spPr>
            <a:xfrm>
              <a:off x="3645392" y="426887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3" name="pt472"/>
            <p:cNvSpPr/>
            <p:nvPr/>
          </p:nvSpPr>
          <p:spPr>
            <a:xfrm>
              <a:off x="3633397" y="545754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4" name="pt473"/>
            <p:cNvSpPr/>
            <p:nvPr/>
          </p:nvSpPr>
          <p:spPr>
            <a:xfrm>
              <a:off x="3684429" y="553924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475" name="pl474"/>
            <p:cNvSpPr/>
            <p:nvPr/>
          </p:nvSpPr>
          <p:spPr>
            <a:xfrm>
              <a:off x="1653350" y="5454702"/>
              <a:ext cx="2027276" cy="173825"/>
            </a:xfrm>
            <a:custGeom>
              <a:avLst/>
              <a:pathLst>
                <a:path w="2027276" h="173825">
                  <a:moveTo>
                    <a:pt x="0" y="0"/>
                  </a:moveTo>
                  <a:lnTo>
                    <a:pt x="130181" y="11162"/>
                  </a:lnTo>
                  <a:lnTo>
                    <a:pt x="245009" y="21008"/>
                  </a:lnTo>
                  <a:lnTo>
                    <a:pt x="347727" y="29815"/>
                  </a:lnTo>
                  <a:lnTo>
                    <a:pt x="440646" y="37782"/>
                  </a:lnTo>
                  <a:lnTo>
                    <a:pt x="525475" y="45056"/>
                  </a:lnTo>
                  <a:lnTo>
                    <a:pt x="603510" y="51747"/>
                  </a:lnTo>
                  <a:lnTo>
                    <a:pt x="675758" y="57941"/>
                  </a:lnTo>
                  <a:lnTo>
                    <a:pt x="743021" y="63709"/>
                  </a:lnTo>
                  <a:lnTo>
                    <a:pt x="805940" y="69104"/>
                  </a:lnTo>
                  <a:lnTo>
                    <a:pt x="865044" y="74172"/>
                  </a:lnTo>
                  <a:lnTo>
                    <a:pt x="920768" y="78950"/>
                  </a:lnTo>
                  <a:lnTo>
                    <a:pt x="973479" y="83469"/>
                  </a:lnTo>
                  <a:lnTo>
                    <a:pt x="1023486" y="87757"/>
                  </a:lnTo>
                  <a:lnTo>
                    <a:pt x="1071052" y="91835"/>
                  </a:lnTo>
                  <a:lnTo>
                    <a:pt x="1116405" y="95724"/>
                  </a:lnTo>
                  <a:lnTo>
                    <a:pt x="1159742" y="99440"/>
                  </a:lnTo>
                  <a:lnTo>
                    <a:pt x="1201234" y="102998"/>
                  </a:lnTo>
                  <a:lnTo>
                    <a:pt x="1241032" y="106410"/>
                  </a:lnTo>
                  <a:lnTo>
                    <a:pt x="1279268" y="109689"/>
                  </a:lnTo>
                  <a:lnTo>
                    <a:pt x="1316062" y="112843"/>
                  </a:lnTo>
                  <a:lnTo>
                    <a:pt x="1351517" y="115883"/>
                  </a:lnTo>
                  <a:lnTo>
                    <a:pt x="1385728" y="118817"/>
                  </a:lnTo>
                  <a:lnTo>
                    <a:pt x="1418779" y="121651"/>
                  </a:lnTo>
                  <a:lnTo>
                    <a:pt x="1450747" y="124392"/>
                  </a:lnTo>
                  <a:lnTo>
                    <a:pt x="1481699" y="127046"/>
                  </a:lnTo>
                  <a:lnTo>
                    <a:pt x="1511699" y="129618"/>
                  </a:lnTo>
                  <a:lnTo>
                    <a:pt x="1540803" y="132114"/>
                  </a:lnTo>
                  <a:lnTo>
                    <a:pt x="1569063" y="134537"/>
                  </a:lnTo>
                  <a:lnTo>
                    <a:pt x="1596527" y="136892"/>
                  </a:lnTo>
                  <a:lnTo>
                    <a:pt x="1623239" y="139182"/>
                  </a:lnTo>
                  <a:lnTo>
                    <a:pt x="1649238" y="141411"/>
                  </a:lnTo>
                  <a:lnTo>
                    <a:pt x="1674562" y="143583"/>
                  </a:lnTo>
                  <a:lnTo>
                    <a:pt x="1699245" y="145699"/>
                  </a:lnTo>
                  <a:lnTo>
                    <a:pt x="1723318" y="147763"/>
                  </a:lnTo>
                  <a:lnTo>
                    <a:pt x="1746811" y="149777"/>
                  </a:lnTo>
                  <a:lnTo>
                    <a:pt x="1769751" y="151744"/>
                  </a:lnTo>
                  <a:lnTo>
                    <a:pt x="1792164" y="153666"/>
                  </a:lnTo>
                  <a:lnTo>
                    <a:pt x="1814073" y="155545"/>
                  </a:lnTo>
                  <a:lnTo>
                    <a:pt x="1835501" y="157382"/>
                  </a:lnTo>
                  <a:lnTo>
                    <a:pt x="1856467" y="159180"/>
                  </a:lnTo>
                  <a:lnTo>
                    <a:pt x="1876993" y="160940"/>
                  </a:lnTo>
                  <a:lnTo>
                    <a:pt x="1897095" y="162663"/>
                  </a:lnTo>
                  <a:lnTo>
                    <a:pt x="1916791" y="164352"/>
                  </a:lnTo>
                  <a:lnTo>
                    <a:pt x="1936096" y="166007"/>
                  </a:lnTo>
                  <a:lnTo>
                    <a:pt x="1955027" y="167631"/>
                  </a:lnTo>
                  <a:lnTo>
                    <a:pt x="1973598" y="169223"/>
                  </a:lnTo>
                  <a:lnTo>
                    <a:pt x="1991821" y="170785"/>
                  </a:lnTo>
                  <a:lnTo>
                    <a:pt x="2009710" y="172319"/>
                  </a:lnTo>
                  <a:lnTo>
                    <a:pt x="2027276" y="173825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6" name="pl475"/>
            <p:cNvSpPr/>
            <p:nvPr/>
          </p:nvSpPr>
          <p:spPr>
            <a:xfrm>
              <a:off x="1653350" y="5254384"/>
              <a:ext cx="2027276" cy="87728"/>
            </a:xfrm>
            <a:custGeom>
              <a:avLst/>
              <a:pathLst>
                <a:path w="2027276" h="87728">
                  <a:moveTo>
                    <a:pt x="0" y="0"/>
                  </a:moveTo>
                  <a:lnTo>
                    <a:pt x="130181" y="5633"/>
                  </a:lnTo>
                  <a:lnTo>
                    <a:pt x="245009" y="10602"/>
                  </a:lnTo>
                  <a:lnTo>
                    <a:pt x="347727" y="15047"/>
                  </a:lnTo>
                  <a:lnTo>
                    <a:pt x="440646" y="19068"/>
                  </a:lnTo>
                  <a:lnTo>
                    <a:pt x="525475" y="22739"/>
                  </a:lnTo>
                  <a:lnTo>
                    <a:pt x="603510" y="26116"/>
                  </a:lnTo>
                  <a:lnTo>
                    <a:pt x="675758" y="29242"/>
                  </a:lnTo>
                  <a:lnTo>
                    <a:pt x="743021" y="32153"/>
                  </a:lnTo>
                  <a:lnTo>
                    <a:pt x="805940" y="34876"/>
                  </a:lnTo>
                  <a:lnTo>
                    <a:pt x="865044" y="37434"/>
                  </a:lnTo>
                  <a:lnTo>
                    <a:pt x="920768" y="39845"/>
                  </a:lnTo>
                  <a:lnTo>
                    <a:pt x="973479" y="42126"/>
                  </a:lnTo>
                  <a:lnTo>
                    <a:pt x="1023486" y="44290"/>
                  </a:lnTo>
                  <a:lnTo>
                    <a:pt x="1071052" y="46348"/>
                  </a:lnTo>
                  <a:lnTo>
                    <a:pt x="1116405" y="48311"/>
                  </a:lnTo>
                  <a:lnTo>
                    <a:pt x="1159742" y="50186"/>
                  </a:lnTo>
                  <a:lnTo>
                    <a:pt x="1201234" y="51982"/>
                  </a:lnTo>
                  <a:lnTo>
                    <a:pt x="1241032" y="53704"/>
                  </a:lnTo>
                  <a:lnTo>
                    <a:pt x="1279268" y="55359"/>
                  </a:lnTo>
                  <a:lnTo>
                    <a:pt x="1316062" y="56951"/>
                  </a:lnTo>
                  <a:lnTo>
                    <a:pt x="1351517" y="58485"/>
                  </a:lnTo>
                  <a:lnTo>
                    <a:pt x="1385728" y="59966"/>
                  </a:lnTo>
                  <a:lnTo>
                    <a:pt x="1418779" y="61396"/>
                  </a:lnTo>
                  <a:lnTo>
                    <a:pt x="1450747" y="62779"/>
                  </a:lnTo>
                  <a:lnTo>
                    <a:pt x="1481699" y="64119"/>
                  </a:lnTo>
                  <a:lnTo>
                    <a:pt x="1511699" y="65417"/>
                  </a:lnTo>
                  <a:lnTo>
                    <a:pt x="1540803" y="66677"/>
                  </a:lnTo>
                  <a:lnTo>
                    <a:pt x="1569063" y="67899"/>
                  </a:lnTo>
                  <a:lnTo>
                    <a:pt x="1596527" y="69088"/>
                  </a:lnTo>
                  <a:lnTo>
                    <a:pt x="1623239" y="70244"/>
                  </a:lnTo>
                  <a:lnTo>
                    <a:pt x="1649238" y="71369"/>
                  </a:lnTo>
                  <a:lnTo>
                    <a:pt x="1674562" y="72465"/>
                  </a:lnTo>
                  <a:lnTo>
                    <a:pt x="1699245" y="73533"/>
                  </a:lnTo>
                  <a:lnTo>
                    <a:pt x="1723318" y="74575"/>
                  </a:lnTo>
                  <a:lnTo>
                    <a:pt x="1746811" y="75591"/>
                  </a:lnTo>
                  <a:lnTo>
                    <a:pt x="1769751" y="76584"/>
                  </a:lnTo>
                  <a:lnTo>
                    <a:pt x="1792164" y="77554"/>
                  </a:lnTo>
                  <a:lnTo>
                    <a:pt x="1814073" y="78502"/>
                  </a:lnTo>
                  <a:lnTo>
                    <a:pt x="1835501" y="79429"/>
                  </a:lnTo>
                  <a:lnTo>
                    <a:pt x="1856467" y="80337"/>
                  </a:lnTo>
                  <a:lnTo>
                    <a:pt x="1876993" y="81225"/>
                  </a:lnTo>
                  <a:lnTo>
                    <a:pt x="1897095" y="82095"/>
                  </a:lnTo>
                  <a:lnTo>
                    <a:pt x="1916791" y="82947"/>
                  </a:lnTo>
                  <a:lnTo>
                    <a:pt x="1936096" y="83783"/>
                  </a:lnTo>
                  <a:lnTo>
                    <a:pt x="1955027" y="84602"/>
                  </a:lnTo>
                  <a:lnTo>
                    <a:pt x="1973598" y="85405"/>
                  </a:lnTo>
                  <a:lnTo>
                    <a:pt x="1991821" y="86194"/>
                  </a:lnTo>
                  <a:lnTo>
                    <a:pt x="2009710" y="86968"/>
                  </a:lnTo>
                  <a:lnTo>
                    <a:pt x="2027276" y="87728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7" name="pl476"/>
            <p:cNvSpPr/>
            <p:nvPr/>
          </p:nvSpPr>
          <p:spPr>
            <a:xfrm>
              <a:off x="1653350" y="5157847"/>
              <a:ext cx="2027276" cy="488603"/>
            </a:xfrm>
            <a:custGeom>
              <a:avLst/>
              <a:pathLst>
                <a:path w="2027276" h="488603">
                  <a:moveTo>
                    <a:pt x="0" y="0"/>
                  </a:moveTo>
                  <a:lnTo>
                    <a:pt x="130181" y="31375"/>
                  </a:lnTo>
                  <a:lnTo>
                    <a:pt x="245009" y="59050"/>
                  </a:lnTo>
                  <a:lnTo>
                    <a:pt x="347727" y="83807"/>
                  </a:lnTo>
                  <a:lnTo>
                    <a:pt x="440646" y="106202"/>
                  </a:lnTo>
                  <a:lnTo>
                    <a:pt x="525475" y="126647"/>
                  </a:lnTo>
                  <a:lnTo>
                    <a:pt x="603510" y="145454"/>
                  </a:lnTo>
                  <a:lnTo>
                    <a:pt x="675758" y="162867"/>
                  </a:lnTo>
                  <a:lnTo>
                    <a:pt x="743021" y="179078"/>
                  </a:lnTo>
                  <a:lnTo>
                    <a:pt x="805940" y="194243"/>
                  </a:lnTo>
                  <a:lnTo>
                    <a:pt x="865044" y="208488"/>
                  </a:lnTo>
                  <a:lnTo>
                    <a:pt x="920768" y="221918"/>
                  </a:lnTo>
                  <a:lnTo>
                    <a:pt x="973479" y="234622"/>
                  </a:lnTo>
                  <a:lnTo>
                    <a:pt x="1023486" y="246675"/>
                  </a:lnTo>
                  <a:lnTo>
                    <a:pt x="1071052" y="258139"/>
                  </a:lnTo>
                  <a:lnTo>
                    <a:pt x="1116405" y="269069"/>
                  </a:lnTo>
                  <a:lnTo>
                    <a:pt x="1159742" y="279514"/>
                  </a:lnTo>
                  <a:lnTo>
                    <a:pt x="1201234" y="289514"/>
                  </a:lnTo>
                  <a:lnTo>
                    <a:pt x="1241032" y="299106"/>
                  </a:lnTo>
                  <a:lnTo>
                    <a:pt x="1279268" y="308322"/>
                  </a:lnTo>
                  <a:lnTo>
                    <a:pt x="1316062" y="317190"/>
                  </a:lnTo>
                  <a:lnTo>
                    <a:pt x="1351517" y="325735"/>
                  </a:lnTo>
                  <a:lnTo>
                    <a:pt x="1385728" y="333980"/>
                  </a:lnTo>
                  <a:lnTo>
                    <a:pt x="1418779" y="341946"/>
                  </a:lnTo>
                  <a:lnTo>
                    <a:pt x="1450747" y="349651"/>
                  </a:lnTo>
                  <a:lnTo>
                    <a:pt x="1481699" y="357111"/>
                  </a:lnTo>
                  <a:lnTo>
                    <a:pt x="1511699" y="364341"/>
                  </a:lnTo>
                  <a:lnTo>
                    <a:pt x="1540803" y="371356"/>
                  </a:lnTo>
                  <a:lnTo>
                    <a:pt x="1569063" y="378167"/>
                  </a:lnTo>
                  <a:lnTo>
                    <a:pt x="1596527" y="384786"/>
                  </a:lnTo>
                  <a:lnTo>
                    <a:pt x="1623239" y="391224"/>
                  </a:lnTo>
                  <a:lnTo>
                    <a:pt x="1649238" y="397490"/>
                  </a:lnTo>
                  <a:lnTo>
                    <a:pt x="1674562" y="403593"/>
                  </a:lnTo>
                  <a:lnTo>
                    <a:pt x="1699245" y="409542"/>
                  </a:lnTo>
                  <a:lnTo>
                    <a:pt x="1723318" y="415344"/>
                  </a:lnTo>
                  <a:lnTo>
                    <a:pt x="1746811" y="421007"/>
                  </a:lnTo>
                  <a:lnTo>
                    <a:pt x="1769751" y="426535"/>
                  </a:lnTo>
                  <a:lnTo>
                    <a:pt x="1792164" y="431937"/>
                  </a:lnTo>
                  <a:lnTo>
                    <a:pt x="1814073" y="437218"/>
                  </a:lnTo>
                  <a:lnTo>
                    <a:pt x="1835501" y="442382"/>
                  </a:lnTo>
                  <a:lnTo>
                    <a:pt x="1856467" y="447435"/>
                  </a:lnTo>
                  <a:lnTo>
                    <a:pt x="1876993" y="452382"/>
                  </a:lnTo>
                  <a:lnTo>
                    <a:pt x="1897095" y="457227"/>
                  </a:lnTo>
                  <a:lnTo>
                    <a:pt x="1916791" y="461974"/>
                  </a:lnTo>
                  <a:lnTo>
                    <a:pt x="1936096" y="466627"/>
                  </a:lnTo>
                  <a:lnTo>
                    <a:pt x="1955027" y="471190"/>
                  </a:lnTo>
                  <a:lnTo>
                    <a:pt x="1973598" y="475665"/>
                  </a:lnTo>
                  <a:lnTo>
                    <a:pt x="1991821" y="480057"/>
                  </a:lnTo>
                  <a:lnTo>
                    <a:pt x="2009710" y="484369"/>
                  </a:lnTo>
                  <a:lnTo>
                    <a:pt x="2027276" y="488603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8" name="pl477"/>
            <p:cNvSpPr/>
            <p:nvPr/>
          </p:nvSpPr>
          <p:spPr>
            <a:xfrm>
              <a:off x="1653350" y="4978545"/>
              <a:ext cx="2027276" cy="770553"/>
            </a:xfrm>
            <a:custGeom>
              <a:avLst/>
              <a:pathLst>
                <a:path w="2027276" h="770553">
                  <a:moveTo>
                    <a:pt x="0" y="770553"/>
                  </a:moveTo>
                  <a:lnTo>
                    <a:pt x="130181" y="721072"/>
                  </a:lnTo>
                  <a:lnTo>
                    <a:pt x="245009" y="677427"/>
                  </a:lnTo>
                  <a:lnTo>
                    <a:pt x="347727" y="638384"/>
                  </a:lnTo>
                  <a:lnTo>
                    <a:pt x="440646" y="603066"/>
                  </a:lnTo>
                  <a:lnTo>
                    <a:pt x="525475" y="570824"/>
                  </a:lnTo>
                  <a:lnTo>
                    <a:pt x="603510" y="541163"/>
                  </a:lnTo>
                  <a:lnTo>
                    <a:pt x="675758" y="513702"/>
                  </a:lnTo>
                  <a:lnTo>
                    <a:pt x="743021" y="488136"/>
                  </a:lnTo>
                  <a:lnTo>
                    <a:pt x="805940" y="464221"/>
                  </a:lnTo>
                  <a:lnTo>
                    <a:pt x="865044" y="441756"/>
                  </a:lnTo>
                  <a:lnTo>
                    <a:pt x="920768" y="420575"/>
                  </a:lnTo>
                  <a:lnTo>
                    <a:pt x="973479" y="400540"/>
                  </a:lnTo>
                  <a:lnTo>
                    <a:pt x="1023486" y="381533"/>
                  </a:lnTo>
                  <a:lnTo>
                    <a:pt x="1071052" y="363454"/>
                  </a:lnTo>
                  <a:lnTo>
                    <a:pt x="1116405" y="346215"/>
                  </a:lnTo>
                  <a:lnTo>
                    <a:pt x="1159742" y="329743"/>
                  </a:lnTo>
                  <a:lnTo>
                    <a:pt x="1201234" y="313972"/>
                  </a:lnTo>
                  <a:lnTo>
                    <a:pt x="1241032" y="298846"/>
                  </a:lnTo>
                  <a:lnTo>
                    <a:pt x="1279268" y="284312"/>
                  </a:lnTo>
                  <a:lnTo>
                    <a:pt x="1316062" y="270327"/>
                  </a:lnTo>
                  <a:lnTo>
                    <a:pt x="1351517" y="256851"/>
                  </a:lnTo>
                  <a:lnTo>
                    <a:pt x="1385728" y="243847"/>
                  </a:lnTo>
                  <a:lnTo>
                    <a:pt x="1418779" y="231285"/>
                  </a:lnTo>
                  <a:lnTo>
                    <a:pt x="1450747" y="219134"/>
                  </a:lnTo>
                  <a:lnTo>
                    <a:pt x="1481699" y="207370"/>
                  </a:lnTo>
                  <a:lnTo>
                    <a:pt x="1511699" y="195967"/>
                  </a:lnTo>
                  <a:lnTo>
                    <a:pt x="1540803" y="184905"/>
                  </a:lnTo>
                  <a:lnTo>
                    <a:pt x="1569063" y="174163"/>
                  </a:lnTo>
                  <a:lnTo>
                    <a:pt x="1596527" y="163724"/>
                  </a:lnTo>
                  <a:lnTo>
                    <a:pt x="1623239" y="153571"/>
                  </a:lnTo>
                  <a:lnTo>
                    <a:pt x="1649238" y="143689"/>
                  </a:lnTo>
                  <a:lnTo>
                    <a:pt x="1674562" y="134064"/>
                  </a:lnTo>
                  <a:lnTo>
                    <a:pt x="1699245" y="124682"/>
                  </a:lnTo>
                  <a:lnTo>
                    <a:pt x="1723318" y="115532"/>
                  </a:lnTo>
                  <a:lnTo>
                    <a:pt x="1746811" y="106602"/>
                  </a:lnTo>
                  <a:lnTo>
                    <a:pt x="1769751" y="97883"/>
                  </a:lnTo>
                  <a:lnTo>
                    <a:pt x="1792164" y="89364"/>
                  </a:lnTo>
                  <a:lnTo>
                    <a:pt x="1814073" y="81037"/>
                  </a:lnTo>
                  <a:lnTo>
                    <a:pt x="1835501" y="72892"/>
                  </a:lnTo>
                  <a:lnTo>
                    <a:pt x="1856467" y="64923"/>
                  </a:lnTo>
                  <a:lnTo>
                    <a:pt x="1876993" y="57121"/>
                  </a:lnTo>
                  <a:lnTo>
                    <a:pt x="1897095" y="49481"/>
                  </a:lnTo>
                  <a:lnTo>
                    <a:pt x="1916791" y="41994"/>
                  </a:lnTo>
                  <a:lnTo>
                    <a:pt x="1936096" y="34656"/>
                  </a:lnTo>
                  <a:lnTo>
                    <a:pt x="1955027" y="27461"/>
                  </a:lnTo>
                  <a:lnTo>
                    <a:pt x="1973598" y="20402"/>
                  </a:lnTo>
                  <a:lnTo>
                    <a:pt x="1991821" y="13476"/>
                  </a:lnTo>
                  <a:lnTo>
                    <a:pt x="2009710" y="6676"/>
                  </a:lnTo>
                  <a:lnTo>
                    <a:pt x="2027276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79" name="pl478"/>
            <p:cNvSpPr/>
            <p:nvPr/>
          </p:nvSpPr>
          <p:spPr>
            <a:xfrm>
              <a:off x="1653350" y="5446084"/>
              <a:ext cx="2027276" cy="14024"/>
            </a:xfrm>
            <a:custGeom>
              <a:avLst/>
              <a:pathLst>
                <a:path w="2027276" h="14024">
                  <a:moveTo>
                    <a:pt x="0" y="14024"/>
                  </a:moveTo>
                  <a:lnTo>
                    <a:pt x="130181" y="13123"/>
                  </a:lnTo>
                  <a:lnTo>
                    <a:pt x="245009" y="12329"/>
                  </a:lnTo>
                  <a:lnTo>
                    <a:pt x="347727" y="11618"/>
                  </a:lnTo>
                  <a:lnTo>
                    <a:pt x="440646" y="10976"/>
                  </a:lnTo>
                  <a:lnTo>
                    <a:pt x="525475" y="10389"/>
                  </a:lnTo>
                  <a:lnTo>
                    <a:pt x="603510" y="9849"/>
                  </a:lnTo>
                  <a:lnTo>
                    <a:pt x="675758" y="9349"/>
                  </a:lnTo>
                  <a:lnTo>
                    <a:pt x="743021" y="8884"/>
                  </a:lnTo>
                  <a:lnTo>
                    <a:pt x="805940" y="8449"/>
                  </a:lnTo>
                  <a:lnTo>
                    <a:pt x="865044" y="8040"/>
                  </a:lnTo>
                  <a:lnTo>
                    <a:pt x="920768" y="7654"/>
                  </a:lnTo>
                  <a:lnTo>
                    <a:pt x="973479" y="7289"/>
                  </a:lnTo>
                  <a:lnTo>
                    <a:pt x="1023486" y="6944"/>
                  </a:lnTo>
                  <a:lnTo>
                    <a:pt x="1071052" y="6615"/>
                  </a:lnTo>
                  <a:lnTo>
                    <a:pt x="1116405" y="6301"/>
                  </a:lnTo>
                  <a:lnTo>
                    <a:pt x="1159742" y="6001"/>
                  </a:lnTo>
                  <a:lnTo>
                    <a:pt x="1201234" y="5714"/>
                  </a:lnTo>
                  <a:lnTo>
                    <a:pt x="1241032" y="5439"/>
                  </a:lnTo>
                  <a:lnTo>
                    <a:pt x="1279268" y="5174"/>
                  </a:lnTo>
                  <a:lnTo>
                    <a:pt x="1316062" y="4920"/>
                  </a:lnTo>
                  <a:lnTo>
                    <a:pt x="1351517" y="4674"/>
                  </a:lnTo>
                  <a:lnTo>
                    <a:pt x="1385728" y="4438"/>
                  </a:lnTo>
                  <a:lnTo>
                    <a:pt x="1418779" y="4209"/>
                  </a:lnTo>
                  <a:lnTo>
                    <a:pt x="1450747" y="3988"/>
                  </a:lnTo>
                  <a:lnTo>
                    <a:pt x="1481699" y="3774"/>
                  </a:lnTo>
                  <a:lnTo>
                    <a:pt x="1511699" y="3566"/>
                  </a:lnTo>
                  <a:lnTo>
                    <a:pt x="1540803" y="3365"/>
                  </a:lnTo>
                  <a:lnTo>
                    <a:pt x="1569063" y="3169"/>
                  </a:lnTo>
                  <a:lnTo>
                    <a:pt x="1596527" y="2979"/>
                  </a:lnTo>
                  <a:lnTo>
                    <a:pt x="1623239" y="2795"/>
                  </a:lnTo>
                  <a:lnTo>
                    <a:pt x="1649238" y="2615"/>
                  </a:lnTo>
                  <a:lnTo>
                    <a:pt x="1674562" y="2440"/>
                  </a:lnTo>
                  <a:lnTo>
                    <a:pt x="1699245" y="2269"/>
                  </a:lnTo>
                  <a:lnTo>
                    <a:pt x="1723318" y="2102"/>
                  </a:lnTo>
                  <a:lnTo>
                    <a:pt x="1746811" y="1940"/>
                  </a:lnTo>
                  <a:lnTo>
                    <a:pt x="1769751" y="1781"/>
                  </a:lnTo>
                  <a:lnTo>
                    <a:pt x="1792164" y="1626"/>
                  </a:lnTo>
                  <a:lnTo>
                    <a:pt x="1814073" y="1474"/>
                  </a:lnTo>
                  <a:lnTo>
                    <a:pt x="1835501" y="1326"/>
                  </a:lnTo>
                  <a:lnTo>
                    <a:pt x="1856467" y="1181"/>
                  </a:lnTo>
                  <a:lnTo>
                    <a:pt x="1876993" y="1039"/>
                  </a:lnTo>
                  <a:lnTo>
                    <a:pt x="1897095" y="900"/>
                  </a:lnTo>
                  <a:lnTo>
                    <a:pt x="1916791" y="764"/>
                  </a:lnTo>
                  <a:lnTo>
                    <a:pt x="1936096" y="630"/>
                  </a:lnTo>
                  <a:lnTo>
                    <a:pt x="1955027" y="499"/>
                  </a:lnTo>
                  <a:lnTo>
                    <a:pt x="1973598" y="371"/>
                  </a:lnTo>
                  <a:lnTo>
                    <a:pt x="1991821" y="245"/>
                  </a:lnTo>
                  <a:lnTo>
                    <a:pt x="2009710" y="121"/>
                  </a:lnTo>
                  <a:lnTo>
                    <a:pt x="2027276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0" name="pl479"/>
            <p:cNvSpPr/>
            <p:nvPr/>
          </p:nvSpPr>
          <p:spPr>
            <a:xfrm>
              <a:off x="1653350" y="4551683"/>
              <a:ext cx="2027276" cy="403771"/>
            </a:xfrm>
            <a:custGeom>
              <a:avLst/>
              <a:pathLst>
                <a:path w="2027276" h="403771">
                  <a:moveTo>
                    <a:pt x="0" y="403771"/>
                  </a:moveTo>
                  <a:lnTo>
                    <a:pt x="130181" y="377843"/>
                  </a:lnTo>
                  <a:lnTo>
                    <a:pt x="245009" y="354973"/>
                  </a:lnTo>
                  <a:lnTo>
                    <a:pt x="347727" y="334515"/>
                  </a:lnTo>
                  <a:lnTo>
                    <a:pt x="440646" y="316008"/>
                  </a:lnTo>
                  <a:lnTo>
                    <a:pt x="525475" y="299113"/>
                  </a:lnTo>
                  <a:lnTo>
                    <a:pt x="603510" y="283570"/>
                  </a:lnTo>
                  <a:lnTo>
                    <a:pt x="675758" y="269181"/>
                  </a:lnTo>
                  <a:lnTo>
                    <a:pt x="743021" y="255784"/>
                  </a:lnTo>
                  <a:lnTo>
                    <a:pt x="805940" y="243252"/>
                  </a:lnTo>
                  <a:lnTo>
                    <a:pt x="865044" y="231481"/>
                  </a:lnTo>
                  <a:lnTo>
                    <a:pt x="920768" y="220382"/>
                  </a:lnTo>
                  <a:lnTo>
                    <a:pt x="973479" y="209884"/>
                  </a:lnTo>
                  <a:lnTo>
                    <a:pt x="1023486" y="199924"/>
                  </a:lnTo>
                  <a:lnTo>
                    <a:pt x="1071052" y="190450"/>
                  </a:lnTo>
                  <a:lnTo>
                    <a:pt x="1116405" y="181417"/>
                  </a:lnTo>
                  <a:lnTo>
                    <a:pt x="1159742" y="172786"/>
                  </a:lnTo>
                  <a:lnTo>
                    <a:pt x="1201234" y="164522"/>
                  </a:lnTo>
                  <a:lnTo>
                    <a:pt x="1241032" y="156595"/>
                  </a:lnTo>
                  <a:lnTo>
                    <a:pt x="1279268" y="148980"/>
                  </a:lnTo>
                  <a:lnTo>
                    <a:pt x="1316062" y="141652"/>
                  </a:lnTo>
                  <a:lnTo>
                    <a:pt x="1351517" y="134590"/>
                  </a:lnTo>
                  <a:lnTo>
                    <a:pt x="1385728" y="127776"/>
                  </a:lnTo>
                  <a:lnTo>
                    <a:pt x="1418779" y="121194"/>
                  </a:lnTo>
                  <a:lnTo>
                    <a:pt x="1450747" y="114827"/>
                  </a:lnTo>
                  <a:lnTo>
                    <a:pt x="1481699" y="108662"/>
                  </a:lnTo>
                  <a:lnTo>
                    <a:pt x="1511699" y="102687"/>
                  </a:lnTo>
                  <a:lnTo>
                    <a:pt x="1540803" y="96890"/>
                  </a:lnTo>
                  <a:lnTo>
                    <a:pt x="1569063" y="91262"/>
                  </a:lnTo>
                  <a:lnTo>
                    <a:pt x="1596527" y="85792"/>
                  </a:lnTo>
                  <a:lnTo>
                    <a:pt x="1623239" y="80471"/>
                  </a:lnTo>
                  <a:lnTo>
                    <a:pt x="1649238" y="75293"/>
                  </a:lnTo>
                  <a:lnTo>
                    <a:pt x="1674562" y="70249"/>
                  </a:lnTo>
                  <a:lnTo>
                    <a:pt x="1699245" y="65333"/>
                  </a:lnTo>
                  <a:lnTo>
                    <a:pt x="1723318" y="60539"/>
                  </a:lnTo>
                  <a:lnTo>
                    <a:pt x="1746811" y="55860"/>
                  </a:lnTo>
                  <a:lnTo>
                    <a:pt x="1769751" y="51291"/>
                  </a:lnTo>
                  <a:lnTo>
                    <a:pt x="1792164" y="46827"/>
                  </a:lnTo>
                  <a:lnTo>
                    <a:pt x="1814073" y="42463"/>
                  </a:lnTo>
                  <a:lnTo>
                    <a:pt x="1835501" y="38195"/>
                  </a:lnTo>
                  <a:lnTo>
                    <a:pt x="1856467" y="34019"/>
                  </a:lnTo>
                  <a:lnTo>
                    <a:pt x="1876993" y="29931"/>
                  </a:lnTo>
                  <a:lnTo>
                    <a:pt x="1897095" y="25928"/>
                  </a:lnTo>
                  <a:lnTo>
                    <a:pt x="1916791" y="22005"/>
                  </a:lnTo>
                  <a:lnTo>
                    <a:pt x="1936096" y="18160"/>
                  </a:lnTo>
                  <a:lnTo>
                    <a:pt x="1955027" y="14389"/>
                  </a:lnTo>
                  <a:lnTo>
                    <a:pt x="1973598" y="10691"/>
                  </a:lnTo>
                  <a:lnTo>
                    <a:pt x="1991821" y="7061"/>
                  </a:lnTo>
                  <a:lnTo>
                    <a:pt x="2009710" y="3498"/>
                  </a:lnTo>
                  <a:lnTo>
                    <a:pt x="2027276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1" name="pl480"/>
            <p:cNvSpPr/>
            <p:nvPr/>
          </p:nvSpPr>
          <p:spPr>
            <a:xfrm>
              <a:off x="1653350" y="4955107"/>
              <a:ext cx="2027276" cy="347150"/>
            </a:xfrm>
            <a:custGeom>
              <a:avLst/>
              <a:pathLst>
                <a:path w="2027276" h="347150">
                  <a:moveTo>
                    <a:pt x="0" y="0"/>
                  </a:moveTo>
                  <a:lnTo>
                    <a:pt x="130181" y="22292"/>
                  </a:lnTo>
                  <a:lnTo>
                    <a:pt x="245009" y="41955"/>
                  </a:lnTo>
                  <a:lnTo>
                    <a:pt x="347727" y="59544"/>
                  </a:lnTo>
                  <a:lnTo>
                    <a:pt x="440646" y="75456"/>
                  </a:lnTo>
                  <a:lnTo>
                    <a:pt x="525475" y="89982"/>
                  </a:lnTo>
                  <a:lnTo>
                    <a:pt x="603510" y="103344"/>
                  </a:lnTo>
                  <a:lnTo>
                    <a:pt x="675758" y="115716"/>
                  </a:lnTo>
                  <a:lnTo>
                    <a:pt x="743021" y="127234"/>
                  </a:lnTo>
                  <a:lnTo>
                    <a:pt x="805940" y="138009"/>
                  </a:lnTo>
                  <a:lnTo>
                    <a:pt x="865044" y="148130"/>
                  </a:lnTo>
                  <a:lnTo>
                    <a:pt x="920768" y="157672"/>
                  </a:lnTo>
                  <a:lnTo>
                    <a:pt x="973479" y="166698"/>
                  </a:lnTo>
                  <a:lnTo>
                    <a:pt x="1023486" y="175261"/>
                  </a:lnTo>
                  <a:lnTo>
                    <a:pt x="1071052" y="183406"/>
                  </a:lnTo>
                  <a:lnTo>
                    <a:pt x="1116405" y="191173"/>
                  </a:lnTo>
                  <a:lnTo>
                    <a:pt x="1159742" y="198594"/>
                  </a:lnTo>
                  <a:lnTo>
                    <a:pt x="1201234" y="205699"/>
                  </a:lnTo>
                  <a:lnTo>
                    <a:pt x="1241032" y="212514"/>
                  </a:lnTo>
                  <a:lnTo>
                    <a:pt x="1279268" y="219061"/>
                  </a:lnTo>
                  <a:lnTo>
                    <a:pt x="1316062" y="225362"/>
                  </a:lnTo>
                  <a:lnTo>
                    <a:pt x="1351517" y="231433"/>
                  </a:lnTo>
                  <a:lnTo>
                    <a:pt x="1385728" y="237291"/>
                  </a:lnTo>
                  <a:lnTo>
                    <a:pt x="1418779" y="242951"/>
                  </a:lnTo>
                  <a:lnTo>
                    <a:pt x="1450747" y="248425"/>
                  </a:lnTo>
                  <a:lnTo>
                    <a:pt x="1481699" y="253725"/>
                  </a:lnTo>
                  <a:lnTo>
                    <a:pt x="1511699" y="258863"/>
                  </a:lnTo>
                  <a:lnTo>
                    <a:pt x="1540803" y="263846"/>
                  </a:lnTo>
                  <a:lnTo>
                    <a:pt x="1569063" y="268686"/>
                  </a:lnTo>
                  <a:lnTo>
                    <a:pt x="1596527" y="273389"/>
                  </a:lnTo>
                  <a:lnTo>
                    <a:pt x="1623239" y="277963"/>
                  </a:lnTo>
                  <a:lnTo>
                    <a:pt x="1649238" y="282415"/>
                  </a:lnTo>
                  <a:lnTo>
                    <a:pt x="1674562" y="286751"/>
                  </a:lnTo>
                  <a:lnTo>
                    <a:pt x="1699245" y="290978"/>
                  </a:lnTo>
                  <a:lnTo>
                    <a:pt x="1723318" y="295100"/>
                  </a:lnTo>
                  <a:lnTo>
                    <a:pt x="1746811" y="299123"/>
                  </a:lnTo>
                  <a:lnTo>
                    <a:pt x="1769751" y="303051"/>
                  </a:lnTo>
                  <a:lnTo>
                    <a:pt x="1792164" y="306889"/>
                  </a:lnTo>
                  <a:lnTo>
                    <a:pt x="1814073" y="310641"/>
                  </a:lnTo>
                  <a:lnTo>
                    <a:pt x="1835501" y="314310"/>
                  </a:lnTo>
                  <a:lnTo>
                    <a:pt x="1856467" y="317901"/>
                  </a:lnTo>
                  <a:lnTo>
                    <a:pt x="1876993" y="321415"/>
                  </a:lnTo>
                  <a:lnTo>
                    <a:pt x="1897095" y="324858"/>
                  </a:lnTo>
                  <a:lnTo>
                    <a:pt x="1916791" y="328230"/>
                  </a:lnTo>
                  <a:lnTo>
                    <a:pt x="1936096" y="331536"/>
                  </a:lnTo>
                  <a:lnTo>
                    <a:pt x="1955027" y="334778"/>
                  </a:lnTo>
                  <a:lnTo>
                    <a:pt x="1973598" y="337958"/>
                  </a:lnTo>
                  <a:lnTo>
                    <a:pt x="1991821" y="341079"/>
                  </a:lnTo>
                  <a:lnTo>
                    <a:pt x="2009710" y="344142"/>
                  </a:lnTo>
                  <a:lnTo>
                    <a:pt x="2027276" y="34715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2" name="pl481"/>
            <p:cNvSpPr/>
            <p:nvPr/>
          </p:nvSpPr>
          <p:spPr>
            <a:xfrm>
              <a:off x="1653350" y="5410656"/>
              <a:ext cx="2027276" cy="158203"/>
            </a:xfrm>
            <a:custGeom>
              <a:avLst/>
              <a:pathLst>
                <a:path w="2027276" h="158203">
                  <a:moveTo>
                    <a:pt x="0" y="0"/>
                  </a:moveTo>
                  <a:lnTo>
                    <a:pt x="130181" y="10159"/>
                  </a:lnTo>
                  <a:lnTo>
                    <a:pt x="245009" y="19119"/>
                  </a:lnTo>
                  <a:lnTo>
                    <a:pt x="347727" y="27135"/>
                  </a:lnTo>
                  <a:lnTo>
                    <a:pt x="440646" y="34386"/>
                  </a:lnTo>
                  <a:lnTo>
                    <a:pt x="525475" y="41006"/>
                  </a:lnTo>
                  <a:lnTo>
                    <a:pt x="603510" y="47096"/>
                  </a:lnTo>
                  <a:lnTo>
                    <a:pt x="675758" y="52734"/>
                  </a:lnTo>
                  <a:lnTo>
                    <a:pt x="743021" y="57983"/>
                  </a:lnTo>
                  <a:lnTo>
                    <a:pt x="805940" y="62893"/>
                  </a:lnTo>
                  <a:lnTo>
                    <a:pt x="865044" y="67505"/>
                  </a:lnTo>
                  <a:lnTo>
                    <a:pt x="920768" y="71854"/>
                  </a:lnTo>
                  <a:lnTo>
                    <a:pt x="973479" y="75967"/>
                  </a:lnTo>
                  <a:lnTo>
                    <a:pt x="1023486" y="79870"/>
                  </a:lnTo>
                  <a:lnTo>
                    <a:pt x="1071052" y="83582"/>
                  </a:lnTo>
                  <a:lnTo>
                    <a:pt x="1116405" y="87121"/>
                  </a:lnTo>
                  <a:lnTo>
                    <a:pt x="1159742" y="90503"/>
                  </a:lnTo>
                  <a:lnTo>
                    <a:pt x="1201234" y="93741"/>
                  </a:lnTo>
                  <a:lnTo>
                    <a:pt x="1241032" y="96847"/>
                  </a:lnTo>
                  <a:lnTo>
                    <a:pt x="1279268" y="99830"/>
                  </a:lnTo>
                  <a:lnTo>
                    <a:pt x="1316062" y="102702"/>
                  </a:lnTo>
                  <a:lnTo>
                    <a:pt x="1351517" y="105469"/>
                  </a:lnTo>
                  <a:lnTo>
                    <a:pt x="1385728" y="108138"/>
                  </a:lnTo>
                  <a:lnTo>
                    <a:pt x="1418779" y="110718"/>
                  </a:lnTo>
                  <a:lnTo>
                    <a:pt x="1450747" y="113212"/>
                  </a:lnTo>
                  <a:lnTo>
                    <a:pt x="1481699" y="115628"/>
                  </a:lnTo>
                  <a:lnTo>
                    <a:pt x="1511699" y="117969"/>
                  </a:lnTo>
                  <a:lnTo>
                    <a:pt x="1540803" y="120240"/>
                  </a:lnTo>
                  <a:lnTo>
                    <a:pt x="1569063" y="122445"/>
                  </a:lnTo>
                  <a:lnTo>
                    <a:pt x="1596527" y="124589"/>
                  </a:lnTo>
                  <a:lnTo>
                    <a:pt x="1623239" y="126673"/>
                  </a:lnTo>
                  <a:lnTo>
                    <a:pt x="1649238" y="128702"/>
                  </a:lnTo>
                  <a:lnTo>
                    <a:pt x="1674562" y="130678"/>
                  </a:lnTo>
                  <a:lnTo>
                    <a:pt x="1699245" y="132604"/>
                  </a:lnTo>
                  <a:lnTo>
                    <a:pt x="1723318" y="134483"/>
                  </a:lnTo>
                  <a:lnTo>
                    <a:pt x="1746811" y="136316"/>
                  </a:lnTo>
                  <a:lnTo>
                    <a:pt x="1769751" y="138107"/>
                  </a:lnTo>
                  <a:lnTo>
                    <a:pt x="1792164" y="139856"/>
                  </a:lnTo>
                  <a:lnTo>
                    <a:pt x="1814073" y="141565"/>
                  </a:lnTo>
                  <a:lnTo>
                    <a:pt x="1835501" y="143237"/>
                  </a:lnTo>
                  <a:lnTo>
                    <a:pt x="1856467" y="144874"/>
                  </a:lnTo>
                  <a:lnTo>
                    <a:pt x="1876993" y="146475"/>
                  </a:lnTo>
                  <a:lnTo>
                    <a:pt x="1897095" y="148044"/>
                  </a:lnTo>
                  <a:lnTo>
                    <a:pt x="1916791" y="149581"/>
                  </a:lnTo>
                  <a:lnTo>
                    <a:pt x="1936096" y="151088"/>
                  </a:lnTo>
                  <a:lnTo>
                    <a:pt x="1955027" y="152565"/>
                  </a:lnTo>
                  <a:lnTo>
                    <a:pt x="1973598" y="154014"/>
                  </a:lnTo>
                  <a:lnTo>
                    <a:pt x="1991821" y="155436"/>
                  </a:lnTo>
                  <a:lnTo>
                    <a:pt x="2009710" y="156832"/>
                  </a:lnTo>
                  <a:lnTo>
                    <a:pt x="2027276" y="158203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3" name="pl482"/>
            <p:cNvSpPr/>
            <p:nvPr/>
          </p:nvSpPr>
          <p:spPr>
            <a:xfrm>
              <a:off x="1653350" y="5125383"/>
              <a:ext cx="2027276" cy="338180"/>
            </a:xfrm>
            <a:custGeom>
              <a:avLst/>
              <a:pathLst>
                <a:path w="2027276" h="338180">
                  <a:moveTo>
                    <a:pt x="0" y="0"/>
                  </a:moveTo>
                  <a:lnTo>
                    <a:pt x="130181" y="21716"/>
                  </a:lnTo>
                  <a:lnTo>
                    <a:pt x="245009" y="40871"/>
                  </a:lnTo>
                  <a:lnTo>
                    <a:pt x="347727" y="58006"/>
                  </a:lnTo>
                  <a:lnTo>
                    <a:pt x="440646" y="73506"/>
                  </a:lnTo>
                  <a:lnTo>
                    <a:pt x="525475" y="87657"/>
                  </a:lnTo>
                  <a:lnTo>
                    <a:pt x="603510" y="100674"/>
                  </a:lnTo>
                  <a:lnTo>
                    <a:pt x="675758" y="112726"/>
                  </a:lnTo>
                  <a:lnTo>
                    <a:pt x="743021" y="123947"/>
                  </a:lnTo>
                  <a:lnTo>
                    <a:pt x="805940" y="134442"/>
                  </a:lnTo>
                  <a:lnTo>
                    <a:pt x="865044" y="144302"/>
                  </a:lnTo>
                  <a:lnTo>
                    <a:pt x="920768" y="153598"/>
                  </a:lnTo>
                  <a:lnTo>
                    <a:pt x="973479" y="162390"/>
                  </a:lnTo>
                  <a:lnTo>
                    <a:pt x="1023486" y="170732"/>
                  </a:lnTo>
                  <a:lnTo>
                    <a:pt x="1071052" y="178667"/>
                  </a:lnTo>
                  <a:lnTo>
                    <a:pt x="1116405" y="186233"/>
                  </a:lnTo>
                  <a:lnTo>
                    <a:pt x="1159742" y="193462"/>
                  </a:lnTo>
                  <a:lnTo>
                    <a:pt x="1201234" y="200383"/>
                  </a:lnTo>
                  <a:lnTo>
                    <a:pt x="1241032" y="207022"/>
                  </a:lnTo>
                  <a:lnTo>
                    <a:pt x="1279268" y="213401"/>
                  </a:lnTo>
                  <a:lnTo>
                    <a:pt x="1316062" y="219538"/>
                  </a:lnTo>
                  <a:lnTo>
                    <a:pt x="1351517" y="225453"/>
                  </a:lnTo>
                  <a:lnTo>
                    <a:pt x="1385728" y="231160"/>
                  </a:lnTo>
                  <a:lnTo>
                    <a:pt x="1418779" y="236673"/>
                  </a:lnTo>
                  <a:lnTo>
                    <a:pt x="1450747" y="242006"/>
                  </a:lnTo>
                  <a:lnTo>
                    <a:pt x="1481699" y="247169"/>
                  </a:lnTo>
                  <a:lnTo>
                    <a:pt x="1511699" y="252174"/>
                  </a:lnTo>
                  <a:lnTo>
                    <a:pt x="1540803" y="257029"/>
                  </a:lnTo>
                  <a:lnTo>
                    <a:pt x="1569063" y="261743"/>
                  </a:lnTo>
                  <a:lnTo>
                    <a:pt x="1596527" y="266324"/>
                  </a:lnTo>
                  <a:lnTo>
                    <a:pt x="1623239" y="270780"/>
                  </a:lnTo>
                  <a:lnTo>
                    <a:pt x="1649238" y="275117"/>
                  </a:lnTo>
                  <a:lnTo>
                    <a:pt x="1674562" y="279342"/>
                  </a:lnTo>
                  <a:lnTo>
                    <a:pt x="1699245" y="283459"/>
                  </a:lnTo>
                  <a:lnTo>
                    <a:pt x="1723318" y="287475"/>
                  </a:lnTo>
                  <a:lnTo>
                    <a:pt x="1746811" y="291394"/>
                  </a:lnTo>
                  <a:lnTo>
                    <a:pt x="1769751" y="295221"/>
                  </a:lnTo>
                  <a:lnTo>
                    <a:pt x="1792164" y="298959"/>
                  </a:lnTo>
                  <a:lnTo>
                    <a:pt x="1814073" y="302614"/>
                  </a:lnTo>
                  <a:lnTo>
                    <a:pt x="1835501" y="306189"/>
                  </a:lnTo>
                  <a:lnTo>
                    <a:pt x="1856467" y="309686"/>
                  </a:lnTo>
                  <a:lnTo>
                    <a:pt x="1876993" y="313110"/>
                  </a:lnTo>
                  <a:lnTo>
                    <a:pt x="1897095" y="316463"/>
                  </a:lnTo>
                  <a:lnTo>
                    <a:pt x="1916791" y="319749"/>
                  </a:lnTo>
                  <a:lnTo>
                    <a:pt x="1936096" y="322969"/>
                  </a:lnTo>
                  <a:lnTo>
                    <a:pt x="1955027" y="326127"/>
                  </a:lnTo>
                  <a:lnTo>
                    <a:pt x="1973598" y="329225"/>
                  </a:lnTo>
                  <a:lnTo>
                    <a:pt x="1991821" y="332265"/>
                  </a:lnTo>
                  <a:lnTo>
                    <a:pt x="2009710" y="335249"/>
                  </a:lnTo>
                  <a:lnTo>
                    <a:pt x="2027276" y="33818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4" name="pl483"/>
            <p:cNvSpPr/>
            <p:nvPr/>
          </p:nvSpPr>
          <p:spPr>
            <a:xfrm>
              <a:off x="1653350" y="5043878"/>
              <a:ext cx="2027276" cy="283551"/>
            </a:xfrm>
            <a:custGeom>
              <a:avLst/>
              <a:pathLst>
                <a:path w="2027276" h="283551">
                  <a:moveTo>
                    <a:pt x="0" y="0"/>
                  </a:moveTo>
                  <a:lnTo>
                    <a:pt x="130181" y="18208"/>
                  </a:lnTo>
                  <a:lnTo>
                    <a:pt x="245009" y="34269"/>
                  </a:lnTo>
                  <a:lnTo>
                    <a:pt x="347727" y="48635"/>
                  </a:lnTo>
                  <a:lnTo>
                    <a:pt x="440646" y="61632"/>
                  </a:lnTo>
                  <a:lnTo>
                    <a:pt x="525475" y="73497"/>
                  </a:lnTo>
                  <a:lnTo>
                    <a:pt x="603510" y="84411"/>
                  </a:lnTo>
                  <a:lnTo>
                    <a:pt x="675758" y="94517"/>
                  </a:lnTo>
                  <a:lnTo>
                    <a:pt x="743021" y="103924"/>
                  </a:lnTo>
                  <a:lnTo>
                    <a:pt x="805940" y="112725"/>
                  </a:lnTo>
                  <a:lnTo>
                    <a:pt x="865044" y="120992"/>
                  </a:lnTo>
                  <a:lnTo>
                    <a:pt x="920768" y="128786"/>
                  </a:lnTo>
                  <a:lnTo>
                    <a:pt x="973479" y="136158"/>
                  </a:lnTo>
                  <a:lnTo>
                    <a:pt x="1023486" y="143153"/>
                  </a:lnTo>
                  <a:lnTo>
                    <a:pt x="1071052" y="149806"/>
                  </a:lnTo>
                  <a:lnTo>
                    <a:pt x="1116405" y="156149"/>
                  </a:lnTo>
                  <a:lnTo>
                    <a:pt x="1159742" y="162211"/>
                  </a:lnTo>
                  <a:lnTo>
                    <a:pt x="1201234" y="168014"/>
                  </a:lnTo>
                  <a:lnTo>
                    <a:pt x="1241032" y="173580"/>
                  </a:lnTo>
                  <a:lnTo>
                    <a:pt x="1279268" y="178929"/>
                  </a:lnTo>
                  <a:lnTo>
                    <a:pt x="1316062" y="184075"/>
                  </a:lnTo>
                  <a:lnTo>
                    <a:pt x="1351517" y="189034"/>
                  </a:lnTo>
                  <a:lnTo>
                    <a:pt x="1385728" y="193819"/>
                  </a:lnTo>
                  <a:lnTo>
                    <a:pt x="1418779" y="198442"/>
                  </a:lnTo>
                  <a:lnTo>
                    <a:pt x="1450747" y="202913"/>
                  </a:lnTo>
                  <a:lnTo>
                    <a:pt x="1481699" y="207242"/>
                  </a:lnTo>
                  <a:lnTo>
                    <a:pt x="1511699" y="211438"/>
                  </a:lnTo>
                  <a:lnTo>
                    <a:pt x="1540803" y="215509"/>
                  </a:lnTo>
                  <a:lnTo>
                    <a:pt x="1569063" y="219462"/>
                  </a:lnTo>
                  <a:lnTo>
                    <a:pt x="1596527" y="223303"/>
                  </a:lnTo>
                  <a:lnTo>
                    <a:pt x="1623239" y="227039"/>
                  </a:lnTo>
                  <a:lnTo>
                    <a:pt x="1649238" y="230675"/>
                  </a:lnTo>
                  <a:lnTo>
                    <a:pt x="1674562" y="234218"/>
                  </a:lnTo>
                  <a:lnTo>
                    <a:pt x="1699245" y="237670"/>
                  </a:lnTo>
                  <a:lnTo>
                    <a:pt x="1723318" y="241037"/>
                  </a:lnTo>
                  <a:lnTo>
                    <a:pt x="1746811" y="244323"/>
                  </a:lnTo>
                  <a:lnTo>
                    <a:pt x="1769751" y="247531"/>
                  </a:lnTo>
                  <a:lnTo>
                    <a:pt x="1792164" y="250666"/>
                  </a:lnTo>
                  <a:lnTo>
                    <a:pt x="1814073" y="253731"/>
                  </a:lnTo>
                  <a:lnTo>
                    <a:pt x="1835501" y="256728"/>
                  </a:lnTo>
                  <a:lnTo>
                    <a:pt x="1856467" y="259660"/>
                  </a:lnTo>
                  <a:lnTo>
                    <a:pt x="1876993" y="262531"/>
                  </a:lnTo>
                  <a:lnTo>
                    <a:pt x="1897095" y="265343"/>
                  </a:lnTo>
                  <a:lnTo>
                    <a:pt x="1916791" y="268098"/>
                  </a:lnTo>
                  <a:lnTo>
                    <a:pt x="1936096" y="270798"/>
                  </a:lnTo>
                  <a:lnTo>
                    <a:pt x="1955027" y="273446"/>
                  </a:lnTo>
                  <a:lnTo>
                    <a:pt x="1973598" y="276043"/>
                  </a:lnTo>
                  <a:lnTo>
                    <a:pt x="1991821" y="278592"/>
                  </a:lnTo>
                  <a:lnTo>
                    <a:pt x="2009710" y="281094"/>
                  </a:lnTo>
                  <a:lnTo>
                    <a:pt x="2027276" y="283551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485" name="rc484"/>
            <p:cNvSpPr/>
            <p:nvPr/>
          </p:nvSpPr>
          <p:spPr>
            <a:xfrm>
              <a:off x="1503277" y="3972216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486" name="pl485"/>
            <p:cNvSpPr/>
            <p:nvPr/>
          </p:nvSpPr>
          <p:spPr>
            <a:xfrm>
              <a:off x="1503277" y="3972216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tx486"/>
            <p:cNvSpPr/>
            <p:nvPr/>
          </p:nvSpPr>
          <p:spPr>
            <a:xfrm rot="-5400000">
              <a:off x="1272281" y="5820500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488" name="tx487"/>
            <p:cNvSpPr/>
            <p:nvPr/>
          </p:nvSpPr>
          <p:spPr>
            <a:xfrm rot="-5400000">
              <a:off x="1272281" y="5333220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489" name="tx488"/>
            <p:cNvSpPr/>
            <p:nvPr/>
          </p:nvSpPr>
          <p:spPr>
            <a:xfrm rot="-5400000">
              <a:off x="1272281" y="4845941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0.4</a:t>
              </a:r>
            </a:p>
          </p:txBody>
        </p:sp>
        <p:sp>
          <p:nvSpPr>
            <p:cNvPr id="490" name="tx489"/>
            <p:cNvSpPr/>
            <p:nvPr/>
          </p:nvSpPr>
          <p:spPr>
            <a:xfrm rot="-5400000">
              <a:off x="1272281" y="4358662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491" name="pl490"/>
            <p:cNvSpPr/>
            <p:nvPr/>
          </p:nvSpPr>
          <p:spPr>
            <a:xfrm>
              <a:off x="1465319" y="587060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l491"/>
            <p:cNvSpPr/>
            <p:nvPr/>
          </p:nvSpPr>
          <p:spPr>
            <a:xfrm>
              <a:off x="1465319" y="53833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l492"/>
            <p:cNvSpPr/>
            <p:nvPr/>
          </p:nvSpPr>
          <p:spPr>
            <a:xfrm>
              <a:off x="1465319" y="489605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l493"/>
            <p:cNvSpPr/>
            <p:nvPr/>
          </p:nvSpPr>
          <p:spPr>
            <a:xfrm>
              <a:off x="1465319" y="440877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l494"/>
            <p:cNvSpPr/>
            <p:nvPr/>
          </p:nvSpPr>
          <p:spPr>
            <a:xfrm>
              <a:off x="1503277" y="6056592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l495"/>
            <p:cNvSpPr/>
            <p:nvPr/>
          </p:nvSpPr>
          <p:spPr>
            <a:xfrm>
              <a:off x="1653350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l496"/>
            <p:cNvSpPr/>
            <p:nvPr/>
          </p:nvSpPr>
          <p:spPr>
            <a:xfrm>
              <a:off x="2329109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l497"/>
            <p:cNvSpPr/>
            <p:nvPr/>
          </p:nvSpPr>
          <p:spPr>
            <a:xfrm>
              <a:off x="3004868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l498"/>
            <p:cNvSpPr/>
            <p:nvPr/>
          </p:nvSpPr>
          <p:spPr>
            <a:xfrm>
              <a:off x="3680627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tx499"/>
            <p:cNvSpPr/>
            <p:nvPr/>
          </p:nvSpPr>
          <p:spPr>
            <a:xfrm rot="-5400000">
              <a:off x="1004992" y="4954968"/>
              <a:ext cx="256946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ITV</a:t>
              </a:r>
            </a:p>
          </p:txBody>
        </p:sp>
        <p:sp>
          <p:nvSpPr>
            <p:cNvPr id="501" name="tx500"/>
            <p:cNvSpPr/>
            <p:nvPr/>
          </p:nvSpPr>
          <p:spPr>
            <a:xfrm>
              <a:off x="1503277" y="3729057"/>
              <a:ext cx="552846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(e) Chl</a:t>
              </a:r>
            </a:p>
          </p:txBody>
        </p:sp>
        <p:sp>
          <p:nvSpPr>
            <p:cNvPr id="502" name="rc501"/>
            <p:cNvSpPr/>
            <p:nvPr/>
          </p:nvSpPr>
          <p:spPr>
            <a:xfrm>
              <a:off x="4122981" y="3972216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03" name="pt502"/>
            <p:cNvSpPr/>
            <p:nvPr/>
          </p:nvSpPr>
          <p:spPr>
            <a:xfrm>
              <a:off x="4240972" y="533898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4" name="pt503"/>
            <p:cNvSpPr/>
            <p:nvPr/>
          </p:nvSpPr>
          <p:spPr>
            <a:xfrm>
              <a:off x="4269744" y="496596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5" name="pt504"/>
            <p:cNvSpPr/>
            <p:nvPr/>
          </p:nvSpPr>
          <p:spPr>
            <a:xfrm>
              <a:off x="4238155" y="5261572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6" name="pt505"/>
            <p:cNvSpPr/>
            <p:nvPr/>
          </p:nvSpPr>
          <p:spPr>
            <a:xfrm>
              <a:off x="4265607" y="526773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7" name="pt506"/>
            <p:cNvSpPr/>
            <p:nvPr/>
          </p:nvSpPr>
          <p:spPr>
            <a:xfrm>
              <a:off x="4262193" y="5559377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8" name="pt507"/>
            <p:cNvSpPr/>
            <p:nvPr/>
          </p:nvSpPr>
          <p:spPr>
            <a:xfrm>
              <a:off x="4199531" y="522090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09" name="pt508"/>
            <p:cNvSpPr/>
            <p:nvPr/>
          </p:nvSpPr>
          <p:spPr>
            <a:xfrm>
              <a:off x="4206496" y="5443762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0" name="pt509"/>
            <p:cNvSpPr/>
            <p:nvPr/>
          </p:nvSpPr>
          <p:spPr>
            <a:xfrm>
              <a:off x="4211155" y="532907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1" name="pt510"/>
            <p:cNvSpPr/>
            <p:nvPr/>
          </p:nvSpPr>
          <p:spPr>
            <a:xfrm>
              <a:off x="4238069" y="560860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2" name="pt511"/>
            <p:cNvSpPr/>
            <p:nvPr/>
          </p:nvSpPr>
          <p:spPr>
            <a:xfrm>
              <a:off x="4229266" y="565561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3" name="pt512"/>
            <p:cNvSpPr/>
            <p:nvPr/>
          </p:nvSpPr>
          <p:spPr>
            <a:xfrm>
              <a:off x="4922929" y="578578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4" name="pt513"/>
            <p:cNvSpPr/>
            <p:nvPr/>
          </p:nvSpPr>
          <p:spPr>
            <a:xfrm>
              <a:off x="4911862" y="5733654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5" name="pt514"/>
            <p:cNvSpPr/>
            <p:nvPr/>
          </p:nvSpPr>
          <p:spPr>
            <a:xfrm>
              <a:off x="4859204" y="548501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6" name="pt515"/>
            <p:cNvSpPr/>
            <p:nvPr/>
          </p:nvSpPr>
          <p:spPr>
            <a:xfrm>
              <a:off x="4935785" y="569469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7" name="pt516"/>
            <p:cNvSpPr/>
            <p:nvPr/>
          </p:nvSpPr>
          <p:spPr>
            <a:xfrm>
              <a:off x="4877211" y="549548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8" name="pt517"/>
            <p:cNvSpPr/>
            <p:nvPr/>
          </p:nvSpPr>
          <p:spPr>
            <a:xfrm>
              <a:off x="4938941" y="513682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19" name="pt518"/>
            <p:cNvSpPr/>
            <p:nvPr/>
          </p:nvSpPr>
          <p:spPr>
            <a:xfrm>
              <a:off x="4902558" y="574325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0" name="pt519"/>
            <p:cNvSpPr/>
            <p:nvPr/>
          </p:nvSpPr>
          <p:spPr>
            <a:xfrm>
              <a:off x="4917919" y="572686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1" name="pt520"/>
            <p:cNvSpPr/>
            <p:nvPr/>
          </p:nvSpPr>
          <p:spPr>
            <a:xfrm>
              <a:off x="4887510" y="546721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2" name="pt521"/>
            <p:cNvSpPr/>
            <p:nvPr/>
          </p:nvSpPr>
          <p:spPr>
            <a:xfrm>
              <a:off x="4904782" y="519463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3" name="pt522"/>
            <p:cNvSpPr/>
            <p:nvPr/>
          </p:nvSpPr>
          <p:spPr>
            <a:xfrm>
              <a:off x="4933542" y="536033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4" name="pt523"/>
            <p:cNvSpPr/>
            <p:nvPr/>
          </p:nvSpPr>
          <p:spPr>
            <a:xfrm>
              <a:off x="4901567" y="573289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5" name="pt524"/>
            <p:cNvSpPr/>
            <p:nvPr/>
          </p:nvSpPr>
          <p:spPr>
            <a:xfrm>
              <a:off x="4913357" y="506216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6" name="pt525"/>
            <p:cNvSpPr/>
            <p:nvPr/>
          </p:nvSpPr>
          <p:spPr>
            <a:xfrm>
              <a:off x="4920762" y="550693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7" name="pt526"/>
            <p:cNvSpPr/>
            <p:nvPr/>
          </p:nvSpPr>
          <p:spPr>
            <a:xfrm>
              <a:off x="4899400" y="528909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8" name="pt527"/>
            <p:cNvSpPr/>
            <p:nvPr/>
          </p:nvSpPr>
          <p:spPr>
            <a:xfrm>
              <a:off x="4906407" y="525591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29" name="pt528"/>
            <p:cNvSpPr/>
            <p:nvPr/>
          </p:nvSpPr>
          <p:spPr>
            <a:xfrm>
              <a:off x="4926939" y="487320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0" name="pt529"/>
            <p:cNvSpPr/>
            <p:nvPr/>
          </p:nvSpPr>
          <p:spPr>
            <a:xfrm>
              <a:off x="4917201" y="510213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1" name="pt530"/>
            <p:cNvSpPr/>
            <p:nvPr/>
          </p:nvSpPr>
          <p:spPr>
            <a:xfrm>
              <a:off x="5619267" y="514380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2" name="pt531"/>
            <p:cNvSpPr/>
            <p:nvPr/>
          </p:nvSpPr>
          <p:spPr>
            <a:xfrm>
              <a:off x="5591940" y="587474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3" name="pt532"/>
            <p:cNvSpPr/>
            <p:nvPr/>
          </p:nvSpPr>
          <p:spPr>
            <a:xfrm>
              <a:off x="5540078" y="5222484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4" name="pt533"/>
            <p:cNvSpPr/>
            <p:nvPr/>
          </p:nvSpPr>
          <p:spPr>
            <a:xfrm>
              <a:off x="5582221" y="562042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5" name="pt534"/>
            <p:cNvSpPr/>
            <p:nvPr/>
          </p:nvSpPr>
          <p:spPr>
            <a:xfrm>
              <a:off x="5605208" y="567733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6" name="pt535"/>
            <p:cNvSpPr/>
            <p:nvPr/>
          </p:nvSpPr>
          <p:spPr>
            <a:xfrm>
              <a:off x="5585317" y="593254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7" name="pt536"/>
            <p:cNvSpPr/>
            <p:nvPr/>
          </p:nvSpPr>
          <p:spPr>
            <a:xfrm>
              <a:off x="5605349" y="478845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8" name="pt537"/>
            <p:cNvSpPr/>
            <p:nvPr/>
          </p:nvSpPr>
          <p:spPr>
            <a:xfrm>
              <a:off x="5632832" y="511622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39" name="pt538"/>
            <p:cNvSpPr/>
            <p:nvPr/>
          </p:nvSpPr>
          <p:spPr>
            <a:xfrm>
              <a:off x="5575793" y="544311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0" name="pt539"/>
            <p:cNvSpPr/>
            <p:nvPr/>
          </p:nvSpPr>
          <p:spPr>
            <a:xfrm>
              <a:off x="5586795" y="531234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1" name="pt540"/>
            <p:cNvSpPr/>
            <p:nvPr/>
          </p:nvSpPr>
          <p:spPr>
            <a:xfrm>
              <a:off x="5564858" y="582252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2" name="pt541"/>
            <p:cNvSpPr/>
            <p:nvPr/>
          </p:nvSpPr>
          <p:spPr>
            <a:xfrm>
              <a:off x="5577199" y="5608198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3" name="pt542"/>
            <p:cNvSpPr/>
            <p:nvPr/>
          </p:nvSpPr>
          <p:spPr>
            <a:xfrm>
              <a:off x="5564644" y="559151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4" name="pt543"/>
            <p:cNvSpPr/>
            <p:nvPr/>
          </p:nvSpPr>
          <p:spPr>
            <a:xfrm>
              <a:off x="5596633" y="562367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5" name="pt544"/>
            <p:cNvSpPr/>
            <p:nvPr/>
          </p:nvSpPr>
          <p:spPr>
            <a:xfrm>
              <a:off x="5553580" y="533991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6" name="pt545"/>
            <p:cNvSpPr/>
            <p:nvPr/>
          </p:nvSpPr>
          <p:spPr>
            <a:xfrm>
              <a:off x="5597739" y="570655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7" name="pt546"/>
            <p:cNvSpPr/>
            <p:nvPr/>
          </p:nvSpPr>
          <p:spPr>
            <a:xfrm>
              <a:off x="5585396" y="555791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8" name="pt547"/>
            <p:cNvSpPr/>
            <p:nvPr/>
          </p:nvSpPr>
          <p:spPr>
            <a:xfrm>
              <a:off x="5578388" y="504233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49" name="pt548"/>
            <p:cNvSpPr/>
            <p:nvPr/>
          </p:nvSpPr>
          <p:spPr>
            <a:xfrm>
              <a:off x="5580370" y="545058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0" name="pt549"/>
            <p:cNvSpPr/>
            <p:nvPr/>
          </p:nvSpPr>
          <p:spPr>
            <a:xfrm>
              <a:off x="5557226" y="403766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1" name="pt550"/>
            <p:cNvSpPr/>
            <p:nvPr/>
          </p:nvSpPr>
          <p:spPr>
            <a:xfrm>
              <a:off x="6228884" y="541696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2" name="pt551"/>
            <p:cNvSpPr/>
            <p:nvPr/>
          </p:nvSpPr>
          <p:spPr>
            <a:xfrm>
              <a:off x="6299384" y="551063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3" name="pt552"/>
            <p:cNvSpPr/>
            <p:nvPr/>
          </p:nvSpPr>
          <p:spPr>
            <a:xfrm>
              <a:off x="6280383" y="481526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4" name="pt553"/>
            <p:cNvSpPr/>
            <p:nvPr/>
          </p:nvSpPr>
          <p:spPr>
            <a:xfrm>
              <a:off x="6250547" y="572075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5" name="pt554"/>
            <p:cNvSpPr/>
            <p:nvPr/>
          </p:nvSpPr>
          <p:spPr>
            <a:xfrm>
              <a:off x="6223589" y="499631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6" name="pt555"/>
            <p:cNvSpPr/>
            <p:nvPr/>
          </p:nvSpPr>
          <p:spPr>
            <a:xfrm>
              <a:off x="6251591" y="5589150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7" name="pt556"/>
            <p:cNvSpPr/>
            <p:nvPr/>
          </p:nvSpPr>
          <p:spPr>
            <a:xfrm>
              <a:off x="6252832" y="553528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8" name="pt557"/>
            <p:cNvSpPr/>
            <p:nvPr/>
          </p:nvSpPr>
          <p:spPr>
            <a:xfrm>
              <a:off x="6316527" y="5142913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59" name="pt558"/>
            <p:cNvSpPr/>
            <p:nvPr/>
          </p:nvSpPr>
          <p:spPr>
            <a:xfrm>
              <a:off x="6295846" y="4884066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0" name="pt559"/>
            <p:cNvSpPr/>
            <p:nvPr/>
          </p:nvSpPr>
          <p:spPr>
            <a:xfrm>
              <a:off x="6289521" y="562823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1" name="pt560"/>
            <p:cNvSpPr/>
            <p:nvPr/>
          </p:nvSpPr>
          <p:spPr>
            <a:xfrm>
              <a:off x="6279387" y="529632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2" name="pt561"/>
            <p:cNvSpPr/>
            <p:nvPr/>
          </p:nvSpPr>
          <p:spPr>
            <a:xfrm>
              <a:off x="6255101" y="547483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3" name="pt562"/>
            <p:cNvSpPr/>
            <p:nvPr/>
          </p:nvSpPr>
          <p:spPr>
            <a:xfrm>
              <a:off x="6289750" y="517896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4" name="pt563"/>
            <p:cNvSpPr/>
            <p:nvPr/>
          </p:nvSpPr>
          <p:spPr>
            <a:xfrm>
              <a:off x="6232378" y="568849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5" name="pt564"/>
            <p:cNvSpPr/>
            <p:nvPr/>
          </p:nvSpPr>
          <p:spPr>
            <a:xfrm>
              <a:off x="6299588" y="507262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6" name="pt565"/>
            <p:cNvSpPr/>
            <p:nvPr/>
          </p:nvSpPr>
          <p:spPr>
            <a:xfrm>
              <a:off x="6271311" y="499424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7" name="pt566"/>
            <p:cNvSpPr/>
            <p:nvPr/>
          </p:nvSpPr>
          <p:spPr>
            <a:xfrm>
              <a:off x="6311249" y="5484292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8" name="pt567"/>
            <p:cNvSpPr/>
            <p:nvPr/>
          </p:nvSpPr>
          <p:spPr>
            <a:xfrm>
              <a:off x="6223634" y="512187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69" name="pt568"/>
            <p:cNvSpPr/>
            <p:nvPr/>
          </p:nvSpPr>
          <p:spPr>
            <a:xfrm>
              <a:off x="6308081" y="501616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0" name="pt569"/>
            <p:cNvSpPr/>
            <p:nvPr/>
          </p:nvSpPr>
          <p:spPr>
            <a:xfrm>
              <a:off x="6293260" y="544318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1" name="pt570"/>
            <p:cNvSpPr/>
            <p:nvPr/>
          </p:nvSpPr>
          <p:spPr>
            <a:xfrm>
              <a:off x="6222642" y="5030915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2" name="pt571"/>
            <p:cNvSpPr/>
            <p:nvPr/>
          </p:nvSpPr>
          <p:spPr>
            <a:xfrm>
              <a:off x="6273009" y="575192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3" name="pt572"/>
            <p:cNvSpPr/>
            <p:nvPr/>
          </p:nvSpPr>
          <p:spPr>
            <a:xfrm>
              <a:off x="6261849" y="559542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4" name="pt573"/>
            <p:cNvSpPr/>
            <p:nvPr/>
          </p:nvSpPr>
          <p:spPr>
            <a:xfrm>
              <a:off x="6251496" y="586385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75" name="pl574"/>
            <p:cNvSpPr/>
            <p:nvPr/>
          </p:nvSpPr>
          <p:spPr>
            <a:xfrm>
              <a:off x="4254412" y="5238401"/>
              <a:ext cx="2042429" cy="11635"/>
            </a:xfrm>
            <a:custGeom>
              <a:avLst/>
              <a:pathLst>
                <a:path w="2042429" h="11635">
                  <a:moveTo>
                    <a:pt x="0" y="11635"/>
                  </a:moveTo>
                  <a:lnTo>
                    <a:pt x="131154" y="10888"/>
                  </a:lnTo>
                  <a:lnTo>
                    <a:pt x="246841" y="10229"/>
                  </a:lnTo>
                  <a:lnTo>
                    <a:pt x="350326" y="9639"/>
                  </a:lnTo>
                  <a:lnTo>
                    <a:pt x="443940" y="9106"/>
                  </a:lnTo>
                  <a:lnTo>
                    <a:pt x="529402" y="8619"/>
                  </a:lnTo>
                  <a:lnTo>
                    <a:pt x="608020" y="8171"/>
                  </a:lnTo>
                  <a:lnTo>
                    <a:pt x="680809" y="7757"/>
                  </a:lnTo>
                  <a:lnTo>
                    <a:pt x="748574" y="7371"/>
                  </a:lnTo>
                  <a:lnTo>
                    <a:pt x="811964" y="7009"/>
                  </a:lnTo>
                  <a:lnTo>
                    <a:pt x="871510" y="6670"/>
                  </a:lnTo>
                  <a:lnTo>
                    <a:pt x="927651" y="6350"/>
                  </a:lnTo>
                  <a:lnTo>
                    <a:pt x="980756" y="6048"/>
                  </a:lnTo>
                  <a:lnTo>
                    <a:pt x="1031136" y="5761"/>
                  </a:lnTo>
                  <a:lnTo>
                    <a:pt x="1079058" y="5488"/>
                  </a:lnTo>
                  <a:lnTo>
                    <a:pt x="1124750" y="5227"/>
                  </a:lnTo>
                  <a:lnTo>
                    <a:pt x="1168410" y="4979"/>
                  </a:lnTo>
                  <a:lnTo>
                    <a:pt x="1210212" y="4741"/>
                  </a:lnTo>
                  <a:lnTo>
                    <a:pt x="1250308" y="4512"/>
                  </a:lnTo>
                  <a:lnTo>
                    <a:pt x="1288830" y="4293"/>
                  </a:lnTo>
                  <a:lnTo>
                    <a:pt x="1325899" y="4082"/>
                  </a:lnTo>
                  <a:lnTo>
                    <a:pt x="1361619" y="3878"/>
                  </a:lnTo>
                  <a:lnTo>
                    <a:pt x="1396086" y="3682"/>
                  </a:lnTo>
                  <a:lnTo>
                    <a:pt x="1429384" y="3492"/>
                  </a:lnTo>
                  <a:lnTo>
                    <a:pt x="1461590" y="3309"/>
                  </a:lnTo>
                  <a:lnTo>
                    <a:pt x="1492774" y="3131"/>
                  </a:lnTo>
                  <a:lnTo>
                    <a:pt x="1522998" y="2959"/>
                  </a:lnTo>
                  <a:lnTo>
                    <a:pt x="1552319" y="2792"/>
                  </a:lnTo>
                  <a:lnTo>
                    <a:pt x="1580791" y="2629"/>
                  </a:lnTo>
                  <a:lnTo>
                    <a:pt x="1608460" y="2472"/>
                  </a:lnTo>
                  <a:lnTo>
                    <a:pt x="1635372" y="2318"/>
                  </a:lnTo>
                  <a:lnTo>
                    <a:pt x="1661565" y="2169"/>
                  </a:lnTo>
                  <a:lnTo>
                    <a:pt x="1687079" y="2024"/>
                  </a:lnTo>
                  <a:lnTo>
                    <a:pt x="1711946" y="1882"/>
                  </a:lnTo>
                  <a:lnTo>
                    <a:pt x="1736199" y="1744"/>
                  </a:lnTo>
                  <a:lnTo>
                    <a:pt x="1759867" y="1609"/>
                  </a:lnTo>
                  <a:lnTo>
                    <a:pt x="1782979" y="1478"/>
                  </a:lnTo>
                  <a:lnTo>
                    <a:pt x="1805559" y="1349"/>
                  </a:lnTo>
                  <a:lnTo>
                    <a:pt x="1827632" y="1223"/>
                  </a:lnTo>
                  <a:lnTo>
                    <a:pt x="1849220" y="1100"/>
                  </a:lnTo>
                  <a:lnTo>
                    <a:pt x="1870343" y="980"/>
                  </a:lnTo>
                  <a:lnTo>
                    <a:pt x="1891022" y="862"/>
                  </a:lnTo>
                  <a:lnTo>
                    <a:pt x="1911274" y="747"/>
                  </a:lnTo>
                  <a:lnTo>
                    <a:pt x="1931118" y="634"/>
                  </a:lnTo>
                  <a:lnTo>
                    <a:pt x="1950568" y="523"/>
                  </a:lnTo>
                  <a:lnTo>
                    <a:pt x="1969640" y="414"/>
                  </a:lnTo>
                  <a:lnTo>
                    <a:pt x="1988349" y="308"/>
                  </a:lnTo>
                  <a:lnTo>
                    <a:pt x="2006709" y="203"/>
                  </a:lnTo>
                  <a:lnTo>
                    <a:pt x="2024731" y="100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6" name="pl575"/>
            <p:cNvSpPr/>
            <p:nvPr/>
          </p:nvSpPr>
          <p:spPr>
            <a:xfrm>
              <a:off x="4254412" y="5456526"/>
              <a:ext cx="2042429" cy="60060"/>
            </a:xfrm>
            <a:custGeom>
              <a:avLst/>
              <a:pathLst>
                <a:path w="2042429" h="60060">
                  <a:moveTo>
                    <a:pt x="0" y="0"/>
                  </a:moveTo>
                  <a:lnTo>
                    <a:pt x="131154" y="3856"/>
                  </a:lnTo>
                  <a:lnTo>
                    <a:pt x="246841" y="7258"/>
                  </a:lnTo>
                  <a:lnTo>
                    <a:pt x="350326" y="10301"/>
                  </a:lnTo>
                  <a:lnTo>
                    <a:pt x="443940" y="13054"/>
                  </a:lnTo>
                  <a:lnTo>
                    <a:pt x="529402" y="15567"/>
                  </a:lnTo>
                  <a:lnTo>
                    <a:pt x="608020" y="17879"/>
                  </a:lnTo>
                  <a:lnTo>
                    <a:pt x="680809" y="20020"/>
                  </a:lnTo>
                  <a:lnTo>
                    <a:pt x="748574" y="22012"/>
                  </a:lnTo>
                  <a:lnTo>
                    <a:pt x="811964" y="23877"/>
                  </a:lnTo>
                  <a:lnTo>
                    <a:pt x="871510" y="25628"/>
                  </a:lnTo>
                  <a:lnTo>
                    <a:pt x="927651" y="27278"/>
                  </a:lnTo>
                  <a:lnTo>
                    <a:pt x="980756" y="28840"/>
                  </a:lnTo>
                  <a:lnTo>
                    <a:pt x="1031136" y="30322"/>
                  </a:lnTo>
                  <a:lnTo>
                    <a:pt x="1079058" y="31731"/>
                  </a:lnTo>
                  <a:lnTo>
                    <a:pt x="1124750" y="33074"/>
                  </a:lnTo>
                  <a:lnTo>
                    <a:pt x="1168410" y="34358"/>
                  </a:lnTo>
                  <a:lnTo>
                    <a:pt x="1210212" y="35588"/>
                  </a:lnTo>
                  <a:lnTo>
                    <a:pt x="1250308" y="36767"/>
                  </a:lnTo>
                  <a:lnTo>
                    <a:pt x="1288830" y="37899"/>
                  </a:lnTo>
                  <a:lnTo>
                    <a:pt x="1325899" y="38990"/>
                  </a:lnTo>
                  <a:lnTo>
                    <a:pt x="1361619" y="40040"/>
                  </a:lnTo>
                  <a:lnTo>
                    <a:pt x="1396086" y="41054"/>
                  </a:lnTo>
                  <a:lnTo>
                    <a:pt x="1429384" y="42033"/>
                  </a:lnTo>
                  <a:lnTo>
                    <a:pt x="1461590" y="42980"/>
                  </a:lnTo>
                  <a:lnTo>
                    <a:pt x="1492774" y="43897"/>
                  </a:lnTo>
                  <a:lnTo>
                    <a:pt x="1522998" y="44786"/>
                  </a:lnTo>
                  <a:lnTo>
                    <a:pt x="1552319" y="45648"/>
                  </a:lnTo>
                  <a:lnTo>
                    <a:pt x="1580791" y="46485"/>
                  </a:lnTo>
                  <a:lnTo>
                    <a:pt x="1608460" y="47299"/>
                  </a:lnTo>
                  <a:lnTo>
                    <a:pt x="1635372" y="48090"/>
                  </a:lnTo>
                  <a:lnTo>
                    <a:pt x="1661565" y="48860"/>
                  </a:lnTo>
                  <a:lnTo>
                    <a:pt x="1687079" y="49611"/>
                  </a:lnTo>
                  <a:lnTo>
                    <a:pt x="1711946" y="50342"/>
                  </a:lnTo>
                  <a:lnTo>
                    <a:pt x="1736199" y="51055"/>
                  </a:lnTo>
                  <a:lnTo>
                    <a:pt x="1759867" y="51751"/>
                  </a:lnTo>
                  <a:lnTo>
                    <a:pt x="1782979" y="52431"/>
                  </a:lnTo>
                  <a:lnTo>
                    <a:pt x="1805559" y="53095"/>
                  </a:lnTo>
                  <a:lnTo>
                    <a:pt x="1827632" y="53744"/>
                  </a:lnTo>
                  <a:lnTo>
                    <a:pt x="1849220" y="54379"/>
                  </a:lnTo>
                  <a:lnTo>
                    <a:pt x="1870343" y="55000"/>
                  </a:lnTo>
                  <a:lnTo>
                    <a:pt x="1891022" y="55608"/>
                  </a:lnTo>
                  <a:lnTo>
                    <a:pt x="1911274" y="56203"/>
                  </a:lnTo>
                  <a:lnTo>
                    <a:pt x="1931118" y="56787"/>
                  </a:lnTo>
                  <a:lnTo>
                    <a:pt x="1950568" y="57359"/>
                  </a:lnTo>
                  <a:lnTo>
                    <a:pt x="1969640" y="57920"/>
                  </a:lnTo>
                  <a:lnTo>
                    <a:pt x="1988349" y="58470"/>
                  </a:lnTo>
                  <a:lnTo>
                    <a:pt x="2006709" y="59010"/>
                  </a:lnTo>
                  <a:lnTo>
                    <a:pt x="2024731" y="59540"/>
                  </a:lnTo>
                  <a:lnTo>
                    <a:pt x="2042429" y="6006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7" name="pl576"/>
            <p:cNvSpPr/>
            <p:nvPr/>
          </p:nvSpPr>
          <p:spPr>
            <a:xfrm>
              <a:off x="4254412" y="5189309"/>
              <a:ext cx="2042429" cy="110156"/>
            </a:xfrm>
            <a:custGeom>
              <a:avLst/>
              <a:pathLst>
                <a:path w="2042429" h="110156">
                  <a:moveTo>
                    <a:pt x="0" y="110156"/>
                  </a:moveTo>
                  <a:lnTo>
                    <a:pt x="131154" y="103083"/>
                  </a:lnTo>
                  <a:lnTo>
                    <a:pt x="246841" y="96843"/>
                  </a:lnTo>
                  <a:lnTo>
                    <a:pt x="350326" y="91262"/>
                  </a:lnTo>
                  <a:lnTo>
                    <a:pt x="443940" y="86213"/>
                  </a:lnTo>
                  <a:lnTo>
                    <a:pt x="529402" y="81603"/>
                  </a:lnTo>
                  <a:lnTo>
                    <a:pt x="608020" y="77363"/>
                  </a:lnTo>
                  <a:lnTo>
                    <a:pt x="680809" y="73437"/>
                  </a:lnTo>
                  <a:lnTo>
                    <a:pt x="748574" y="69783"/>
                  </a:lnTo>
                  <a:lnTo>
                    <a:pt x="811964" y="66364"/>
                  </a:lnTo>
                  <a:lnTo>
                    <a:pt x="871510" y="63152"/>
                  </a:lnTo>
                  <a:lnTo>
                    <a:pt x="927651" y="60124"/>
                  </a:lnTo>
                  <a:lnTo>
                    <a:pt x="980756" y="57260"/>
                  </a:lnTo>
                  <a:lnTo>
                    <a:pt x="1031136" y="54543"/>
                  </a:lnTo>
                  <a:lnTo>
                    <a:pt x="1079058" y="51958"/>
                  </a:lnTo>
                  <a:lnTo>
                    <a:pt x="1124750" y="49494"/>
                  </a:lnTo>
                  <a:lnTo>
                    <a:pt x="1168410" y="47139"/>
                  </a:lnTo>
                  <a:lnTo>
                    <a:pt x="1210212" y="44884"/>
                  </a:lnTo>
                  <a:lnTo>
                    <a:pt x="1250308" y="42722"/>
                  </a:lnTo>
                  <a:lnTo>
                    <a:pt x="1288830" y="40644"/>
                  </a:lnTo>
                  <a:lnTo>
                    <a:pt x="1325899" y="38645"/>
                  </a:lnTo>
                  <a:lnTo>
                    <a:pt x="1361619" y="36718"/>
                  </a:lnTo>
                  <a:lnTo>
                    <a:pt x="1396086" y="34860"/>
                  </a:lnTo>
                  <a:lnTo>
                    <a:pt x="1429384" y="33064"/>
                  </a:lnTo>
                  <a:lnTo>
                    <a:pt x="1461590" y="31327"/>
                  </a:lnTo>
                  <a:lnTo>
                    <a:pt x="1492774" y="29645"/>
                  </a:lnTo>
                  <a:lnTo>
                    <a:pt x="1522998" y="28015"/>
                  </a:lnTo>
                  <a:lnTo>
                    <a:pt x="1552319" y="26433"/>
                  </a:lnTo>
                  <a:lnTo>
                    <a:pt x="1580791" y="24898"/>
                  </a:lnTo>
                  <a:lnTo>
                    <a:pt x="1608460" y="23405"/>
                  </a:lnTo>
                  <a:lnTo>
                    <a:pt x="1635372" y="21954"/>
                  </a:lnTo>
                  <a:lnTo>
                    <a:pt x="1661565" y="20541"/>
                  </a:lnTo>
                  <a:lnTo>
                    <a:pt x="1687079" y="19165"/>
                  </a:lnTo>
                  <a:lnTo>
                    <a:pt x="1711946" y="17824"/>
                  </a:lnTo>
                  <a:lnTo>
                    <a:pt x="1736199" y="16516"/>
                  </a:lnTo>
                  <a:lnTo>
                    <a:pt x="1759867" y="15239"/>
                  </a:lnTo>
                  <a:lnTo>
                    <a:pt x="1782979" y="13993"/>
                  </a:lnTo>
                  <a:lnTo>
                    <a:pt x="1805559" y="12775"/>
                  </a:lnTo>
                  <a:lnTo>
                    <a:pt x="1827632" y="11584"/>
                  </a:lnTo>
                  <a:lnTo>
                    <a:pt x="1849220" y="10420"/>
                  </a:lnTo>
                  <a:lnTo>
                    <a:pt x="1870343" y="9281"/>
                  </a:lnTo>
                  <a:lnTo>
                    <a:pt x="1891022" y="8166"/>
                  </a:lnTo>
                  <a:lnTo>
                    <a:pt x="1911274" y="7073"/>
                  </a:lnTo>
                  <a:lnTo>
                    <a:pt x="1931118" y="6003"/>
                  </a:lnTo>
                  <a:lnTo>
                    <a:pt x="1950568" y="4954"/>
                  </a:lnTo>
                  <a:lnTo>
                    <a:pt x="1969640" y="3925"/>
                  </a:lnTo>
                  <a:lnTo>
                    <a:pt x="1988349" y="2916"/>
                  </a:lnTo>
                  <a:lnTo>
                    <a:pt x="2006709" y="1926"/>
                  </a:lnTo>
                  <a:lnTo>
                    <a:pt x="2024731" y="954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8" name="pl577"/>
            <p:cNvSpPr/>
            <p:nvPr/>
          </p:nvSpPr>
          <p:spPr>
            <a:xfrm>
              <a:off x="4254412" y="4881733"/>
              <a:ext cx="2042429" cy="386874"/>
            </a:xfrm>
            <a:custGeom>
              <a:avLst/>
              <a:pathLst>
                <a:path w="2042429" h="386874">
                  <a:moveTo>
                    <a:pt x="0" y="386874"/>
                  </a:moveTo>
                  <a:lnTo>
                    <a:pt x="131154" y="362031"/>
                  </a:lnTo>
                  <a:lnTo>
                    <a:pt x="246841" y="340118"/>
                  </a:lnTo>
                  <a:lnTo>
                    <a:pt x="350326" y="320516"/>
                  </a:lnTo>
                  <a:lnTo>
                    <a:pt x="443940" y="302783"/>
                  </a:lnTo>
                  <a:lnTo>
                    <a:pt x="529402" y="286595"/>
                  </a:lnTo>
                  <a:lnTo>
                    <a:pt x="608020" y="271703"/>
                  </a:lnTo>
                  <a:lnTo>
                    <a:pt x="680809" y="257916"/>
                  </a:lnTo>
                  <a:lnTo>
                    <a:pt x="748574" y="245080"/>
                  </a:lnTo>
                  <a:lnTo>
                    <a:pt x="811964" y="233073"/>
                  </a:lnTo>
                  <a:lnTo>
                    <a:pt x="871510" y="221794"/>
                  </a:lnTo>
                  <a:lnTo>
                    <a:pt x="927651" y="211159"/>
                  </a:lnTo>
                  <a:lnTo>
                    <a:pt x="980756" y="201100"/>
                  </a:lnTo>
                  <a:lnTo>
                    <a:pt x="1031136" y="191557"/>
                  </a:lnTo>
                  <a:lnTo>
                    <a:pt x="1079058" y="182480"/>
                  </a:lnTo>
                  <a:lnTo>
                    <a:pt x="1124750" y="173825"/>
                  </a:lnTo>
                  <a:lnTo>
                    <a:pt x="1168410" y="165555"/>
                  </a:lnTo>
                  <a:lnTo>
                    <a:pt x="1210212" y="157637"/>
                  </a:lnTo>
                  <a:lnTo>
                    <a:pt x="1250308" y="150042"/>
                  </a:lnTo>
                  <a:lnTo>
                    <a:pt x="1288830" y="142745"/>
                  </a:lnTo>
                  <a:lnTo>
                    <a:pt x="1325899" y="135724"/>
                  </a:lnTo>
                  <a:lnTo>
                    <a:pt x="1361619" y="128958"/>
                  </a:lnTo>
                  <a:lnTo>
                    <a:pt x="1396086" y="122429"/>
                  </a:lnTo>
                  <a:lnTo>
                    <a:pt x="1429384" y="116122"/>
                  </a:lnTo>
                  <a:lnTo>
                    <a:pt x="1461590" y="110021"/>
                  </a:lnTo>
                  <a:lnTo>
                    <a:pt x="1492774" y="104114"/>
                  </a:lnTo>
                  <a:lnTo>
                    <a:pt x="1522998" y="98390"/>
                  </a:lnTo>
                  <a:lnTo>
                    <a:pt x="1552319" y="92835"/>
                  </a:lnTo>
                  <a:lnTo>
                    <a:pt x="1580791" y="87442"/>
                  </a:lnTo>
                  <a:lnTo>
                    <a:pt x="1608460" y="82201"/>
                  </a:lnTo>
                  <a:lnTo>
                    <a:pt x="1635372" y="77104"/>
                  </a:lnTo>
                  <a:lnTo>
                    <a:pt x="1661565" y="72142"/>
                  </a:lnTo>
                  <a:lnTo>
                    <a:pt x="1687079" y="67310"/>
                  </a:lnTo>
                  <a:lnTo>
                    <a:pt x="1711946" y="62599"/>
                  </a:lnTo>
                  <a:lnTo>
                    <a:pt x="1736199" y="58005"/>
                  </a:lnTo>
                  <a:lnTo>
                    <a:pt x="1759867" y="53522"/>
                  </a:lnTo>
                  <a:lnTo>
                    <a:pt x="1782979" y="49144"/>
                  </a:lnTo>
                  <a:lnTo>
                    <a:pt x="1805559" y="44867"/>
                  </a:lnTo>
                  <a:lnTo>
                    <a:pt x="1827632" y="40686"/>
                  </a:lnTo>
                  <a:lnTo>
                    <a:pt x="1849220" y="36597"/>
                  </a:lnTo>
                  <a:lnTo>
                    <a:pt x="1870343" y="32596"/>
                  </a:lnTo>
                  <a:lnTo>
                    <a:pt x="1891022" y="28679"/>
                  </a:lnTo>
                  <a:lnTo>
                    <a:pt x="1911274" y="24843"/>
                  </a:lnTo>
                  <a:lnTo>
                    <a:pt x="1931118" y="21084"/>
                  </a:lnTo>
                  <a:lnTo>
                    <a:pt x="1950568" y="17400"/>
                  </a:lnTo>
                  <a:lnTo>
                    <a:pt x="1969640" y="13787"/>
                  </a:lnTo>
                  <a:lnTo>
                    <a:pt x="1988349" y="10243"/>
                  </a:lnTo>
                  <a:lnTo>
                    <a:pt x="2006709" y="6766"/>
                  </a:lnTo>
                  <a:lnTo>
                    <a:pt x="2024731" y="3352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79" name="pl578"/>
            <p:cNvSpPr/>
            <p:nvPr/>
          </p:nvSpPr>
          <p:spPr>
            <a:xfrm>
              <a:off x="4254412" y="5028914"/>
              <a:ext cx="2042429" cy="364830"/>
            </a:xfrm>
            <a:custGeom>
              <a:avLst/>
              <a:pathLst>
                <a:path w="2042429" h="364830">
                  <a:moveTo>
                    <a:pt x="0" y="364830"/>
                  </a:moveTo>
                  <a:lnTo>
                    <a:pt x="131154" y="341403"/>
                  </a:lnTo>
                  <a:lnTo>
                    <a:pt x="246841" y="320738"/>
                  </a:lnTo>
                  <a:lnTo>
                    <a:pt x="350326" y="302253"/>
                  </a:lnTo>
                  <a:lnTo>
                    <a:pt x="443940" y="285531"/>
                  </a:lnTo>
                  <a:lnTo>
                    <a:pt x="529402" y="270265"/>
                  </a:lnTo>
                  <a:lnTo>
                    <a:pt x="608020" y="256222"/>
                  </a:lnTo>
                  <a:lnTo>
                    <a:pt x="680809" y="243220"/>
                  </a:lnTo>
                  <a:lnTo>
                    <a:pt x="748574" y="231115"/>
                  </a:lnTo>
                  <a:lnTo>
                    <a:pt x="811964" y="219792"/>
                  </a:lnTo>
                  <a:lnTo>
                    <a:pt x="871510" y="209156"/>
                  </a:lnTo>
                  <a:lnTo>
                    <a:pt x="927651" y="199128"/>
                  </a:lnTo>
                  <a:lnTo>
                    <a:pt x="980756" y="189642"/>
                  </a:lnTo>
                  <a:lnTo>
                    <a:pt x="1031136" y="180643"/>
                  </a:lnTo>
                  <a:lnTo>
                    <a:pt x="1079058" y="172083"/>
                  </a:lnTo>
                  <a:lnTo>
                    <a:pt x="1124750" y="163921"/>
                  </a:lnTo>
                  <a:lnTo>
                    <a:pt x="1168410" y="156122"/>
                  </a:lnTo>
                  <a:lnTo>
                    <a:pt x="1210212" y="148655"/>
                  </a:lnTo>
                  <a:lnTo>
                    <a:pt x="1250308" y="141493"/>
                  </a:lnTo>
                  <a:lnTo>
                    <a:pt x="1288830" y="134612"/>
                  </a:lnTo>
                  <a:lnTo>
                    <a:pt x="1325899" y="127990"/>
                  </a:lnTo>
                  <a:lnTo>
                    <a:pt x="1361619" y="121610"/>
                  </a:lnTo>
                  <a:lnTo>
                    <a:pt x="1396086" y="115453"/>
                  </a:lnTo>
                  <a:lnTo>
                    <a:pt x="1429384" y="109505"/>
                  </a:lnTo>
                  <a:lnTo>
                    <a:pt x="1461590" y="103752"/>
                  </a:lnTo>
                  <a:lnTo>
                    <a:pt x="1492774" y="98182"/>
                  </a:lnTo>
                  <a:lnTo>
                    <a:pt x="1522998" y="92783"/>
                  </a:lnTo>
                  <a:lnTo>
                    <a:pt x="1552319" y="87546"/>
                  </a:lnTo>
                  <a:lnTo>
                    <a:pt x="1580791" y="82460"/>
                  </a:lnTo>
                  <a:lnTo>
                    <a:pt x="1608460" y="77517"/>
                  </a:lnTo>
                  <a:lnTo>
                    <a:pt x="1635372" y="72710"/>
                  </a:lnTo>
                  <a:lnTo>
                    <a:pt x="1661565" y="68032"/>
                  </a:lnTo>
                  <a:lnTo>
                    <a:pt x="1687079" y="63474"/>
                  </a:lnTo>
                  <a:lnTo>
                    <a:pt x="1711946" y="59032"/>
                  </a:lnTo>
                  <a:lnTo>
                    <a:pt x="1736199" y="54700"/>
                  </a:lnTo>
                  <a:lnTo>
                    <a:pt x="1759867" y="50472"/>
                  </a:lnTo>
                  <a:lnTo>
                    <a:pt x="1782979" y="46344"/>
                  </a:lnTo>
                  <a:lnTo>
                    <a:pt x="1805559" y="42311"/>
                  </a:lnTo>
                  <a:lnTo>
                    <a:pt x="1827632" y="38368"/>
                  </a:lnTo>
                  <a:lnTo>
                    <a:pt x="1849220" y="34512"/>
                  </a:lnTo>
                  <a:lnTo>
                    <a:pt x="1870343" y="30738"/>
                  </a:lnTo>
                  <a:lnTo>
                    <a:pt x="1891022" y="27045"/>
                  </a:lnTo>
                  <a:lnTo>
                    <a:pt x="1911274" y="23427"/>
                  </a:lnTo>
                  <a:lnTo>
                    <a:pt x="1931118" y="19883"/>
                  </a:lnTo>
                  <a:lnTo>
                    <a:pt x="1950568" y="16408"/>
                  </a:lnTo>
                  <a:lnTo>
                    <a:pt x="1969640" y="13001"/>
                  </a:lnTo>
                  <a:lnTo>
                    <a:pt x="1988349" y="9660"/>
                  </a:lnTo>
                  <a:lnTo>
                    <a:pt x="2006709" y="6380"/>
                  </a:lnTo>
                  <a:lnTo>
                    <a:pt x="2024731" y="3161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l579"/>
            <p:cNvSpPr/>
            <p:nvPr/>
          </p:nvSpPr>
          <p:spPr>
            <a:xfrm>
              <a:off x="4254412" y="5198013"/>
              <a:ext cx="2042429" cy="479631"/>
            </a:xfrm>
            <a:custGeom>
              <a:avLst/>
              <a:pathLst>
                <a:path w="2042429" h="479631">
                  <a:moveTo>
                    <a:pt x="0" y="0"/>
                  </a:moveTo>
                  <a:lnTo>
                    <a:pt x="131154" y="30799"/>
                  </a:lnTo>
                  <a:lnTo>
                    <a:pt x="246841" y="57966"/>
                  </a:lnTo>
                  <a:lnTo>
                    <a:pt x="350326" y="82268"/>
                  </a:lnTo>
                  <a:lnTo>
                    <a:pt x="443940" y="104252"/>
                  </a:lnTo>
                  <a:lnTo>
                    <a:pt x="529402" y="124321"/>
                  </a:lnTo>
                  <a:lnTo>
                    <a:pt x="608020" y="142783"/>
                  </a:lnTo>
                  <a:lnTo>
                    <a:pt x="680809" y="159877"/>
                  </a:lnTo>
                  <a:lnTo>
                    <a:pt x="748574" y="175790"/>
                  </a:lnTo>
                  <a:lnTo>
                    <a:pt x="811964" y="190676"/>
                  </a:lnTo>
                  <a:lnTo>
                    <a:pt x="871510" y="204660"/>
                  </a:lnTo>
                  <a:lnTo>
                    <a:pt x="927651" y="217843"/>
                  </a:lnTo>
                  <a:lnTo>
                    <a:pt x="980756" y="230314"/>
                  </a:lnTo>
                  <a:lnTo>
                    <a:pt x="1031136" y="242145"/>
                  </a:lnTo>
                  <a:lnTo>
                    <a:pt x="1079058" y="253399"/>
                  </a:lnTo>
                  <a:lnTo>
                    <a:pt x="1124750" y="264129"/>
                  </a:lnTo>
                  <a:lnTo>
                    <a:pt x="1168410" y="274382"/>
                  </a:lnTo>
                  <a:lnTo>
                    <a:pt x="1210212" y="284199"/>
                  </a:lnTo>
                  <a:lnTo>
                    <a:pt x="1250308" y="293614"/>
                  </a:lnTo>
                  <a:lnTo>
                    <a:pt x="1288830" y="302661"/>
                  </a:lnTo>
                  <a:lnTo>
                    <a:pt x="1325899" y="311366"/>
                  </a:lnTo>
                  <a:lnTo>
                    <a:pt x="1361619" y="319754"/>
                  </a:lnTo>
                  <a:lnTo>
                    <a:pt x="1396086" y="327848"/>
                  </a:lnTo>
                  <a:lnTo>
                    <a:pt x="1429384" y="335668"/>
                  </a:lnTo>
                  <a:lnTo>
                    <a:pt x="1461590" y="343231"/>
                  </a:lnTo>
                  <a:lnTo>
                    <a:pt x="1492774" y="350554"/>
                  </a:lnTo>
                  <a:lnTo>
                    <a:pt x="1522998" y="357651"/>
                  </a:lnTo>
                  <a:lnTo>
                    <a:pt x="1552319" y="364537"/>
                  </a:lnTo>
                  <a:lnTo>
                    <a:pt x="1580791" y="371223"/>
                  </a:lnTo>
                  <a:lnTo>
                    <a:pt x="1608460" y="377721"/>
                  </a:lnTo>
                  <a:lnTo>
                    <a:pt x="1635372" y="384040"/>
                  </a:lnTo>
                  <a:lnTo>
                    <a:pt x="1661565" y="390192"/>
                  </a:lnTo>
                  <a:lnTo>
                    <a:pt x="1687079" y="396183"/>
                  </a:lnTo>
                  <a:lnTo>
                    <a:pt x="1711946" y="402023"/>
                  </a:lnTo>
                  <a:lnTo>
                    <a:pt x="1736199" y="407718"/>
                  </a:lnTo>
                  <a:lnTo>
                    <a:pt x="1759867" y="413276"/>
                  </a:lnTo>
                  <a:lnTo>
                    <a:pt x="1782979" y="418704"/>
                  </a:lnTo>
                  <a:lnTo>
                    <a:pt x="1805559" y="424006"/>
                  </a:lnTo>
                  <a:lnTo>
                    <a:pt x="1827632" y="429190"/>
                  </a:lnTo>
                  <a:lnTo>
                    <a:pt x="1849220" y="434259"/>
                  </a:lnTo>
                  <a:lnTo>
                    <a:pt x="1870343" y="439220"/>
                  </a:lnTo>
                  <a:lnTo>
                    <a:pt x="1891022" y="444076"/>
                  </a:lnTo>
                  <a:lnTo>
                    <a:pt x="1911274" y="448832"/>
                  </a:lnTo>
                  <a:lnTo>
                    <a:pt x="1931118" y="453492"/>
                  </a:lnTo>
                  <a:lnTo>
                    <a:pt x="1950568" y="458059"/>
                  </a:lnTo>
                  <a:lnTo>
                    <a:pt x="1969640" y="462538"/>
                  </a:lnTo>
                  <a:lnTo>
                    <a:pt x="1988349" y="466932"/>
                  </a:lnTo>
                  <a:lnTo>
                    <a:pt x="2006709" y="471243"/>
                  </a:lnTo>
                  <a:lnTo>
                    <a:pt x="2024731" y="475475"/>
                  </a:lnTo>
                  <a:lnTo>
                    <a:pt x="2042429" y="479631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l580"/>
            <p:cNvSpPr/>
            <p:nvPr/>
          </p:nvSpPr>
          <p:spPr>
            <a:xfrm>
              <a:off x="4254412" y="5322223"/>
              <a:ext cx="2042429" cy="436675"/>
            </a:xfrm>
            <a:custGeom>
              <a:avLst/>
              <a:pathLst>
                <a:path w="2042429" h="436675">
                  <a:moveTo>
                    <a:pt x="0" y="436675"/>
                  </a:moveTo>
                  <a:lnTo>
                    <a:pt x="131154" y="408634"/>
                  </a:lnTo>
                  <a:lnTo>
                    <a:pt x="246841" y="383900"/>
                  </a:lnTo>
                  <a:lnTo>
                    <a:pt x="350326" y="361775"/>
                  </a:lnTo>
                  <a:lnTo>
                    <a:pt x="443940" y="341760"/>
                  </a:lnTo>
                  <a:lnTo>
                    <a:pt x="529402" y="323488"/>
                  </a:lnTo>
                  <a:lnTo>
                    <a:pt x="608020" y="306679"/>
                  </a:lnTo>
                  <a:lnTo>
                    <a:pt x="680809" y="291117"/>
                  </a:lnTo>
                  <a:lnTo>
                    <a:pt x="748574" y="276628"/>
                  </a:lnTo>
                  <a:lnTo>
                    <a:pt x="811964" y="263076"/>
                  </a:lnTo>
                  <a:lnTo>
                    <a:pt x="871510" y="250345"/>
                  </a:lnTo>
                  <a:lnTo>
                    <a:pt x="927651" y="238342"/>
                  </a:lnTo>
                  <a:lnTo>
                    <a:pt x="980756" y="226988"/>
                  </a:lnTo>
                  <a:lnTo>
                    <a:pt x="1031136" y="216216"/>
                  </a:lnTo>
                  <a:lnTo>
                    <a:pt x="1079058" y="205970"/>
                  </a:lnTo>
                  <a:lnTo>
                    <a:pt x="1124750" y="196201"/>
                  </a:lnTo>
                  <a:lnTo>
                    <a:pt x="1168410" y="186867"/>
                  </a:lnTo>
                  <a:lnTo>
                    <a:pt x="1210212" y="177929"/>
                  </a:lnTo>
                  <a:lnTo>
                    <a:pt x="1250308" y="169357"/>
                  </a:lnTo>
                  <a:lnTo>
                    <a:pt x="1288830" y="161121"/>
                  </a:lnTo>
                  <a:lnTo>
                    <a:pt x="1325899" y="153195"/>
                  </a:lnTo>
                  <a:lnTo>
                    <a:pt x="1361619" y="145558"/>
                  </a:lnTo>
                  <a:lnTo>
                    <a:pt x="1396086" y="138189"/>
                  </a:lnTo>
                  <a:lnTo>
                    <a:pt x="1429384" y="131070"/>
                  </a:lnTo>
                  <a:lnTo>
                    <a:pt x="1461590" y="124184"/>
                  </a:lnTo>
                  <a:lnTo>
                    <a:pt x="1492774" y="117517"/>
                  </a:lnTo>
                  <a:lnTo>
                    <a:pt x="1522998" y="111055"/>
                  </a:lnTo>
                  <a:lnTo>
                    <a:pt x="1552319" y="104786"/>
                  </a:lnTo>
                  <a:lnTo>
                    <a:pt x="1580791" y="98699"/>
                  </a:lnTo>
                  <a:lnTo>
                    <a:pt x="1608460" y="92783"/>
                  </a:lnTo>
                  <a:lnTo>
                    <a:pt x="1635372" y="87029"/>
                  </a:lnTo>
                  <a:lnTo>
                    <a:pt x="1661565" y="81429"/>
                  </a:lnTo>
                  <a:lnTo>
                    <a:pt x="1687079" y="75974"/>
                  </a:lnTo>
                  <a:lnTo>
                    <a:pt x="1711946" y="70658"/>
                  </a:lnTo>
                  <a:lnTo>
                    <a:pt x="1736199" y="65472"/>
                  </a:lnTo>
                  <a:lnTo>
                    <a:pt x="1759867" y="60412"/>
                  </a:lnTo>
                  <a:lnTo>
                    <a:pt x="1782979" y="55470"/>
                  </a:lnTo>
                  <a:lnTo>
                    <a:pt x="1805559" y="50643"/>
                  </a:lnTo>
                  <a:lnTo>
                    <a:pt x="1827632" y="45924"/>
                  </a:lnTo>
                  <a:lnTo>
                    <a:pt x="1849220" y="41308"/>
                  </a:lnTo>
                  <a:lnTo>
                    <a:pt x="1870343" y="36792"/>
                  </a:lnTo>
                  <a:lnTo>
                    <a:pt x="1891022" y="32371"/>
                  </a:lnTo>
                  <a:lnTo>
                    <a:pt x="1911274" y="28041"/>
                  </a:lnTo>
                  <a:lnTo>
                    <a:pt x="1931118" y="23798"/>
                  </a:lnTo>
                  <a:lnTo>
                    <a:pt x="1950568" y="19640"/>
                  </a:lnTo>
                  <a:lnTo>
                    <a:pt x="1969640" y="15562"/>
                  </a:lnTo>
                  <a:lnTo>
                    <a:pt x="1988349" y="11562"/>
                  </a:lnTo>
                  <a:lnTo>
                    <a:pt x="2006709" y="7637"/>
                  </a:lnTo>
                  <a:lnTo>
                    <a:pt x="2024731" y="3783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2" name="pl581"/>
            <p:cNvSpPr/>
            <p:nvPr/>
          </p:nvSpPr>
          <p:spPr>
            <a:xfrm>
              <a:off x="4254412" y="5671478"/>
              <a:ext cx="2042429" cy="162866"/>
            </a:xfrm>
            <a:custGeom>
              <a:avLst/>
              <a:pathLst>
                <a:path w="2042429" h="162866">
                  <a:moveTo>
                    <a:pt x="0" y="0"/>
                  </a:moveTo>
                  <a:lnTo>
                    <a:pt x="131154" y="10458"/>
                  </a:lnTo>
                  <a:lnTo>
                    <a:pt x="246841" y="19683"/>
                  </a:lnTo>
                  <a:lnTo>
                    <a:pt x="350326" y="27935"/>
                  </a:lnTo>
                  <a:lnTo>
                    <a:pt x="443940" y="35400"/>
                  </a:lnTo>
                  <a:lnTo>
                    <a:pt x="529402" y="42215"/>
                  </a:lnTo>
                  <a:lnTo>
                    <a:pt x="608020" y="48484"/>
                  </a:lnTo>
                  <a:lnTo>
                    <a:pt x="680809" y="54288"/>
                  </a:lnTo>
                  <a:lnTo>
                    <a:pt x="748574" y="59692"/>
                  </a:lnTo>
                  <a:lnTo>
                    <a:pt x="811964" y="64747"/>
                  </a:lnTo>
                  <a:lnTo>
                    <a:pt x="871510" y="69495"/>
                  </a:lnTo>
                  <a:lnTo>
                    <a:pt x="927651" y="73972"/>
                  </a:lnTo>
                  <a:lnTo>
                    <a:pt x="980756" y="78206"/>
                  </a:lnTo>
                  <a:lnTo>
                    <a:pt x="1031136" y="82224"/>
                  </a:lnTo>
                  <a:lnTo>
                    <a:pt x="1079058" y="86045"/>
                  </a:lnTo>
                  <a:lnTo>
                    <a:pt x="1124750" y="89689"/>
                  </a:lnTo>
                  <a:lnTo>
                    <a:pt x="1168410" y="93170"/>
                  </a:lnTo>
                  <a:lnTo>
                    <a:pt x="1210212" y="96503"/>
                  </a:lnTo>
                  <a:lnTo>
                    <a:pt x="1250308" y="99701"/>
                  </a:lnTo>
                  <a:lnTo>
                    <a:pt x="1288830" y="102773"/>
                  </a:lnTo>
                  <a:lnTo>
                    <a:pt x="1325899" y="105728"/>
                  </a:lnTo>
                  <a:lnTo>
                    <a:pt x="1361619" y="108577"/>
                  </a:lnTo>
                  <a:lnTo>
                    <a:pt x="1396086" y="111325"/>
                  </a:lnTo>
                  <a:lnTo>
                    <a:pt x="1429384" y="113981"/>
                  </a:lnTo>
                  <a:lnTo>
                    <a:pt x="1461590" y="116549"/>
                  </a:lnTo>
                  <a:lnTo>
                    <a:pt x="1492774" y="119035"/>
                  </a:lnTo>
                  <a:lnTo>
                    <a:pt x="1522998" y="121445"/>
                  </a:lnTo>
                  <a:lnTo>
                    <a:pt x="1552319" y="123784"/>
                  </a:lnTo>
                  <a:lnTo>
                    <a:pt x="1580791" y="126054"/>
                  </a:lnTo>
                  <a:lnTo>
                    <a:pt x="1608460" y="128260"/>
                  </a:lnTo>
                  <a:lnTo>
                    <a:pt x="1635372" y="130406"/>
                  </a:lnTo>
                  <a:lnTo>
                    <a:pt x="1661565" y="132495"/>
                  </a:lnTo>
                  <a:lnTo>
                    <a:pt x="1687079" y="134529"/>
                  </a:lnTo>
                  <a:lnTo>
                    <a:pt x="1711946" y="136512"/>
                  </a:lnTo>
                  <a:lnTo>
                    <a:pt x="1736199" y="138446"/>
                  </a:lnTo>
                  <a:lnTo>
                    <a:pt x="1759867" y="140334"/>
                  </a:lnTo>
                  <a:lnTo>
                    <a:pt x="1782979" y="142177"/>
                  </a:lnTo>
                  <a:lnTo>
                    <a:pt x="1805559" y="143977"/>
                  </a:lnTo>
                  <a:lnTo>
                    <a:pt x="1827632" y="145737"/>
                  </a:lnTo>
                  <a:lnTo>
                    <a:pt x="1849220" y="147459"/>
                  </a:lnTo>
                  <a:lnTo>
                    <a:pt x="1870343" y="149143"/>
                  </a:lnTo>
                  <a:lnTo>
                    <a:pt x="1891022" y="150792"/>
                  </a:lnTo>
                  <a:lnTo>
                    <a:pt x="1911274" y="152407"/>
                  </a:lnTo>
                  <a:lnTo>
                    <a:pt x="1931118" y="153989"/>
                  </a:lnTo>
                  <a:lnTo>
                    <a:pt x="1950568" y="155540"/>
                  </a:lnTo>
                  <a:lnTo>
                    <a:pt x="1969640" y="157061"/>
                  </a:lnTo>
                  <a:lnTo>
                    <a:pt x="1988349" y="158553"/>
                  </a:lnTo>
                  <a:lnTo>
                    <a:pt x="2006709" y="160017"/>
                  </a:lnTo>
                  <a:lnTo>
                    <a:pt x="2024731" y="161454"/>
                  </a:lnTo>
                  <a:lnTo>
                    <a:pt x="2042429" y="162866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3" name="pl582"/>
            <p:cNvSpPr/>
            <p:nvPr/>
          </p:nvSpPr>
          <p:spPr>
            <a:xfrm>
              <a:off x="4254412" y="5261994"/>
              <a:ext cx="2042429" cy="331347"/>
            </a:xfrm>
            <a:custGeom>
              <a:avLst/>
              <a:pathLst>
                <a:path w="2042429" h="331347">
                  <a:moveTo>
                    <a:pt x="0" y="331347"/>
                  </a:moveTo>
                  <a:lnTo>
                    <a:pt x="131154" y="310069"/>
                  </a:lnTo>
                  <a:lnTo>
                    <a:pt x="246841" y="291301"/>
                  </a:lnTo>
                  <a:lnTo>
                    <a:pt x="350326" y="274513"/>
                  </a:lnTo>
                  <a:lnTo>
                    <a:pt x="443940" y="259325"/>
                  </a:lnTo>
                  <a:lnTo>
                    <a:pt x="529402" y="245461"/>
                  </a:lnTo>
                  <a:lnTo>
                    <a:pt x="608020" y="232706"/>
                  </a:lnTo>
                  <a:lnTo>
                    <a:pt x="680809" y="220898"/>
                  </a:lnTo>
                  <a:lnTo>
                    <a:pt x="748574" y="209904"/>
                  </a:lnTo>
                  <a:lnTo>
                    <a:pt x="811964" y="199620"/>
                  </a:lnTo>
                  <a:lnTo>
                    <a:pt x="871510" y="189960"/>
                  </a:lnTo>
                  <a:lnTo>
                    <a:pt x="927651" y="180852"/>
                  </a:lnTo>
                  <a:lnTo>
                    <a:pt x="980756" y="172237"/>
                  </a:lnTo>
                  <a:lnTo>
                    <a:pt x="1031136" y="164064"/>
                  </a:lnTo>
                  <a:lnTo>
                    <a:pt x="1079058" y="156289"/>
                  </a:lnTo>
                  <a:lnTo>
                    <a:pt x="1124750" y="148876"/>
                  </a:lnTo>
                  <a:lnTo>
                    <a:pt x="1168410" y="141793"/>
                  </a:lnTo>
                  <a:lnTo>
                    <a:pt x="1210212" y="135012"/>
                  </a:lnTo>
                  <a:lnTo>
                    <a:pt x="1250308" y="128507"/>
                  </a:lnTo>
                  <a:lnTo>
                    <a:pt x="1288830" y="122257"/>
                  </a:lnTo>
                  <a:lnTo>
                    <a:pt x="1325899" y="116244"/>
                  </a:lnTo>
                  <a:lnTo>
                    <a:pt x="1361619" y="110449"/>
                  </a:lnTo>
                  <a:lnTo>
                    <a:pt x="1396086" y="104857"/>
                  </a:lnTo>
                  <a:lnTo>
                    <a:pt x="1429384" y="99455"/>
                  </a:lnTo>
                  <a:lnTo>
                    <a:pt x="1461590" y="94230"/>
                  </a:lnTo>
                  <a:lnTo>
                    <a:pt x="1492774" y="89171"/>
                  </a:lnTo>
                  <a:lnTo>
                    <a:pt x="1522998" y="84268"/>
                  </a:lnTo>
                  <a:lnTo>
                    <a:pt x="1552319" y="79511"/>
                  </a:lnTo>
                  <a:lnTo>
                    <a:pt x="1580791" y="74892"/>
                  </a:lnTo>
                  <a:lnTo>
                    <a:pt x="1608460" y="70403"/>
                  </a:lnTo>
                  <a:lnTo>
                    <a:pt x="1635372" y="66037"/>
                  </a:lnTo>
                  <a:lnTo>
                    <a:pt x="1661565" y="61788"/>
                  </a:lnTo>
                  <a:lnTo>
                    <a:pt x="1687079" y="57649"/>
                  </a:lnTo>
                  <a:lnTo>
                    <a:pt x="1711946" y="53614"/>
                  </a:lnTo>
                  <a:lnTo>
                    <a:pt x="1736199" y="49680"/>
                  </a:lnTo>
                  <a:lnTo>
                    <a:pt x="1759867" y="45840"/>
                  </a:lnTo>
                  <a:lnTo>
                    <a:pt x="1782979" y="42091"/>
                  </a:lnTo>
                  <a:lnTo>
                    <a:pt x="1805559" y="38427"/>
                  </a:lnTo>
                  <a:lnTo>
                    <a:pt x="1827632" y="34846"/>
                  </a:lnTo>
                  <a:lnTo>
                    <a:pt x="1849220" y="31344"/>
                  </a:lnTo>
                  <a:lnTo>
                    <a:pt x="1870343" y="27917"/>
                  </a:lnTo>
                  <a:lnTo>
                    <a:pt x="1891022" y="24563"/>
                  </a:lnTo>
                  <a:lnTo>
                    <a:pt x="1911274" y="21277"/>
                  </a:lnTo>
                  <a:lnTo>
                    <a:pt x="1931118" y="18058"/>
                  </a:lnTo>
                  <a:lnTo>
                    <a:pt x="1950568" y="14902"/>
                  </a:lnTo>
                  <a:lnTo>
                    <a:pt x="1969640" y="11808"/>
                  </a:lnTo>
                  <a:lnTo>
                    <a:pt x="1988349" y="8773"/>
                  </a:lnTo>
                  <a:lnTo>
                    <a:pt x="2006709" y="5794"/>
                  </a:lnTo>
                  <a:lnTo>
                    <a:pt x="2024731" y="2871"/>
                  </a:lnTo>
                  <a:lnTo>
                    <a:pt x="2042429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4" name="pl583"/>
            <p:cNvSpPr/>
            <p:nvPr/>
          </p:nvSpPr>
          <p:spPr>
            <a:xfrm>
              <a:off x="4254412" y="5066173"/>
              <a:ext cx="2042429" cy="155882"/>
            </a:xfrm>
            <a:custGeom>
              <a:avLst/>
              <a:pathLst>
                <a:path w="2042429" h="155882">
                  <a:moveTo>
                    <a:pt x="0" y="0"/>
                  </a:moveTo>
                  <a:lnTo>
                    <a:pt x="131154" y="10010"/>
                  </a:lnTo>
                  <a:lnTo>
                    <a:pt x="246841" y="18839"/>
                  </a:lnTo>
                  <a:lnTo>
                    <a:pt x="350326" y="26737"/>
                  </a:lnTo>
                  <a:lnTo>
                    <a:pt x="443940" y="33882"/>
                  </a:lnTo>
                  <a:lnTo>
                    <a:pt x="529402" y="40405"/>
                  </a:lnTo>
                  <a:lnTo>
                    <a:pt x="608020" y="46405"/>
                  </a:lnTo>
                  <a:lnTo>
                    <a:pt x="680809" y="51960"/>
                  </a:lnTo>
                  <a:lnTo>
                    <a:pt x="748574" y="57132"/>
                  </a:lnTo>
                  <a:lnTo>
                    <a:pt x="811964" y="61970"/>
                  </a:lnTo>
                  <a:lnTo>
                    <a:pt x="871510" y="66515"/>
                  </a:lnTo>
                  <a:lnTo>
                    <a:pt x="927651" y="70800"/>
                  </a:lnTo>
                  <a:lnTo>
                    <a:pt x="980756" y="74853"/>
                  </a:lnTo>
                  <a:lnTo>
                    <a:pt x="1031136" y="78698"/>
                  </a:lnTo>
                  <a:lnTo>
                    <a:pt x="1079058" y="82356"/>
                  </a:lnTo>
                  <a:lnTo>
                    <a:pt x="1124750" y="85843"/>
                  </a:lnTo>
                  <a:lnTo>
                    <a:pt x="1168410" y="89175"/>
                  </a:lnTo>
                  <a:lnTo>
                    <a:pt x="1210212" y="92366"/>
                  </a:lnTo>
                  <a:lnTo>
                    <a:pt x="1250308" y="95426"/>
                  </a:lnTo>
                  <a:lnTo>
                    <a:pt x="1288830" y="98366"/>
                  </a:lnTo>
                  <a:lnTo>
                    <a:pt x="1325899" y="101195"/>
                  </a:lnTo>
                  <a:lnTo>
                    <a:pt x="1361619" y="103921"/>
                  </a:lnTo>
                  <a:lnTo>
                    <a:pt x="1396086" y="106552"/>
                  </a:lnTo>
                  <a:lnTo>
                    <a:pt x="1429384" y="109093"/>
                  </a:lnTo>
                  <a:lnTo>
                    <a:pt x="1461590" y="111551"/>
                  </a:lnTo>
                  <a:lnTo>
                    <a:pt x="1492774" y="113931"/>
                  </a:lnTo>
                  <a:lnTo>
                    <a:pt x="1522998" y="116238"/>
                  </a:lnTo>
                  <a:lnTo>
                    <a:pt x="1552319" y="118476"/>
                  </a:lnTo>
                  <a:lnTo>
                    <a:pt x="1580791" y="120649"/>
                  </a:lnTo>
                  <a:lnTo>
                    <a:pt x="1608460" y="122761"/>
                  </a:lnTo>
                  <a:lnTo>
                    <a:pt x="1635372" y="124815"/>
                  </a:lnTo>
                  <a:lnTo>
                    <a:pt x="1661565" y="126814"/>
                  </a:lnTo>
                  <a:lnTo>
                    <a:pt x="1687079" y="128761"/>
                  </a:lnTo>
                  <a:lnTo>
                    <a:pt x="1711946" y="130659"/>
                  </a:lnTo>
                  <a:lnTo>
                    <a:pt x="1736199" y="132510"/>
                  </a:lnTo>
                  <a:lnTo>
                    <a:pt x="1759867" y="134317"/>
                  </a:lnTo>
                  <a:lnTo>
                    <a:pt x="1782979" y="136080"/>
                  </a:lnTo>
                  <a:lnTo>
                    <a:pt x="1805559" y="137804"/>
                  </a:lnTo>
                  <a:lnTo>
                    <a:pt x="1827632" y="139489"/>
                  </a:lnTo>
                  <a:lnTo>
                    <a:pt x="1849220" y="141136"/>
                  </a:lnTo>
                  <a:lnTo>
                    <a:pt x="1870343" y="142748"/>
                  </a:lnTo>
                  <a:lnTo>
                    <a:pt x="1891022" y="144327"/>
                  </a:lnTo>
                  <a:lnTo>
                    <a:pt x="1911274" y="145872"/>
                  </a:lnTo>
                  <a:lnTo>
                    <a:pt x="1931118" y="147387"/>
                  </a:lnTo>
                  <a:lnTo>
                    <a:pt x="1950568" y="148871"/>
                  </a:lnTo>
                  <a:lnTo>
                    <a:pt x="1969640" y="150327"/>
                  </a:lnTo>
                  <a:lnTo>
                    <a:pt x="1988349" y="151755"/>
                  </a:lnTo>
                  <a:lnTo>
                    <a:pt x="2006709" y="153156"/>
                  </a:lnTo>
                  <a:lnTo>
                    <a:pt x="2024731" y="154532"/>
                  </a:lnTo>
                  <a:lnTo>
                    <a:pt x="2042429" y="155882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585" name="rc584"/>
            <p:cNvSpPr/>
            <p:nvPr/>
          </p:nvSpPr>
          <p:spPr>
            <a:xfrm>
              <a:off x="4122981" y="3972216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586" name="pl585"/>
            <p:cNvSpPr/>
            <p:nvPr/>
          </p:nvSpPr>
          <p:spPr>
            <a:xfrm>
              <a:off x="4122981" y="3972216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l586"/>
            <p:cNvSpPr/>
            <p:nvPr/>
          </p:nvSpPr>
          <p:spPr>
            <a:xfrm>
              <a:off x="4085024" y="598238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l587"/>
            <p:cNvSpPr/>
            <p:nvPr/>
          </p:nvSpPr>
          <p:spPr>
            <a:xfrm>
              <a:off x="4085024" y="539315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l588"/>
            <p:cNvSpPr/>
            <p:nvPr/>
          </p:nvSpPr>
          <p:spPr>
            <a:xfrm>
              <a:off x="4085024" y="480392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l589"/>
            <p:cNvSpPr/>
            <p:nvPr/>
          </p:nvSpPr>
          <p:spPr>
            <a:xfrm>
              <a:off x="4085024" y="4214695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l590"/>
            <p:cNvSpPr/>
            <p:nvPr/>
          </p:nvSpPr>
          <p:spPr>
            <a:xfrm>
              <a:off x="4122981" y="6056592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l591"/>
            <p:cNvSpPr/>
            <p:nvPr/>
          </p:nvSpPr>
          <p:spPr>
            <a:xfrm>
              <a:off x="4254412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l592"/>
            <p:cNvSpPr/>
            <p:nvPr/>
          </p:nvSpPr>
          <p:spPr>
            <a:xfrm>
              <a:off x="4935222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l593"/>
            <p:cNvSpPr/>
            <p:nvPr/>
          </p:nvSpPr>
          <p:spPr>
            <a:xfrm>
              <a:off x="5616032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l594"/>
            <p:cNvSpPr/>
            <p:nvPr/>
          </p:nvSpPr>
          <p:spPr>
            <a:xfrm>
              <a:off x="6296842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tx595"/>
            <p:cNvSpPr/>
            <p:nvPr/>
          </p:nvSpPr>
          <p:spPr>
            <a:xfrm>
              <a:off x="4122981" y="3729057"/>
              <a:ext cx="779708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(f) Height</a:t>
              </a:r>
            </a:p>
          </p:txBody>
        </p:sp>
        <p:sp>
          <p:nvSpPr>
            <p:cNvPr id="597" name="rc596"/>
            <p:cNvSpPr/>
            <p:nvPr/>
          </p:nvSpPr>
          <p:spPr>
            <a:xfrm>
              <a:off x="6742685" y="3972216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8" name="pt597"/>
            <p:cNvSpPr/>
            <p:nvPr/>
          </p:nvSpPr>
          <p:spPr>
            <a:xfrm>
              <a:off x="6911266" y="550743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599" name="pt598"/>
            <p:cNvSpPr/>
            <p:nvPr/>
          </p:nvSpPr>
          <p:spPr>
            <a:xfrm>
              <a:off x="6883329" y="447344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0" name="pt599"/>
            <p:cNvSpPr/>
            <p:nvPr/>
          </p:nvSpPr>
          <p:spPr>
            <a:xfrm>
              <a:off x="6819235" y="5100456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1" name="pt600"/>
            <p:cNvSpPr/>
            <p:nvPr/>
          </p:nvSpPr>
          <p:spPr>
            <a:xfrm>
              <a:off x="6903548" y="554896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2" name="pt601"/>
            <p:cNvSpPr/>
            <p:nvPr/>
          </p:nvSpPr>
          <p:spPr>
            <a:xfrm>
              <a:off x="6849978" y="5299718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3" name="pt602"/>
            <p:cNvSpPr/>
            <p:nvPr/>
          </p:nvSpPr>
          <p:spPr>
            <a:xfrm>
              <a:off x="6884503" y="531753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4" name="pt603"/>
            <p:cNvSpPr/>
            <p:nvPr/>
          </p:nvSpPr>
          <p:spPr>
            <a:xfrm>
              <a:off x="6867502" y="473986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5" name="pt604"/>
            <p:cNvSpPr/>
            <p:nvPr/>
          </p:nvSpPr>
          <p:spPr>
            <a:xfrm>
              <a:off x="6883780" y="5519616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6" name="pt605"/>
            <p:cNvSpPr/>
            <p:nvPr/>
          </p:nvSpPr>
          <p:spPr>
            <a:xfrm>
              <a:off x="6894410" y="593254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7" name="pt606"/>
            <p:cNvSpPr/>
            <p:nvPr/>
          </p:nvSpPr>
          <p:spPr>
            <a:xfrm>
              <a:off x="6907696" y="550379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8" name="pt607"/>
            <p:cNvSpPr/>
            <p:nvPr/>
          </p:nvSpPr>
          <p:spPr>
            <a:xfrm>
              <a:off x="7580370" y="575909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09" name="pt608"/>
            <p:cNvSpPr/>
            <p:nvPr/>
          </p:nvSpPr>
          <p:spPr>
            <a:xfrm>
              <a:off x="7531985" y="4037661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0" name="pt609"/>
            <p:cNvSpPr/>
            <p:nvPr/>
          </p:nvSpPr>
          <p:spPr>
            <a:xfrm>
              <a:off x="7534152" y="522795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1" name="pt610"/>
            <p:cNvSpPr/>
            <p:nvPr/>
          </p:nvSpPr>
          <p:spPr>
            <a:xfrm>
              <a:off x="7567113" y="567339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2" name="pt611"/>
            <p:cNvSpPr/>
            <p:nvPr/>
          </p:nvSpPr>
          <p:spPr>
            <a:xfrm>
              <a:off x="7518653" y="551277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3" name="pt612"/>
            <p:cNvSpPr/>
            <p:nvPr/>
          </p:nvSpPr>
          <p:spPr>
            <a:xfrm>
              <a:off x="7513542" y="5403250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4" name="pt613"/>
            <p:cNvSpPr/>
            <p:nvPr/>
          </p:nvSpPr>
          <p:spPr>
            <a:xfrm>
              <a:off x="7538547" y="555595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5" name="pt614"/>
            <p:cNvSpPr/>
            <p:nvPr/>
          </p:nvSpPr>
          <p:spPr>
            <a:xfrm>
              <a:off x="7569023" y="582102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6" name="pt615"/>
            <p:cNvSpPr/>
            <p:nvPr/>
          </p:nvSpPr>
          <p:spPr>
            <a:xfrm>
              <a:off x="7527179" y="512007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7" name="pt616"/>
            <p:cNvSpPr/>
            <p:nvPr/>
          </p:nvSpPr>
          <p:spPr>
            <a:xfrm>
              <a:off x="7510215" y="531921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8" name="pt617"/>
            <p:cNvSpPr/>
            <p:nvPr/>
          </p:nvSpPr>
          <p:spPr>
            <a:xfrm>
              <a:off x="7582892" y="484135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19" name="pt618"/>
            <p:cNvSpPr/>
            <p:nvPr/>
          </p:nvSpPr>
          <p:spPr>
            <a:xfrm>
              <a:off x="7507022" y="547510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0" name="pt619"/>
            <p:cNvSpPr/>
            <p:nvPr/>
          </p:nvSpPr>
          <p:spPr>
            <a:xfrm>
              <a:off x="7574310" y="494539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1" name="pt620"/>
            <p:cNvSpPr/>
            <p:nvPr/>
          </p:nvSpPr>
          <p:spPr>
            <a:xfrm>
              <a:off x="7560098" y="522444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2" name="pt621"/>
            <p:cNvSpPr/>
            <p:nvPr/>
          </p:nvSpPr>
          <p:spPr>
            <a:xfrm>
              <a:off x="7585606" y="5558005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3" name="pt622"/>
            <p:cNvSpPr/>
            <p:nvPr/>
          </p:nvSpPr>
          <p:spPr>
            <a:xfrm>
              <a:off x="7540505" y="508771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4" name="pt623"/>
            <p:cNvSpPr/>
            <p:nvPr/>
          </p:nvSpPr>
          <p:spPr>
            <a:xfrm>
              <a:off x="7566769" y="472803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5" name="pt624"/>
            <p:cNvSpPr/>
            <p:nvPr/>
          </p:nvSpPr>
          <p:spPr>
            <a:xfrm>
              <a:off x="7570137" y="425889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6" name="pt625"/>
            <p:cNvSpPr/>
            <p:nvPr/>
          </p:nvSpPr>
          <p:spPr>
            <a:xfrm>
              <a:off x="8250086" y="561702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7" name="pt626"/>
            <p:cNvSpPr/>
            <p:nvPr/>
          </p:nvSpPr>
          <p:spPr>
            <a:xfrm>
              <a:off x="8175671" y="545537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8" name="pt627"/>
            <p:cNvSpPr/>
            <p:nvPr/>
          </p:nvSpPr>
          <p:spPr>
            <a:xfrm>
              <a:off x="8260959" y="5036848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29" name="pt628"/>
            <p:cNvSpPr/>
            <p:nvPr/>
          </p:nvSpPr>
          <p:spPr>
            <a:xfrm>
              <a:off x="8219168" y="540298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0" name="pt629"/>
            <p:cNvSpPr/>
            <p:nvPr/>
          </p:nvSpPr>
          <p:spPr>
            <a:xfrm>
              <a:off x="8257165" y="526649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1" name="pt630"/>
            <p:cNvSpPr/>
            <p:nvPr/>
          </p:nvSpPr>
          <p:spPr>
            <a:xfrm>
              <a:off x="8258572" y="575896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2" name="pt631"/>
            <p:cNvSpPr/>
            <p:nvPr/>
          </p:nvSpPr>
          <p:spPr>
            <a:xfrm>
              <a:off x="8202122" y="567148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3" name="pt632"/>
            <p:cNvSpPr/>
            <p:nvPr/>
          </p:nvSpPr>
          <p:spPr>
            <a:xfrm>
              <a:off x="8226533" y="530708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4" name="pt633"/>
            <p:cNvSpPr/>
            <p:nvPr/>
          </p:nvSpPr>
          <p:spPr>
            <a:xfrm>
              <a:off x="8199034" y="525898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5" name="pt634"/>
            <p:cNvSpPr/>
            <p:nvPr/>
          </p:nvSpPr>
          <p:spPr>
            <a:xfrm>
              <a:off x="8235256" y="469137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6" name="pt635"/>
            <p:cNvSpPr/>
            <p:nvPr/>
          </p:nvSpPr>
          <p:spPr>
            <a:xfrm>
              <a:off x="8186471" y="547295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7" name="pt636"/>
            <p:cNvSpPr/>
            <p:nvPr/>
          </p:nvSpPr>
          <p:spPr>
            <a:xfrm>
              <a:off x="8230419" y="469930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8" name="pt637"/>
            <p:cNvSpPr/>
            <p:nvPr/>
          </p:nvSpPr>
          <p:spPr>
            <a:xfrm>
              <a:off x="8180182" y="556091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39" name="pt638"/>
            <p:cNvSpPr/>
            <p:nvPr/>
          </p:nvSpPr>
          <p:spPr>
            <a:xfrm>
              <a:off x="8259547" y="580626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0" name="pt639"/>
            <p:cNvSpPr/>
            <p:nvPr/>
          </p:nvSpPr>
          <p:spPr>
            <a:xfrm>
              <a:off x="8253359" y="517769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1" name="pt640"/>
            <p:cNvSpPr/>
            <p:nvPr/>
          </p:nvSpPr>
          <p:spPr>
            <a:xfrm>
              <a:off x="8184237" y="497411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2" name="pt641"/>
            <p:cNvSpPr/>
            <p:nvPr/>
          </p:nvSpPr>
          <p:spPr>
            <a:xfrm>
              <a:off x="8168511" y="5661093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3" name="pt642"/>
            <p:cNvSpPr/>
            <p:nvPr/>
          </p:nvSpPr>
          <p:spPr>
            <a:xfrm>
              <a:off x="8229464" y="518205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4" name="pt643"/>
            <p:cNvSpPr/>
            <p:nvPr/>
          </p:nvSpPr>
          <p:spPr>
            <a:xfrm>
              <a:off x="8206344" y="466814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5" name="pt644"/>
            <p:cNvSpPr/>
            <p:nvPr/>
          </p:nvSpPr>
          <p:spPr>
            <a:xfrm>
              <a:off x="8232220" y="5156478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6" name="pt645"/>
            <p:cNvSpPr/>
            <p:nvPr/>
          </p:nvSpPr>
          <p:spPr>
            <a:xfrm>
              <a:off x="8845776" y="506365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7" name="pt646"/>
            <p:cNvSpPr/>
            <p:nvPr/>
          </p:nvSpPr>
          <p:spPr>
            <a:xfrm>
              <a:off x="8863301" y="520113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8" name="pt647"/>
            <p:cNvSpPr/>
            <p:nvPr/>
          </p:nvSpPr>
          <p:spPr>
            <a:xfrm>
              <a:off x="8852531" y="544064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49" name="pt648"/>
            <p:cNvSpPr/>
            <p:nvPr/>
          </p:nvSpPr>
          <p:spPr>
            <a:xfrm>
              <a:off x="8914119" y="554092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0" name="pt649"/>
            <p:cNvSpPr/>
            <p:nvPr/>
          </p:nvSpPr>
          <p:spPr>
            <a:xfrm>
              <a:off x="8909610" y="5522645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1" name="pt650"/>
            <p:cNvSpPr/>
            <p:nvPr/>
          </p:nvSpPr>
          <p:spPr>
            <a:xfrm>
              <a:off x="8916435" y="547306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2" name="pt651"/>
            <p:cNvSpPr/>
            <p:nvPr/>
          </p:nvSpPr>
          <p:spPr>
            <a:xfrm>
              <a:off x="8849976" y="497017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3" name="pt652"/>
            <p:cNvSpPr/>
            <p:nvPr/>
          </p:nvSpPr>
          <p:spPr>
            <a:xfrm>
              <a:off x="8915969" y="512262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4" name="pt653"/>
            <p:cNvSpPr/>
            <p:nvPr/>
          </p:nvSpPr>
          <p:spPr>
            <a:xfrm>
              <a:off x="8911855" y="4989626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5" name="pt654"/>
            <p:cNvSpPr/>
            <p:nvPr/>
          </p:nvSpPr>
          <p:spPr>
            <a:xfrm>
              <a:off x="8867684" y="452411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6" name="pt655"/>
            <p:cNvSpPr/>
            <p:nvPr/>
          </p:nvSpPr>
          <p:spPr>
            <a:xfrm>
              <a:off x="8931163" y="556050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7" name="pt656"/>
            <p:cNvSpPr/>
            <p:nvPr/>
          </p:nvSpPr>
          <p:spPr>
            <a:xfrm>
              <a:off x="8918680" y="477166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8" name="pt657"/>
            <p:cNvSpPr/>
            <p:nvPr/>
          </p:nvSpPr>
          <p:spPr>
            <a:xfrm>
              <a:off x="8847633" y="436384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59" name="pt658"/>
            <p:cNvSpPr/>
            <p:nvPr/>
          </p:nvSpPr>
          <p:spPr>
            <a:xfrm>
              <a:off x="8885192" y="571868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0" name="pt659"/>
            <p:cNvSpPr/>
            <p:nvPr/>
          </p:nvSpPr>
          <p:spPr>
            <a:xfrm>
              <a:off x="8853876" y="503902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1" name="pt660"/>
            <p:cNvSpPr/>
            <p:nvPr/>
          </p:nvSpPr>
          <p:spPr>
            <a:xfrm>
              <a:off x="8936231" y="557166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2" name="pt661"/>
            <p:cNvSpPr/>
            <p:nvPr/>
          </p:nvSpPr>
          <p:spPr>
            <a:xfrm>
              <a:off x="8856423" y="4245579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3" name="pt662"/>
            <p:cNvSpPr/>
            <p:nvPr/>
          </p:nvSpPr>
          <p:spPr>
            <a:xfrm>
              <a:off x="8845215" y="508199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4" name="pt663"/>
            <p:cNvSpPr/>
            <p:nvPr/>
          </p:nvSpPr>
          <p:spPr>
            <a:xfrm>
              <a:off x="8913284" y="4879827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5" name="pt664"/>
            <p:cNvSpPr/>
            <p:nvPr/>
          </p:nvSpPr>
          <p:spPr>
            <a:xfrm>
              <a:off x="8918568" y="529066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6" name="pt665"/>
            <p:cNvSpPr/>
            <p:nvPr/>
          </p:nvSpPr>
          <p:spPr>
            <a:xfrm>
              <a:off x="8868726" y="510976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7" name="pt666"/>
            <p:cNvSpPr/>
            <p:nvPr/>
          </p:nvSpPr>
          <p:spPr>
            <a:xfrm>
              <a:off x="8860165" y="550485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8" name="pt667"/>
            <p:cNvSpPr/>
            <p:nvPr/>
          </p:nvSpPr>
          <p:spPr>
            <a:xfrm>
              <a:off x="8892645" y="495435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69" name="pt668"/>
            <p:cNvSpPr/>
            <p:nvPr/>
          </p:nvSpPr>
          <p:spPr>
            <a:xfrm>
              <a:off x="8869557" y="55552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70" name="pl669"/>
            <p:cNvSpPr/>
            <p:nvPr/>
          </p:nvSpPr>
          <p:spPr>
            <a:xfrm>
              <a:off x="6892021" y="5274204"/>
              <a:ext cx="2030374" cy="308978"/>
            </a:xfrm>
            <a:custGeom>
              <a:avLst/>
              <a:pathLst>
                <a:path w="2030374" h="308978">
                  <a:moveTo>
                    <a:pt x="0" y="308978"/>
                  </a:moveTo>
                  <a:lnTo>
                    <a:pt x="130380" y="289137"/>
                  </a:lnTo>
                  <a:lnTo>
                    <a:pt x="245384" y="271636"/>
                  </a:lnTo>
                  <a:lnTo>
                    <a:pt x="348258" y="255981"/>
                  </a:lnTo>
                  <a:lnTo>
                    <a:pt x="441320" y="241819"/>
                  </a:lnTo>
                  <a:lnTo>
                    <a:pt x="526278" y="228890"/>
                  </a:lnTo>
                  <a:lnTo>
                    <a:pt x="604432" y="216997"/>
                  </a:lnTo>
                  <a:lnTo>
                    <a:pt x="676791" y="205985"/>
                  </a:lnTo>
                  <a:lnTo>
                    <a:pt x="744156" y="195734"/>
                  </a:lnTo>
                  <a:lnTo>
                    <a:pt x="807172" y="186144"/>
                  </a:lnTo>
                  <a:lnTo>
                    <a:pt x="866366" y="177136"/>
                  </a:lnTo>
                  <a:lnTo>
                    <a:pt x="922175" y="168643"/>
                  </a:lnTo>
                  <a:lnTo>
                    <a:pt x="974967" y="160610"/>
                  </a:lnTo>
                  <a:lnTo>
                    <a:pt x="1025050" y="152988"/>
                  </a:lnTo>
                  <a:lnTo>
                    <a:pt x="1072689" y="145738"/>
                  </a:lnTo>
                  <a:lnTo>
                    <a:pt x="1118111" y="138826"/>
                  </a:lnTo>
                  <a:lnTo>
                    <a:pt x="1161514" y="132221"/>
                  </a:lnTo>
                  <a:lnTo>
                    <a:pt x="1203069" y="125897"/>
                  </a:lnTo>
                  <a:lnTo>
                    <a:pt x="1242928" y="119832"/>
                  </a:lnTo>
                  <a:lnTo>
                    <a:pt x="1281223" y="114004"/>
                  </a:lnTo>
                  <a:lnTo>
                    <a:pt x="1318073" y="108396"/>
                  </a:lnTo>
                  <a:lnTo>
                    <a:pt x="1353583" y="102992"/>
                  </a:lnTo>
                  <a:lnTo>
                    <a:pt x="1387846" y="97778"/>
                  </a:lnTo>
                  <a:lnTo>
                    <a:pt x="1420948" y="92741"/>
                  </a:lnTo>
                  <a:lnTo>
                    <a:pt x="1452964" y="87869"/>
                  </a:lnTo>
                  <a:lnTo>
                    <a:pt x="1483963" y="83151"/>
                  </a:lnTo>
                  <a:lnTo>
                    <a:pt x="1514009" y="78579"/>
                  </a:lnTo>
                  <a:lnTo>
                    <a:pt x="1543157" y="74143"/>
                  </a:lnTo>
                  <a:lnTo>
                    <a:pt x="1571461" y="69836"/>
                  </a:lnTo>
                  <a:lnTo>
                    <a:pt x="1598967" y="65650"/>
                  </a:lnTo>
                  <a:lnTo>
                    <a:pt x="1625720" y="61579"/>
                  </a:lnTo>
                  <a:lnTo>
                    <a:pt x="1651759" y="57617"/>
                  </a:lnTo>
                  <a:lnTo>
                    <a:pt x="1677121" y="53757"/>
                  </a:lnTo>
                  <a:lnTo>
                    <a:pt x="1701841" y="49995"/>
                  </a:lnTo>
                  <a:lnTo>
                    <a:pt x="1725951" y="46326"/>
                  </a:lnTo>
                  <a:lnTo>
                    <a:pt x="1749480" y="42745"/>
                  </a:lnTo>
                  <a:lnTo>
                    <a:pt x="1772456" y="39249"/>
                  </a:lnTo>
                  <a:lnTo>
                    <a:pt x="1794903" y="35833"/>
                  </a:lnTo>
                  <a:lnTo>
                    <a:pt x="1816845" y="32494"/>
                  </a:lnTo>
                  <a:lnTo>
                    <a:pt x="1838306" y="29228"/>
                  </a:lnTo>
                  <a:lnTo>
                    <a:pt x="1859304" y="26033"/>
                  </a:lnTo>
                  <a:lnTo>
                    <a:pt x="1879861" y="22904"/>
                  </a:lnTo>
                  <a:lnTo>
                    <a:pt x="1899994" y="19841"/>
                  </a:lnTo>
                  <a:lnTo>
                    <a:pt x="1919720" y="16839"/>
                  </a:lnTo>
                  <a:lnTo>
                    <a:pt x="1939055" y="13896"/>
                  </a:lnTo>
                  <a:lnTo>
                    <a:pt x="1958015" y="11011"/>
                  </a:lnTo>
                  <a:lnTo>
                    <a:pt x="1976614" y="8181"/>
                  </a:lnTo>
                  <a:lnTo>
                    <a:pt x="1994865" y="5403"/>
                  </a:lnTo>
                  <a:lnTo>
                    <a:pt x="2012781" y="2677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1" name="pl670"/>
            <p:cNvSpPr/>
            <p:nvPr/>
          </p:nvSpPr>
          <p:spPr>
            <a:xfrm>
              <a:off x="6892021" y="4927108"/>
              <a:ext cx="2030374" cy="743764"/>
            </a:xfrm>
            <a:custGeom>
              <a:avLst/>
              <a:pathLst>
                <a:path w="2030374" h="743764">
                  <a:moveTo>
                    <a:pt x="0" y="743764"/>
                  </a:moveTo>
                  <a:lnTo>
                    <a:pt x="130380" y="696003"/>
                  </a:lnTo>
                  <a:lnTo>
                    <a:pt x="245384" y="653875"/>
                  </a:lnTo>
                  <a:lnTo>
                    <a:pt x="348258" y="616190"/>
                  </a:lnTo>
                  <a:lnTo>
                    <a:pt x="441320" y="582100"/>
                  </a:lnTo>
                  <a:lnTo>
                    <a:pt x="526278" y="550978"/>
                  </a:lnTo>
                  <a:lnTo>
                    <a:pt x="604432" y="522349"/>
                  </a:lnTo>
                  <a:lnTo>
                    <a:pt x="676791" y="495842"/>
                  </a:lnTo>
                  <a:lnTo>
                    <a:pt x="744156" y="471165"/>
                  </a:lnTo>
                  <a:lnTo>
                    <a:pt x="807172" y="448081"/>
                  </a:lnTo>
                  <a:lnTo>
                    <a:pt x="866366" y="426397"/>
                  </a:lnTo>
                  <a:lnTo>
                    <a:pt x="922175" y="405953"/>
                  </a:lnTo>
                  <a:lnTo>
                    <a:pt x="974967" y="386615"/>
                  </a:lnTo>
                  <a:lnTo>
                    <a:pt x="1025050" y="368269"/>
                  </a:lnTo>
                  <a:lnTo>
                    <a:pt x="1072689" y="350818"/>
                  </a:lnTo>
                  <a:lnTo>
                    <a:pt x="1118111" y="334178"/>
                  </a:lnTo>
                  <a:lnTo>
                    <a:pt x="1161514" y="318279"/>
                  </a:lnTo>
                  <a:lnTo>
                    <a:pt x="1203069" y="303057"/>
                  </a:lnTo>
                  <a:lnTo>
                    <a:pt x="1242928" y="288456"/>
                  </a:lnTo>
                  <a:lnTo>
                    <a:pt x="1281223" y="274427"/>
                  </a:lnTo>
                  <a:lnTo>
                    <a:pt x="1318073" y="260929"/>
                  </a:lnTo>
                  <a:lnTo>
                    <a:pt x="1353583" y="247921"/>
                  </a:lnTo>
                  <a:lnTo>
                    <a:pt x="1387846" y="235370"/>
                  </a:lnTo>
                  <a:lnTo>
                    <a:pt x="1420948" y="223244"/>
                  </a:lnTo>
                  <a:lnTo>
                    <a:pt x="1452964" y="211516"/>
                  </a:lnTo>
                  <a:lnTo>
                    <a:pt x="1483963" y="200160"/>
                  </a:lnTo>
                  <a:lnTo>
                    <a:pt x="1514009" y="189154"/>
                  </a:lnTo>
                  <a:lnTo>
                    <a:pt x="1543157" y="178476"/>
                  </a:lnTo>
                  <a:lnTo>
                    <a:pt x="1571461" y="168108"/>
                  </a:lnTo>
                  <a:lnTo>
                    <a:pt x="1598967" y="158032"/>
                  </a:lnTo>
                  <a:lnTo>
                    <a:pt x="1625720" y="148232"/>
                  </a:lnTo>
                  <a:lnTo>
                    <a:pt x="1651759" y="138694"/>
                  </a:lnTo>
                  <a:lnTo>
                    <a:pt x="1677121" y="129403"/>
                  </a:lnTo>
                  <a:lnTo>
                    <a:pt x="1701841" y="120347"/>
                  </a:lnTo>
                  <a:lnTo>
                    <a:pt x="1725951" y="111515"/>
                  </a:lnTo>
                  <a:lnTo>
                    <a:pt x="1749480" y="102896"/>
                  </a:lnTo>
                  <a:lnTo>
                    <a:pt x="1772456" y="94480"/>
                  </a:lnTo>
                  <a:lnTo>
                    <a:pt x="1794903" y="86257"/>
                  </a:lnTo>
                  <a:lnTo>
                    <a:pt x="1816845" y="78219"/>
                  </a:lnTo>
                  <a:lnTo>
                    <a:pt x="1838306" y="70358"/>
                  </a:lnTo>
                  <a:lnTo>
                    <a:pt x="1859304" y="62666"/>
                  </a:lnTo>
                  <a:lnTo>
                    <a:pt x="1879861" y="55135"/>
                  </a:lnTo>
                  <a:lnTo>
                    <a:pt x="1899994" y="47760"/>
                  </a:lnTo>
                  <a:lnTo>
                    <a:pt x="1919720" y="40534"/>
                  </a:lnTo>
                  <a:lnTo>
                    <a:pt x="1939055" y="33451"/>
                  </a:lnTo>
                  <a:lnTo>
                    <a:pt x="1958015" y="26506"/>
                  </a:lnTo>
                  <a:lnTo>
                    <a:pt x="1976614" y="19693"/>
                  </a:lnTo>
                  <a:lnTo>
                    <a:pt x="1994865" y="13007"/>
                  </a:lnTo>
                  <a:lnTo>
                    <a:pt x="2012781" y="6444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l671"/>
            <p:cNvSpPr/>
            <p:nvPr/>
          </p:nvSpPr>
          <p:spPr>
            <a:xfrm>
              <a:off x="6892021" y="5112985"/>
              <a:ext cx="2030374" cy="5342"/>
            </a:xfrm>
            <a:custGeom>
              <a:avLst/>
              <a:pathLst>
                <a:path w="2030374" h="5342">
                  <a:moveTo>
                    <a:pt x="0" y="0"/>
                  </a:moveTo>
                  <a:lnTo>
                    <a:pt x="130380" y="343"/>
                  </a:lnTo>
                  <a:lnTo>
                    <a:pt x="245384" y="645"/>
                  </a:lnTo>
                  <a:lnTo>
                    <a:pt x="348258" y="916"/>
                  </a:lnTo>
                  <a:lnTo>
                    <a:pt x="441320" y="1161"/>
                  </a:lnTo>
                  <a:lnTo>
                    <a:pt x="526278" y="1384"/>
                  </a:lnTo>
                  <a:lnTo>
                    <a:pt x="604432" y="1590"/>
                  </a:lnTo>
                  <a:lnTo>
                    <a:pt x="676791" y="1780"/>
                  </a:lnTo>
                  <a:lnTo>
                    <a:pt x="744156" y="1958"/>
                  </a:lnTo>
                  <a:lnTo>
                    <a:pt x="807172" y="2123"/>
                  </a:lnTo>
                  <a:lnTo>
                    <a:pt x="866366" y="2279"/>
                  </a:lnTo>
                  <a:lnTo>
                    <a:pt x="922175" y="2426"/>
                  </a:lnTo>
                  <a:lnTo>
                    <a:pt x="974967" y="2565"/>
                  </a:lnTo>
                  <a:lnTo>
                    <a:pt x="1025050" y="2697"/>
                  </a:lnTo>
                  <a:lnTo>
                    <a:pt x="1072689" y="2822"/>
                  </a:lnTo>
                  <a:lnTo>
                    <a:pt x="1118111" y="2942"/>
                  </a:lnTo>
                  <a:lnTo>
                    <a:pt x="1161514" y="3056"/>
                  </a:lnTo>
                  <a:lnTo>
                    <a:pt x="1203069" y="3165"/>
                  </a:lnTo>
                  <a:lnTo>
                    <a:pt x="1242928" y="3270"/>
                  </a:lnTo>
                  <a:lnTo>
                    <a:pt x="1281223" y="3371"/>
                  </a:lnTo>
                  <a:lnTo>
                    <a:pt x="1318073" y="3468"/>
                  </a:lnTo>
                  <a:lnTo>
                    <a:pt x="1353583" y="3561"/>
                  </a:lnTo>
                  <a:lnTo>
                    <a:pt x="1387846" y="3651"/>
                  </a:lnTo>
                  <a:lnTo>
                    <a:pt x="1420948" y="3739"/>
                  </a:lnTo>
                  <a:lnTo>
                    <a:pt x="1452964" y="3823"/>
                  </a:lnTo>
                  <a:lnTo>
                    <a:pt x="1483963" y="3904"/>
                  </a:lnTo>
                  <a:lnTo>
                    <a:pt x="1514009" y="3983"/>
                  </a:lnTo>
                  <a:lnTo>
                    <a:pt x="1543157" y="4060"/>
                  </a:lnTo>
                  <a:lnTo>
                    <a:pt x="1571461" y="4135"/>
                  </a:lnTo>
                  <a:lnTo>
                    <a:pt x="1598967" y="4207"/>
                  </a:lnTo>
                  <a:lnTo>
                    <a:pt x="1625720" y="4277"/>
                  </a:lnTo>
                  <a:lnTo>
                    <a:pt x="1651759" y="4346"/>
                  </a:lnTo>
                  <a:lnTo>
                    <a:pt x="1677121" y="4413"/>
                  </a:lnTo>
                  <a:lnTo>
                    <a:pt x="1701841" y="4478"/>
                  </a:lnTo>
                  <a:lnTo>
                    <a:pt x="1725951" y="4541"/>
                  </a:lnTo>
                  <a:lnTo>
                    <a:pt x="1749480" y="4603"/>
                  </a:lnTo>
                  <a:lnTo>
                    <a:pt x="1772456" y="4664"/>
                  </a:lnTo>
                  <a:lnTo>
                    <a:pt x="1794903" y="4723"/>
                  </a:lnTo>
                  <a:lnTo>
                    <a:pt x="1816845" y="4780"/>
                  </a:lnTo>
                  <a:lnTo>
                    <a:pt x="1838306" y="4837"/>
                  </a:lnTo>
                  <a:lnTo>
                    <a:pt x="1859304" y="4892"/>
                  </a:lnTo>
                  <a:lnTo>
                    <a:pt x="1879861" y="4946"/>
                  </a:lnTo>
                  <a:lnTo>
                    <a:pt x="1899994" y="4999"/>
                  </a:lnTo>
                  <a:lnTo>
                    <a:pt x="1919720" y="5051"/>
                  </a:lnTo>
                  <a:lnTo>
                    <a:pt x="1939055" y="5102"/>
                  </a:lnTo>
                  <a:lnTo>
                    <a:pt x="1958015" y="5152"/>
                  </a:lnTo>
                  <a:lnTo>
                    <a:pt x="1976614" y="5201"/>
                  </a:lnTo>
                  <a:lnTo>
                    <a:pt x="1994865" y="5249"/>
                  </a:lnTo>
                  <a:lnTo>
                    <a:pt x="2012781" y="5296"/>
                  </a:lnTo>
                  <a:lnTo>
                    <a:pt x="2030374" y="5342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3" name="pl672"/>
            <p:cNvSpPr/>
            <p:nvPr/>
          </p:nvSpPr>
          <p:spPr>
            <a:xfrm>
              <a:off x="6892021" y="4429762"/>
              <a:ext cx="2030374" cy="679428"/>
            </a:xfrm>
            <a:custGeom>
              <a:avLst/>
              <a:pathLst>
                <a:path w="2030374" h="679428">
                  <a:moveTo>
                    <a:pt x="0" y="679428"/>
                  </a:moveTo>
                  <a:lnTo>
                    <a:pt x="130380" y="635798"/>
                  </a:lnTo>
                  <a:lnTo>
                    <a:pt x="245384" y="597314"/>
                  </a:lnTo>
                  <a:lnTo>
                    <a:pt x="348258" y="562889"/>
                  </a:lnTo>
                  <a:lnTo>
                    <a:pt x="441320" y="531748"/>
                  </a:lnTo>
                  <a:lnTo>
                    <a:pt x="526278" y="503318"/>
                  </a:lnTo>
                  <a:lnTo>
                    <a:pt x="604432" y="477165"/>
                  </a:lnTo>
                  <a:lnTo>
                    <a:pt x="676791" y="452952"/>
                  </a:lnTo>
                  <a:lnTo>
                    <a:pt x="744156" y="430409"/>
                  </a:lnTo>
                  <a:lnTo>
                    <a:pt x="807172" y="409322"/>
                  </a:lnTo>
                  <a:lnTo>
                    <a:pt x="866366" y="389514"/>
                  </a:lnTo>
                  <a:lnTo>
                    <a:pt x="922175" y="370838"/>
                  </a:lnTo>
                  <a:lnTo>
                    <a:pt x="974967" y="353172"/>
                  </a:lnTo>
                  <a:lnTo>
                    <a:pt x="1025050" y="336413"/>
                  </a:lnTo>
                  <a:lnTo>
                    <a:pt x="1072689" y="320472"/>
                  </a:lnTo>
                  <a:lnTo>
                    <a:pt x="1118111" y="305272"/>
                  </a:lnTo>
                  <a:lnTo>
                    <a:pt x="1161514" y="290748"/>
                  </a:lnTo>
                  <a:lnTo>
                    <a:pt x="1203069" y="276842"/>
                  </a:lnTo>
                  <a:lnTo>
                    <a:pt x="1242928" y="263504"/>
                  </a:lnTo>
                  <a:lnTo>
                    <a:pt x="1281223" y="250689"/>
                  </a:lnTo>
                  <a:lnTo>
                    <a:pt x="1318073" y="238358"/>
                  </a:lnTo>
                  <a:lnTo>
                    <a:pt x="1353583" y="226476"/>
                  </a:lnTo>
                  <a:lnTo>
                    <a:pt x="1387846" y="215010"/>
                  </a:lnTo>
                  <a:lnTo>
                    <a:pt x="1420948" y="203933"/>
                  </a:lnTo>
                  <a:lnTo>
                    <a:pt x="1452964" y="193219"/>
                  </a:lnTo>
                  <a:lnTo>
                    <a:pt x="1483963" y="182846"/>
                  </a:lnTo>
                  <a:lnTo>
                    <a:pt x="1514009" y="172792"/>
                  </a:lnTo>
                  <a:lnTo>
                    <a:pt x="1543157" y="163038"/>
                  </a:lnTo>
                  <a:lnTo>
                    <a:pt x="1571461" y="153567"/>
                  </a:lnTo>
                  <a:lnTo>
                    <a:pt x="1598967" y="144362"/>
                  </a:lnTo>
                  <a:lnTo>
                    <a:pt x="1625720" y="135410"/>
                  </a:lnTo>
                  <a:lnTo>
                    <a:pt x="1651759" y="126696"/>
                  </a:lnTo>
                  <a:lnTo>
                    <a:pt x="1677121" y="118209"/>
                  </a:lnTo>
                  <a:lnTo>
                    <a:pt x="1701841" y="109937"/>
                  </a:lnTo>
                  <a:lnTo>
                    <a:pt x="1725951" y="101869"/>
                  </a:lnTo>
                  <a:lnTo>
                    <a:pt x="1749480" y="93996"/>
                  </a:lnTo>
                  <a:lnTo>
                    <a:pt x="1772456" y="86307"/>
                  </a:lnTo>
                  <a:lnTo>
                    <a:pt x="1794903" y="78796"/>
                  </a:lnTo>
                  <a:lnTo>
                    <a:pt x="1816845" y="71453"/>
                  </a:lnTo>
                  <a:lnTo>
                    <a:pt x="1838306" y="64272"/>
                  </a:lnTo>
                  <a:lnTo>
                    <a:pt x="1859304" y="57245"/>
                  </a:lnTo>
                  <a:lnTo>
                    <a:pt x="1879861" y="50366"/>
                  </a:lnTo>
                  <a:lnTo>
                    <a:pt x="1899994" y="43629"/>
                  </a:lnTo>
                  <a:lnTo>
                    <a:pt x="1919720" y="37028"/>
                  </a:lnTo>
                  <a:lnTo>
                    <a:pt x="1939055" y="30558"/>
                  </a:lnTo>
                  <a:lnTo>
                    <a:pt x="1958015" y="24213"/>
                  </a:lnTo>
                  <a:lnTo>
                    <a:pt x="1976614" y="17990"/>
                  </a:lnTo>
                  <a:lnTo>
                    <a:pt x="1994865" y="11882"/>
                  </a:lnTo>
                  <a:lnTo>
                    <a:pt x="2012781" y="5887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4" name="pl673"/>
            <p:cNvSpPr/>
            <p:nvPr/>
          </p:nvSpPr>
          <p:spPr>
            <a:xfrm>
              <a:off x="6892021" y="5189458"/>
              <a:ext cx="2030374" cy="110384"/>
            </a:xfrm>
            <a:custGeom>
              <a:avLst/>
              <a:pathLst>
                <a:path w="2030374" h="110384">
                  <a:moveTo>
                    <a:pt x="0" y="110384"/>
                  </a:moveTo>
                  <a:lnTo>
                    <a:pt x="130380" y="103296"/>
                  </a:lnTo>
                  <a:lnTo>
                    <a:pt x="245384" y="97044"/>
                  </a:lnTo>
                  <a:lnTo>
                    <a:pt x="348258" y="91451"/>
                  </a:lnTo>
                  <a:lnTo>
                    <a:pt x="441320" y="86391"/>
                  </a:lnTo>
                  <a:lnTo>
                    <a:pt x="526278" y="81772"/>
                  </a:lnTo>
                  <a:lnTo>
                    <a:pt x="604432" y="77523"/>
                  </a:lnTo>
                  <a:lnTo>
                    <a:pt x="676791" y="73589"/>
                  </a:lnTo>
                  <a:lnTo>
                    <a:pt x="744156" y="69927"/>
                  </a:lnTo>
                  <a:lnTo>
                    <a:pt x="807172" y="66501"/>
                  </a:lnTo>
                  <a:lnTo>
                    <a:pt x="866366" y="63283"/>
                  </a:lnTo>
                  <a:lnTo>
                    <a:pt x="922175" y="60249"/>
                  </a:lnTo>
                  <a:lnTo>
                    <a:pt x="974967" y="57379"/>
                  </a:lnTo>
                  <a:lnTo>
                    <a:pt x="1025050" y="54656"/>
                  </a:lnTo>
                  <a:lnTo>
                    <a:pt x="1072689" y="52066"/>
                  </a:lnTo>
                  <a:lnTo>
                    <a:pt x="1118111" y="49596"/>
                  </a:lnTo>
                  <a:lnTo>
                    <a:pt x="1161514" y="47237"/>
                  </a:lnTo>
                  <a:lnTo>
                    <a:pt x="1203069" y="44977"/>
                  </a:lnTo>
                  <a:lnTo>
                    <a:pt x="1242928" y="42810"/>
                  </a:lnTo>
                  <a:lnTo>
                    <a:pt x="1281223" y="40728"/>
                  </a:lnTo>
                  <a:lnTo>
                    <a:pt x="1318073" y="38725"/>
                  </a:lnTo>
                  <a:lnTo>
                    <a:pt x="1353583" y="36794"/>
                  </a:lnTo>
                  <a:lnTo>
                    <a:pt x="1387846" y="34932"/>
                  </a:lnTo>
                  <a:lnTo>
                    <a:pt x="1420948" y="33132"/>
                  </a:lnTo>
                  <a:lnTo>
                    <a:pt x="1452964" y="31391"/>
                  </a:lnTo>
                  <a:lnTo>
                    <a:pt x="1483963" y="29706"/>
                  </a:lnTo>
                  <a:lnTo>
                    <a:pt x="1514009" y="28073"/>
                  </a:lnTo>
                  <a:lnTo>
                    <a:pt x="1543157" y="26488"/>
                  </a:lnTo>
                  <a:lnTo>
                    <a:pt x="1571461" y="24949"/>
                  </a:lnTo>
                  <a:lnTo>
                    <a:pt x="1598967" y="23454"/>
                  </a:lnTo>
                  <a:lnTo>
                    <a:pt x="1625720" y="21999"/>
                  </a:lnTo>
                  <a:lnTo>
                    <a:pt x="1651759" y="20584"/>
                  </a:lnTo>
                  <a:lnTo>
                    <a:pt x="1677121" y="19205"/>
                  </a:lnTo>
                  <a:lnTo>
                    <a:pt x="1701841" y="17861"/>
                  </a:lnTo>
                  <a:lnTo>
                    <a:pt x="1725951" y="16550"/>
                  </a:lnTo>
                  <a:lnTo>
                    <a:pt x="1749480" y="15271"/>
                  </a:lnTo>
                  <a:lnTo>
                    <a:pt x="1772456" y="14022"/>
                  </a:lnTo>
                  <a:lnTo>
                    <a:pt x="1794903" y="12801"/>
                  </a:lnTo>
                  <a:lnTo>
                    <a:pt x="1816845" y="11608"/>
                  </a:lnTo>
                  <a:lnTo>
                    <a:pt x="1838306" y="10442"/>
                  </a:lnTo>
                  <a:lnTo>
                    <a:pt x="1859304" y="9300"/>
                  </a:lnTo>
                  <a:lnTo>
                    <a:pt x="1879861" y="8182"/>
                  </a:lnTo>
                  <a:lnTo>
                    <a:pt x="1899994" y="7088"/>
                  </a:lnTo>
                  <a:lnTo>
                    <a:pt x="1919720" y="6015"/>
                  </a:lnTo>
                  <a:lnTo>
                    <a:pt x="1939055" y="4964"/>
                  </a:lnTo>
                  <a:lnTo>
                    <a:pt x="1958015" y="3933"/>
                  </a:lnTo>
                  <a:lnTo>
                    <a:pt x="1976614" y="2922"/>
                  </a:lnTo>
                  <a:lnTo>
                    <a:pt x="1994865" y="1930"/>
                  </a:lnTo>
                  <a:lnTo>
                    <a:pt x="2012781" y="956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5" name="pl674"/>
            <p:cNvSpPr/>
            <p:nvPr/>
          </p:nvSpPr>
          <p:spPr>
            <a:xfrm>
              <a:off x="6892021" y="5030229"/>
              <a:ext cx="2030374" cy="358163"/>
            </a:xfrm>
            <a:custGeom>
              <a:avLst/>
              <a:pathLst>
                <a:path w="2030374" h="358163">
                  <a:moveTo>
                    <a:pt x="0" y="358163"/>
                  </a:moveTo>
                  <a:lnTo>
                    <a:pt x="130380" y="335164"/>
                  </a:lnTo>
                  <a:lnTo>
                    <a:pt x="245384" y="314877"/>
                  </a:lnTo>
                  <a:lnTo>
                    <a:pt x="348258" y="296729"/>
                  </a:lnTo>
                  <a:lnTo>
                    <a:pt x="441320" y="280313"/>
                  </a:lnTo>
                  <a:lnTo>
                    <a:pt x="526278" y="265326"/>
                  </a:lnTo>
                  <a:lnTo>
                    <a:pt x="604432" y="251540"/>
                  </a:lnTo>
                  <a:lnTo>
                    <a:pt x="676791" y="238775"/>
                  </a:lnTo>
                  <a:lnTo>
                    <a:pt x="744156" y="226892"/>
                  </a:lnTo>
                  <a:lnTo>
                    <a:pt x="807172" y="215776"/>
                  </a:lnTo>
                  <a:lnTo>
                    <a:pt x="866366" y="205334"/>
                  </a:lnTo>
                  <a:lnTo>
                    <a:pt x="922175" y="195489"/>
                  </a:lnTo>
                  <a:lnTo>
                    <a:pt x="974967" y="186176"/>
                  </a:lnTo>
                  <a:lnTo>
                    <a:pt x="1025050" y="177341"/>
                  </a:lnTo>
                  <a:lnTo>
                    <a:pt x="1072689" y="168938"/>
                  </a:lnTo>
                  <a:lnTo>
                    <a:pt x="1118111" y="160925"/>
                  </a:lnTo>
                  <a:lnTo>
                    <a:pt x="1161514" y="153269"/>
                  </a:lnTo>
                  <a:lnTo>
                    <a:pt x="1203069" y="145938"/>
                  </a:lnTo>
                  <a:lnTo>
                    <a:pt x="1242928" y="138907"/>
                  </a:lnTo>
                  <a:lnTo>
                    <a:pt x="1281223" y="132152"/>
                  </a:lnTo>
                  <a:lnTo>
                    <a:pt x="1318073" y="125651"/>
                  </a:lnTo>
                  <a:lnTo>
                    <a:pt x="1353583" y="119387"/>
                  </a:lnTo>
                  <a:lnTo>
                    <a:pt x="1387846" y="113343"/>
                  </a:lnTo>
                  <a:lnTo>
                    <a:pt x="1420948" y="107504"/>
                  </a:lnTo>
                  <a:lnTo>
                    <a:pt x="1452964" y="101856"/>
                  </a:lnTo>
                  <a:lnTo>
                    <a:pt x="1483963" y="96388"/>
                  </a:lnTo>
                  <a:lnTo>
                    <a:pt x="1514009" y="91088"/>
                  </a:lnTo>
                  <a:lnTo>
                    <a:pt x="1543157" y="85946"/>
                  </a:lnTo>
                  <a:lnTo>
                    <a:pt x="1571461" y="80953"/>
                  </a:lnTo>
                  <a:lnTo>
                    <a:pt x="1598967" y="76101"/>
                  </a:lnTo>
                  <a:lnTo>
                    <a:pt x="1625720" y="71382"/>
                  </a:lnTo>
                  <a:lnTo>
                    <a:pt x="1651759" y="66788"/>
                  </a:lnTo>
                  <a:lnTo>
                    <a:pt x="1677121" y="62314"/>
                  </a:lnTo>
                  <a:lnTo>
                    <a:pt x="1701841" y="57954"/>
                  </a:lnTo>
                  <a:lnTo>
                    <a:pt x="1725951" y="53701"/>
                  </a:lnTo>
                  <a:lnTo>
                    <a:pt x="1749480" y="49550"/>
                  </a:lnTo>
                  <a:lnTo>
                    <a:pt x="1772456" y="45497"/>
                  </a:lnTo>
                  <a:lnTo>
                    <a:pt x="1794903" y="41537"/>
                  </a:lnTo>
                  <a:lnTo>
                    <a:pt x="1816845" y="37667"/>
                  </a:lnTo>
                  <a:lnTo>
                    <a:pt x="1838306" y="33881"/>
                  </a:lnTo>
                  <a:lnTo>
                    <a:pt x="1859304" y="30177"/>
                  </a:lnTo>
                  <a:lnTo>
                    <a:pt x="1879861" y="26550"/>
                  </a:lnTo>
                  <a:lnTo>
                    <a:pt x="1899994" y="22999"/>
                  </a:lnTo>
                  <a:lnTo>
                    <a:pt x="1919720" y="19519"/>
                  </a:lnTo>
                  <a:lnTo>
                    <a:pt x="1939055" y="16108"/>
                  </a:lnTo>
                  <a:lnTo>
                    <a:pt x="1958015" y="12764"/>
                  </a:lnTo>
                  <a:lnTo>
                    <a:pt x="1976614" y="9483"/>
                  </a:lnTo>
                  <a:lnTo>
                    <a:pt x="1994865" y="6263"/>
                  </a:lnTo>
                  <a:lnTo>
                    <a:pt x="2012781" y="3103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6" name="pl675"/>
            <p:cNvSpPr/>
            <p:nvPr/>
          </p:nvSpPr>
          <p:spPr>
            <a:xfrm>
              <a:off x="6892021" y="5369414"/>
              <a:ext cx="2030374" cy="73675"/>
            </a:xfrm>
            <a:custGeom>
              <a:avLst/>
              <a:pathLst>
                <a:path w="2030374" h="73675">
                  <a:moveTo>
                    <a:pt x="0" y="0"/>
                  </a:moveTo>
                  <a:lnTo>
                    <a:pt x="130380" y="4731"/>
                  </a:lnTo>
                  <a:lnTo>
                    <a:pt x="245384" y="8904"/>
                  </a:lnTo>
                  <a:lnTo>
                    <a:pt x="348258" y="12637"/>
                  </a:lnTo>
                  <a:lnTo>
                    <a:pt x="441320" y="16013"/>
                  </a:lnTo>
                  <a:lnTo>
                    <a:pt x="526278" y="19096"/>
                  </a:lnTo>
                  <a:lnTo>
                    <a:pt x="604432" y="21932"/>
                  </a:lnTo>
                  <a:lnTo>
                    <a:pt x="676791" y="24558"/>
                  </a:lnTo>
                  <a:lnTo>
                    <a:pt x="744156" y="27002"/>
                  </a:lnTo>
                  <a:lnTo>
                    <a:pt x="807172" y="29289"/>
                  </a:lnTo>
                  <a:lnTo>
                    <a:pt x="866366" y="31437"/>
                  </a:lnTo>
                  <a:lnTo>
                    <a:pt x="922175" y="33462"/>
                  </a:lnTo>
                  <a:lnTo>
                    <a:pt x="974967" y="35378"/>
                  </a:lnTo>
                  <a:lnTo>
                    <a:pt x="1025050" y="37195"/>
                  </a:lnTo>
                  <a:lnTo>
                    <a:pt x="1072689" y="38924"/>
                  </a:lnTo>
                  <a:lnTo>
                    <a:pt x="1118111" y="40572"/>
                  </a:lnTo>
                  <a:lnTo>
                    <a:pt x="1161514" y="42147"/>
                  </a:lnTo>
                  <a:lnTo>
                    <a:pt x="1203069" y="43655"/>
                  </a:lnTo>
                  <a:lnTo>
                    <a:pt x="1242928" y="45101"/>
                  </a:lnTo>
                  <a:lnTo>
                    <a:pt x="1281223" y="46491"/>
                  </a:lnTo>
                  <a:lnTo>
                    <a:pt x="1318073" y="47828"/>
                  </a:lnTo>
                  <a:lnTo>
                    <a:pt x="1353583" y="49116"/>
                  </a:lnTo>
                  <a:lnTo>
                    <a:pt x="1387846" y="50360"/>
                  </a:lnTo>
                  <a:lnTo>
                    <a:pt x="1420948" y="51561"/>
                  </a:lnTo>
                  <a:lnTo>
                    <a:pt x="1452964" y="52722"/>
                  </a:lnTo>
                  <a:lnTo>
                    <a:pt x="1483963" y="53847"/>
                  </a:lnTo>
                  <a:lnTo>
                    <a:pt x="1514009" y="54938"/>
                  </a:lnTo>
                  <a:lnTo>
                    <a:pt x="1543157" y="55995"/>
                  </a:lnTo>
                  <a:lnTo>
                    <a:pt x="1571461" y="57022"/>
                  </a:lnTo>
                  <a:lnTo>
                    <a:pt x="1598967" y="58020"/>
                  </a:lnTo>
                  <a:lnTo>
                    <a:pt x="1625720" y="58991"/>
                  </a:lnTo>
                  <a:lnTo>
                    <a:pt x="1651759" y="59936"/>
                  </a:lnTo>
                  <a:lnTo>
                    <a:pt x="1677121" y="60856"/>
                  </a:lnTo>
                  <a:lnTo>
                    <a:pt x="1701841" y="61753"/>
                  </a:lnTo>
                  <a:lnTo>
                    <a:pt x="1725951" y="62628"/>
                  </a:lnTo>
                  <a:lnTo>
                    <a:pt x="1749480" y="63482"/>
                  </a:lnTo>
                  <a:lnTo>
                    <a:pt x="1772456" y="64316"/>
                  </a:lnTo>
                  <a:lnTo>
                    <a:pt x="1794903" y="65130"/>
                  </a:lnTo>
                  <a:lnTo>
                    <a:pt x="1816845" y="65926"/>
                  </a:lnTo>
                  <a:lnTo>
                    <a:pt x="1838306" y="66705"/>
                  </a:lnTo>
                  <a:lnTo>
                    <a:pt x="1859304" y="67467"/>
                  </a:lnTo>
                  <a:lnTo>
                    <a:pt x="1879861" y="68213"/>
                  </a:lnTo>
                  <a:lnTo>
                    <a:pt x="1899994" y="68944"/>
                  </a:lnTo>
                  <a:lnTo>
                    <a:pt x="1919720" y="69659"/>
                  </a:lnTo>
                  <a:lnTo>
                    <a:pt x="1939055" y="70361"/>
                  </a:lnTo>
                  <a:lnTo>
                    <a:pt x="1958015" y="71049"/>
                  </a:lnTo>
                  <a:lnTo>
                    <a:pt x="1976614" y="71724"/>
                  </a:lnTo>
                  <a:lnTo>
                    <a:pt x="1994865" y="72386"/>
                  </a:lnTo>
                  <a:lnTo>
                    <a:pt x="2012781" y="73036"/>
                  </a:lnTo>
                  <a:lnTo>
                    <a:pt x="2030374" y="73675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7" name="pl676"/>
            <p:cNvSpPr/>
            <p:nvPr/>
          </p:nvSpPr>
          <p:spPr>
            <a:xfrm>
              <a:off x="6892021" y="5601805"/>
              <a:ext cx="2030374" cy="114183"/>
            </a:xfrm>
            <a:custGeom>
              <a:avLst/>
              <a:pathLst>
                <a:path w="2030374" h="114183">
                  <a:moveTo>
                    <a:pt x="0" y="114183"/>
                  </a:moveTo>
                  <a:lnTo>
                    <a:pt x="130380" y="106851"/>
                  </a:lnTo>
                  <a:lnTo>
                    <a:pt x="245384" y="100383"/>
                  </a:lnTo>
                  <a:lnTo>
                    <a:pt x="348258" y="94598"/>
                  </a:lnTo>
                  <a:lnTo>
                    <a:pt x="441320" y="89364"/>
                  </a:lnTo>
                  <a:lnTo>
                    <a:pt x="526278" y="84587"/>
                  </a:lnTo>
                  <a:lnTo>
                    <a:pt x="604432" y="80191"/>
                  </a:lnTo>
                  <a:lnTo>
                    <a:pt x="676791" y="76122"/>
                  </a:lnTo>
                  <a:lnTo>
                    <a:pt x="744156" y="72334"/>
                  </a:lnTo>
                  <a:lnTo>
                    <a:pt x="807172" y="68790"/>
                  </a:lnTo>
                  <a:lnTo>
                    <a:pt x="866366" y="65461"/>
                  </a:lnTo>
                  <a:lnTo>
                    <a:pt x="922175" y="62322"/>
                  </a:lnTo>
                  <a:lnTo>
                    <a:pt x="974967" y="59353"/>
                  </a:lnTo>
                  <a:lnTo>
                    <a:pt x="1025050" y="56537"/>
                  </a:lnTo>
                  <a:lnTo>
                    <a:pt x="1072689" y="53858"/>
                  </a:lnTo>
                  <a:lnTo>
                    <a:pt x="1118111" y="51303"/>
                  </a:lnTo>
                  <a:lnTo>
                    <a:pt x="1161514" y="48862"/>
                  </a:lnTo>
                  <a:lnTo>
                    <a:pt x="1203069" y="46525"/>
                  </a:lnTo>
                  <a:lnTo>
                    <a:pt x="1242928" y="44284"/>
                  </a:lnTo>
                  <a:lnTo>
                    <a:pt x="1281223" y="42130"/>
                  </a:lnTo>
                  <a:lnTo>
                    <a:pt x="1318073" y="40058"/>
                  </a:lnTo>
                  <a:lnTo>
                    <a:pt x="1353583" y="38061"/>
                  </a:lnTo>
                  <a:lnTo>
                    <a:pt x="1387846" y="36134"/>
                  </a:lnTo>
                  <a:lnTo>
                    <a:pt x="1420948" y="34272"/>
                  </a:lnTo>
                  <a:lnTo>
                    <a:pt x="1452964" y="32472"/>
                  </a:lnTo>
                  <a:lnTo>
                    <a:pt x="1483963" y="30728"/>
                  </a:lnTo>
                  <a:lnTo>
                    <a:pt x="1514009" y="29039"/>
                  </a:lnTo>
                  <a:lnTo>
                    <a:pt x="1543157" y="27399"/>
                  </a:lnTo>
                  <a:lnTo>
                    <a:pt x="1571461" y="25808"/>
                  </a:lnTo>
                  <a:lnTo>
                    <a:pt x="1598967" y="24261"/>
                  </a:lnTo>
                  <a:lnTo>
                    <a:pt x="1625720" y="22756"/>
                  </a:lnTo>
                  <a:lnTo>
                    <a:pt x="1651759" y="21292"/>
                  </a:lnTo>
                  <a:lnTo>
                    <a:pt x="1677121" y="19866"/>
                  </a:lnTo>
                  <a:lnTo>
                    <a:pt x="1701841" y="18475"/>
                  </a:lnTo>
                  <a:lnTo>
                    <a:pt x="1725951" y="17120"/>
                  </a:lnTo>
                  <a:lnTo>
                    <a:pt x="1749480" y="15796"/>
                  </a:lnTo>
                  <a:lnTo>
                    <a:pt x="1772456" y="14504"/>
                  </a:lnTo>
                  <a:lnTo>
                    <a:pt x="1794903" y="13242"/>
                  </a:lnTo>
                  <a:lnTo>
                    <a:pt x="1816845" y="12008"/>
                  </a:lnTo>
                  <a:lnTo>
                    <a:pt x="1838306" y="10801"/>
                  </a:lnTo>
                  <a:lnTo>
                    <a:pt x="1859304" y="9620"/>
                  </a:lnTo>
                  <a:lnTo>
                    <a:pt x="1879861" y="8464"/>
                  </a:lnTo>
                  <a:lnTo>
                    <a:pt x="1899994" y="7332"/>
                  </a:lnTo>
                  <a:lnTo>
                    <a:pt x="1919720" y="6222"/>
                  </a:lnTo>
                  <a:lnTo>
                    <a:pt x="1939055" y="5135"/>
                  </a:lnTo>
                  <a:lnTo>
                    <a:pt x="1958015" y="4069"/>
                  </a:lnTo>
                  <a:lnTo>
                    <a:pt x="1976614" y="3023"/>
                  </a:lnTo>
                  <a:lnTo>
                    <a:pt x="1994865" y="1996"/>
                  </a:lnTo>
                  <a:lnTo>
                    <a:pt x="2012781" y="989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8" name="pl677"/>
            <p:cNvSpPr/>
            <p:nvPr/>
          </p:nvSpPr>
          <p:spPr>
            <a:xfrm>
              <a:off x="6892021" y="4456898"/>
              <a:ext cx="2030374" cy="1009784"/>
            </a:xfrm>
            <a:custGeom>
              <a:avLst/>
              <a:pathLst>
                <a:path w="2030374" h="1009784">
                  <a:moveTo>
                    <a:pt x="0" y="0"/>
                  </a:moveTo>
                  <a:lnTo>
                    <a:pt x="130380" y="64843"/>
                  </a:lnTo>
                  <a:lnTo>
                    <a:pt x="245384" y="122039"/>
                  </a:lnTo>
                  <a:lnTo>
                    <a:pt x="348258" y="173202"/>
                  </a:lnTo>
                  <a:lnTo>
                    <a:pt x="441320" y="219485"/>
                  </a:lnTo>
                  <a:lnTo>
                    <a:pt x="526278" y="261738"/>
                  </a:lnTo>
                  <a:lnTo>
                    <a:pt x="604432" y="300607"/>
                  </a:lnTo>
                  <a:lnTo>
                    <a:pt x="676791" y="336594"/>
                  </a:lnTo>
                  <a:lnTo>
                    <a:pt x="744156" y="370097"/>
                  </a:lnTo>
                  <a:lnTo>
                    <a:pt x="807172" y="401437"/>
                  </a:lnTo>
                  <a:lnTo>
                    <a:pt x="866366" y="430877"/>
                  </a:lnTo>
                  <a:lnTo>
                    <a:pt x="922175" y="458633"/>
                  </a:lnTo>
                  <a:lnTo>
                    <a:pt x="974967" y="484889"/>
                  </a:lnTo>
                  <a:lnTo>
                    <a:pt x="1025050" y="509797"/>
                  </a:lnTo>
                  <a:lnTo>
                    <a:pt x="1072689" y="533489"/>
                  </a:lnTo>
                  <a:lnTo>
                    <a:pt x="1118111" y="556080"/>
                  </a:lnTo>
                  <a:lnTo>
                    <a:pt x="1161514" y="577666"/>
                  </a:lnTo>
                  <a:lnTo>
                    <a:pt x="1203069" y="598333"/>
                  </a:lnTo>
                  <a:lnTo>
                    <a:pt x="1242928" y="618156"/>
                  </a:lnTo>
                  <a:lnTo>
                    <a:pt x="1281223" y="637202"/>
                  </a:lnTo>
                  <a:lnTo>
                    <a:pt x="1318073" y="655529"/>
                  </a:lnTo>
                  <a:lnTo>
                    <a:pt x="1353583" y="673189"/>
                  </a:lnTo>
                  <a:lnTo>
                    <a:pt x="1387846" y="690229"/>
                  </a:lnTo>
                  <a:lnTo>
                    <a:pt x="1420948" y="706692"/>
                  </a:lnTo>
                  <a:lnTo>
                    <a:pt x="1452964" y="722615"/>
                  </a:lnTo>
                  <a:lnTo>
                    <a:pt x="1483963" y="738032"/>
                  </a:lnTo>
                  <a:lnTo>
                    <a:pt x="1514009" y="752975"/>
                  </a:lnTo>
                  <a:lnTo>
                    <a:pt x="1543157" y="767472"/>
                  </a:lnTo>
                  <a:lnTo>
                    <a:pt x="1571461" y="781548"/>
                  </a:lnTo>
                  <a:lnTo>
                    <a:pt x="1598967" y="795228"/>
                  </a:lnTo>
                  <a:lnTo>
                    <a:pt x="1625720" y="808533"/>
                  </a:lnTo>
                  <a:lnTo>
                    <a:pt x="1651759" y="821483"/>
                  </a:lnTo>
                  <a:lnTo>
                    <a:pt x="1677121" y="834097"/>
                  </a:lnTo>
                  <a:lnTo>
                    <a:pt x="1701841" y="846391"/>
                  </a:lnTo>
                  <a:lnTo>
                    <a:pt x="1725951" y="858382"/>
                  </a:lnTo>
                  <a:lnTo>
                    <a:pt x="1749480" y="870084"/>
                  </a:lnTo>
                  <a:lnTo>
                    <a:pt x="1772456" y="881511"/>
                  </a:lnTo>
                  <a:lnTo>
                    <a:pt x="1794903" y="892674"/>
                  </a:lnTo>
                  <a:lnTo>
                    <a:pt x="1816845" y="903587"/>
                  </a:lnTo>
                  <a:lnTo>
                    <a:pt x="1838306" y="914260"/>
                  </a:lnTo>
                  <a:lnTo>
                    <a:pt x="1859304" y="924704"/>
                  </a:lnTo>
                  <a:lnTo>
                    <a:pt x="1879861" y="934927"/>
                  </a:lnTo>
                  <a:lnTo>
                    <a:pt x="1899994" y="944940"/>
                  </a:lnTo>
                  <a:lnTo>
                    <a:pt x="1919720" y="954751"/>
                  </a:lnTo>
                  <a:lnTo>
                    <a:pt x="1939055" y="964367"/>
                  </a:lnTo>
                  <a:lnTo>
                    <a:pt x="1958015" y="973796"/>
                  </a:lnTo>
                  <a:lnTo>
                    <a:pt x="1976614" y="983046"/>
                  </a:lnTo>
                  <a:lnTo>
                    <a:pt x="1994865" y="992123"/>
                  </a:lnTo>
                  <a:lnTo>
                    <a:pt x="2012781" y="1001034"/>
                  </a:lnTo>
                  <a:lnTo>
                    <a:pt x="2030374" y="1009784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79" name="pl678"/>
            <p:cNvSpPr/>
            <p:nvPr/>
          </p:nvSpPr>
          <p:spPr>
            <a:xfrm>
              <a:off x="6892021" y="4707885"/>
              <a:ext cx="2030374" cy="48546"/>
            </a:xfrm>
            <a:custGeom>
              <a:avLst/>
              <a:pathLst>
                <a:path w="2030374" h="48546">
                  <a:moveTo>
                    <a:pt x="0" y="48546"/>
                  </a:moveTo>
                  <a:lnTo>
                    <a:pt x="130380" y="45429"/>
                  </a:lnTo>
                  <a:lnTo>
                    <a:pt x="245384" y="42679"/>
                  </a:lnTo>
                  <a:lnTo>
                    <a:pt x="348258" y="40219"/>
                  </a:lnTo>
                  <a:lnTo>
                    <a:pt x="441320" y="37994"/>
                  </a:lnTo>
                  <a:lnTo>
                    <a:pt x="526278" y="35963"/>
                  </a:lnTo>
                  <a:lnTo>
                    <a:pt x="604432" y="34094"/>
                  </a:lnTo>
                  <a:lnTo>
                    <a:pt x="676791" y="32364"/>
                  </a:lnTo>
                  <a:lnTo>
                    <a:pt x="744156" y="30753"/>
                  </a:lnTo>
                  <a:lnTo>
                    <a:pt x="807172" y="29246"/>
                  </a:lnTo>
                  <a:lnTo>
                    <a:pt x="866366" y="27831"/>
                  </a:lnTo>
                  <a:lnTo>
                    <a:pt x="922175" y="26497"/>
                  </a:lnTo>
                  <a:lnTo>
                    <a:pt x="974967" y="25234"/>
                  </a:lnTo>
                  <a:lnTo>
                    <a:pt x="1025050" y="24037"/>
                  </a:lnTo>
                  <a:lnTo>
                    <a:pt x="1072689" y="22898"/>
                  </a:lnTo>
                  <a:lnTo>
                    <a:pt x="1118111" y="21812"/>
                  </a:lnTo>
                  <a:lnTo>
                    <a:pt x="1161514" y="20774"/>
                  </a:lnTo>
                  <a:lnTo>
                    <a:pt x="1203069" y="19780"/>
                  </a:lnTo>
                  <a:lnTo>
                    <a:pt x="1242928" y="18827"/>
                  </a:lnTo>
                  <a:lnTo>
                    <a:pt x="1281223" y="17912"/>
                  </a:lnTo>
                  <a:lnTo>
                    <a:pt x="1318073" y="17031"/>
                  </a:lnTo>
                  <a:lnTo>
                    <a:pt x="1353583" y="16182"/>
                  </a:lnTo>
                  <a:lnTo>
                    <a:pt x="1387846" y="15362"/>
                  </a:lnTo>
                  <a:lnTo>
                    <a:pt x="1420948" y="14571"/>
                  </a:lnTo>
                  <a:lnTo>
                    <a:pt x="1452964" y="13805"/>
                  </a:lnTo>
                  <a:lnTo>
                    <a:pt x="1483963" y="13064"/>
                  </a:lnTo>
                  <a:lnTo>
                    <a:pt x="1514009" y="12346"/>
                  </a:lnTo>
                  <a:lnTo>
                    <a:pt x="1543157" y="11649"/>
                  </a:lnTo>
                  <a:lnTo>
                    <a:pt x="1571461" y="10972"/>
                  </a:lnTo>
                  <a:lnTo>
                    <a:pt x="1598967" y="10315"/>
                  </a:lnTo>
                  <a:lnTo>
                    <a:pt x="1625720" y="9675"/>
                  </a:lnTo>
                  <a:lnTo>
                    <a:pt x="1651759" y="9052"/>
                  </a:lnTo>
                  <a:lnTo>
                    <a:pt x="1677121" y="8446"/>
                  </a:lnTo>
                  <a:lnTo>
                    <a:pt x="1701841" y="7855"/>
                  </a:lnTo>
                  <a:lnTo>
                    <a:pt x="1725951" y="7278"/>
                  </a:lnTo>
                  <a:lnTo>
                    <a:pt x="1749480" y="6716"/>
                  </a:lnTo>
                  <a:lnTo>
                    <a:pt x="1772456" y="6166"/>
                  </a:lnTo>
                  <a:lnTo>
                    <a:pt x="1794903" y="5630"/>
                  </a:lnTo>
                  <a:lnTo>
                    <a:pt x="1816845" y="5105"/>
                  </a:lnTo>
                  <a:lnTo>
                    <a:pt x="1838306" y="4592"/>
                  </a:lnTo>
                  <a:lnTo>
                    <a:pt x="1859304" y="4090"/>
                  </a:lnTo>
                  <a:lnTo>
                    <a:pt x="1879861" y="3598"/>
                  </a:lnTo>
                  <a:lnTo>
                    <a:pt x="1899994" y="3117"/>
                  </a:lnTo>
                  <a:lnTo>
                    <a:pt x="1919720" y="2645"/>
                  </a:lnTo>
                  <a:lnTo>
                    <a:pt x="1939055" y="2183"/>
                  </a:lnTo>
                  <a:lnTo>
                    <a:pt x="1958015" y="1730"/>
                  </a:lnTo>
                  <a:lnTo>
                    <a:pt x="1976614" y="1285"/>
                  </a:lnTo>
                  <a:lnTo>
                    <a:pt x="1994865" y="849"/>
                  </a:lnTo>
                  <a:lnTo>
                    <a:pt x="2012781" y="420"/>
                  </a:lnTo>
                  <a:lnTo>
                    <a:pt x="2030374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80" name="rc679"/>
            <p:cNvSpPr/>
            <p:nvPr/>
          </p:nvSpPr>
          <p:spPr>
            <a:xfrm>
              <a:off x="6742685" y="3972216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81" name="pl680"/>
            <p:cNvSpPr/>
            <p:nvPr/>
          </p:nvSpPr>
          <p:spPr>
            <a:xfrm>
              <a:off x="6742685" y="3972216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l681"/>
            <p:cNvSpPr/>
            <p:nvPr/>
          </p:nvSpPr>
          <p:spPr>
            <a:xfrm>
              <a:off x="6704728" y="554473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l682"/>
            <p:cNvSpPr/>
            <p:nvPr/>
          </p:nvSpPr>
          <p:spPr>
            <a:xfrm>
              <a:off x="6704728" y="4957248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l683"/>
            <p:cNvSpPr/>
            <p:nvPr/>
          </p:nvSpPr>
          <p:spPr>
            <a:xfrm>
              <a:off x="6704728" y="436976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l684"/>
            <p:cNvSpPr/>
            <p:nvPr/>
          </p:nvSpPr>
          <p:spPr>
            <a:xfrm>
              <a:off x="6742685" y="6056592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l685"/>
            <p:cNvSpPr/>
            <p:nvPr/>
          </p:nvSpPr>
          <p:spPr>
            <a:xfrm>
              <a:off x="6892021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l686"/>
            <p:cNvSpPr/>
            <p:nvPr/>
          </p:nvSpPr>
          <p:spPr>
            <a:xfrm>
              <a:off x="7568812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l687"/>
            <p:cNvSpPr/>
            <p:nvPr/>
          </p:nvSpPr>
          <p:spPr>
            <a:xfrm>
              <a:off x="8245604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l688"/>
            <p:cNvSpPr/>
            <p:nvPr/>
          </p:nvSpPr>
          <p:spPr>
            <a:xfrm>
              <a:off x="8922396" y="6056592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tx689"/>
            <p:cNvSpPr/>
            <p:nvPr/>
          </p:nvSpPr>
          <p:spPr>
            <a:xfrm>
              <a:off x="6742685" y="3729057"/>
              <a:ext cx="641817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(g) SSD</a:t>
              </a:r>
            </a:p>
          </p:txBody>
        </p:sp>
        <p:sp>
          <p:nvSpPr>
            <p:cNvPr id="691" name="rc690"/>
            <p:cNvSpPr/>
            <p:nvPr/>
          </p:nvSpPr>
          <p:spPr>
            <a:xfrm>
              <a:off x="1503277" y="6590760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92" name="pt691"/>
            <p:cNvSpPr/>
            <p:nvPr/>
          </p:nvSpPr>
          <p:spPr>
            <a:xfrm>
              <a:off x="1655697" y="7734148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3" name="pt692"/>
            <p:cNvSpPr/>
            <p:nvPr/>
          </p:nvSpPr>
          <p:spPr>
            <a:xfrm>
              <a:off x="1660569" y="808398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4" name="pt693"/>
            <p:cNvSpPr/>
            <p:nvPr/>
          </p:nvSpPr>
          <p:spPr>
            <a:xfrm>
              <a:off x="1667655" y="8043771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5" name="pt694"/>
            <p:cNvSpPr/>
            <p:nvPr/>
          </p:nvSpPr>
          <p:spPr>
            <a:xfrm>
              <a:off x="1594717" y="731015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6" name="pt695"/>
            <p:cNvSpPr/>
            <p:nvPr/>
          </p:nvSpPr>
          <p:spPr>
            <a:xfrm>
              <a:off x="1604461" y="816946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7" name="pt696"/>
            <p:cNvSpPr/>
            <p:nvPr/>
          </p:nvSpPr>
          <p:spPr>
            <a:xfrm>
              <a:off x="1602113" y="794223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8" name="pt697"/>
            <p:cNvSpPr/>
            <p:nvPr/>
          </p:nvSpPr>
          <p:spPr>
            <a:xfrm>
              <a:off x="1579827" y="836431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699" name="pt698"/>
            <p:cNvSpPr/>
            <p:nvPr/>
          </p:nvSpPr>
          <p:spPr>
            <a:xfrm>
              <a:off x="1620572" y="828647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0" name="pt699"/>
            <p:cNvSpPr/>
            <p:nvPr/>
          </p:nvSpPr>
          <p:spPr>
            <a:xfrm>
              <a:off x="1646659" y="760065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1" name="pt700"/>
            <p:cNvSpPr/>
            <p:nvPr/>
          </p:nvSpPr>
          <p:spPr>
            <a:xfrm>
              <a:off x="1632469" y="787718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2" name="pt701"/>
            <p:cNvSpPr/>
            <p:nvPr/>
          </p:nvSpPr>
          <p:spPr>
            <a:xfrm>
              <a:off x="2275801" y="813401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3" name="pt702"/>
            <p:cNvSpPr/>
            <p:nvPr/>
          </p:nvSpPr>
          <p:spPr>
            <a:xfrm>
              <a:off x="2321381" y="766075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4" name="pt703"/>
            <p:cNvSpPr/>
            <p:nvPr/>
          </p:nvSpPr>
          <p:spPr>
            <a:xfrm>
              <a:off x="2337528" y="777674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5" name="pt704"/>
            <p:cNvSpPr/>
            <p:nvPr/>
          </p:nvSpPr>
          <p:spPr>
            <a:xfrm>
              <a:off x="2318024" y="846630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6" name="pt705"/>
            <p:cNvSpPr/>
            <p:nvPr/>
          </p:nvSpPr>
          <p:spPr>
            <a:xfrm>
              <a:off x="2326315" y="665620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7" name="pt706"/>
            <p:cNvSpPr/>
            <p:nvPr/>
          </p:nvSpPr>
          <p:spPr>
            <a:xfrm>
              <a:off x="2296310" y="696133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8" name="pt707"/>
            <p:cNvSpPr/>
            <p:nvPr/>
          </p:nvSpPr>
          <p:spPr>
            <a:xfrm>
              <a:off x="2256939" y="812099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09" name="pt708"/>
            <p:cNvSpPr/>
            <p:nvPr/>
          </p:nvSpPr>
          <p:spPr>
            <a:xfrm>
              <a:off x="2248504" y="847448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0" name="pt709"/>
            <p:cNvSpPr/>
            <p:nvPr/>
          </p:nvSpPr>
          <p:spPr>
            <a:xfrm>
              <a:off x="2282004" y="840162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1" name="pt710"/>
            <p:cNvSpPr/>
            <p:nvPr/>
          </p:nvSpPr>
          <p:spPr>
            <a:xfrm>
              <a:off x="2292941" y="811123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2" name="pt711"/>
            <p:cNvSpPr/>
            <p:nvPr/>
          </p:nvSpPr>
          <p:spPr>
            <a:xfrm>
              <a:off x="2286821" y="801840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3" name="pt712"/>
            <p:cNvSpPr/>
            <p:nvPr/>
          </p:nvSpPr>
          <p:spPr>
            <a:xfrm>
              <a:off x="2286020" y="831518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4" name="pt713"/>
            <p:cNvSpPr/>
            <p:nvPr/>
          </p:nvSpPr>
          <p:spPr>
            <a:xfrm>
              <a:off x="2331846" y="821226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5" name="pt714"/>
            <p:cNvSpPr/>
            <p:nvPr/>
          </p:nvSpPr>
          <p:spPr>
            <a:xfrm>
              <a:off x="2308122" y="812781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6" name="pt715"/>
            <p:cNvSpPr/>
            <p:nvPr/>
          </p:nvSpPr>
          <p:spPr>
            <a:xfrm>
              <a:off x="2283668" y="833859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7" name="pt716"/>
            <p:cNvSpPr/>
            <p:nvPr/>
          </p:nvSpPr>
          <p:spPr>
            <a:xfrm>
              <a:off x="2318339" y="795413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8" name="pt717"/>
            <p:cNvSpPr/>
            <p:nvPr/>
          </p:nvSpPr>
          <p:spPr>
            <a:xfrm>
              <a:off x="2256378" y="828681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19" name="pt718"/>
            <p:cNvSpPr/>
            <p:nvPr/>
          </p:nvSpPr>
          <p:spPr>
            <a:xfrm>
              <a:off x="2322871" y="8057034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0" name="pt719"/>
            <p:cNvSpPr/>
            <p:nvPr/>
          </p:nvSpPr>
          <p:spPr>
            <a:xfrm>
              <a:off x="3009087" y="775746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1" name="pt720"/>
            <p:cNvSpPr/>
            <p:nvPr/>
          </p:nvSpPr>
          <p:spPr>
            <a:xfrm>
              <a:off x="2927762" y="85510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2" name="pt721"/>
            <p:cNvSpPr/>
            <p:nvPr/>
          </p:nvSpPr>
          <p:spPr>
            <a:xfrm>
              <a:off x="2962809" y="8011345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3" name="pt722"/>
            <p:cNvSpPr/>
            <p:nvPr/>
          </p:nvSpPr>
          <p:spPr>
            <a:xfrm>
              <a:off x="2942529" y="828246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4" name="pt723"/>
            <p:cNvSpPr/>
            <p:nvPr/>
          </p:nvSpPr>
          <p:spPr>
            <a:xfrm>
              <a:off x="2999847" y="749752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5" name="pt724"/>
            <p:cNvSpPr/>
            <p:nvPr/>
          </p:nvSpPr>
          <p:spPr>
            <a:xfrm>
              <a:off x="3016647" y="805720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6" name="pt725"/>
            <p:cNvSpPr/>
            <p:nvPr/>
          </p:nvSpPr>
          <p:spPr>
            <a:xfrm>
              <a:off x="2992286" y="764710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7" name="pt726"/>
            <p:cNvSpPr/>
            <p:nvPr/>
          </p:nvSpPr>
          <p:spPr>
            <a:xfrm>
              <a:off x="2977491" y="8186228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8" name="pt727"/>
            <p:cNvSpPr/>
            <p:nvPr/>
          </p:nvSpPr>
          <p:spPr>
            <a:xfrm>
              <a:off x="2996145" y="789865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29" name="pt728"/>
            <p:cNvSpPr/>
            <p:nvPr/>
          </p:nvSpPr>
          <p:spPr>
            <a:xfrm>
              <a:off x="2992779" y="810847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0" name="pt729"/>
            <p:cNvSpPr/>
            <p:nvPr/>
          </p:nvSpPr>
          <p:spPr>
            <a:xfrm>
              <a:off x="2982219" y="822094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1" name="pt730"/>
            <p:cNvSpPr/>
            <p:nvPr/>
          </p:nvSpPr>
          <p:spPr>
            <a:xfrm>
              <a:off x="2944266" y="717750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2" name="pt731"/>
            <p:cNvSpPr/>
            <p:nvPr/>
          </p:nvSpPr>
          <p:spPr>
            <a:xfrm>
              <a:off x="2949561" y="810184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3" name="pt732"/>
            <p:cNvSpPr/>
            <p:nvPr/>
          </p:nvSpPr>
          <p:spPr>
            <a:xfrm>
              <a:off x="2951473" y="833225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4" name="pt733"/>
            <p:cNvSpPr/>
            <p:nvPr/>
          </p:nvSpPr>
          <p:spPr>
            <a:xfrm>
              <a:off x="2950144" y="731334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5" name="pt734"/>
            <p:cNvSpPr/>
            <p:nvPr/>
          </p:nvSpPr>
          <p:spPr>
            <a:xfrm>
              <a:off x="3022649" y="755061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6" name="pt735"/>
            <p:cNvSpPr/>
            <p:nvPr/>
          </p:nvSpPr>
          <p:spPr>
            <a:xfrm>
              <a:off x="3016245" y="792478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7" name="pt736"/>
            <p:cNvSpPr/>
            <p:nvPr/>
          </p:nvSpPr>
          <p:spPr>
            <a:xfrm>
              <a:off x="3001243" y="841441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8" name="pt737"/>
            <p:cNvSpPr/>
            <p:nvPr/>
          </p:nvSpPr>
          <p:spPr>
            <a:xfrm>
              <a:off x="3008400" y="809414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39" name="pt738"/>
            <p:cNvSpPr/>
            <p:nvPr/>
          </p:nvSpPr>
          <p:spPr>
            <a:xfrm>
              <a:off x="2939152" y="789114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0" name="pt739"/>
            <p:cNvSpPr/>
            <p:nvPr/>
          </p:nvSpPr>
          <p:spPr>
            <a:xfrm>
              <a:off x="3662538" y="803169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1" name="pt740"/>
            <p:cNvSpPr/>
            <p:nvPr/>
          </p:nvSpPr>
          <p:spPr>
            <a:xfrm>
              <a:off x="3615475" y="802045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2" name="pt741"/>
            <p:cNvSpPr/>
            <p:nvPr/>
          </p:nvSpPr>
          <p:spPr>
            <a:xfrm>
              <a:off x="3641715" y="80651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3" name="pt742"/>
            <p:cNvSpPr/>
            <p:nvPr/>
          </p:nvSpPr>
          <p:spPr>
            <a:xfrm>
              <a:off x="3634378" y="823202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4" name="pt743"/>
            <p:cNvSpPr/>
            <p:nvPr/>
          </p:nvSpPr>
          <p:spPr>
            <a:xfrm>
              <a:off x="3626695" y="7977164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5" name="pt744"/>
            <p:cNvSpPr/>
            <p:nvPr/>
          </p:nvSpPr>
          <p:spPr>
            <a:xfrm>
              <a:off x="3619760" y="7912960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6" name="pt745"/>
            <p:cNvSpPr/>
            <p:nvPr/>
          </p:nvSpPr>
          <p:spPr>
            <a:xfrm>
              <a:off x="3678673" y="787016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7" name="pt746"/>
            <p:cNvSpPr/>
            <p:nvPr/>
          </p:nvSpPr>
          <p:spPr>
            <a:xfrm>
              <a:off x="3681796" y="8014614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8" name="pt747"/>
            <p:cNvSpPr/>
            <p:nvPr/>
          </p:nvSpPr>
          <p:spPr>
            <a:xfrm>
              <a:off x="3670800" y="824015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49" name="pt748"/>
            <p:cNvSpPr/>
            <p:nvPr/>
          </p:nvSpPr>
          <p:spPr>
            <a:xfrm>
              <a:off x="3694102" y="770297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0" name="pt749"/>
            <p:cNvSpPr/>
            <p:nvPr/>
          </p:nvSpPr>
          <p:spPr>
            <a:xfrm>
              <a:off x="3624947" y="826359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1" name="pt750"/>
            <p:cNvSpPr/>
            <p:nvPr/>
          </p:nvSpPr>
          <p:spPr>
            <a:xfrm>
              <a:off x="3679321" y="8057113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2" name="pt751"/>
            <p:cNvSpPr/>
            <p:nvPr/>
          </p:nvSpPr>
          <p:spPr>
            <a:xfrm>
              <a:off x="3696822" y="817222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3" name="pt752"/>
            <p:cNvSpPr/>
            <p:nvPr/>
          </p:nvSpPr>
          <p:spPr>
            <a:xfrm>
              <a:off x="3674316" y="844563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4" name="pt753"/>
            <p:cNvSpPr/>
            <p:nvPr/>
          </p:nvSpPr>
          <p:spPr>
            <a:xfrm>
              <a:off x="3621164" y="822366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5" name="pt754"/>
            <p:cNvSpPr/>
            <p:nvPr/>
          </p:nvSpPr>
          <p:spPr>
            <a:xfrm>
              <a:off x="3625849" y="832114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6" name="pt755"/>
            <p:cNvSpPr/>
            <p:nvPr/>
          </p:nvSpPr>
          <p:spPr>
            <a:xfrm>
              <a:off x="3616824" y="819665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7" name="pt756"/>
            <p:cNvSpPr/>
            <p:nvPr/>
          </p:nvSpPr>
          <p:spPr>
            <a:xfrm>
              <a:off x="3618510" y="7933550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8" name="pt757"/>
            <p:cNvSpPr/>
            <p:nvPr/>
          </p:nvSpPr>
          <p:spPr>
            <a:xfrm>
              <a:off x="3692933" y="826365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59" name="pt758"/>
            <p:cNvSpPr/>
            <p:nvPr/>
          </p:nvSpPr>
          <p:spPr>
            <a:xfrm>
              <a:off x="3664132" y="786417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0" name="pt759"/>
            <p:cNvSpPr/>
            <p:nvPr/>
          </p:nvSpPr>
          <p:spPr>
            <a:xfrm>
              <a:off x="3684161" y="812901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1" name="pt760"/>
            <p:cNvSpPr/>
            <p:nvPr/>
          </p:nvSpPr>
          <p:spPr>
            <a:xfrm>
              <a:off x="3679837" y="788582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2" name="pt761"/>
            <p:cNvSpPr/>
            <p:nvPr/>
          </p:nvSpPr>
          <p:spPr>
            <a:xfrm>
              <a:off x="3671474" y="804556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3" name="pt762"/>
            <p:cNvSpPr/>
            <p:nvPr/>
          </p:nvSpPr>
          <p:spPr>
            <a:xfrm>
              <a:off x="3607496" y="83287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64" name="pl763"/>
            <p:cNvSpPr/>
            <p:nvPr/>
          </p:nvSpPr>
          <p:spPr>
            <a:xfrm>
              <a:off x="1648260" y="7377927"/>
              <a:ext cx="2035316" cy="615221"/>
            </a:xfrm>
            <a:custGeom>
              <a:avLst/>
              <a:pathLst>
                <a:path w="2035316" h="615221">
                  <a:moveTo>
                    <a:pt x="0" y="0"/>
                  </a:moveTo>
                  <a:lnTo>
                    <a:pt x="130697" y="39506"/>
                  </a:lnTo>
                  <a:lnTo>
                    <a:pt x="245981" y="74353"/>
                  </a:lnTo>
                  <a:lnTo>
                    <a:pt x="349106" y="105525"/>
                  </a:lnTo>
                  <a:lnTo>
                    <a:pt x="442394" y="133723"/>
                  </a:lnTo>
                  <a:lnTo>
                    <a:pt x="527559" y="159466"/>
                  </a:lnTo>
                  <a:lnTo>
                    <a:pt x="605903" y="183148"/>
                  </a:lnTo>
                  <a:lnTo>
                    <a:pt x="678438" y="205073"/>
                  </a:lnTo>
                  <a:lnTo>
                    <a:pt x="745967" y="225485"/>
                  </a:lnTo>
                  <a:lnTo>
                    <a:pt x="809136" y="244580"/>
                  </a:lnTo>
                  <a:lnTo>
                    <a:pt x="868474" y="262516"/>
                  </a:lnTo>
                  <a:lnTo>
                    <a:pt x="924420" y="279427"/>
                  </a:lnTo>
                  <a:lnTo>
                    <a:pt x="977340" y="295423"/>
                  </a:lnTo>
                  <a:lnTo>
                    <a:pt x="1027545" y="310599"/>
                  </a:lnTo>
                  <a:lnTo>
                    <a:pt x="1075299" y="325034"/>
                  </a:lnTo>
                  <a:lnTo>
                    <a:pt x="1120832" y="338797"/>
                  </a:lnTo>
                  <a:lnTo>
                    <a:pt x="1164341" y="351949"/>
                  </a:lnTo>
                  <a:lnTo>
                    <a:pt x="1205997" y="364540"/>
                  </a:lnTo>
                  <a:lnTo>
                    <a:pt x="1245953" y="376618"/>
                  </a:lnTo>
                  <a:lnTo>
                    <a:pt x="1284341" y="388222"/>
                  </a:lnTo>
                  <a:lnTo>
                    <a:pt x="1321281" y="399387"/>
                  </a:lnTo>
                  <a:lnTo>
                    <a:pt x="1356877" y="410147"/>
                  </a:lnTo>
                  <a:lnTo>
                    <a:pt x="1391224" y="420529"/>
                  </a:lnTo>
                  <a:lnTo>
                    <a:pt x="1424406" y="430559"/>
                  </a:lnTo>
                  <a:lnTo>
                    <a:pt x="1456500" y="440260"/>
                  </a:lnTo>
                  <a:lnTo>
                    <a:pt x="1487575" y="449654"/>
                  </a:lnTo>
                  <a:lnTo>
                    <a:pt x="1517693" y="458758"/>
                  </a:lnTo>
                  <a:lnTo>
                    <a:pt x="1546913" y="467590"/>
                  </a:lnTo>
                  <a:lnTo>
                    <a:pt x="1575285" y="476166"/>
                  </a:lnTo>
                  <a:lnTo>
                    <a:pt x="1602858" y="484501"/>
                  </a:lnTo>
                  <a:lnTo>
                    <a:pt x="1629676" y="492607"/>
                  </a:lnTo>
                  <a:lnTo>
                    <a:pt x="1655778" y="500497"/>
                  </a:lnTo>
                  <a:lnTo>
                    <a:pt x="1681203" y="508182"/>
                  </a:lnTo>
                  <a:lnTo>
                    <a:pt x="1705983" y="515673"/>
                  </a:lnTo>
                  <a:lnTo>
                    <a:pt x="1730152" y="522978"/>
                  </a:lnTo>
                  <a:lnTo>
                    <a:pt x="1753738" y="530108"/>
                  </a:lnTo>
                  <a:lnTo>
                    <a:pt x="1776769" y="537069"/>
                  </a:lnTo>
                  <a:lnTo>
                    <a:pt x="1799271" y="543871"/>
                  </a:lnTo>
                  <a:lnTo>
                    <a:pt x="1821267" y="550520"/>
                  </a:lnTo>
                  <a:lnTo>
                    <a:pt x="1842779" y="557022"/>
                  </a:lnTo>
                  <a:lnTo>
                    <a:pt x="1863829" y="563385"/>
                  </a:lnTo>
                  <a:lnTo>
                    <a:pt x="1884436" y="569614"/>
                  </a:lnTo>
                  <a:lnTo>
                    <a:pt x="1904618" y="575714"/>
                  </a:lnTo>
                  <a:lnTo>
                    <a:pt x="1924392" y="581692"/>
                  </a:lnTo>
                  <a:lnTo>
                    <a:pt x="1943774" y="587550"/>
                  </a:lnTo>
                  <a:lnTo>
                    <a:pt x="1962780" y="593295"/>
                  </a:lnTo>
                  <a:lnTo>
                    <a:pt x="1981424" y="598931"/>
                  </a:lnTo>
                  <a:lnTo>
                    <a:pt x="1999720" y="604461"/>
                  </a:lnTo>
                  <a:lnTo>
                    <a:pt x="2017679" y="609890"/>
                  </a:lnTo>
                  <a:lnTo>
                    <a:pt x="2035316" y="615221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5" name="pl764"/>
            <p:cNvSpPr/>
            <p:nvPr/>
          </p:nvSpPr>
          <p:spPr>
            <a:xfrm>
              <a:off x="1648260" y="7213033"/>
              <a:ext cx="2035316" cy="823112"/>
            </a:xfrm>
            <a:custGeom>
              <a:avLst/>
              <a:pathLst>
                <a:path w="2035316" h="823112">
                  <a:moveTo>
                    <a:pt x="0" y="0"/>
                  </a:moveTo>
                  <a:lnTo>
                    <a:pt x="130697" y="52856"/>
                  </a:lnTo>
                  <a:lnTo>
                    <a:pt x="245981" y="99478"/>
                  </a:lnTo>
                  <a:lnTo>
                    <a:pt x="349106" y="141183"/>
                  </a:lnTo>
                  <a:lnTo>
                    <a:pt x="442394" y="178910"/>
                  </a:lnTo>
                  <a:lnTo>
                    <a:pt x="527559" y="213352"/>
                  </a:lnTo>
                  <a:lnTo>
                    <a:pt x="605903" y="245036"/>
                  </a:lnTo>
                  <a:lnTo>
                    <a:pt x="678438" y="274370"/>
                  </a:lnTo>
                  <a:lnTo>
                    <a:pt x="745967" y="301680"/>
                  </a:lnTo>
                  <a:lnTo>
                    <a:pt x="809136" y="327227"/>
                  </a:lnTo>
                  <a:lnTo>
                    <a:pt x="868474" y="351224"/>
                  </a:lnTo>
                  <a:lnTo>
                    <a:pt x="924420" y="373849"/>
                  </a:lnTo>
                  <a:lnTo>
                    <a:pt x="977340" y="395251"/>
                  </a:lnTo>
                  <a:lnTo>
                    <a:pt x="1027545" y="415554"/>
                  </a:lnTo>
                  <a:lnTo>
                    <a:pt x="1075299" y="434867"/>
                  </a:lnTo>
                  <a:lnTo>
                    <a:pt x="1120832" y="453281"/>
                  </a:lnTo>
                  <a:lnTo>
                    <a:pt x="1164341" y="470877"/>
                  </a:lnTo>
                  <a:lnTo>
                    <a:pt x="1205997" y="487723"/>
                  </a:lnTo>
                  <a:lnTo>
                    <a:pt x="1245953" y="503882"/>
                  </a:lnTo>
                  <a:lnTo>
                    <a:pt x="1284341" y="519407"/>
                  </a:lnTo>
                  <a:lnTo>
                    <a:pt x="1321281" y="534346"/>
                  </a:lnTo>
                  <a:lnTo>
                    <a:pt x="1356877" y="548741"/>
                  </a:lnTo>
                  <a:lnTo>
                    <a:pt x="1391224" y="562632"/>
                  </a:lnTo>
                  <a:lnTo>
                    <a:pt x="1424406" y="576051"/>
                  </a:lnTo>
                  <a:lnTo>
                    <a:pt x="1456500" y="589030"/>
                  </a:lnTo>
                  <a:lnTo>
                    <a:pt x="1487575" y="601598"/>
                  </a:lnTo>
                  <a:lnTo>
                    <a:pt x="1517693" y="613778"/>
                  </a:lnTo>
                  <a:lnTo>
                    <a:pt x="1546913" y="625595"/>
                  </a:lnTo>
                  <a:lnTo>
                    <a:pt x="1575285" y="637069"/>
                  </a:lnTo>
                  <a:lnTo>
                    <a:pt x="1602858" y="648220"/>
                  </a:lnTo>
                  <a:lnTo>
                    <a:pt x="1629676" y="659065"/>
                  </a:lnTo>
                  <a:lnTo>
                    <a:pt x="1655778" y="669622"/>
                  </a:lnTo>
                  <a:lnTo>
                    <a:pt x="1681203" y="679904"/>
                  </a:lnTo>
                  <a:lnTo>
                    <a:pt x="1705983" y="689925"/>
                  </a:lnTo>
                  <a:lnTo>
                    <a:pt x="1730152" y="699699"/>
                  </a:lnTo>
                  <a:lnTo>
                    <a:pt x="1753738" y="709238"/>
                  </a:lnTo>
                  <a:lnTo>
                    <a:pt x="1776769" y="718552"/>
                  </a:lnTo>
                  <a:lnTo>
                    <a:pt x="1799271" y="727652"/>
                  </a:lnTo>
                  <a:lnTo>
                    <a:pt x="1821267" y="736548"/>
                  </a:lnTo>
                  <a:lnTo>
                    <a:pt x="1842779" y="745248"/>
                  </a:lnTo>
                  <a:lnTo>
                    <a:pt x="1863829" y="753761"/>
                  </a:lnTo>
                  <a:lnTo>
                    <a:pt x="1884436" y="762094"/>
                  </a:lnTo>
                  <a:lnTo>
                    <a:pt x="1904618" y="770256"/>
                  </a:lnTo>
                  <a:lnTo>
                    <a:pt x="1924392" y="778253"/>
                  </a:lnTo>
                  <a:lnTo>
                    <a:pt x="1943774" y="786091"/>
                  </a:lnTo>
                  <a:lnTo>
                    <a:pt x="1962780" y="793778"/>
                  </a:lnTo>
                  <a:lnTo>
                    <a:pt x="1981424" y="801318"/>
                  </a:lnTo>
                  <a:lnTo>
                    <a:pt x="1999720" y="808717"/>
                  </a:lnTo>
                  <a:lnTo>
                    <a:pt x="2017679" y="815980"/>
                  </a:lnTo>
                  <a:lnTo>
                    <a:pt x="2035316" y="823112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6" name="pl765"/>
            <p:cNvSpPr/>
            <p:nvPr/>
          </p:nvSpPr>
          <p:spPr>
            <a:xfrm>
              <a:off x="1648260" y="8038345"/>
              <a:ext cx="2035316" cy="31931"/>
            </a:xfrm>
            <a:custGeom>
              <a:avLst/>
              <a:pathLst>
                <a:path w="2035316" h="31931">
                  <a:moveTo>
                    <a:pt x="0" y="31931"/>
                  </a:moveTo>
                  <a:lnTo>
                    <a:pt x="130697" y="29881"/>
                  </a:lnTo>
                  <a:lnTo>
                    <a:pt x="245981" y="28072"/>
                  </a:lnTo>
                  <a:lnTo>
                    <a:pt x="349106" y="26454"/>
                  </a:lnTo>
                  <a:lnTo>
                    <a:pt x="442394" y="24991"/>
                  </a:lnTo>
                  <a:lnTo>
                    <a:pt x="527559" y="23654"/>
                  </a:lnTo>
                  <a:lnTo>
                    <a:pt x="605903" y="22425"/>
                  </a:lnTo>
                  <a:lnTo>
                    <a:pt x="678438" y="21287"/>
                  </a:lnTo>
                  <a:lnTo>
                    <a:pt x="745967" y="20228"/>
                  </a:lnTo>
                  <a:lnTo>
                    <a:pt x="809136" y="19237"/>
                  </a:lnTo>
                  <a:lnTo>
                    <a:pt x="868474" y="18306"/>
                  </a:lnTo>
                  <a:lnTo>
                    <a:pt x="924420" y="17428"/>
                  </a:lnTo>
                  <a:lnTo>
                    <a:pt x="977340" y="16598"/>
                  </a:lnTo>
                  <a:lnTo>
                    <a:pt x="1027545" y="15810"/>
                  </a:lnTo>
                  <a:lnTo>
                    <a:pt x="1075299" y="15061"/>
                  </a:lnTo>
                  <a:lnTo>
                    <a:pt x="1120832" y="14347"/>
                  </a:lnTo>
                  <a:lnTo>
                    <a:pt x="1164341" y="13664"/>
                  </a:lnTo>
                  <a:lnTo>
                    <a:pt x="1205997" y="13011"/>
                  </a:lnTo>
                  <a:lnTo>
                    <a:pt x="1245953" y="12384"/>
                  </a:lnTo>
                  <a:lnTo>
                    <a:pt x="1284341" y="11781"/>
                  </a:lnTo>
                  <a:lnTo>
                    <a:pt x="1321281" y="11202"/>
                  </a:lnTo>
                  <a:lnTo>
                    <a:pt x="1356877" y="10643"/>
                  </a:lnTo>
                  <a:lnTo>
                    <a:pt x="1391224" y="10105"/>
                  </a:lnTo>
                  <a:lnTo>
                    <a:pt x="1424406" y="9584"/>
                  </a:lnTo>
                  <a:lnTo>
                    <a:pt x="1456500" y="9080"/>
                  </a:lnTo>
                  <a:lnTo>
                    <a:pt x="1487575" y="8593"/>
                  </a:lnTo>
                  <a:lnTo>
                    <a:pt x="1517693" y="8120"/>
                  </a:lnTo>
                  <a:lnTo>
                    <a:pt x="1546913" y="7662"/>
                  </a:lnTo>
                  <a:lnTo>
                    <a:pt x="1575285" y="7217"/>
                  </a:lnTo>
                  <a:lnTo>
                    <a:pt x="1602858" y="6784"/>
                  </a:lnTo>
                  <a:lnTo>
                    <a:pt x="1629676" y="6364"/>
                  </a:lnTo>
                  <a:lnTo>
                    <a:pt x="1655778" y="5954"/>
                  </a:lnTo>
                  <a:lnTo>
                    <a:pt x="1681203" y="5555"/>
                  </a:lnTo>
                  <a:lnTo>
                    <a:pt x="1705983" y="5166"/>
                  </a:lnTo>
                  <a:lnTo>
                    <a:pt x="1730152" y="4787"/>
                  </a:lnTo>
                  <a:lnTo>
                    <a:pt x="1753738" y="4417"/>
                  </a:lnTo>
                  <a:lnTo>
                    <a:pt x="1776769" y="4056"/>
                  </a:lnTo>
                  <a:lnTo>
                    <a:pt x="1799271" y="3703"/>
                  </a:lnTo>
                  <a:lnTo>
                    <a:pt x="1821267" y="3358"/>
                  </a:lnTo>
                  <a:lnTo>
                    <a:pt x="1842779" y="3020"/>
                  </a:lnTo>
                  <a:lnTo>
                    <a:pt x="1863829" y="2690"/>
                  </a:lnTo>
                  <a:lnTo>
                    <a:pt x="1884436" y="2367"/>
                  </a:lnTo>
                  <a:lnTo>
                    <a:pt x="1904618" y="2050"/>
                  </a:lnTo>
                  <a:lnTo>
                    <a:pt x="1924392" y="1740"/>
                  </a:lnTo>
                  <a:lnTo>
                    <a:pt x="1943774" y="1436"/>
                  </a:lnTo>
                  <a:lnTo>
                    <a:pt x="1962780" y="1137"/>
                  </a:lnTo>
                  <a:lnTo>
                    <a:pt x="1981424" y="845"/>
                  </a:lnTo>
                  <a:lnTo>
                    <a:pt x="1999720" y="558"/>
                  </a:lnTo>
                  <a:lnTo>
                    <a:pt x="2017679" y="276"/>
                  </a:lnTo>
                  <a:lnTo>
                    <a:pt x="2035316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7" name="pl766"/>
            <p:cNvSpPr/>
            <p:nvPr/>
          </p:nvSpPr>
          <p:spPr>
            <a:xfrm>
              <a:off x="1648260" y="8095227"/>
              <a:ext cx="2035316" cy="25283"/>
            </a:xfrm>
            <a:custGeom>
              <a:avLst/>
              <a:pathLst>
                <a:path w="2035316" h="25283">
                  <a:moveTo>
                    <a:pt x="0" y="25283"/>
                  </a:moveTo>
                  <a:lnTo>
                    <a:pt x="130697" y="23660"/>
                  </a:lnTo>
                  <a:lnTo>
                    <a:pt x="245981" y="22228"/>
                  </a:lnTo>
                  <a:lnTo>
                    <a:pt x="349106" y="20947"/>
                  </a:lnTo>
                  <a:lnTo>
                    <a:pt x="442394" y="19788"/>
                  </a:lnTo>
                  <a:lnTo>
                    <a:pt x="527559" y="18730"/>
                  </a:lnTo>
                  <a:lnTo>
                    <a:pt x="605903" y="17757"/>
                  </a:lnTo>
                  <a:lnTo>
                    <a:pt x="678438" y="16855"/>
                  </a:lnTo>
                  <a:lnTo>
                    <a:pt x="745967" y="16017"/>
                  </a:lnTo>
                  <a:lnTo>
                    <a:pt x="809136" y="15232"/>
                  </a:lnTo>
                  <a:lnTo>
                    <a:pt x="868474" y="14495"/>
                  </a:lnTo>
                  <a:lnTo>
                    <a:pt x="924420" y="13800"/>
                  </a:lnTo>
                  <a:lnTo>
                    <a:pt x="977340" y="13142"/>
                  </a:lnTo>
                  <a:lnTo>
                    <a:pt x="1027545" y="12519"/>
                  </a:lnTo>
                  <a:lnTo>
                    <a:pt x="1075299" y="11925"/>
                  </a:lnTo>
                  <a:lnTo>
                    <a:pt x="1120832" y="11360"/>
                  </a:lnTo>
                  <a:lnTo>
                    <a:pt x="1164341" y="10819"/>
                  </a:lnTo>
                  <a:lnTo>
                    <a:pt x="1205997" y="10302"/>
                  </a:lnTo>
                  <a:lnTo>
                    <a:pt x="1245953" y="9805"/>
                  </a:lnTo>
                  <a:lnTo>
                    <a:pt x="1284341" y="9329"/>
                  </a:lnTo>
                  <a:lnTo>
                    <a:pt x="1321281" y="8870"/>
                  </a:lnTo>
                  <a:lnTo>
                    <a:pt x="1356877" y="8427"/>
                  </a:lnTo>
                  <a:lnTo>
                    <a:pt x="1391224" y="8001"/>
                  </a:lnTo>
                  <a:lnTo>
                    <a:pt x="1424406" y="7589"/>
                  </a:lnTo>
                  <a:lnTo>
                    <a:pt x="1456500" y="7190"/>
                  </a:lnTo>
                  <a:lnTo>
                    <a:pt x="1487575" y="6804"/>
                  </a:lnTo>
                  <a:lnTo>
                    <a:pt x="1517693" y="6430"/>
                  </a:lnTo>
                  <a:lnTo>
                    <a:pt x="1546913" y="6067"/>
                  </a:lnTo>
                  <a:lnTo>
                    <a:pt x="1575285" y="5714"/>
                  </a:lnTo>
                  <a:lnTo>
                    <a:pt x="1602858" y="5372"/>
                  </a:lnTo>
                  <a:lnTo>
                    <a:pt x="1629676" y="5039"/>
                  </a:lnTo>
                  <a:lnTo>
                    <a:pt x="1655778" y="4714"/>
                  </a:lnTo>
                  <a:lnTo>
                    <a:pt x="1681203" y="4398"/>
                  </a:lnTo>
                  <a:lnTo>
                    <a:pt x="1705983" y="4091"/>
                  </a:lnTo>
                  <a:lnTo>
                    <a:pt x="1730152" y="3790"/>
                  </a:lnTo>
                  <a:lnTo>
                    <a:pt x="1753738" y="3497"/>
                  </a:lnTo>
                  <a:lnTo>
                    <a:pt x="1776769" y="3211"/>
                  </a:lnTo>
                  <a:lnTo>
                    <a:pt x="1799271" y="2932"/>
                  </a:lnTo>
                  <a:lnTo>
                    <a:pt x="1821267" y="2659"/>
                  </a:lnTo>
                  <a:lnTo>
                    <a:pt x="1842779" y="2391"/>
                  </a:lnTo>
                  <a:lnTo>
                    <a:pt x="1863829" y="2130"/>
                  </a:lnTo>
                  <a:lnTo>
                    <a:pt x="1884436" y="1874"/>
                  </a:lnTo>
                  <a:lnTo>
                    <a:pt x="1904618" y="1623"/>
                  </a:lnTo>
                  <a:lnTo>
                    <a:pt x="1924392" y="1377"/>
                  </a:lnTo>
                  <a:lnTo>
                    <a:pt x="1943774" y="1137"/>
                  </a:lnTo>
                  <a:lnTo>
                    <a:pt x="1962780" y="901"/>
                  </a:lnTo>
                  <a:lnTo>
                    <a:pt x="1981424" y="669"/>
                  </a:lnTo>
                  <a:lnTo>
                    <a:pt x="1999720" y="442"/>
                  </a:lnTo>
                  <a:lnTo>
                    <a:pt x="2017679" y="219"/>
                  </a:lnTo>
                  <a:lnTo>
                    <a:pt x="2035316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8" name="pl767"/>
            <p:cNvSpPr/>
            <p:nvPr/>
          </p:nvSpPr>
          <p:spPr>
            <a:xfrm>
              <a:off x="1648260" y="8057252"/>
              <a:ext cx="2035316" cy="184983"/>
            </a:xfrm>
            <a:custGeom>
              <a:avLst/>
              <a:pathLst>
                <a:path w="2035316" h="184983">
                  <a:moveTo>
                    <a:pt x="0" y="184983"/>
                  </a:moveTo>
                  <a:lnTo>
                    <a:pt x="130697" y="173104"/>
                  </a:lnTo>
                  <a:lnTo>
                    <a:pt x="245981" y="162626"/>
                  </a:lnTo>
                  <a:lnTo>
                    <a:pt x="349106" y="153253"/>
                  </a:lnTo>
                  <a:lnTo>
                    <a:pt x="442394" y="144775"/>
                  </a:lnTo>
                  <a:lnTo>
                    <a:pt x="527559" y="137034"/>
                  </a:lnTo>
                  <a:lnTo>
                    <a:pt x="605903" y="129914"/>
                  </a:lnTo>
                  <a:lnTo>
                    <a:pt x="678438" y="123322"/>
                  </a:lnTo>
                  <a:lnTo>
                    <a:pt x="745967" y="117184"/>
                  </a:lnTo>
                  <a:lnTo>
                    <a:pt x="809136" y="111443"/>
                  </a:lnTo>
                  <a:lnTo>
                    <a:pt x="868474" y="106050"/>
                  </a:lnTo>
                  <a:lnTo>
                    <a:pt x="924420" y="100965"/>
                  </a:lnTo>
                  <a:lnTo>
                    <a:pt x="977340" y="96155"/>
                  </a:lnTo>
                  <a:lnTo>
                    <a:pt x="1027545" y="91592"/>
                  </a:lnTo>
                  <a:lnTo>
                    <a:pt x="1075299" y="87252"/>
                  </a:lnTo>
                  <a:lnTo>
                    <a:pt x="1120832" y="83114"/>
                  </a:lnTo>
                  <a:lnTo>
                    <a:pt x="1164341" y="79159"/>
                  </a:lnTo>
                  <a:lnTo>
                    <a:pt x="1205997" y="75373"/>
                  </a:lnTo>
                  <a:lnTo>
                    <a:pt x="1245953" y="71742"/>
                  </a:lnTo>
                  <a:lnTo>
                    <a:pt x="1284341" y="68253"/>
                  </a:lnTo>
                  <a:lnTo>
                    <a:pt x="1321281" y="64896"/>
                  </a:lnTo>
                  <a:lnTo>
                    <a:pt x="1356877" y="61661"/>
                  </a:lnTo>
                  <a:lnTo>
                    <a:pt x="1391224" y="58539"/>
                  </a:lnTo>
                  <a:lnTo>
                    <a:pt x="1424406" y="55523"/>
                  </a:lnTo>
                  <a:lnTo>
                    <a:pt x="1456500" y="52606"/>
                  </a:lnTo>
                  <a:lnTo>
                    <a:pt x="1487575" y="49782"/>
                  </a:lnTo>
                  <a:lnTo>
                    <a:pt x="1517693" y="47044"/>
                  </a:lnTo>
                  <a:lnTo>
                    <a:pt x="1546913" y="44389"/>
                  </a:lnTo>
                  <a:lnTo>
                    <a:pt x="1575285" y="41810"/>
                  </a:lnTo>
                  <a:lnTo>
                    <a:pt x="1602858" y="39304"/>
                  </a:lnTo>
                  <a:lnTo>
                    <a:pt x="1629676" y="36867"/>
                  </a:lnTo>
                  <a:lnTo>
                    <a:pt x="1655778" y="34494"/>
                  </a:lnTo>
                  <a:lnTo>
                    <a:pt x="1681203" y="32184"/>
                  </a:lnTo>
                  <a:lnTo>
                    <a:pt x="1705983" y="29931"/>
                  </a:lnTo>
                  <a:lnTo>
                    <a:pt x="1730152" y="27735"/>
                  </a:lnTo>
                  <a:lnTo>
                    <a:pt x="1753738" y="25591"/>
                  </a:lnTo>
                  <a:lnTo>
                    <a:pt x="1776769" y="23498"/>
                  </a:lnTo>
                  <a:lnTo>
                    <a:pt x="1799271" y="21453"/>
                  </a:lnTo>
                  <a:lnTo>
                    <a:pt x="1821267" y="19454"/>
                  </a:lnTo>
                  <a:lnTo>
                    <a:pt x="1842779" y="17498"/>
                  </a:lnTo>
                  <a:lnTo>
                    <a:pt x="1863829" y="15585"/>
                  </a:lnTo>
                  <a:lnTo>
                    <a:pt x="1884436" y="13712"/>
                  </a:lnTo>
                  <a:lnTo>
                    <a:pt x="1904618" y="11878"/>
                  </a:lnTo>
                  <a:lnTo>
                    <a:pt x="1924392" y="10081"/>
                  </a:lnTo>
                  <a:lnTo>
                    <a:pt x="1943774" y="8319"/>
                  </a:lnTo>
                  <a:lnTo>
                    <a:pt x="1962780" y="6592"/>
                  </a:lnTo>
                  <a:lnTo>
                    <a:pt x="1981424" y="4898"/>
                  </a:lnTo>
                  <a:lnTo>
                    <a:pt x="1999720" y="3235"/>
                  </a:lnTo>
                  <a:lnTo>
                    <a:pt x="2017679" y="1602"/>
                  </a:lnTo>
                  <a:lnTo>
                    <a:pt x="2035316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69" name="pl768"/>
            <p:cNvSpPr/>
            <p:nvPr/>
          </p:nvSpPr>
          <p:spPr>
            <a:xfrm>
              <a:off x="1648260" y="7849245"/>
              <a:ext cx="2035316" cy="201284"/>
            </a:xfrm>
            <a:custGeom>
              <a:avLst/>
              <a:pathLst>
                <a:path w="2035316" h="201284">
                  <a:moveTo>
                    <a:pt x="0" y="201284"/>
                  </a:moveTo>
                  <a:lnTo>
                    <a:pt x="130697" y="188359"/>
                  </a:lnTo>
                  <a:lnTo>
                    <a:pt x="245981" y="176957"/>
                  </a:lnTo>
                  <a:lnTo>
                    <a:pt x="349106" y="166759"/>
                  </a:lnTo>
                  <a:lnTo>
                    <a:pt x="442394" y="157533"/>
                  </a:lnTo>
                  <a:lnTo>
                    <a:pt x="527559" y="149111"/>
                  </a:lnTo>
                  <a:lnTo>
                    <a:pt x="605903" y="141363"/>
                  </a:lnTo>
                  <a:lnTo>
                    <a:pt x="678438" y="134189"/>
                  </a:lnTo>
                  <a:lnTo>
                    <a:pt x="745967" y="127511"/>
                  </a:lnTo>
                  <a:lnTo>
                    <a:pt x="809136" y="121264"/>
                  </a:lnTo>
                  <a:lnTo>
                    <a:pt x="868474" y="115395"/>
                  </a:lnTo>
                  <a:lnTo>
                    <a:pt x="924420" y="109863"/>
                  </a:lnTo>
                  <a:lnTo>
                    <a:pt x="977340" y="104629"/>
                  </a:lnTo>
                  <a:lnTo>
                    <a:pt x="1027545" y="99664"/>
                  </a:lnTo>
                  <a:lnTo>
                    <a:pt x="1075299" y="94941"/>
                  </a:lnTo>
                  <a:lnTo>
                    <a:pt x="1120832" y="90438"/>
                  </a:lnTo>
                  <a:lnTo>
                    <a:pt x="1164341" y="86135"/>
                  </a:lnTo>
                  <a:lnTo>
                    <a:pt x="1205997" y="82016"/>
                  </a:lnTo>
                  <a:lnTo>
                    <a:pt x="1245953" y="78064"/>
                  </a:lnTo>
                  <a:lnTo>
                    <a:pt x="1284341" y="74268"/>
                  </a:lnTo>
                  <a:lnTo>
                    <a:pt x="1321281" y="70615"/>
                  </a:lnTo>
                  <a:lnTo>
                    <a:pt x="1356877" y="67094"/>
                  </a:lnTo>
                  <a:lnTo>
                    <a:pt x="1391224" y="63698"/>
                  </a:lnTo>
                  <a:lnTo>
                    <a:pt x="1424406" y="60416"/>
                  </a:lnTo>
                  <a:lnTo>
                    <a:pt x="1456500" y="57242"/>
                  </a:lnTo>
                  <a:lnTo>
                    <a:pt x="1487575" y="54169"/>
                  </a:lnTo>
                  <a:lnTo>
                    <a:pt x="1517693" y="51190"/>
                  </a:lnTo>
                  <a:lnTo>
                    <a:pt x="1546913" y="48301"/>
                  </a:lnTo>
                  <a:lnTo>
                    <a:pt x="1575285" y="45495"/>
                  </a:lnTo>
                  <a:lnTo>
                    <a:pt x="1602858" y="42768"/>
                  </a:lnTo>
                  <a:lnTo>
                    <a:pt x="1629676" y="40116"/>
                  </a:lnTo>
                  <a:lnTo>
                    <a:pt x="1655778" y="37534"/>
                  </a:lnTo>
                  <a:lnTo>
                    <a:pt x="1681203" y="35020"/>
                  </a:lnTo>
                  <a:lnTo>
                    <a:pt x="1705983" y="32569"/>
                  </a:lnTo>
                  <a:lnTo>
                    <a:pt x="1730152" y="30179"/>
                  </a:lnTo>
                  <a:lnTo>
                    <a:pt x="1753738" y="27846"/>
                  </a:lnTo>
                  <a:lnTo>
                    <a:pt x="1776769" y="25569"/>
                  </a:lnTo>
                  <a:lnTo>
                    <a:pt x="1799271" y="23343"/>
                  </a:lnTo>
                  <a:lnTo>
                    <a:pt x="1821267" y="21168"/>
                  </a:lnTo>
                  <a:lnTo>
                    <a:pt x="1842779" y="19041"/>
                  </a:lnTo>
                  <a:lnTo>
                    <a:pt x="1863829" y="16959"/>
                  </a:lnTo>
                  <a:lnTo>
                    <a:pt x="1884436" y="14921"/>
                  </a:lnTo>
                  <a:lnTo>
                    <a:pt x="1904618" y="12925"/>
                  </a:lnTo>
                  <a:lnTo>
                    <a:pt x="1924392" y="10969"/>
                  </a:lnTo>
                  <a:lnTo>
                    <a:pt x="1943774" y="9053"/>
                  </a:lnTo>
                  <a:lnTo>
                    <a:pt x="1962780" y="7173"/>
                  </a:lnTo>
                  <a:lnTo>
                    <a:pt x="1981424" y="5329"/>
                  </a:lnTo>
                  <a:lnTo>
                    <a:pt x="1999720" y="3520"/>
                  </a:lnTo>
                  <a:lnTo>
                    <a:pt x="2017679" y="1744"/>
                  </a:lnTo>
                  <a:lnTo>
                    <a:pt x="2035316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0" name="pl769"/>
            <p:cNvSpPr/>
            <p:nvPr/>
          </p:nvSpPr>
          <p:spPr>
            <a:xfrm>
              <a:off x="1648260" y="7903266"/>
              <a:ext cx="2035316" cy="174854"/>
            </a:xfrm>
            <a:custGeom>
              <a:avLst/>
              <a:pathLst>
                <a:path w="2035316" h="174854">
                  <a:moveTo>
                    <a:pt x="0" y="0"/>
                  </a:moveTo>
                  <a:lnTo>
                    <a:pt x="130697" y="11228"/>
                  </a:lnTo>
                  <a:lnTo>
                    <a:pt x="245981" y="21132"/>
                  </a:lnTo>
                  <a:lnTo>
                    <a:pt x="349106" y="29991"/>
                  </a:lnTo>
                  <a:lnTo>
                    <a:pt x="442394" y="38006"/>
                  </a:lnTo>
                  <a:lnTo>
                    <a:pt x="527559" y="45322"/>
                  </a:lnTo>
                  <a:lnTo>
                    <a:pt x="605903" y="52053"/>
                  </a:lnTo>
                  <a:lnTo>
                    <a:pt x="678438" y="58284"/>
                  </a:lnTo>
                  <a:lnTo>
                    <a:pt x="745967" y="64086"/>
                  </a:lnTo>
                  <a:lnTo>
                    <a:pt x="809136" y="69512"/>
                  </a:lnTo>
                  <a:lnTo>
                    <a:pt x="868474" y="74610"/>
                  </a:lnTo>
                  <a:lnTo>
                    <a:pt x="924420" y="79416"/>
                  </a:lnTo>
                  <a:lnTo>
                    <a:pt x="977340" y="83963"/>
                  </a:lnTo>
                  <a:lnTo>
                    <a:pt x="1027545" y="88276"/>
                  </a:lnTo>
                  <a:lnTo>
                    <a:pt x="1075299" y="92379"/>
                  </a:lnTo>
                  <a:lnTo>
                    <a:pt x="1120832" y="96290"/>
                  </a:lnTo>
                  <a:lnTo>
                    <a:pt x="1164341" y="100028"/>
                  </a:lnTo>
                  <a:lnTo>
                    <a:pt x="1205997" y="103607"/>
                  </a:lnTo>
                  <a:lnTo>
                    <a:pt x="1245953" y="107039"/>
                  </a:lnTo>
                  <a:lnTo>
                    <a:pt x="1284341" y="110337"/>
                  </a:lnTo>
                  <a:lnTo>
                    <a:pt x="1321281" y="113511"/>
                  </a:lnTo>
                  <a:lnTo>
                    <a:pt x="1356877" y="116569"/>
                  </a:lnTo>
                  <a:lnTo>
                    <a:pt x="1391224" y="119520"/>
                  </a:lnTo>
                  <a:lnTo>
                    <a:pt x="1424406" y="122370"/>
                  </a:lnTo>
                  <a:lnTo>
                    <a:pt x="1456500" y="125127"/>
                  </a:lnTo>
                  <a:lnTo>
                    <a:pt x="1487575" y="127797"/>
                  </a:lnTo>
                  <a:lnTo>
                    <a:pt x="1517693" y="130385"/>
                  </a:lnTo>
                  <a:lnTo>
                    <a:pt x="1546913" y="132895"/>
                  </a:lnTo>
                  <a:lnTo>
                    <a:pt x="1575285" y="135332"/>
                  </a:lnTo>
                  <a:lnTo>
                    <a:pt x="1602858" y="137701"/>
                  </a:lnTo>
                  <a:lnTo>
                    <a:pt x="1629676" y="140005"/>
                  </a:lnTo>
                  <a:lnTo>
                    <a:pt x="1655778" y="142247"/>
                  </a:lnTo>
                  <a:lnTo>
                    <a:pt x="1681203" y="144432"/>
                  </a:lnTo>
                  <a:lnTo>
                    <a:pt x="1705983" y="146561"/>
                  </a:lnTo>
                  <a:lnTo>
                    <a:pt x="1730152" y="148637"/>
                  </a:lnTo>
                  <a:lnTo>
                    <a:pt x="1753738" y="150663"/>
                  </a:lnTo>
                  <a:lnTo>
                    <a:pt x="1776769" y="152642"/>
                  </a:lnTo>
                  <a:lnTo>
                    <a:pt x="1799271" y="154575"/>
                  </a:lnTo>
                  <a:lnTo>
                    <a:pt x="1821267" y="156465"/>
                  </a:lnTo>
                  <a:lnTo>
                    <a:pt x="1842779" y="158313"/>
                  </a:lnTo>
                  <a:lnTo>
                    <a:pt x="1863829" y="160121"/>
                  </a:lnTo>
                  <a:lnTo>
                    <a:pt x="1884436" y="161891"/>
                  </a:lnTo>
                  <a:lnTo>
                    <a:pt x="1904618" y="163625"/>
                  </a:lnTo>
                  <a:lnTo>
                    <a:pt x="1924392" y="165324"/>
                  </a:lnTo>
                  <a:lnTo>
                    <a:pt x="1943774" y="166989"/>
                  </a:lnTo>
                  <a:lnTo>
                    <a:pt x="1962780" y="168622"/>
                  </a:lnTo>
                  <a:lnTo>
                    <a:pt x="1981424" y="170224"/>
                  </a:lnTo>
                  <a:lnTo>
                    <a:pt x="1999720" y="171795"/>
                  </a:lnTo>
                  <a:lnTo>
                    <a:pt x="2017679" y="173338"/>
                  </a:lnTo>
                  <a:lnTo>
                    <a:pt x="2035316" y="174854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1" name="pl770"/>
            <p:cNvSpPr/>
            <p:nvPr/>
          </p:nvSpPr>
          <p:spPr>
            <a:xfrm>
              <a:off x="1648260" y="8128899"/>
              <a:ext cx="2035316" cy="308930"/>
            </a:xfrm>
            <a:custGeom>
              <a:avLst/>
              <a:pathLst>
                <a:path w="2035316" h="308930">
                  <a:moveTo>
                    <a:pt x="0" y="0"/>
                  </a:moveTo>
                  <a:lnTo>
                    <a:pt x="130697" y="19837"/>
                  </a:lnTo>
                  <a:lnTo>
                    <a:pt x="245981" y="37336"/>
                  </a:lnTo>
                  <a:lnTo>
                    <a:pt x="349106" y="52989"/>
                  </a:lnTo>
                  <a:lnTo>
                    <a:pt x="442394" y="67148"/>
                  </a:lnTo>
                  <a:lnTo>
                    <a:pt x="527559" y="80075"/>
                  </a:lnTo>
                  <a:lnTo>
                    <a:pt x="605903" y="91967"/>
                  </a:lnTo>
                  <a:lnTo>
                    <a:pt x="678438" y="102976"/>
                  </a:lnTo>
                  <a:lnTo>
                    <a:pt x="745967" y="113226"/>
                  </a:lnTo>
                  <a:lnTo>
                    <a:pt x="809136" y="122814"/>
                  </a:lnTo>
                  <a:lnTo>
                    <a:pt x="868474" y="131821"/>
                  </a:lnTo>
                  <a:lnTo>
                    <a:pt x="924420" y="140313"/>
                  </a:lnTo>
                  <a:lnTo>
                    <a:pt x="977340" y="148345"/>
                  </a:lnTo>
                  <a:lnTo>
                    <a:pt x="1027545" y="155965"/>
                  </a:lnTo>
                  <a:lnTo>
                    <a:pt x="1075299" y="163214"/>
                  </a:lnTo>
                  <a:lnTo>
                    <a:pt x="1120832" y="170125"/>
                  </a:lnTo>
                  <a:lnTo>
                    <a:pt x="1164341" y="176729"/>
                  </a:lnTo>
                  <a:lnTo>
                    <a:pt x="1205997" y="183052"/>
                  </a:lnTo>
                  <a:lnTo>
                    <a:pt x="1245953" y="189117"/>
                  </a:lnTo>
                  <a:lnTo>
                    <a:pt x="1284341" y="194943"/>
                  </a:lnTo>
                  <a:lnTo>
                    <a:pt x="1321281" y="200550"/>
                  </a:lnTo>
                  <a:lnTo>
                    <a:pt x="1356877" y="205953"/>
                  </a:lnTo>
                  <a:lnTo>
                    <a:pt x="1391224" y="211166"/>
                  </a:lnTo>
                  <a:lnTo>
                    <a:pt x="1424406" y="216203"/>
                  </a:lnTo>
                  <a:lnTo>
                    <a:pt x="1456500" y="221074"/>
                  </a:lnTo>
                  <a:lnTo>
                    <a:pt x="1487575" y="225791"/>
                  </a:lnTo>
                  <a:lnTo>
                    <a:pt x="1517693" y="230363"/>
                  </a:lnTo>
                  <a:lnTo>
                    <a:pt x="1546913" y="234798"/>
                  </a:lnTo>
                  <a:lnTo>
                    <a:pt x="1575285" y="239104"/>
                  </a:lnTo>
                  <a:lnTo>
                    <a:pt x="1602858" y="243289"/>
                  </a:lnTo>
                  <a:lnTo>
                    <a:pt x="1629676" y="247360"/>
                  </a:lnTo>
                  <a:lnTo>
                    <a:pt x="1655778" y="251322"/>
                  </a:lnTo>
                  <a:lnTo>
                    <a:pt x="1681203" y="255181"/>
                  </a:lnTo>
                  <a:lnTo>
                    <a:pt x="1705983" y="258942"/>
                  </a:lnTo>
                  <a:lnTo>
                    <a:pt x="1730152" y="262611"/>
                  </a:lnTo>
                  <a:lnTo>
                    <a:pt x="1753738" y="266191"/>
                  </a:lnTo>
                  <a:lnTo>
                    <a:pt x="1776769" y="269687"/>
                  </a:lnTo>
                  <a:lnTo>
                    <a:pt x="1799271" y="273102"/>
                  </a:lnTo>
                  <a:lnTo>
                    <a:pt x="1821267" y="276441"/>
                  </a:lnTo>
                  <a:lnTo>
                    <a:pt x="1842779" y="279706"/>
                  </a:lnTo>
                  <a:lnTo>
                    <a:pt x="1863829" y="282901"/>
                  </a:lnTo>
                  <a:lnTo>
                    <a:pt x="1884436" y="286029"/>
                  </a:lnTo>
                  <a:lnTo>
                    <a:pt x="1904618" y="289092"/>
                  </a:lnTo>
                  <a:lnTo>
                    <a:pt x="1924392" y="292093"/>
                  </a:lnTo>
                  <a:lnTo>
                    <a:pt x="1943774" y="295035"/>
                  </a:lnTo>
                  <a:lnTo>
                    <a:pt x="1962780" y="297920"/>
                  </a:lnTo>
                  <a:lnTo>
                    <a:pt x="1981424" y="300750"/>
                  </a:lnTo>
                  <a:lnTo>
                    <a:pt x="1999720" y="303527"/>
                  </a:lnTo>
                  <a:lnTo>
                    <a:pt x="2017679" y="306253"/>
                  </a:lnTo>
                  <a:lnTo>
                    <a:pt x="2035316" y="30893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2" name="pl771"/>
            <p:cNvSpPr/>
            <p:nvPr/>
          </p:nvSpPr>
          <p:spPr>
            <a:xfrm>
              <a:off x="1648260" y="8050077"/>
              <a:ext cx="2035316" cy="10137"/>
            </a:xfrm>
            <a:custGeom>
              <a:avLst/>
              <a:pathLst>
                <a:path w="2035316" h="10137">
                  <a:moveTo>
                    <a:pt x="0" y="10137"/>
                  </a:moveTo>
                  <a:lnTo>
                    <a:pt x="130697" y="9486"/>
                  </a:lnTo>
                  <a:lnTo>
                    <a:pt x="245981" y="8912"/>
                  </a:lnTo>
                  <a:lnTo>
                    <a:pt x="349106" y="8398"/>
                  </a:lnTo>
                  <a:lnTo>
                    <a:pt x="442394" y="7934"/>
                  </a:lnTo>
                  <a:lnTo>
                    <a:pt x="527559" y="7509"/>
                  </a:lnTo>
                  <a:lnTo>
                    <a:pt x="605903" y="7119"/>
                  </a:lnTo>
                  <a:lnTo>
                    <a:pt x="678438" y="6758"/>
                  </a:lnTo>
                  <a:lnTo>
                    <a:pt x="745967" y="6421"/>
                  </a:lnTo>
                  <a:lnTo>
                    <a:pt x="809136" y="6107"/>
                  </a:lnTo>
                  <a:lnTo>
                    <a:pt x="868474" y="5811"/>
                  </a:lnTo>
                  <a:lnTo>
                    <a:pt x="924420" y="5533"/>
                  </a:lnTo>
                  <a:lnTo>
                    <a:pt x="977340" y="5269"/>
                  </a:lnTo>
                  <a:lnTo>
                    <a:pt x="1027545" y="5019"/>
                  </a:lnTo>
                  <a:lnTo>
                    <a:pt x="1075299" y="4781"/>
                  </a:lnTo>
                  <a:lnTo>
                    <a:pt x="1120832" y="4554"/>
                  </a:lnTo>
                  <a:lnTo>
                    <a:pt x="1164341" y="4338"/>
                  </a:lnTo>
                  <a:lnTo>
                    <a:pt x="1205997" y="4130"/>
                  </a:lnTo>
                  <a:lnTo>
                    <a:pt x="1245953" y="3931"/>
                  </a:lnTo>
                  <a:lnTo>
                    <a:pt x="1284341" y="3740"/>
                  </a:lnTo>
                  <a:lnTo>
                    <a:pt x="1321281" y="3556"/>
                  </a:lnTo>
                  <a:lnTo>
                    <a:pt x="1356877" y="3379"/>
                  </a:lnTo>
                  <a:lnTo>
                    <a:pt x="1391224" y="3208"/>
                  </a:lnTo>
                  <a:lnTo>
                    <a:pt x="1424406" y="3042"/>
                  </a:lnTo>
                  <a:lnTo>
                    <a:pt x="1456500" y="2882"/>
                  </a:lnTo>
                  <a:lnTo>
                    <a:pt x="1487575" y="2728"/>
                  </a:lnTo>
                  <a:lnTo>
                    <a:pt x="1517693" y="2578"/>
                  </a:lnTo>
                  <a:lnTo>
                    <a:pt x="1546913" y="2432"/>
                  </a:lnTo>
                  <a:lnTo>
                    <a:pt x="1575285" y="2291"/>
                  </a:lnTo>
                  <a:lnTo>
                    <a:pt x="1602858" y="2153"/>
                  </a:lnTo>
                  <a:lnTo>
                    <a:pt x="1629676" y="2020"/>
                  </a:lnTo>
                  <a:lnTo>
                    <a:pt x="1655778" y="1890"/>
                  </a:lnTo>
                  <a:lnTo>
                    <a:pt x="1681203" y="1763"/>
                  </a:lnTo>
                  <a:lnTo>
                    <a:pt x="1705983" y="1640"/>
                  </a:lnTo>
                  <a:lnTo>
                    <a:pt x="1730152" y="1519"/>
                  </a:lnTo>
                  <a:lnTo>
                    <a:pt x="1753738" y="1402"/>
                  </a:lnTo>
                  <a:lnTo>
                    <a:pt x="1776769" y="1287"/>
                  </a:lnTo>
                  <a:lnTo>
                    <a:pt x="1799271" y="1175"/>
                  </a:lnTo>
                  <a:lnTo>
                    <a:pt x="1821267" y="1066"/>
                  </a:lnTo>
                  <a:lnTo>
                    <a:pt x="1842779" y="958"/>
                  </a:lnTo>
                  <a:lnTo>
                    <a:pt x="1863829" y="854"/>
                  </a:lnTo>
                  <a:lnTo>
                    <a:pt x="1884436" y="751"/>
                  </a:lnTo>
                  <a:lnTo>
                    <a:pt x="1904618" y="650"/>
                  </a:lnTo>
                  <a:lnTo>
                    <a:pt x="1924392" y="552"/>
                  </a:lnTo>
                  <a:lnTo>
                    <a:pt x="1943774" y="455"/>
                  </a:lnTo>
                  <a:lnTo>
                    <a:pt x="1962780" y="361"/>
                  </a:lnTo>
                  <a:lnTo>
                    <a:pt x="1981424" y="268"/>
                  </a:lnTo>
                  <a:lnTo>
                    <a:pt x="1999720" y="177"/>
                  </a:lnTo>
                  <a:lnTo>
                    <a:pt x="2017679" y="87"/>
                  </a:lnTo>
                  <a:lnTo>
                    <a:pt x="2035316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3" name="pl772"/>
            <p:cNvSpPr/>
            <p:nvPr/>
          </p:nvSpPr>
          <p:spPr>
            <a:xfrm>
              <a:off x="1648260" y="8100907"/>
              <a:ext cx="2035316" cy="127592"/>
            </a:xfrm>
            <a:custGeom>
              <a:avLst/>
              <a:pathLst>
                <a:path w="2035316" h="127592">
                  <a:moveTo>
                    <a:pt x="0" y="0"/>
                  </a:moveTo>
                  <a:lnTo>
                    <a:pt x="130697" y="8193"/>
                  </a:lnTo>
                  <a:lnTo>
                    <a:pt x="245981" y="15420"/>
                  </a:lnTo>
                  <a:lnTo>
                    <a:pt x="349106" y="21885"/>
                  </a:lnTo>
                  <a:lnTo>
                    <a:pt x="442394" y="27733"/>
                  </a:lnTo>
                  <a:lnTo>
                    <a:pt x="527559" y="33072"/>
                  </a:lnTo>
                  <a:lnTo>
                    <a:pt x="605903" y="37983"/>
                  </a:lnTo>
                  <a:lnTo>
                    <a:pt x="678438" y="42530"/>
                  </a:lnTo>
                  <a:lnTo>
                    <a:pt x="745967" y="46764"/>
                  </a:lnTo>
                  <a:lnTo>
                    <a:pt x="809136" y="50724"/>
                  </a:lnTo>
                  <a:lnTo>
                    <a:pt x="868474" y="54444"/>
                  </a:lnTo>
                  <a:lnTo>
                    <a:pt x="924420" y="57951"/>
                  </a:lnTo>
                  <a:lnTo>
                    <a:pt x="977340" y="61268"/>
                  </a:lnTo>
                  <a:lnTo>
                    <a:pt x="1027545" y="64416"/>
                  </a:lnTo>
                  <a:lnTo>
                    <a:pt x="1075299" y="67409"/>
                  </a:lnTo>
                  <a:lnTo>
                    <a:pt x="1120832" y="70264"/>
                  </a:lnTo>
                  <a:lnTo>
                    <a:pt x="1164341" y="72991"/>
                  </a:lnTo>
                  <a:lnTo>
                    <a:pt x="1205997" y="75603"/>
                  </a:lnTo>
                  <a:lnTo>
                    <a:pt x="1245953" y="78108"/>
                  </a:lnTo>
                  <a:lnTo>
                    <a:pt x="1284341" y="80514"/>
                  </a:lnTo>
                  <a:lnTo>
                    <a:pt x="1321281" y="82830"/>
                  </a:lnTo>
                  <a:lnTo>
                    <a:pt x="1356877" y="85061"/>
                  </a:lnTo>
                  <a:lnTo>
                    <a:pt x="1391224" y="87214"/>
                  </a:lnTo>
                  <a:lnTo>
                    <a:pt x="1424406" y="89295"/>
                  </a:lnTo>
                  <a:lnTo>
                    <a:pt x="1456500" y="91307"/>
                  </a:lnTo>
                  <a:lnTo>
                    <a:pt x="1487575" y="93255"/>
                  </a:lnTo>
                  <a:lnTo>
                    <a:pt x="1517693" y="95143"/>
                  </a:lnTo>
                  <a:lnTo>
                    <a:pt x="1546913" y="96975"/>
                  </a:lnTo>
                  <a:lnTo>
                    <a:pt x="1575285" y="98753"/>
                  </a:lnTo>
                  <a:lnTo>
                    <a:pt x="1602858" y="100482"/>
                  </a:lnTo>
                  <a:lnTo>
                    <a:pt x="1629676" y="102163"/>
                  </a:lnTo>
                  <a:lnTo>
                    <a:pt x="1655778" y="103799"/>
                  </a:lnTo>
                  <a:lnTo>
                    <a:pt x="1681203" y="105393"/>
                  </a:lnTo>
                  <a:lnTo>
                    <a:pt x="1705983" y="106947"/>
                  </a:lnTo>
                  <a:lnTo>
                    <a:pt x="1730152" y="108462"/>
                  </a:lnTo>
                  <a:lnTo>
                    <a:pt x="1753738" y="109940"/>
                  </a:lnTo>
                  <a:lnTo>
                    <a:pt x="1776769" y="111384"/>
                  </a:lnTo>
                  <a:lnTo>
                    <a:pt x="1799271" y="112795"/>
                  </a:lnTo>
                  <a:lnTo>
                    <a:pt x="1821267" y="114174"/>
                  </a:lnTo>
                  <a:lnTo>
                    <a:pt x="1842779" y="115522"/>
                  </a:lnTo>
                  <a:lnTo>
                    <a:pt x="1863829" y="116842"/>
                  </a:lnTo>
                  <a:lnTo>
                    <a:pt x="1884436" y="118134"/>
                  </a:lnTo>
                  <a:lnTo>
                    <a:pt x="1904618" y="119399"/>
                  </a:lnTo>
                  <a:lnTo>
                    <a:pt x="1924392" y="120638"/>
                  </a:lnTo>
                  <a:lnTo>
                    <a:pt x="1943774" y="121854"/>
                  </a:lnTo>
                  <a:lnTo>
                    <a:pt x="1962780" y="123045"/>
                  </a:lnTo>
                  <a:lnTo>
                    <a:pt x="1981424" y="124214"/>
                  </a:lnTo>
                  <a:lnTo>
                    <a:pt x="1999720" y="125361"/>
                  </a:lnTo>
                  <a:lnTo>
                    <a:pt x="2017679" y="126487"/>
                  </a:lnTo>
                  <a:lnTo>
                    <a:pt x="2035316" y="127592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774" name="rc773"/>
            <p:cNvSpPr/>
            <p:nvPr/>
          </p:nvSpPr>
          <p:spPr>
            <a:xfrm>
              <a:off x="1503277" y="6590760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775" name="pl774"/>
            <p:cNvSpPr/>
            <p:nvPr/>
          </p:nvSpPr>
          <p:spPr>
            <a:xfrm>
              <a:off x="1503277" y="6590760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tx775"/>
            <p:cNvSpPr/>
            <p:nvPr/>
          </p:nvSpPr>
          <p:spPr>
            <a:xfrm rot="-5400000">
              <a:off x="1272281" y="8436099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777" name="tx776"/>
            <p:cNvSpPr/>
            <p:nvPr/>
          </p:nvSpPr>
          <p:spPr>
            <a:xfrm rot="-5400000">
              <a:off x="1272281" y="7774585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778" name="tx777"/>
            <p:cNvSpPr/>
            <p:nvPr/>
          </p:nvSpPr>
          <p:spPr>
            <a:xfrm rot="-5400000">
              <a:off x="1272281" y="7113071"/>
              <a:ext cx="19421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779" name="pl778"/>
            <p:cNvSpPr/>
            <p:nvPr/>
          </p:nvSpPr>
          <p:spPr>
            <a:xfrm>
              <a:off x="1465319" y="848620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l779"/>
            <p:cNvSpPr/>
            <p:nvPr/>
          </p:nvSpPr>
          <p:spPr>
            <a:xfrm>
              <a:off x="1465319" y="782469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l780"/>
            <p:cNvSpPr/>
            <p:nvPr/>
          </p:nvSpPr>
          <p:spPr>
            <a:xfrm>
              <a:off x="1465319" y="716318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l781"/>
            <p:cNvSpPr/>
            <p:nvPr/>
          </p:nvSpPr>
          <p:spPr>
            <a:xfrm>
              <a:off x="1503277" y="8675135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l782"/>
            <p:cNvSpPr/>
            <p:nvPr/>
          </p:nvSpPr>
          <p:spPr>
            <a:xfrm>
              <a:off x="1648260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l783"/>
            <p:cNvSpPr/>
            <p:nvPr/>
          </p:nvSpPr>
          <p:spPr>
            <a:xfrm>
              <a:off x="2326699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l784"/>
            <p:cNvSpPr/>
            <p:nvPr/>
          </p:nvSpPr>
          <p:spPr>
            <a:xfrm>
              <a:off x="3005138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l785"/>
            <p:cNvSpPr/>
            <p:nvPr/>
          </p:nvSpPr>
          <p:spPr>
            <a:xfrm>
              <a:off x="3683576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tx786"/>
            <p:cNvSpPr/>
            <p:nvPr/>
          </p:nvSpPr>
          <p:spPr>
            <a:xfrm>
              <a:off x="1609398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788" name="tx787"/>
            <p:cNvSpPr/>
            <p:nvPr/>
          </p:nvSpPr>
          <p:spPr>
            <a:xfrm>
              <a:off x="2287837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789" name="tx788"/>
            <p:cNvSpPr/>
            <p:nvPr/>
          </p:nvSpPr>
          <p:spPr>
            <a:xfrm>
              <a:off x="2966276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790" name="tx789"/>
            <p:cNvSpPr/>
            <p:nvPr/>
          </p:nvSpPr>
          <p:spPr>
            <a:xfrm>
              <a:off x="3644714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791" name="tx790"/>
            <p:cNvSpPr/>
            <p:nvPr/>
          </p:nvSpPr>
          <p:spPr>
            <a:xfrm>
              <a:off x="2300585" y="8956323"/>
              <a:ext cx="734080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792" name="tx791"/>
            <p:cNvSpPr/>
            <p:nvPr/>
          </p:nvSpPr>
          <p:spPr>
            <a:xfrm rot="-5400000">
              <a:off x="1004992" y="7573512"/>
              <a:ext cx="256946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ITV</a:t>
              </a:r>
            </a:p>
          </p:txBody>
        </p:sp>
        <p:sp>
          <p:nvSpPr>
            <p:cNvPr id="793" name="tx792"/>
            <p:cNvSpPr/>
            <p:nvPr/>
          </p:nvSpPr>
          <p:spPr>
            <a:xfrm>
              <a:off x="1503277" y="6347601"/>
              <a:ext cx="631758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(h) SRL</a:t>
              </a:r>
            </a:p>
          </p:txBody>
        </p:sp>
        <p:sp>
          <p:nvSpPr>
            <p:cNvPr id="794" name="rc793"/>
            <p:cNvSpPr/>
            <p:nvPr/>
          </p:nvSpPr>
          <p:spPr>
            <a:xfrm>
              <a:off x="4122981" y="6590760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95" name="pt794"/>
            <p:cNvSpPr/>
            <p:nvPr/>
          </p:nvSpPr>
          <p:spPr>
            <a:xfrm>
              <a:off x="4279650" y="756598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6" name="pt795"/>
            <p:cNvSpPr/>
            <p:nvPr/>
          </p:nvSpPr>
          <p:spPr>
            <a:xfrm>
              <a:off x="4275625" y="709192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7" name="pt796"/>
            <p:cNvSpPr/>
            <p:nvPr/>
          </p:nvSpPr>
          <p:spPr>
            <a:xfrm>
              <a:off x="4255434" y="7652274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8" name="pt797"/>
            <p:cNvSpPr/>
            <p:nvPr/>
          </p:nvSpPr>
          <p:spPr>
            <a:xfrm>
              <a:off x="4281067" y="757616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799" name="pt798"/>
            <p:cNvSpPr/>
            <p:nvPr/>
          </p:nvSpPr>
          <p:spPr>
            <a:xfrm>
              <a:off x="4199531" y="6843876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0" name="pt799"/>
            <p:cNvSpPr/>
            <p:nvPr/>
          </p:nvSpPr>
          <p:spPr>
            <a:xfrm>
              <a:off x="4220786" y="7509187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1" name="pt800"/>
            <p:cNvSpPr/>
            <p:nvPr/>
          </p:nvSpPr>
          <p:spPr>
            <a:xfrm>
              <a:off x="4260035" y="815860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2" name="pt801"/>
            <p:cNvSpPr/>
            <p:nvPr/>
          </p:nvSpPr>
          <p:spPr>
            <a:xfrm>
              <a:off x="4227027" y="794252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3" name="pt802"/>
            <p:cNvSpPr/>
            <p:nvPr/>
          </p:nvSpPr>
          <p:spPr>
            <a:xfrm>
              <a:off x="4262665" y="756061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4" name="pt803"/>
            <p:cNvSpPr/>
            <p:nvPr/>
          </p:nvSpPr>
          <p:spPr>
            <a:xfrm>
              <a:off x="4208759" y="672522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5" name="pt804"/>
            <p:cNvSpPr/>
            <p:nvPr/>
          </p:nvSpPr>
          <p:spPr>
            <a:xfrm>
              <a:off x="4915480" y="85510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6" name="pt805"/>
            <p:cNvSpPr/>
            <p:nvPr/>
          </p:nvSpPr>
          <p:spPr>
            <a:xfrm>
              <a:off x="4908721" y="7474306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7" name="pt806"/>
            <p:cNvSpPr/>
            <p:nvPr/>
          </p:nvSpPr>
          <p:spPr>
            <a:xfrm>
              <a:off x="4929566" y="765713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8" name="pt807"/>
            <p:cNvSpPr/>
            <p:nvPr/>
          </p:nvSpPr>
          <p:spPr>
            <a:xfrm>
              <a:off x="4945502" y="834818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09" name="pt808"/>
            <p:cNvSpPr/>
            <p:nvPr/>
          </p:nvSpPr>
          <p:spPr>
            <a:xfrm>
              <a:off x="4873802" y="766179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0" name="pt809"/>
            <p:cNvSpPr/>
            <p:nvPr/>
          </p:nvSpPr>
          <p:spPr>
            <a:xfrm>
              <a:off x="4882891" y="792787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1" name="pt810"/>
            <p:cNvSpPr/>
            <p:nvPr/>
          </p:nvSpPr>
          <p:spPr>
            <a:xfrm>
              <a:off x="4965911" y="807402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2" name="pt811"/>
            <p:cNvSpPr/>
            <p:nvPr/>
          </p:nvSpPr>
          <p:spPr>
            <a:xfrm>
              <a:off x="4932744" y="820715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3" name="pt812"/>
            <p:cNvSpPr/>
            <p:nvPr/>
          </p:nvSpPr>
          <p:spPr>
            <a:xfrm>
              <a:off x="4942705" y="783181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4" name="pt813"/>
            <p:cNvSpPr/>
            <p:nvPr/>
          </p:nvSpPr>
          <p:spPr>
            <a:xfrm>
              <a:off x="4931950" y="729959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5" name="pt814"/>
            <p:cNvSpPr/>
            <p:nvPr/>
          </p:nvSpPr>
          <p:spPr>
            <a:xfrm>
              <a:off x="4876327" y="720145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6" name="pt815"/>
            <p:cNvSpPr/>
            <p:nvPr/>
          </p:nvSpPr>
          <p:spPr>
            <a:xfrm>
              <a:off x="4925503" y="805874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7" name="pt816"/>
            <p:cNvSpPr/>
            <p:nvPr/>
          </p:nvSpPr>
          <p:spPr>
            <a:xfrm>
              <a:off x="4938336" y="779804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8" name="pt817"/>
            <p:cNvSpPr/>
            <p:nvPr/>
          </p:nvSpPr>
          <p:spPr>
            <a:xfrm>
              <a:off x="4961667" y="7869786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19" name="pt818"/>
            <p:cNvSpPr/>
            <p:nvPr/>
          </p:nvSpPr>
          <p:spPr>
            <a:xfrm>
              <a:off x="4958046" y="766207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0" name="pt819"/>
            <p:cNvSpPr/>
            <p:nvPr/>
          </p:nvSpPr>
          <p:spPr>
            <a:xfrm>
              <a:off x="4934172" y="710668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1" name="pt820"/>
            <p:cNvSpPr/>
            <p:nvPr/>
          </p:nvSpPr>
          <p:spPr>
            <a:xfrm>
              <a:off x="4881107" y="797068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2" name="pt821"/>
            <p:cNvSpPr/>
            <p:nvPr/>
          </p:nvSpPr>
          <p:spPr>
            <a:xfrm>
              <a:off x="4882553" y="6845900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3" name="pt822"/>
            <p:cNvSpPr/>
            <p:nvPr/>
          </p:nvSpPr>
          <p:spPr>
            <a:xfrm>
              <a:off x="5564191" y="7034983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4" name="pt823"/>
            <p:cNvSpPr/>
            <p:nvPr/>
          </p:nvSpPr>
          <p:spPr>
            <a:xfrm>
              <a:off x="5572477" y="774074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5" name="pt824"/>
            <p:cNvSpPr/>
            <p:nvPr/>
          </p:nvSpPr>
          <p:spPr>
            <a:xfrm>
              <a:off x="5608135" y="760611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6" name="pt825"/>
            <p:cNvSpPr/>
            <p:nvPr/>
          </p:nvSpPr>
          <p:spPr>
            <a:xfrm>
              <a:off x="5574022" y="793992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7" name="pt826"/>
            <p:cNvSpPr/>
            <p:nvPr/>
          </p:nvSpPr>
          <p:spPr>
            <a:xfrm>
              <a:off x="5634981" y="790181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8" name="pt827"/>
            <p:cNvSpPr/>
            <p:nvPr/>
          </p:nvSpPr>
          <p:spPr>
            <a:xfrm>
              <a:off x="5616265" y="809047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29" name="pt828"/>
            <p:cNvSpPr/>
            <p:nvPr/>
          </p:nvSpPr>
          <p:spPr>
            <a:xfrm>
              <a:off x="5617388" y="7490850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0" name="pt829"/>
            <p:cNvSpPr/>
            <p:nvPr/>
          </p:nvSpPr>
          <p:spPr>
            <a:xfrm>
              <a:off x="5611359" y="728696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1" name="pt830"/>
            <p:cNvSpPr/>
            <p:nvPr/>
          </p:nvSpPr>
          <p:spPr>
            <a:xfrm>
              <a:off x="5587417" y="732600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2" name="pt831"/>
            <p:cNvSpPr/>
            <p:nvPr/>
          </p:nvSpPr>
          <p:spPr>
            <a:xfrm>
              <a:off x="5616473" y="7402654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3" name="pt832"/>
            <p:cNvSpPr/>
            <p:nvPr/>
          </p:nvSpPr>
          <p:spPr>
            <a:xfrm>
              <a:off x="5547671" y="7673176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4" name="pt833"/>
            <p:cNvSpPr/>
            <p:nvPr/>
          </p:nvSpPr>
          <p:spPr>
            <a:xfrm>
              <a:off x="5567583" y="691399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5" name="pt834"/>
            <p:cNvSpPr/>
            <p:nvPr/>
          </p:nvSpPr>
          <p:spPr>
            <a:xfrm>
              <a:off x="5561890" y="812678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6" name="pt835"/>
            <p:cNvSpPr/>
            <p:nvPr/>
          </p:nvSpPr>
          <p:spPr>
            <a:xfrm>
              <a:off x="5605892" y="831843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7" name="pt836"/>
            <p:cNvSpPr/>
            <p:nvPr/>
          </p:nvSpPr>
          <p:spPr>
            <a:xfrm>
              <a:off x="5640921" y="755276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8" name="pt837"/>
            <p:cNvSpPr/>
            <p:nvPr/>
          </p:nvSpPr>
          <p:spPr>
            <a:xfrm>
              <a:off x="5638867" y="718923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39" name="pt838"/>
            <p:cNvSpPr/>
            <p:nvPr/>
          </p:nvSpPr>
          <p:spPr>
            <a:xfrm>
              <a:off x="5599476" y="768174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0" name="pt839"/>
            <p:cNvSpPr/>
            <p:nvPr/>
          </p:nvSpPr>
          <p:spPr>
            <a:xfrm>
              <a:off x="5635902" y="831940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1" name="pt840"/>
            <p:cNvSpPr/>
            <p:nvPr/>
          </p:nvSpPr>
          <p:spPr>
            <a:xfrm>
              <a:off x="5609532" y="6656204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2" name="pt841"/>
            <p:cNvSpPr/>
            <p:nvPr/>
          </p:nvSpPr>
          <p:spPr>
            <a:xfrm>
              <a:off x="5636699" y="7440499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3" name="pt842"/>
            <p:cNvSpPr/>
            <p:nvPr/>
          </p:nvSpPr>
          <p:spPr>
            <a:xfrm>
              <a:off x="6316527" y="796906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4" name="pt843"/>
            <p:cNvSpPr/>
            <p:nvPr/>
          </p:nvSpPr>
          <p:spPr>
            <a:xfrm>
              <a:off x="6277531" y="767590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5" name="pt844"/>
            <p:cNvSpPr/>
            <p:nvPr/>
          </p:nvSpPr>
          <p:spPr>
            <a:xfrm>
              <a:off x="6241366" y="794784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6" name="pt845"/>
            <p:cNvSpPr/>
            <p:nvPr/>
          </p:nvSpPr>
          <p:spPr>
            <a:xfrm>
              <a:off x="6284159" y="791516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7" name="pt846"/>
            <p:cNvSpPr/>
            <p:nvPr/>
          </p:nvSpPr>
          <p:spPr>
            <a:xfrm>
              <a:off x="6302788" y="807003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8" name="pt847"/>
            <p:cNvSpPr/>
            <p:nvPr/>
          </p:nvSpPr>
          <p:spPr>
            <a:xfrm>
              <a:off x="6225562" y="7566438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49" name="pt848"/>
            <p:cNvSpPr/>
            <p:nvPr/>
          </p:nvSpPr>
          <p:spPr>
            <a:xfrm>
              <a:off x="6240761" y="787379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0" name="pt849"/>
            <p:cNvSpPr/>
            <p:nvPr/>
          </p:nvSpPr>
          <p:spPr>
            <a:xfrm>
              <a:off x="6224354" y="846058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1" name="pt850"/>
            <p:cNvSpPr/>
            <p:nvPr/>
          </p:nvSpPr>
          <p:spPr>
            <a:xfrm>
              <a:off x="6279931" y="768478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2" name="pt851"/>
            <p:cNvSpPr/>
            <p:nvPr/>
          </p:nvSpPr>
          <p:spPr>
            <a:xfrm>
              <a:off x="6303607" y="804632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3" name="pt852"/>
            <p:cNvSpPr/>
            <p:nvPr/>
          </p:nvSpPr>
          <p:spPr>
            <a:xfrm>
              <a:off x="6293566" y="8082352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4" name="pt853"/>
            <p:cNvSpPr/>
            <p:nvPr/>
          </p:nvSpPr>
          <p:spPr>
            <a:xfrm>
              <a:off x="6248358" y="779684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5" name="pt854"/>
            <p:cNvSpPr/>
            <p:nvPr/>
          </p:nvSpPr>
          <p:spPr>
            <a:xfrm>
              <a:off x="6277759" y="762497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6" name="pt855"/>
            <p:cNvSpPr/>
            <p:nvPr/>
          </p:nvSpPr>
          <p:spPr>
            <a:xfrm>
              <a:off x="6295353" y="822544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7" name="pt856"/>
            <p:cNvSpPr/>
            <p:nvPr/>
          </p:nvSpPr>
          <p:spPr>
            <a:xfrm>
              <a:off x="6231520" y="807376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8" name="pt857"/>
            <p:cNvSpPr/>
            <p:nvPr/>
          </p:nvSpPr>
          <p:spPr>
            <a:xfrm>
              <a:off x="6256323" y="8133584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59" name="pt858"/>
            <p:cNvSpPr/>
            <p:nvPr/>
          </p:nvSpPr>
          <p:spPr>
            <a:xfrm>
              <a:off x="6301846" y="721418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0" name="pt859"/>
            <p:cNvSpPr/>
            <p:nvPr/>
          </p:nvSpPr>
          <p:spPr>
            <a:xfrm>
              <a:off x="6292380" y="746509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1" name="pt860"/>
            <p:cNvSpPr/>
            <p:nvPr/>
          </p:nvSpPr>
          <p:spPr>
            <a:xfrm>
              <a:off x="6258478" y="815669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2" name="pt861"/>
            <p:cNvSpPr/>
            <p:nvPr/>
          </p:nvSpPr>
          <p:spPr>
            <a:xfrm>
              <a:off x="6304513" y="777640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3" name="pt862"/>
            <p:cNvSpPr/>
            <p:nvPr/>
          </p:nvSpPr>
          <p:spPr>
            <a:xfrm>
              <a:off x="6247288" y="752916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4" name="pt863"/>
            <p:cNvSpPr/>
            <p:nvPr/>
          </p:nvSpPr>
          <p:spPr>
            <a:xfrm>
              <a:off x="6235335" y="758411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5" name="pt864"/>
            <p:cNvSpPr/>
            <p:nvPr/>
          </p:nvSpPr>
          <p:spPr>
            <a:xfrm>
              <a:off x="6304712" y="747922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6" name="pt865"/>
            <p:cNvSpPr/>
            <p:nvPr/>
          </p:nvSpPr>
          <p:spPr>
            <a:xfrm>
              <a:off x="6295542" y="794145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67" name="pl866"/>
            <p:cNvSpPr/>
            <p:nvPr/>
          </p:nvSpPr>
          <p:spPr>
            <a:xfrm>
              <a:off x="4272415" y="7648816"/>
              <a:ext cx="2027524" cy="17015"/>
            </a:xfrm>
            <a:custGeom>
              <a:avLst/>
              <a:pathLst>
                <a:path w="2027524" h="17015">
                  <a:moveTo>
                    <a:pt x="0" y="0"/>
                  </a:moveTo>
                  <a:lnTo>
                    <a:pt x="130197" y="1092"/>
                  </a:lnTo>
                  <a:lnTo>
                    <a:pt x="245039" y="2056"/>
                  </a:lnTo>
                  <a:lnTo>
                    <a:pt x="347769" y="2918"/>
                  </a:lnTo>
                  <a:lnTo>
                    <a:pt x="440700" y="3698"/>
                  </a:lnTo>
                  <a:lnTo>
                    <a:pt x="525539" y="4410"/>
                  </a:lnTo>
                  <a:lnTo>
                    <a:pt x="603583" y="5065"/>
                  </a:lnTo>
                  <a:lnTo>
                    <a:pt x="675841" y="5671"/>
                  </a:lnTo>
                  <a:lnTo>
                    <a:pt x="743111" y="6236"/>
                  </a:lnTo>
                  <a:lnTo>
                    <a:pt x="806038" y="6764"/>
                  </a:lnTo>
                  <a:lnTo>
                    <a:pt x="865149" y="7260"/>
                  </a:lnTo>
                  <a:lnTo>
                    <a:pt x="920881" y="7728"/>
                  </a:lnTo>
                  <a:lnTo>
                    <a:pt x="973598" y="8170"/>
                  </a:lnTo>
                  <a:lnTo>
                    <a:pt x="1023611" y="8590"/>
                  </a:lnTo>
                  <a:lnTo>
                    <a:pt x="1071183" y="8989"/>
                  </a:lnTo>
                  <a:lnTo>
                    <a:pt x="1116541" y="9370"/>
                  </a:lnTo>
                  <a:lnTo>
                    <a:pt x="1159883" y="9733"/>
                  </a:lnTo>
                  <a:lnTo>
                    <a:pt x="1201380" y="10082"/>
                  </a:lnTo>
                  <a:lnTo>
                    <a:pt x="1241183" y="10416"/>
                  </a:lnTo>
                  <a:lnTo>
                    <a:pt x="1279425" y="10737"/>
                  </a:lnTo>
                  <a:lnTo>
                    <a:pt x="1316223" y="11045"/>
                  </a:lnTo>
                  <a:lnTo>
                    <a:pt x="1351682" y="11343"/>
                  </a:lnTo>
                  <a:lnTo>
                    <a:pt x="1385897" y="11630"/>
                  </a:lnTo>
                  <a:lnTo>
                    <a:pt x="1418953" y="11907"/>
                  </a:lnTo>
                  <a:lnTo>
                    <a:pt x="1450924" y="12176"/>
                  </a:lnTo>
                  <a:lnTo>
                    <a:pt x="1481880" y="12436"/>
                  </a:lnTo>
                  <a:lnTo>
                    <a:pt x="1511883" y="12687"/>
                  </a:lnTo>
                  <a:lnTo>
                    <a:pt x="1540991" y="12932"/>
                  </a:lnTo>
                  <a:lnTo>
                    <a:pt x="1569255" y="13169"/>
                  </a:lnTo>
                  <a:lnTo>
                    <a:pt x="1596722" y="13399"/>
                  </a:lnTo>
                  <a:lnTo>
                    <a:pt x="1623437" y="13624"/>
                  </a:lnTo>
                  <a:lnTo>
                    <a:pt x="1649439" y="13842"/>
                  </a:lnTo>
                  <a:lnTo>
                    <a:pt x="1674766" y="14054"/>
                  </a:lnTo>
                  <a:lnTo>
                    <a:pt x="1699452" y="14261"/>
                  </a:lnTo>
                  <a:lnTo>
                    <a:pt x="1723528" y="14464"/>
                  </a:lnTo>
                  <a:lnTo>
                    <a:pt x="1747024" y="14661"/>
                  </a:lnTo>
                  <a:lnTo>
                    <a:pt x="1769967" y="14853"/>
                  </a:lnTo>
                  <a:lnTo>
                    <a:pt x="1792383" y="15041"/>
                  </a:lnTo>
                  <a:lnTo>
                    <a:pt x="1814295" y="15225"/>
                  </a:lnTo>
                  <a:lnTo>
                    <a:pt x="1835725" y="15405"/>
                  </a:lnTo>
                  <a:lnTo>
                    <a:pt x="1856694" y="15581"/>
                  </a:lnTo>
                  <a:lnTo>
                    <a:pt x="1877222" y="15753"/>
                  </a:lnTo>
                  <a:lnTo>
                    <a:pt x="1897326" y="15922"/>
                  </a:lnTo>
                  <a:lnTo>
                    <a:pt x="1917024" y="16087"/>
                  </a:lnTo>
                  <a:lnTo>
                    <a:pt x="1936333" y="16249"/>
                  </a:lnTo>
                  <a:lnTo>
                    <a:pt x="1955266" y="16408"/>
                  </a:lnTo>
                  <a:lnTo>
                    <a:pt x="1973839" y="16564"/>
                  </a:lnTo>
                  <a:lnTo>
                    <a:pt x="1992064" y="16717"/>
                  </a:lnTo>
                  <a:lnTo>
                    <a:pt x="2009955" y="16867"/>
                  </a:lnTo>
                  <a:lnTo>
                    <a:pt x="2027524" y="17015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8" name="pl867"/>
            <p:cNvSpPr/>
            <p:nvPr/>
          </p:nvSpPr>
          <p:spPr>
            <a:xfrm>
              <a:off x="4272415" y="7617932"/>
              <a:ext cx="2027524" cy="16317"/>
            </a:xfrm>
            <a:custGeom>
              <a:avLst/>
              <a:pathLst>
                <a:path w="2027524" h="16317">
                  <a:moveTo>
                    <a:pt x="0" y="16317"/>
                  </a:moveTo>
                  <a:lnTo>
                    <a:pt x="130197" y="15269"/>
                  </a:lnTo>
                  <a:lnTo>
                    <a:pt x="245039" y="14345"/>
                  </a:lnTo>
                  <a:lnTo>
                    <a:pt x="347769" y="13518"/>
                  </a:lnTo>
                  <a:lnTo>
                    <a:pt x="440700" y="12771"/>
                  </a:lnTo>
                  <a:lnTo>
                    <a:pt x="525539" y="12088"/>
                  </a:lnTo>
                  <a:lnTo>
                    <a:pt x="603583" y="11460"/>
                  </a:lnTo>
                  <a:lnTo>
                    <a:pt x="675841" y="10878"/>
                  </a:lnTo>
                  <a:lnTo>
                    <a:pt x="743111" y="10337"/>
                  </a:lnTo>
                  <a:lnTo>
                    <a:pt x="806038" y="9830"/>
                  </a:lnTo>
                  <a:lnTo>
                    <a:pt x="865149" y="9354"/>
                  </a:lnTo>
                  <a:lnTo>
                    <a:pt x="920881" y="8906"/>
                  </a:lnTo>
                  <a:lnTo>
                    <a:pt x="973598" y="8482"/>
                  </a:lnTo>
                  <a:lnTo>
                    <a:pt x="1023611" y="8079"/>
                  </a:lnTo>
                  <a:lnTo>
                    <a:pt x="1071183" y="7696"/>
                  </a:lnTo>
                  <a:lnTo>
                    <a:pt x="1116541" y="7331"/>
                  </a:lnTo>
                  <a:lnTo>
                    <a:pt x="1159883" y="6982"/>
                  </a:lnTo>
                  <a:lnTo>
                    <a:pt x="1201380" y="6648"/>
                  </a:lnTo>
                  <a:lnTo>
                    <a:pt x="1241183" y="6328"/>
                  </a:lnTo>
                  <a:lnTo>
                    <a:pt x="1279425" y="6020"/>
                  </a:lnTo>
                  <a:lnTo>
                    <a:pt x="1316223" y="5724"/>
                  </a:lnTo>
                  <a:lnTo>
                    <a:pt x="1351682" y="5439"/>
                  </a:lnTo>
                  <a:lnTo>
                    <a:pt x="1385897" y="5163"/>
                  </a:lnTo>
                  <a:lnTo>
                    <a:pt x="1418953" y="4897"/>
                  </a:lnTo>
                  <a:lnTo>
                    <a:pt x="1450924" y="4640"/>
                  </a:lnTo>
                  <a:lnTo>
                    <a:pt x="1481880" y="4391"/>
                  </a:lnTo>
                  <a:lnTo>
                    <a:pt x="1511883" y="4149"/>
                  </a:lnTo>
                  <a:lnTo>
                    <a:pt x="1540991" y="3915"/>
                  </a:lnTo>
                  <a:lnTo>
                    <a:pt x="1569255" y="3688"/>
                  </a:lnTo>
                  <a:lnTo>
                    <a:pt x="1596722" y="3467"/>
                  </a:lnTo>
                  <a:lnTo>
                    <a:pt x="1623437" y="3252"/>
                  </a:lnTo>
                  <a:lnTo>
                    <a:pt x="1649439" y="3042"/>
                  </a:lnTo>
                  <a:lnTo>
                    <a:pt x="1674766" y="2839"/>
                  </a:lnTo>
                  <a:lnTo>
                    <a:pt x="1699452" y="2640"/>
                  </a:lnTo>
                  <a:lnTo>
                    <a:pt x="1723528" y="2446"/>
                  </a:lnTo>
                  <a:lnTo>
                    <a:pt x="1747024" y="2257"/>
                  </a:lnTo>
                  <a:lnTo>
                    <a:pt x="1769967" y="2072"/>
                  </a:lnTo>
                  <a:lnTo>
                    <a:pt x="1792383" y="1892"/>
                  </a:lnTo>
                  <a:lnTo>
                    <a:pt x="1814295" y="1716"/>
                  </a:lnTo>
                  <a:lnTo>
                    <a:pt x="1835725" y="1543"/>
                  </a:lnTo>
                  <a:lnTo>
                    <a:pt x="1856694" y="1374"/>
                  </a:lnTo>
                  <a:lnTo>
                    <a:pt x="1877222" y="1209"/>
                  </a:lnTo>
                  <a:lnTo>
                    <a:pt x="1897326" y="1047"/>
                  </a:lnTo>
                  <a:lnTo>
                    <a:pt x="1917024" y="889"/>
                  </a:lnTo>
                  <a:lnTo>
                    <a:pt x="1936333" y="733"/>
                  </a:lnTo>
                  <a:lnTo>
                    <a:pt x="1955266" y="581"/>
                  </a:lnTo>
                  <a:lnTo>
                    <a:pt x="1973839" y="432"/>
                  </a:lnTo>
                  <a:lnTo>
                    <a:pt x="1992064" y="285"/>
                  </a:lnTo>
                  <a:lnTo>
                    <a:pt x="2009955" y="141"/>
                  </a:lnTo>
                  <a:lnTo>
                    <a:pt x="2027524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69" name="pl868"/>
            <p:cNvSpPr/>
            <p:nvPr/>
          </p:nvSpPr>
          <p:spPr>
            <a:xfrm>
              <a:off x="4272415" y="7556270"/>
              <a:ext cx="2027524" cy="682919"/>
            </a:xfrm>
            <a:custGeom>
              <a:avLst/>
              <a:pathLst>
                <a:path w="2027524" h="682919">
                  <a:moveTo>
                    <a:pt x="0" y="0"/>
                  </a:moveTo>
                  <a:lnTo>
                    <a:pt x="130197" y="43853"/>
                  </a:lnTo>
                  <a:lnTo>
                    <a:pt x="245039" y="82535"/>
                  </a:lnTo>
                  <a:lnTo>
                    <a:pt x="347769" y="117137"/>
                  </a:lnTo>
                  <a:lnTo>
                    <a:pt x="440700" y="148438"/>
                  </a:lnTo>
                  <a:lnTo>
                    <a:pt x="525539" y="177014"/>
                  </a:lnTo>
                  <a:lnTo>
                    <a:pt x="603583" y="203301"/>
                  </a:lnTo>
                  <a:lnTo>
                    <a:pt x="675841" y="227639"/>
                  </a:lnTo>
                  <a:lnTo>
                    <a:pt x="743111" y="250298"/>
                  </a:lnTo>
                  <a:lnTo>
                    <a:pt x="806038" y="271493"/>
                  </a:lnTo>
                  <a:lnTo>
                    <a:pt x="865149" y="291403"/>
                  </a:lnTo>
                  <a:lnTo>
                    <a:pt x="920881" y="310175"/>
                  </a:lnTo>
                  <a:lnTo>
                    <a:pt x="973598" y="327931"/>
                  </a:lnTo>
                  <a:lnTo>
                    <a:pt x="1023611" y="344777"/>
                  </a:lnTo>
                  <a:lnTo>
                    <a:pt x="1071183" y="360800"/>
                  </a:lnTo>
                  <a:lnTo>
                    <a:pt x="1116541" y="376078"/>
                  </a:lnTo>
                  <a:lnTo>
                    <a:pt x="1159883" y="390677"/>
                  </a:lnTo>
                  <a:lnTo>
                    <a:pt x="1201380" y="404654"/>
                  </a:lnTo>
                  <a:lnTo>
                    <a:pt x="1241183" y="418060"/>
                  </a:lnTo>
                  <a:lnTo>
                    <a:pt x="1279425" y="430941"/>
                  </a:lnTo>
                  <a:lnTo>
                    <a:pt x="1316223" y="443335"/>
                  </a:lnTo>
                  <a:lnTo>
                    <a:pt x="1351682" y="455279"/>
                  </a:lnTo>
                  <a:lnTo>
                    <a:pt x="1385897" y="466804"/>
                  </a:lnTo>
                  <a:lnTo>
                    <a:pt x="1418953" y="477937"/>
                  </a:lnTo>
                  <a:lnTo>
                    <a:pt x="1450924" y="488706"/>
                  </a:lnTo>
                  <a:lnTo>
                    <a:pt x="1481880" y="499133"/>
                  </a:lnTo>
                  <a:lnTo>
                    <a:pt x="1511883" y="509239"/>
                  </a:lnTo>
                  <a:lnTo>
                    <a:pt x="1540991" y="519043"/>
                  </a:lnTo>
                  <a:lnTo>
                    <a:pt x="1569255" y="528563"/>
                  </a:lnTo>
                  <a:lnTo>
                    <a:pt x="1596722" y="537815"/>
                  </a:lnTo>
                  <a:lnTo>
                    <a:pt x="1623437" y="546813"/>
                  </a:lnTo>
                  <a:lnTo>
                    <a:pt x="1649439" y="555571"/>
                  </a:lnTo>
                  <a:lnTo>
                    <a:pt x="1674766" y="564102"/>
                  </a:lnTo>
                  <a:lnTo>
                    <a:pt x="1699452" y="572416"/>
                  </a:lnTo>
                  <a:lnTo>
                    <a:pt x="1723528" y="580526"/>
                  </a:lnTo>
                  <a:lnTo>
                    <a:pt x="1747024" y="588440"/>
                  </a:lnTo>
                  <a:lnTo>
                    <a:pt x="1769967" y="596168"/>
                  </a:lnTo>
                  <a:lnTo>
                    <a:pt x="1792383" y="603718"/>
                  </a:lnTo>
                  <a:lnTo>
                    <a:pt x="1814295" y="611098"/>
                  </a:lnTo>
                  <a:lnTo>
                    <a:pt x="1835725" y="618316"/>
                  </a:lnTo>
                  <a:lnTo>
                    <a:pt x="1856694" y="625379"/>
                  </a:lnTo>
                  <a:lnTo>
                    <a:pt x="1877222" y="632294"/>
                  </a:lnTo>
                  <a:lnTo>
                    <a:pt x="1897326" y="639065"/>
                  </a:lnTo>
                  <a:lnTo>
                    <a:pt x="1917024" y="645700"/>
                  </a:lnTo>
                  <a:lnTo>
                    <a:pt x="1936333" y="652204"/>
                  </a:lnTo>
                  <a:lnTo>
                    <a:pt x="1955266" y="658581"/>
                  </a:lnTo>
                  <a:lnTo>
                    <a:pt x="1973839" y="664837"/>
                  </a:lnTo>
                  <a:lnTo>
                    <a:pt x="1992064" y="670975"/>
                  </a:lnTo>
                  <a:lnTo>
                    <a:pt x="2009955" y="677001"/>
                  </a:lnTo>
                  <a:lnTo>
                    <a:pt x="2027524" y="682919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0" name="pl869"/>
            <p:cNvSpPr/>
            <p:nvPr/>
          </p:nvSpPr>
          <p:spPr>
            <a:xfrm>
              <a:off x="4272415" y="6859542"/>
              <a:ext cx="2027524" cy="511696"/>
            </a:xfrm>
            <a:custGeom>
              <a:avLst/>
              <a:pathLst>
                <a:path w="2027524" h="511696">
                  <a:moveTo>
                    <a:pt x="0" y="0"/>
                  </a:moveTo>
                  <a:lnTo>
                    <a:pt x="130197" y="32858"/>
                  </a:lnTo>
                  <a:lnTo>
                    <a:pt x="245039" y="61841"/>
                  </a:lnTo>
                  <a:lnTo>
                    <a:pt x="347769" y="87768"/>
                  </a:lnTo>
                  <a:lnTo>
                    <a:pt x="440700" y="111221"/>
                  </a:lnTo>
                  <a:lnTo>
                    <a:pt x="525539" y="132633"/>
                  </a:lnTo>
                  <a:lnTo>
                    <a:pt x="603583" y="152329"/>
                  </a:lnTo>
                  <a:lnTo>
                    <a:pt x="675841" y="170565"/>
                  </a:lnTo>
                  <a:lnTo>
                    <a:pt x="743111" y="187542"/>
                  </a:lnTo>
                  <a:lnTo>
                    <a:pt x="806038" y="203424"/>
                  </a:lnTo>
                  <a:lnTo>
                    <a:pt x="865149" y="218342"/>
                  </a:lnTo>
                  <a:lnTo>
                    <a:pt x="920881" y="232407"/>
                  </a:lnTo>
                  <a:lnTo>
                    <a:pt x="973598" y="245712"/>
                  </a:lnTo>
                  <a:lnTo>
                    <a:pt x="1023611" y="258334"/>
                  </a:lnTo>
                  <a:lnTo>
                    <a:pt x="1071183" y="270340"/>
                  </a:lnTo>
                  <a:lnTo>
                    <a:pt x="1116541" y="281787"/>
                  </a:lnTo>
                  <a:lnTo>
                    <a:pt x="1159883" y="292725"/>
                  </a:lnTo>
                  <a:lnTo>
                    <a:pt x="1201380" y="303198"/>
                  </a:lnTo>
                  <a:lnTo>
                    <a:pt x="1241183" y="313243"/>
                  </a:lnTo>
                  <a:lnTo>
                    <a:pt x="1279425" y="322895"/>
                  </a:lnTo>
                  <a:lnTo>
                    <a:pt x="1316223" y="332182"/>
                  </a:lnTo>
                  <a:lnTo>
                    <a:pt x="1351682" y="341131"/>
                  </a:lnTo>
                  <a:lnTo>
                    <a:pt x="1385897" y="349766"/>
                  </a:lnTo>
                  <a:lnTo>
                    <a:pt x="1418953" y="358108"/>
                  </a:lnTo>
                  <a:lnTo>
                    <a:pt x="1450924" y="366177"/>
                  </a:lnTo>
                  <a:lnTo>
                    <a:pt x="1481880" y="373989"/>
                  </a:lnTo>
                  <a:lnTo>
                    <a:pt x="1511883" y="381561"/>
                  </a:lnTo>
                  <a:lnTo>
                    <a:pt x="1540991" y="388908"/>
                  </a:lnTo>
                  <a:lnTo>
                    <a:pt x="1569255" y="396041"/>
                  </a:lnTo>
                  <a:lnTo>
                    <a:pt x="1596722" y="402973"/>
                  </a:lnTo>
                  <a:lnTo>
                    <a:pt x="1623437" y="409715"/>
                  </a:lnTo>
                  <a:lnTo>
                    <a:pt x="1649439" y="416277"/>
                  </a:lnTo>
                  <a:lnTo>
                    <a:pt x="1674766" y="422669"/>
                  </a:lnTo>
                  <a:lnTo>
                    <a:pt x="1699452" y="428899"/>
                  </a:lnTo>
                  <a:lnTo>
                    <a:pt x="1723528" y="434975"/>
                  </a:lnTo>
                  <a:lnTo>
                    <a:pt x="1747024" y="440905"/>
                  </a:lnTo>
                  <a:lnTo>
                    <a:pt x="1769967" y="446696"/>
                  </a:lnTo>
                  <a:lnTo>
                    <a:pt x="1792383" y="452353"/>
                  </a:lnTo>
                  <a:lnTo>
                    <a:pt x="1814295" y="457883"/>
                  </a:lnTo>
                  <a:lnTo>
                    <a:pt x="1835725" y="463291"/>
                  </a:lnTo>
                  <a:lnTo>
                    <a:pt x="1856694" y="468583"/>
                  </a:lnTo>
                  <a:lnTo>
                    <a:pt x="1877222" y="473764"/>
                  </a:lnTo>
                  <a:lnTo>
                    <a:pt x="1897326" y="478838"/>
                  </a:lnTo>
                  <a:lnTo>
                    <a:pt x="1917024" y="483809"/>
                  </a:lnTo>
                  <a:lnTo>
                    <a:pt x="1936333" y="488682"/>
                  </a:lnTo>
                  <a:lnTo>
                    <a:pt x="1955266" y="493460"/>
                  </a:lnTo>
                  <a:lnTo>
                    <a:pt x="1973839" y="498148"/>
                  </a:lnTo>
                  <a:lnTo>
                    <a:pt x="1992064" y="502747"/>
                  </a:lnTo>
                  <a:lnTo>
                    <a:pt x="2009955" y="507262"/>
                  </a:lnTo>
                  <a:lnTo>
                    <a:pt x="2027524" y="511696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1" name="pl870"/>
            <p:cNvSpPr/>
            <p:nvPr/>
          </p:nvSpPr>
          <p:spPr>
            <a:xfrm>
              <a:off x="4272415" y="7735835"/>
              <a:ext cx="2027524" cy="75212"/>
            </a:xfrm>
            <a:custGeom>
              <a:avLst/>
              <a:pathLst>
                <a:path w="2027524" h="75212">
                  <a:moveTo>
                    <a:pt x="0" y="0"/>
                  </a:moveTo>
                  <a:lnTo>
                    <a:pt x="130197" y="4829"/>
                  </a:lnTo>
                  <a:lnTo>
                    <a:pt x="245039" y="9089"/>
                  </a:lnTo>
                  <a:lnTo>
                    <a:pt x="347769" y="12900"/>
                  </a:lnTo>
                  <a:lnTo>
                    <a:pt x="440700" y="16348"/>
                  </a:lnTo>
                  <a:lnTo>
                    <a:pt x="525539" y="19495"/>
                  </a:lnTo>
                  <a:lnTo>
                    <a:pt x="603583" y="22390"/>
                  </a:lnTo>
                  <a:lnTo>
                    <a:pt x="675841" y="25070"/>
                  </a:lnTo>
                  <a:lnTo>
                    <a:pt x="743111" y="27566"/>
                  </a:lnTo>
                  <a:lnTo>
                    <a:pt x="806038" y="29900"/>
                  </a:lnTo>
                  <a:lnTo>
                    <a:pt x="865149" y="32093"/>
                  </a:lnTo>
                  <a:lnTo>
                    <a:pt x="920881" y="34160"/>
                  </a:lnTo>
                  <a:lnTo>
                    <a:pt x="973598" y="36116"/>
                  </a:lnTo>
                  <a:lnTo>
                    <a:pt x="1023611" y="37971"/>
                  </a:lnTo>
                  <a:lnTo>
                    <a:pt x="1071183" y="39736"/>
                  </a:lnTo>
                  <a:lnTo>
                    <a:pt x="1116541" y="41418"/>
                  </a:lnTo>
                  <a:lnTo>
                    <a:pt x="1159883" y="43026"/>
                  </a:lnTo>
                  <a:lnTo>
                    <a:pt x="1201380" y="44566"/>
                  </a:lnTo>
                  <a:lnTo>
                    <a:pt x="1241183" y="46042"/>
                  </a:lnTo>
                  <a:lnTo>
                    <a:pt x="1279425" y="47461"/>
                  </a:lnTo>
                  <a:lnTo>
                    <a:pt x="1316223" y="48826"/>
                  </a:lnTo>
                  <a:lnTo>
                    <a:pt x="1351682" y="50141"/>
                  </a:lnTo>
                  <a:lnTo>
                    <a:pt x="1385897" y="51410"/>
                  </a:lnTo>
                  <a:lnTo>
                    <a:pt x="1418953" y="52637"/>
                  </a:lnTo>
                  <a:lnTo>
                    <a:pt x="1450924" y="53823"/>
                  </a:lnTo>
                  <a:lnTo>
                    <a:pt x="1481880" y="54971"/>
                  </a:lnTo>
                  <a:lnTo>
                    <a:pt x="1511883" y="56084"/>
                  </a:lnTo>
                  <a:lnTo>
                    <a:pt x="1540991" y="57164"/>
                  </a:lnTo>
                  <a:lnTo>
                    <a:pt x="1569255" y="58212"/>
                  </a:lnTo>
                  <a:lnTo>
                    <a:pt x="1596722" y="59231"/>
                  </a:lnTo>
                  <a:lnTo>
                    <a:pt x="1623437" y="60222"/>
                  </a:lnTo>
                  <a:lnTo>
                    <a:pt x="1649439" y="61187"/>
                  </a:lnTo>
                  <a:lnTo>
                    <a:pt x="1674766" y="62126"/>
                  </a:lnTo>
                  <a:lnTo>
                    <a:pt x="1699452" y="63042"/>
                  </a:lnTo>
                  <a:lnTo>
                    <a:pt x="1723528" y="63935"/>
                  </a:lnTo>
                  <a:lnTo>
                    <a:pt x="1747024" y="64807"/>
                  </a:lnTo>
                  <a:lnTo>
                    <a:pt x="1769967" y="65658"/>
                  </a:lnTo>
                  <a:lnTo>
                    <a:pt x="1792383" y="66489"/>
                  </a:lnTo>
                  <a:lnTo>
                    <a:pt x="1814295" y="67302"/>
                  </a:lnTo>
                  <a:lnTo>
                    <a:pt x="1835725" y="68097"/>
                  </a:lnTo>
                  <a:lnTo>
                    <a:pt x="1856694" y="68875"/>
                  </a:lnTo>
                  <a:lnTo>
                    <a:pt x="1877222" y="69636"/>
                  </a:lnTo>
                  <a:lnTo>
                    <a:pt x="1897326" y="70382"/>
                  </a:lnTo>
                  <a:lnTo>
                    <a:pt x="1917024" y="71113"/>
                  </a:lnTo>
                  <a:lnTo>
                    <a:pt x="1936333" y="71829"/>
                  </a:lnTo>
                  <a:lnTo>
                    <a:pt x="1955266" y="72531"/>
                  </a:lnTo>
                  <a:lnTo>
                    <a:pt x="1973839" y="73220"/>
                  </a:lnTo>
                  <a:lnTo>
                    <a:pt x="1992064" y="73896"/>
                  </a:lnTo>
                  <a:lnTo>
                    <a:pt x="2009955" y="74560"/>
                  </a:lnTo>
                  <a:lnTo>
                    <a:pt x="2027524" y="75212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2" name="pl871"/>
            <p:cNvSpPr/>
            <p:nvPr/>
          </p:nvSpPr>
          <p:spPr>
            <a:xfrm>
              <a:off x="4272415" y="7306107"/>
              <a:ext cx="2027524" cy="444790"/>
            </a:xfrm>
            <a:custGeom>
              <a:avLst/>
              <a:pathLst>
                <a:path w="2027524" h="444790">
                  <a:moveTo>
                    <a:pt x="0" y="0"/>
                  </a:moveTo>
                  <a:lnTo>
                    <a:pt x="130197" y="28562"/>
                  </a:lnTo>
                  <a:lnTo>
                    <a:pt x="245039" y="53755"/>
                  </a:lnTo>
                  <a:lnTo>
                    <a:pt x="347769" y="76292"/>
                  </a:lnTo>
                  <a:lnTo>
                    <a:pt x="440700" y="96679"/>
                  </a:lnTo>
                  <a:lnTo>
                    <a:pt x="525539" y="115290"/>
                  </a:lnTo>
                  <a:lnTo>
                    <a:pt x="603583" y="132411"/>
                  </a:lnTo>
                  <a:lnTo>
                    <a:pt x="675841" y="148263"/>
                  </a:lnTo>
                  <a:lnTo>
                    <a:pt x="743111" y="163020"/>
                  </a:lnTo>
                  <a:lnTo>
                    <a:pt x="806038" y="176825"/>
                  </a:lnTo>
                  <a:lnTo>
                    <a:pt x="865149" y="189793"/>
                  </a:lnTo>
                  <a:lnTo>
                    <a:pt x="920881" y="202019"/>
                  </a:lnTo>
                  <a:lnTo>
                    <a:pt x="973598" y="213584"/>
                  </a:lnTo>
                  <a:lnTo>
                    <a:pt x="1023611" y="224555"/>
                  </a:lnTo>
                  <a:lnTo>
                    <a:pt x="1071183" y="234991"/>
                  </a:lnTo>
                  <a:lnTo>
                    <a:pt x="1116541" y="244942"/>
                  </a:lnTo>
                  <a:lnTo>
                    <a:pt x="1159883" y="254450"/>
                  </a:lnTo>
                  <a:lnTo>
                    <a:pt x="1201380" y="263554"/>
                  </a:lnTo>
                  <a:lnTo>
                    <a:pt x="1241183" y="272285"/>
                  </a:lnTo>
                  <a:lnTo>
                    <a:pt x="1279425" y="280675"/>
                  </a:lnTo>
                  <a:lnTo>
                    <a:pt x="1316223" y="288747"/>
                  </a:lnTo>
                  <a:lnTo>
                    <a:pt x="1351682" y="296526"/>
                  </a:lnTo>
                  <a:lnTo>
                    <a:pt x="1385897" y="304032"/>
                  </a:lnTo>
                  <a:lnTo>
                    <a:pt x="1418953" y="311284"/>
                  </a:lnTo>
                  <a:lnTo>
                    <a:pt x="1450924" y="318298"/>
                  </a:lnTo>
                  <a:lnTo>
                    <a:pt x="1481880" y="325089"/>
                  </a:lnTo>
                  <a:lnTo>
                    <a:pt x="1511883" y="331671"/>
                  </a:lnTo>
                  <a:lnTo>
                    <a:pt x="1540991" y="338056"/>
                  </a:lnTo>
                  <a:lnTo>
                    <a:pt x="1569255" y="344256"/>
                  </a:lnTo>
                  <a:lnTo>
                    <a:pt x="1596722" y="350282"/>
                  </a:lnTo>
                  <a:lnTo>
                    <a:pt x="1623437" y="356143"/>
                  </a:lnTo>
                  <a:lnTo>
                    <a:pt x="1649439" y="361847"/>
                  </a:lnTo>
                  <a:lnTo>
                    <a:pt x="1674766" y="367403"/>
                  </a:lnTo>
                  <a:lnTo>
                    <a:pt x="1699452" y="372819"/>
                  </a:lnTo>
                  <a:lnTo>
                    <a:pt x="1723528" y="378100"/>
                  </a:lnTo>
                  <a:lnTo>
                    <a:pt x="1747024" y="383255"/>
                  </a:lnTo>
                  <a:lnTo>
                    <a:pt x="1769967" y="388288"/>
                  </a:lnTo>
                  <a:lnTo>
                    <a:pt x="1792383" y="393205"/>
                  </a:lnTo>
                  <a:lnTo>
                    <a:pt x="1814295" y="398012"/>
                  </a:lnTo>
                  <a:lnTo>
                    <a:pt x="1835725" y="402714"/>
                  </a:lnTo>
                  <a:lnTo>
                    <a:pt x="1856694" y="407314"/>
                  </a:lnTo>
                  <a:lnTo>
                    <a:pt x="1877222" y="411817"/>
                  </a:lnTo>
                  <a:lnTo>
                    <a:pt x="1897326" y="416228"/>
                  </a:lnTo>
                  <a:lnTo>
                    <a:pt x="1917024" y="420549"/>
                  </a:lnTo>
                  <a:lnTo>
                    <a:pt x="1936333" y="424785"/>
                  </a:lnTo>
                  <a:lnTo>
                    <a:pt x="1955266" y="428938"/>
                  </a:lnTo>
                  <a:lnTo>
                    <a:pt x="1973839" y="433013"/>
                  </a:lnTo>
                  <a:lnTo>
                    <a:pt x="1992064" y="437011"/>
                  </a:lnTo>
                  <a:lnTo>
                    <a:pt x="2009955" y="440936"/>
                  </a:lnTo>
                  <a:lnTo>
                    <a:pt x="2027524" y="44479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3" name="pl872"/>
            <p:cNvSpPr/>
            <p:nvPr/>
          </p:nvSpPr>
          <p:spPr>
            <a:xfrm>
              <a:off x="4272415" y="7255500"/>
              <a:ext cx="2027524" cy="880882"/>
            </a:xfrm>
            <a:custGeom>
              <a:avLst/>
              <a:pathLst>
                <a:path w="2027524" h="880882">
                  <a:moveTo>
                    <a:pt x="0" y="0"/>
                  </a:moveTo>
                  <a:lnTo>
                    <a:pt x="130197" y="56565"/>
                  </a:lnTo>
                  <a:lnTo>
                    <a:pt x="245039" y="106460"/>
                  </a:lnTo>
                  <a:lnTo>
                    <a:pt x="347769" y="151092"/>
                  </a:lnTo>
                  <a:lnTo>
                    <a:pt x="440700" y="191467"/>
                  </a:lnTo>
                  <a:lnTo>
                    <a:pt x="525539" y="228326"/>
                  </a:lnTo>
                  <a:lnTo>
                    <a:pt x="603583" y="262234"/>
                  </a:lnTo>
                  <a:lnTo>
                    <a:pt x="675841" y="293627"/>
                  </a:lnTo>
                  <a:lnTo>
                    <a:pt x="743111" y="322853"/>
                  </a:lnTo>
                  <a:lnTo>
                    <a:pt x="806038" y="350193"/>
                  </a:lnTo>
                  <a:lnTo>
                    <a:pt x="865149" y="375874"/>
                  </a:lnTo>
                  <a:lnTo>
                    <a:pt x="920881" y="400088"/>
                  </a:lnTo>
                  <a:lnTo>
                    <a:pt x="973598" y="422991"/>
                  </a:lnTo>
                  <a:lnTo>
                    <a:pt x="1023611" y="444720"/>
                  </a:lnTo>
                  <a:lnTo>
                    <a:pt x="1071183" y="465388"/>
                  </a:lnTo>
                  <a:lnTo>
                    <a:pt x="1116541" y="485095"/>
                  </a:lnTo>
                  <a:lnTo>
                    <a:pt x="1159883" y="503925"/>
                  </a:lnTo>
                  <a:lnTo>
                    <a:pt x="1201380" y="521954"/>
                  </a:lnTo>
                  <a:lnTo>
                    <a:pt x="1241183" y="539247"/>
                  </a:lnTo>
                  <a:lnTo>
                    <a:pt x="1279425" y="555861"/>
                  </a:lnTo>
                  <a:lnTo>
                    <a:pt x="1316223" y="571849"/>
                  </a:lnTo>
                  <a:lnTo>
                    <a:pt x="1351682" y="587255"/>
                  </a:lnTo>
                  <a:lnTo>
                    <a:pt x="1385897" y="602120"/>
                  </a:lnTo>
                  <a:lnTo>
                    <a:pt x="1418953" y="616481"/>
                  </a:lnTo>
                  <a:lnTo>
                    <a:pt x="1450924" y="630371"/>
                  </a:lnTo>
                  <a:lnTo>
                    <a:pt x="1481880" y="643820"/>
                  </a:lnTo>
                  <a:lnTo>
                    <a:pt x="1511883" y="656856"/>
                  </a:lnTo>
                  <a:lnTo>
                    <a:pt x="1540991" y="669502"/>
                  </a:lnTo>
                  <a:lnTo>
                    <a:pt x="1569255" y="681782"/>
                  </a:lnTo>
                  <a:lnTo>
                    <a:pt x="1596722" y="693715"/>
                  </a:lnTo>
                  <a:lnTo>
                    <a:pt x="1623437" y="705322"/>
                  </a:lnTo>
                  <a:lnTo>
                    <a:pt x="1649439" y="716619"/>
                  </a:lnTo>
                  <a:lnTo>
                    <a:pt x="1674766" y="727622"/>
                  </a:lnTo>
                  <a:lnTo>
                    <a:pt x="1699452" y="738347"/>
                  </a:lnTo>
                  <a:lnTo>
                    <a:pt x="1723528" y="748808"/>
                  </a:lnTo>
                  <a:lnTo>
                    <a:pt x="1747024" y="759016"/>
                  </a:lnTo>
                  <a:lnTo>
                    <a:pt x="1769967" y="768984"/>
                  </a:lnTo>
                  <a:lnTo>
                    <a:pt x="1792383" y="778722"/>
                  </a:lnTo>
                  <a:lnTo>
                    <a:pt x="1814295" y="788242"/>
                  </a:lnTo>
                  <a:lnTo>
                    <a:pt x="1835725" y="797553"/>
                  </a:lnTo>
                  <a:lnTo>
                    <a:pt x="1856694" y="806663"/>
                  </a:lnTo>
                  <a:lnTo>
                    <a:pt x="1877222" y="815582"/>
                  </a:lnTo>
                  <a:lnTo>
                    <a:pt x="1897326" y="824316"/>
                  </a:lnTo>
                  <a:lnTo>
                    <a:pt x="1917024" y="832874"/>
                  </a:lnTo>
                  <a:lnTo>
                    <a:pt x="1936333" y="841263"/>
                  </a:lnTo>
                  <a:lnTo>
                    <a:pt x="1955266" y="849489"/>
                  </a:lnTo>
                  <a:lnTo>
                    <a:pt x="1973839" y="857558"/>
                  </a:lnTo>
                  <a:lnTo>
                    <a:pt x="1992064" y="865476"/>
                  </a:lnTo>
                  <a:lnTo>
                    <a:pt x="2009955" y="873249"/>
                  </a:lnTo>
                  <a:lnTo>
                    <a:pt x="2027524" y="880882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l873"/>
            <p:cNvSpPr/>
            <p:nvPr/>
          </p:nvSpPr>
          <p:spPr>
            <a:xfrm>
              <a:off x="4272415" y="8048194"/>
              <a:ext cx="2027524" cy="29597"/>
            </a:xfrm>
            <a:custGeom>
              <a:avLst/>
              <a:pathLst>
                <a:path w="2027524" h="29597">
                  <a:moveTo>
                    <a:pt x="0" y="0"/>
                  </a:moveTo>
                  <a:lnTo>
                    <a:pt x="130197" y="1900"/>
                  </a:lnTo>
                  <a:lnTo>
                    <a:pt x="245039" y="3576"/>
                  </a:lnTo>
                  <a:lnTo>
                    <a:pt x="347769" y="5076"/>
                  </a:lnTo>
                  <a:lnTo>
                    <a:pt x="440700" y="6433"/>
                  </a:lnTo>
                  <a:lnTo>
                    <a:pt x="525539" y="7671"/>
                  </a:lnTo>
                  <a:lnTo>
                    <a:pt x="603583" y="8810"/>
                  </a:lnTo>
                  <a:lnTo>
                    <a:pt x="675841" y="9865"/>
                  </a:lnTo>
                  <a:lnTo>
                    <a:pt x="743111" y="10847"/>
                  </a:lnTo>
                  <a:lnTo>
                    <a:pt x="806038" y="11766"/>
                  </a:lnTo>
                  <a:lnTo>
                    <a:pt x="865149" y="12629"/>
                  </a:lnTo>
                  <a:lnTo>
                    <a:pt x="920881" y="13442"/>
                  </a:lnTo>
                  <a:lnTo>
                    <a:pt x="973598" y="14212"/>
                  </a:lnTo>
                  <a:lnTo>
                    <a:pt x="1023611" y="14942"/>
                  </a:lnTo>
                  <a:lnTo>
                    <a:pt x="1071183" y="15636"/>
                  </a:lnTo>
                  <a:lnTo>
                    <a:pt x="1116541" y="16298"/>
                  </a:lnTo>
                  <a:lnTo>
                    <a:pt x="1159883" y="16931"/>
                  </a:lnTo>
                  <a:lnTo>
                    <a:pt x="1201380" y="17537"/>
                  </a:lnTo>
                  <a:lnTo>
                    <a:pt x="1241183" y="18118"/>
                  </a:lnTo>
                  <a:lnTo>
                    <a:pt x="1279425" y="18676"/>
                  </a:lnTo>
                  <a:lnTo>
                    <a:pt x="1316223" y="19213"/>
                  </a:lnTo>
                  <a:lnTo>
                    <a:pt x="1351682" y="19731"/>
                  </a:lnTo>
                  <a:lnTo>
                    <a:pt x="1385897" y="20230"/>
                  </a:lnTo>
                  <a:lnTo>
                    <a:pt x="1418953" y="20713"/>
                  </a:lnTo>
                  <a:lnTo>
                    <a:pt x="1450924" y="21180"/>
                  </a:lnTo>
                  <a:lnTo>
                    <a:pt x="1481880" y="21631"/>
                  </a:lnTo>
                  <a:lnTo>
                    <a:pt x="1511883" y="22069"/>
                  </a:lnTo>
                  <a:lnTo>
                    <a:pt x="1540991" y="22494"/>
                  </a:lnTo>
                  <a:lnTo>
                    <a:pt x="1569255" y="22907"/>
                  </a:lnTo>
                  <a:lnTo>
                    <a:pt x="1596722" y="23308"/>
                  </a:lnTo>
                  <a:lnTo>
                    <a:pt x="1623437" y="23698"/>
                  </a:lnTo>
                  <a:lnTo>
                    <a:pt x="1649439" y="24077"/>
                  </a:lnTo>
                  <a:lnTo>
                    <a:pt x="1674766" y="24447"/>
                  </a:lnTo>
                  <a:lnTo>
                    <a:pt x="1699452" y="24807"/>
                  </a:lnTo>
                  <a:lnTo>
                    <a:pt x="1723528" y="25159"/>
                  </a:lnTo>
                  <a:lnTo>
                    <a:pt x="1747024" y="25502"/>
                  </a:lnTo>
                  <a:lnTo>
                    <a:pt x="1769967" y="25837"/>
                  </a:lnTo>
                  <a:lnTo>
                    <a:pt x="1792383" y="26164"/>
                  </a:lnTo>
                  <a:lnTo>
                    <a:pt x="1814295" y="26484"/>
                  </a:lnTo>
                  <a:lnTo>
                    <a:pt x="1835725" y="26797"/>
                  </a:lnTo>
                  <a:lnTo>
                    <a:pt x="1856694" y="27103"/>
                  </a:lnTo>
                  <a:lnTo>
                    <a:pt x="1877222" y="27402"/>
                  </a:lnTo>
                  <a:lnTo>
                    <a:pt x="1897326" y="27696"/>
                  </a:lnTo>
                  <a:lnTo>
                    <a:pt x="1917024" y="27983"/>
                  </a:lnTo>
                  <a:lnTo>
                    <a:pt x="1936333" y="28265"/>
                  </a:lnTo>
                  <a:lnTo>
                    <a:pt x="1955266" y="28542"/>
                  </a:lnTo>
                  <a:lnTo>
                    <a:pt x="1973839" y="28813"/>
                  </a:lnTo>
                  <a:lnTo>
                    <a:pt x="1992064" y="29079"/>
                  </a:lnTo>
                  <a:lnTo>
                    <a:pt x="2009955" y="29340"/>
                  </a:lnTo>
                  <a:lnTo>
                    <a:pt x="2027524" y="29597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5" name="pl874"/>
            <p:cNvSpPr/>
            <p:nvPr/>
          </p:nvSpPr>
          <p:spPr>
            <a:xfrm>
              <a:off x="4272415" y="7674222"/>
              <a:ext cx="2027524" cy="126414"/>
            </a:xfrm>
            <a:custGeom>
              <a:avLst/>
              <a:pathLst>
                <a:path w="2027524" h="126414">
                  <a:moveTo>
                    <a:pt x="0" y="126414"/>
                  </a:moveTo>
                  <a:lnTo>
                    <a:pt x="130197" y="118296"/>
                  </a:lnTo>
                  <a:lnTo>
                    <a:pt x="245039" y="111136"/>
                  </a:lnTo>
                  <a:lnTo>
                    <a:pt x="347769" y="104731"/>
                  </a:lnTo>
                  <a:lnTo>
                    <a:pt x="440700" y="98937"/>
                  </a:lnTo>
                  <a:lnTo>
                    <a:pt x="525539" y="93647"/>
                  </a:lnTo>
                  <a:lnTo>
                    <a:pt x="603583" y="88781"/>
                  </a:lnTo>
                  <a:lnTo>
                    <a:pt x="675841" y="84276"/>
                  </a:lnTo>
                  <a:lnTo>
                    <a:pt x="743111" y="80081"/>
                  </a:lnTo>
                  <a:lnTo>
                    <a:pt x="806038" y="76158"/>
                  </a:lnTo>
                  <a:lnTo>
                    <a:pt x="865149" y="72473"/>
                  </a:lnTo>
                  <a:lnTo>
                    <a:pt x="920881" y="68998"/>
                  </a:lnTo>
                  <a:lnTo>
                    <a:pt x="973598" y="65711"/>
                  </a:lnTo>
                  <a:lnTo>
                    <a:pt x="1023611" y="62593"/>
                  </a:lnTo>
                  <a:lnTo>
                    <a:pt x="1071183" y="59627"/>
                  </a:lnTo>
                  <a:lnTo>
                    <a:pt x="1116541" y="56798"/>
                  </a:lnTo>
                  <a:lnTo>
                    <a:pt x="1159883" y="54096"/>
                  </a:lnTo>
                  <a:lnTo>
                    <a:pt x="1201380" y="51509"/>
                  </a:lnTo>
                  <a:lnTo>
                    <a:pt x="1241183" y="49027"/>
                  </a:lnTo>
                  <a:lnTo>
                    <a:pt x="1279425" y="46643"/>
                  </a:lnTo>
                  <a:lnTo>
                    <a:pt x="1316223" y="44348"/>
                  </a:lnTo>
                  <a:lnTo>
                    <a:pt x="1351682" y="42138"/>
                  </a:lnTo>
                  <a:lnTo>
                    <a:pt x="1385897" y="40004"/>
                  </a:lnTo>
                  <a:lnTo>
                    <a:pt x="1418953" y="37943"/>
                  </a:lnTo>
                  <a:lnTo>
                    <a:pt x="1450924" y="35950"/>
                  </a:lnTo>
                  <a:lnTo>
                    <a:pt x="1481880" y="34020"/>
                  </a:lnTo>
                  <a:lnTo>
                    <a:pt x="1511883" y="32149"/>
                  </a:lnTo>
                  <a:lnTo>
                    <a:pt x="1540991" y="30334"/>
                  </a:lnTo>
                  <a:lnTo>
                    <a:pt x="1569255" y="28572"/>
                  </a:lnTo>
                  <a:lnTo>
                    <a:pt x="1596722" y="26860"/>
                  </a:lnTo>
                  <a:lnTo>
                    <a:pt x="1623437" y="25194"/>
                  </a:lnTo>
                  <a:lnTo>
                    <a:pt x="1649439" y="23573"/>
                  </a:lnTo>
                  <a:lnTo>
                    <a:pt x="1674766" y="21994"/>
                  </a:lnTo>
                  <a:lnTo>
                    <a:pt x="1699452" y="20454"/>
                  </a:lnTo>
                  <a:lnTo>
                    <a:pt x="1723528" y="18953"/>
                  </a:lnTo>
                  <a:lnTo>
                    <a:pt x="1747024" y="17488"/>
                  </a:lnTo>
                  <a:lnTo>
                    <a:pt x="1769967" y="16058"/>
                  </a:lnTo>
                  <a:lnTo>
                    <a:pt x="1792383" y="14660"/>
                  </a:lnTo>
                  <a:lnTo>
                    <a:pt x="1814295" y="13294"/>
                  </a:lnTo>
                  <a:lnTo>
                    <a:pt x="1835725" y="11958"/>
                  </a:lnTo>
                  <a:lnTo>
                    <a:pt x="1856694" y="10651"/>
                  </a:lnTo>
                  <a:lnTo>
                    <a:pt x="1877222" y="9371"/>
                  </a:lnTo>
                  <a:lnTo>
                    <a:pt x="1897326" y="8117"/>
                  </a:lnTo>
                  <a:lnTo>
                    <a:pt x="1917024" y="6889"/>
                  </a:lnTo>
                  <a:lnTo>
                    <a:pt x="1936333" y="5685"/>
                  </a:lnTo>
                  <a:lnTo>
                    <a:pt x="1955266" y="4505"/>
                  </a:lnTo>
                  <a:lnTo>
                    <a:pt x="1973839" y="3347"/>
                  </a:lnTo>
                  <a:lnTo>
                    <a:pt x="1992064" y="2210"/>
                  </a:lnTo>
                  <a:lnTo>
                    <a:pt x="2009955" y="1095"/>
                  </a:lnTo>
                  <a:lnTo>
                    <a:pt x="2027524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6" name="pl875"/>
            <p:cNvSpPr/>
            <p:nvPr/>
          </p:nvSpPr>
          <p:spPr>
            <a:xfrm>
              <a:off x="4272415" y="7148000"/>
              <a:ext cx="2027524" cy="568416"/>
            </a:xfrm>
            <a:custGeom>
              <a:avLst/>
              <a:pathLst>
                <a:path w="2027524" h="568416">
                  <a:moveTo>
                    <a:pt x="0" y="0"/>
                  </a:moveTo>
                  <a:lnTo>
                    <a:pt x="130197" y="36500"/>
                  </a:lnTo>
                  <a:lnTo>
                    <a:pt x="245039" y="68696"/>
                  </a:lnTo>
                  <a:lnTo>
                    <a:pt x="347769" y="97497"/>
                  </a:lnTo>
                  <a:lnTo>
                    <a:pt x="440700" y="123550"/>
                  </a:lnTo>
                  <a:lnTo>
                    <a:pt x="525539" y="147335"/>
                  </a:lnTo>
                  <a:lnTo>
                    <a:pt x="603583" y="169214"/>
                  </a:lnTo>
                  <a:lnTo>
                    <a:pt x="675841" y="189472"/>
                  </a:lnTo>
                  <a:lnTo>
                    <a:pt x="743111" y="208331"/>
                  </a:lnTo>
                  <a:lnTo>
                    <a:pt x="806038" y="225973"/>
                  </a:lnTo>
                  <a:lnTo>
                    <a:pt x="865149" y="242544"/>
                  </a:lnTo>
                  <a:lnTo>
                    <a:pt x="920881" y="258169"/>
                  </a:lnTo>
                  <a:lnTo>
                    <a:pt x="973598" y="272948"/>
                  </a:lnTo>
                  <a:lnTo>
                    <a:pt x="1023611" y="286969"/>
                  </a:lnTo>
                  <a:lnTo>
                    <a:pt x="1071183" y="300306"/>
                  </a:lnTo>
                  <a:lnTo>
                    <a:pt x="1116541" y="313022"/>
                  </a:lnTo>
                  <a:lnTo>
                    <a:pt x="1159883" y="325173"/>
                  </a:lnTo>
                  <a:lnTo>
                    <a:pt x="1201380" y="336807"/>
                  </a:lnTo>
                  <a:lnTo>
                    <a:pt x="1241183" y="347966"/>
                  </a:lnTo>
                  <a:lnTo>
                    <a:pt x="1279425" y="358687"/>
                  </a:lnTo>
                  <a:lnTo>
                    <a:pt x="1316223" y="369003"/>
                  </a:lnTo>
                  <a:lnTo>
                    <a:pt x="1351682" y="378944"/>
                  </a:lnTo>
                  <a:lnTo>
                    <a:pt x="1385897" y="388536"/>
                  </a:lnTo>
                  <a:lnTo>
                    <a:pt x="1418953" y="397803"/>
                  </a:lnTo>
                  <a:lnTo>
                    <a:pt x="1450924" y="406766"/>
                  </a:lnTo>
                  <a:lnTo>
                    <a:pt x="1481880" y="415445"/>
                  </a:lnTo>
                  <a:lnTo>
                    <a:pt x="1511883" y="423856"/>
                  </a:lnTo>
                  <a:lnTo>
                    <a:pt x="1540991" y="432017"/>
                  </a:lnTo>
                  <a:lnTo>
                    <a:pt x="1569255" y="439940"/>
                  </a:lnTo>
                  <a:lnTo>
                    <a:pt x="1596722" y="447641"/>
                  </a:lnTo>
                  <a:lnTo>
                    <a:pt x="1623437" y="455130"/>
                  </a:lnTo>
                  <a:lnTo>
                    <a:pt x="1649439" y="462420"/>
                  </a:lnTo>
                  <a:lnTo>
                    <a:pt x="1674766" y="469521"/>
                  </a:lnTo>
                  <a:lnTo>
                    <a:pt x="1699452" y="476441"/>
                  </a:lnTo>
                  <a:lnTo>
                    <a:pt x="1723528" y="483191"/>
                  </a:lnTo>
                  <a:lnTo>
                    <a:pt x="1747024" y="489778"/>
                  </a:lnTo>
                  <a:lnTo>
                    <a:pt x="1769967" y="496210"/>
                  </a:lnTo>
                  <a:lnTo>
                    <a:pt x="1792383" y="502494"/>
                  </a:lnTo>
                  <a:lnTo>
                    <a:pt x="1814295" y="508637"/>
                  </a:lnTo>
                  <a:lnTo>
                    <a:pt x="1835725" y="514645"/>
                  </a:lnTo>
                  <a:lnTo>
                    <a:pt x="1856694" y="520524"/>
                  </a:lnTo>
                  <a:lnTo>
                    <a:pt x="1877222" y="526279"/>
                  </a:lnTo>
                  <a:lnTo>
                    <a:pt x="1897326" y="531915"/>
                  </a:lnTo>
                  <a:lnTo>
                    <a:pt x="1917024" y="537438"/>
                  </a:lnTo>
                  <a:lnTo>
                    <a:pt x="1936333" y="542851"/>
                  </a:lnTo>
                  <a:lnTo>
                    <a:pt x="1955266" y="548159"/>
                  </a:lnTo>
                  <a:lnTo>
                    <a:pt x="1973839" y="553366"/>
                  </a:lnTo>
                  <a:lnTo>
                    <a:pt x="1992064" y="558475"/>
                  </a:lnTo>
                  <a:lnTo>
                    <a:pt x="2009955" y="563491"/>
                  </a:lnTo>
                  <a:lnTo>
                    <a:pt x="2027524" y="568416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77" name="rc876"/>
            <p:cNvSpPr/>
            <p:nvPr/>
          </p:nvSpPr>
          <p:spPr>
            <a:xfrm>
              <a:off x="4122981" y="6590760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878" name="pl877"/>
            <p:cNvSpPr/>
            <p:nvPr/>
          </p:nvSpPr>
          <p:spPr>
            <a:xfrm>
              <a:off x="4122981" y="6590760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l878"/>
            <p:cNvSpPr/>
            <p:nvPr/>
          </p:nvSpPr>
          <p:spPr>
            <a:xfrm>
              <a:off x="4085024" y="8499352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l879"/>
            <p:cNvSpPr/>
            <p:nvPr/>
          </p:nvSpPr>
          <p:spPr>
            <a:xfrm>
              <a:off x="4085024" y="7846811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l880"/>
            <p:cNvSpPr/>
            <p:nvPr/>
          </p:nvSpPr>
          <p:spPr>
            <a:xfrm>
              <a:off x="4085024" y="719426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l881"/>
            <p:cNvSpPr/>
            <p:nvPr/>
          </p:nvSpPr>
          <p:spPr>
            <a:xfrm>
              <a:off x="4122981" y="8675135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l882"/>
            <p:cNvSpPr/>
            <p:nvPr/>
          </p:nvSpPr>
          <p:spPr>
            <a:xfrm>
              <a:off x="4272415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l883"/>
            <p:cNvSpPr/>
            <p:nvPr/>
          </p:nvSpPr>
          <p:spPr>
            <a:xfrm>
              <a:off x="4948256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l884"/>
            <p:cNvSpPr/>
            <p:nvPr/>
          </p:nvSpPr>
          <p:spPr>
            <a:xfrm>
              <a:off x="5624098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l885"/>
            <p:cNvSpPr/>
            <p:nvPr/>
          </p:nvSpPr>
          <p:spPr>
            <a:xfrm>
              <a:off x="6299939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tx886"/>
            <p:cNvSpPr/>
            <p:nvPr/>
          </p:nvSpPr>
          <p:spPr>
            <a:xfrm>
              <a:off x="4233553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888" name="tx887"/>
            <p:cNvSpPr/>
            <p:nvPr/>
          </p:nvSpPr>
          <p:spPr>
            <a:xfrm>
              <a:off x="4909394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889" name="tx888"/>
            <p:cNvSpPr/>
            <p:nvPr/>
          </p:nvSpPr>
          <p:spPr>
            <a:xfrm>
              <a:off x="5585236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890" name="tx889"/>
            <p:cNvSpPr/>
            <p:nvPr/>
          </p:nvSpPr>
          <p:spPr>
            <a:xfrm>
              <a:off x="6261077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891" name="tx890"/>
            <p:cNvSpPr/>
            <p:nvPr/>
          </p:nvSpPr>
          <p:spPr>
            <a:xfrm>
              <a:off x="4920289" y="8956323"/>
              <a:ext cx="734080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892" name="tx891"/>
            <p:cNvSpPr/>
            <p:nvPr/>
          </p:nvSpPr>
          <p:spPr>
            <a:xfrm>
              <a:off x="4122981" y="6347601"/>
              <a:ext cx="473842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(i) RD</a:t>
              </a:r>
            </a:p>
          </p:txBody>
        </p:sp>
        <p:sp>
          <p:nvSpPr>
            <p:cNvPr id="893" name="rc892"/>
            <p:cNvSpPr/>
            <p:nvPr/>
          </p:nvSpPr>
          <p:spPr>
            <a:xfrm>
              <a:off x="6742685" y="6590760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94" name="pt893"/>
            <p:cNvSpPr/>
            <p:nvPr/>
          </p:nvSpPr>
          <p:spPr>
            <a:xfrm>
              <a:off x="6894634" y="826743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5" name="pt894"/>
            <p:cNvSpPr/>
            <p:nvPr/>
          </p:nvSpPr>
          <p:spPr>
            <a:xfrm>
              <a:off x="6880318" y="8034568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6" name="pt895"/>
            <p:cNvSpPr/>
            <p:nvPr/>
          </p:nvSpPr>
          <p:spPr>
            <a:xfrm>
              <a:off x="6819235" y="8296982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7" name="pt896"/>
            <p:cNvSpPr/>
            <p:nvPr/>
          </p:nvSpPr>
          <p:spPr>
            <a:xfrm>
              <a:off x="6869731" y="692435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8" name="pt897"/>
            <p:cNvSpPr/>
            <p:nvPr/>
          </p:nvSpPr>
          <p:spPr>
            <a:xfrm>
              <a:off x="6831885" y="7856829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899" name="pt898"/>
            <p:cNvSpPr/>
            <p:nvPr/>
          </p:nvSpPr>
          <p:spPr>
            <a:xfrm>
              <a:off x="6874357" y="751431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0" name="pt899"/>
            <p:cNvSpPr/>
            <p:nvPr/>
          </p:nvSpPr>
          <p:spPr>
            <a:xfrm>
              <a:off x="6823699" y="8551091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1" name="pt900"/>
            <p:cNvSpPr/>
            <p:nvPr/>
          </p:nvSpPr>
          <p:spPr>
            <a:xfrm>
              <a:off x="6844860" y="803418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2" name="pt901"/>
            <p:cNvSpPr/>
            <p:nvPr/>
          </p:nvSpPr>
          <p:spPr>
            <a:xfrm>
              <a:off x="6877693" y="783367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3" name="pt902"/>
            <p:cNvSpPr/>
            <p:nvPr/>
          </p:nvSpPr>
          <p:spPr>
            <a:xfrm>
              <a:off x="6834863" y="726164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4" name="pt903"/>
            <p:cNvSpPr/>
            <p:nvPr/>
          </p:nvSpPr>
          <p:spPr>
            <a:xfrm>
              <a:off x="7526407" y="781511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5" name="pt904"/>
            <p:cNvSpPr/>
            <p:nvPr/>
          </p:nvSpPr>
          <p:spPr>
            <a:xfrm>
              <a:off x="7557876" y="736747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6" name="pt905"/>
            <p:cNvSpPr/>
            <p:nvPr/>
          </p:nvSpPr>
          <p:spPr>
            <a:xfrm>
              <a:off x="7520487" y="826645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7" name="pt906"/>
            <p:cNvSpPr/>
            <p:nvPr/>
          </p:nvSpPr>
          <p:spPr>
            <a:xfrm>
              <a:off x="7512870" y="837946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8" name="pt907"/>
            <p:cNvSpPr/>
            <p:nvPr/>
          </p:nvSpPr>
          <p:spPr>
            <a:xfrm>
              <a:off x="7569077" y="665620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09" name="pt908"/>
            <p:cNvSpPr/>
            <p:nvPr/>
          </p:nvSpPr>
          <p:spPr>
            <a:xfrm>
              <a:off x="7577347" y="696853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0" name="pt909"/>
            <p:cNvSpPr/>
            <p:nvPr/>
          </p:nvSpPr>
          <p:spPr>
            <a:xfrm>
              <a:off x="7539875" y="847660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1" name="pt910"/>
            <p:cNvSpPr/>
            <p:nvPr/>
          </p:nvSpPr>
          <p:spPr>
            <a:xfrm>
              <a:off x="7556902" y="832423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2" name="pt911"/>
            <p:cNvSpPr/>
            <p:nvPr/>
          </p:nvSpPr>
          <p:spPr>
            <a:xfrm>
              <a:off x="7533389" y="840034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3" name="pt912"/>
            <p:cNvSpPr/>
            <p:nvPr/>
          </p:nvSpPr>
          <p:spPr>
            <a:xfrm>
              <a:off x="7576385" y="824346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4" name="pt913"/>
            <p:cNvSpPr/>
            <p:nvPr/>
          </p:nvSpPr>
          <p:spPr>
            <a:xfrm>
              <a:off x="7574513" y="8177742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5" name="pt914"/>
            <p:cNvSpPr/>
            <p:nvPr/>
          </p:nvSpPr>
          <p:spPr>
            <a:xfrm>
              <a:off x="7523319" y="842983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6" name="pt915"/>
            <p:cNvSpPr/>
            <p:nvPr/>
          </p:nvSpPr>
          <p:spPr>
            <a:xfrm>
              <a:off x="7481813" y="799880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7" name="pt916"/>
            <p:cNvSpPr/>
            <p:nvPr/>
          </p:nvSpPr>
          <p:spPr>
            <a:xfrm>
              <a:off x="7560796" y="805475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8" name="pt917"/>
            <p:cNvSpPr/>
            <p:nvPr/>
          </p:nvSpPr>
          <p:spPr>
            <a:xfrm>
              <a:off x="7485941" y="765280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19" name="pt918"/>
            <p:cNvSpPr/>
            <p:nvPr/>
          </p:nvSpPr>
          <p:spPr>
            <a:xfrm>
              <a:off x="7570961" y="784635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0" name="pt919"/>
            <p:cNvSpPr/>
            <p:nvPr/>
          </p:nvSpPr>
          <p:spPr>
            <a:xfrm>
              <a:off x="7489835" y="843800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1" name="pt920"/>
            <p:cNvSpPr/>
            <p:nvPr/>
          </p:nvSpPr>
          <p:spPr>
            <a:xfrm>
              <a:off x="7538620" y="8216838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2" name="pt921"/>
            <p:cNvSpPr/>
            <p:nvPr/>
          </p:nvSpPr>
          <p:spPr>
            <a:xfrm>
              <a:off x="8207454" y="827085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3" name="pt922"/>
            <p:cNvSpPr/>
            <p:nvPr/>
          </p:nvSpPr>
          <p:spPr>
            <a:xfrm>
              <a:off x="8168960" y="8188378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4" name="pt923"/>
            <p:cNvSpPr/>
            <p:nvPr/>
          </p:nvSpPr>
          <p:spPr>
            <a:xfrm>
              <a:off x="8240837" y="8188593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5" name="pt924"/>
            <p:cNvSpPr/>
            <p:nvPr/>
          </p:nvSpPr>
          <p:spPr>
            <a:xfrm>
              <a:off x="8190465" y="812251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6" name="pt925"/>
            <p:cNvSpPr/>
            <p:nvPr/>
          </p:nvSpPr>
          <p:spPr>
            <a:xfrm>
              <a:off x="8187539" y="815024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7" name="pt926"/>
            <p:cNvSpPr/>
            <p:nvPr/>
          </p:nvSpPr>
          <p:spPr>
            <a:xfrm>
              <a:off x="8213850" y="828145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8" name="pt927"/>
            <p:cNvSpPr/>
            <p:nvPr/>
          </p:nvSpPr>
          <p:spPr>
            <a:xfrm>
              <a:off x="8214100" y="823863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29" name="pt928"/>
            <p:cNvSpPr/>
            <p:nvPr/>
          </p:nvSpPr>
          <p:spPr>
            <a:xfrm>
              <a:off x="8185732" y="772751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0" name="pt929"/>
            <p:cNvSpPr/>
            <p:nvPr/>
          </p:nvSpPr>
          <p:spPr>
            <a:xfrm>
              <a:off x="8244068" y="835748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1" name="pt930"/>
            <p:cNvSpPr/>
            <p:nvPr/>
          </p:nvSpPr>
          <p:spPr>
            <a:xfrm>
              <a:off x="8189791" y="791506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2" name="pt931"/>
            <p:cNvSpPr/>
            <p:nvPr/>
          </p:nvSpPr>
          <p:spPr>
            <a:xfrm>
              <a:off x="8222451" y="832422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3" name="pt932"/>
            <p:cNvSpPr/>
            <p:nvPr/>
          </p:nvSpPr>
          <p:spPr>
            <a:xfrm>
              <a:off x="8240701" y="799087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4" name="pt933"/>
            <p:cNvSpPr/>
            <p:nvPr/>
          </p:nvSpPr>
          <p:spPr>
            <a:xfrm>
              <a:off x="8194976" y="829804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5" name="pt934"/>
            <p:cNvSpPr/>
            <p:nvPr/>
          </p:nvSpPr>
          <p:spPr>
            <a:xfrm>
              <a:off x="8222390" y="836615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6" name="pt935"/>
            <p:cNvSpPr/>
            <p:nvPr/>
          </p:nvSpPr>
          <p:spPr>
            <a:xfrm>
              <a:off x="8246423" y="7559070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7" name="pt936"/>
            <p:cNvSpPr/>
            <p:nvPr/>
          </p:nvSpPr>
          <p:spPr>
            <a:xfrm>
              <a:off x="8245845" y="8221279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8" name="pt937"/>
            <p:cNvSpPr/>
            <p:nvPr/>
          </p:nvSpPr>
          <p:spPr>
            <a:xfrm>
              <a:off x="8193634" y="781051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39" name="pt938"/>
            <p:cNvSpPr/>
            <p:nvPr/>
          </p:nvSpPr>
          <p:spPr>
            <a:xfrm>
              <a:off x="8201640" y="807711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0" name="pt939"/>
            <p:cNvSpPr/>
            <p:nvPr/>
          </p:nvSpPr>
          <p:spPr>
            <a:xfrm>
              <a:off x="8220023" y="7888318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1" name="pt940"/>
            <p:cNvSpPr/>
            <p:nvPr/>
          </p:nvSpPr>
          <p:spPr>
            <a:xfrm>
              <a:off x="8260731" y="790732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2" name="pt941"/>
            <p:cNvSpPr/>
            <p:nvPr/>
          </p:nvSpPr>
          <p:spPr>
            <a:xfrm>
              <a:off x="8921436" y="843046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3" name="pt942"/>
            <p:cNvSpPr/>
            <p:nvPr/>
          </p:nvSpPr>
          <p:spPr>
            <a:xfrm>
              <a:off x="8890419" y="810508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4" name="pt943"/>
            <p:cNvSpPr/>
            <p:nvPr/>
          </p:nvSpPr>
          <p:spPr>
            <a:xfrm>
              <a:off x="8895025" y="781240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5" name="pt944"/>
            <p:cNvSpPr/>
            <p:nvPr/>
          </p:nvSpPr>
          <p:spPr>
            <a:xfrm>
              <a:off x="8927091" y="80803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6" name="pt945"/>
            <p:cNvSpPr/>
            <p:nvPr/>
          </p:nvSpPr>
          <p:spPr>
            <a:xfrm>
              <a:off x="8921849" y="786876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7" name="pt946"/>
            <p:cNvSpPr/>
            <p:nvPr/>
          </p:nvSpPr>
          <p:spPr>
            <a:xfrm>
              <a:off x="8850924" y="8220976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8" name="pt947"/>
            <p:cNvSpPr/>
            <p:nvPr/>
          </p:nvSpPr>
          <p:spPr>
            <a:xfrm>
              <a:off x="8882501" y="804013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49" name="pt948"/>
            <p:cNvSpPr/>
            <p:nvPr/>
          </p:nvSpPr>
          <p:spPr>
            <a:xfrm>
              <a:off x="8850192" y="823895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0" name="pt949"/>
            <p:cNvSpPr/>
            <p:nvPr/>
          </p:nvSpPr>
          <p:spPr>
            <a:xfrm>
              <a:off x="8850574" y="775088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1" name="pt950"/>
            <p:cNvSpPr/>
            <p:nvPr/>
          </p:nvSpPr>
          <p:spPr>
            <a:xfrm>
              <a:off x="8872265" y="777837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2" name="pt951"/>
            <p:cNvSpPr/>
            <p:nvPr/>
          </p:nvSpPr>
          <p:spPr>
            <a:xfrm>
              <a:off x="8886277" y="8120600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3" name="pt952"/>
            <p:cNvSpPr/>
            <p:nvPr/>
          </p:nvSpPr>
          <p:spPr>
            <a:xfrm>
              <a:off x="8882602" y="829704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4" name="pt953"/>
            <p:cNvSpPr/>
            <p:nvPr/>
          </p:nvSpPr>
          <p:spPr>
            <a:xfrm>
              <a:off x="8863975" y="8024701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5" name="pt954"/>
            <p:cNvSpPr/>
            <p:nvPr/>
          </p:nvSpPr>
          <p:spPr>
            <a:xfrm>
              <a:off x="8855869" y="832102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6" name="pt955"/>
            <p:cNvSpPr/>
            <p:nvPr/>
          </p:nvSpPr>
          <p:spPr>
            <a:xfrm>
              <a:off x="8857459" y="7987777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7" name="pt956"/>
            <p:cNvSpPr/>
            <p:nvPr/>
          </p:nvSpPr>
          <p:spPr>
            <a:xfrm>
              <a:off x="8936231" y="8403118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8" name="pt957"/>
            <p:cNvSpPr/>
            <p:nvPr/>
          </p:nvSpPr>
          <p:spPr>
            <a:xfrm>
              <a:off x="8925547" y="7601802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59" name="pt958"/>
            <p:cNvSpPr/>
            <p:nvPr/>
          </p:nvSpPr>
          <p:spPr>
            <a:xfrm>
              <a:off x="8890766" y="830187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0" name="pt959"/>
            <p:cNvSpPr/>
            <p:nvPr/>
          </p:nvSpPr>
          <p:spPr>
            <a:xfrm>
              <a:off x="8868760" y="8218748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1" name="pt960"/>
            <p:cNvSpPr/>
            <p:nvPr/>
          </p:nvSpPr>
          <p:spPr>
            <a:xfrm>
              <a:off x="8862869" y="804094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2" name="pt961"/>
            <p:cNvSpPr/>
            <p:nvPr/>
          </p:nvSpPr>
          <p:spPr>
            <a:xfrm>
              <a:off x="8886101" y="789919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3" name="pt962"/>
            <p:cNvSpPr/>
            <p:nvPr/>
          </p:nvSpPr>
          <p:spPr>
            <a:xfrm>
              <a:off x="8903156" y="8067256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4" name="pt963"/>
            <p:cNvSpPr/>
            <p:nvPr/>
          </p:nvSpPr>
          <p:spPr>
            <a:xfrm>
              <a:off x="8865488" y="8147967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5" name="pt964"/>
            <p:cNvSpPr/>
            <p:nvPr/>
          </p:nvSpPr>
          <p:spPr>
            <a:xfrm>
              <a:off x="8931657" y="826553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5"/>
            <p:cNvSpPr/>
            <p:nvPr/>
          </p:nvSpPr>
          <p:spPr>
            <a:xfrm>
              <a:off x="6877590" y="7826456"/>
              <a:ext cx="2046111" cy="377706"/>
            </a:xfrm>
            <a:custGeom>
              <a:avLst/>
              <a:pathLst>
                <a:path w="2046111" h="377706">
                  <a:moveTo>
                    <a:pt x="0" y="0"/>
                  </a:moveTo>
                  <a:lnTo>
                    <a:pt x="131391" y="24254"/>
                  </a:lnTo>
                  <a:lnTo>
                    <a:pt x="247286" y="45648"/>
                  </a:lnTo>
                  <a:lnTo>
                    <a:pt x="350957" y="64785"/>
                  </a:lnTo>
                  <a:lnTo>
                    <a:pt x="444740" y="82097"/>
                  </a:lnTo>
                  <a:lnTo>
                    <a:pt x="530357" y="97902"/>
                  </a:lnTo>
                  <a:lnTo>
                    <a:pt x="609116" y="112441"/>
                  </a:lnTo>
                  <a:lnTo>
                    <a:pt x="682037" y="125902"/>
                  </a:lnTo>
                  <a:lnTo>
                    <a:pt x="749924" y="138433"/>
                  </a:lnTo>
                  <a:lnTo>
                    <a:pt x="813428" y="150156"/>
                  </a:lnTo>
                  <a:lnTo>
                    <a:pt x="873081" y="161168"/>
                  </a:lnTo>
                  <a:lnTo>
                    <a:pt x="929323" y="171550"/>
                  </a:lnTo>
                  <a:lnTo>
                    <a:pt x="982523" y="181370"/>
                  </a:lnTo>
                  <a:lnTo>
                    <a:pt x="1032994" y="190687"/>
                  </a:lnTo>
                  <a:lnTo>
                    <a:pt x="1081003" y="199549"/>
                  </a:lnTo>
                  <a:lnTo>
                    <a:pt x="1126777" y="207999"/>
                  </a:lnTo>
                  <a:lnTo>
                    <a:pt x="1170516" y="216073"/>
                  </a:lnTo>
                  <a:lnTo>
                    <a:pt x="1212394" y="223804"/>
                  </a:lnTo>
                  <a:lnTo>
                    <a:pt x="1252561" y="231219"/>
                  </a:lnTo>
                  <a:lnTo>
                    <a:pt x="1291153" y="238343"/>
                  </a:lnTo>
                  <a:lnTo>
                    <a:pt x="1328289" y="245198"/>
                  </a:lnTo>
                  <a:lnTo>
                    <a:pt x="1364074" y="251804"/>
                  </a:lnTo>
                  <a:lnTo>
                    <a:pt x="1398602" y="258177"/>
                  </a:lnTo>
                  <a:lnTo>
                    <a:pt x="1431961" y="264335"/>
                  </a:lnTo>
                  <a:lnTo>
                    <a:pt x="1464225" y="270291"/>
                  </a:lnTo>
                  <a:lnTo>
                    <a:pt x="1495465" y="276058"/>
                  </a:lnTo>
                  <a:lnTo>
                    <a:pt x="1525743" y="281647"/>
                  </a:lnTo>
                  <a:lnTo>
                    <a:pt x="1555118" y="287070"/>
                  </a:lnTo>
                  <a:lnTo>
                    <a:pt x="1583640" y="292335"/>
                  </a:lnTo>
                  <a:lnTo>
                    <a:pt x="1611360" y="297452"/>
                  </a:lnTo>
                  <a:lnTo>
                    <a:pt x="1638320" y="302429"/>
                  </a:lnTo>
                  <a:lnTo>
                    <a:pt x="1664560" y="307273"/>
                  </a:lnTo>
                  <a:lnTo>
                    <a:pt x="1690120" y="311991"/>
                  </a:lnTo>
                  <a:lnTo>
                    <a:pt x="1715032" y="316589"/>
                  </a:lnTo>
                  <a:lnTo>
                    <a:pt x="1739328" y="321074"/>
                  </a:lnTo>
                  <a:lnTo>
                    <a:pt x="1763040" y="325451"/>
                  </a:lnTo>
                  <a:lnTo>
                    <a:pt x="1786193" y="329726"/>
                  </a:lnTo>
                  <a:lnTo>
                    <a:pt x="1808814" y="333901"/>
                  </a:lnTo>
                  <a:lnTo>
                    <a:pt x="1830927" y="337983"/>
                  </a:lnTo>
                  <a:lnTo>
                    <a:pt x="1852553" y="341975"/>
                  </a:lnTo>
                  <a:lnTo>
                    <a:pt x="1873715" y="345882"/>
                  </a:lnTo>
                  <a:lnTo>
                    <a:pt x="1894431" y="349706"/>
                  </a:lnTo>
                  <a:lnTo>
                    <a:pt x="1914720" y="353451"/>
                  </a:lnTo>
                  <a:lnTo>
                    <a:pt x="1934598" y="357121"/>
                  </a:lnTo>
                  <a:lnTo>
                    <a:pt x="1954084" y="360718"/>
                  </a:lnTo>
                  <a:lnTo>
                    <a:pt x="1973190" y="364245"/>
                  </a:lnTo>
                  <a:lnTo>
                    <a:pt x="1991933" y="367705"/>
                  </a:lnTo>
                  <a:lnTo>
                    <a:pt x="2010326" y="371100"/>
                  </a:lnTo>
                  <a:lnTo>
                    <a:pt x="2028381" y="374433"/>
                  </a:lnTo>
                  <a:lnTo>
                    <a:pt x="2046111" y="377706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7" name="pl966"/>
            <p:cNvSpPr/>
            <p:nvPr/>
          </p:nvSpPr>
          <p:spPr>
            <a:xfrm>
              <a:off x="6877590" y="7073634"/>
              <a:ext cx="2046111" cy="1259268"/>
            </a:xfrm>
            <a:custGeom>
              <a:avLst/>
              <a:pathLst>
                <a:path w="2046111" h="1259268">
                  <a:moveTo>
                    <a:pt x="0" y="0"/>
                  </a:moveTo>
                  <a:lnTo>
                    <a:pt x="131391" y="80863"/>
                  </a:lnTo>
                  <a:lnTo>
                    <a:pt x="247286" y="152191"/>
                  </a:lnTo>
                  <a:lnTo>
                    <a:pt x="350957" y="215995"/>
                  </a:lnTo>
                  <a:lnTo>
                    <a:pt x="444740" y="273713"/>
                  </a:lnTo>
                  <a:lnTo>
                    <a:pt x="530357" y="326405"/>
                  </a:lnTo>
                  <a:lnTo>
                    <a:pt x="609116" y="374877"/>
                  </a:lnTo>
                  <a:lnTo>
                    <a:pt x="682037" y="419756"/>
                  </a:lnTo>
                  <a:lnTo>
                    <a:pt x="749924" y="461536"/>
                  </a:lnTo>
                  <a:lnTo>
                    <a:pt x="813428" y="500620"/>
                  </a:lnTo>
                  <a:lnTo>
                    <a:pt x="873081" y="537333"/>
                  </a:lnTo>
                  <a:lnTo>
                    <a:pt x="929323" y="571947"/>
                  </a:lnTo>
                  <a:lnTo>
                    <a:pt x="982523" y="604689"/>
                  </a:lnTo>
                  <a:lnTo>
                    <a:pt x="1032994" y="635751"/>
                  </a:lnTo>
                  <a:lnTo>
                    <a:pt x="1081003" y="665297"/>
                  </a:lnTo>
                  <a:lnTo>
                    <a:pt x="1126777" y="693469"/>
                  </a:lnTo>
                  <a:lnTo>
                    <a:pt x="1170516" y="720388"/>
                  </a:lnTo>
                  <a:lnTo>
                    <a:pt x="1212394" y="746161"/>
                  </a:lnTo>
                  <a:lnTo>
                    <a:pt x="1252561" y="770882"/>
                  </a:lnTo>
                  <a:lnTo>
                    <a:pt x="1291153" y="794634"/>
                  </a:lnTo>
                  <a:lnTo>
                    <a:pt x="1328289" y="817488"/>
                  </a:lnTo>
                  <a:lnTo>
                    <a:pt x="1364074" y="839512"/>
                  </a:lnTo>
                  <a:lnTo>
                    <a:pt x="1398602" y="860762"/>
                  </a:lnTo>
                  <a:lnTo>
                    <a:pt x="1431961" y="881293"/>
                  </a:lnTo>
                  <a:lnTo>
                    <a:pt x="1464225" y="901149"/>
                  </a:lnTo>
                  <a:lnTo>
                    <a:pt x="1495465" y="920376"/>
                  </a:lnTo>
                  <a:lnTo>
                    <a:pt x="1525743" y="939010"/>
                  </a:lnTo>
                  <a:lnTo>
                    <a:pt x="1555118" y="957089"/>
                  </a:lnTo>
                  <a:lnTo>
                    <a:pt x="1583640" y="974643"/>
                  </a:lnTo>
                  <a:lnTo>
                    <a:pt x="1611360" y="991703"/>
                  </a:lnTo>
                  <a:lnTo>
                    <a:pt x="1638320" y="1008295"/>
                  </a:lnTo>
                  <a:lnTo>
                    <a:pt x="1664560" y="1024445"/>
                  </a:lnTo>
                  <a:lnTo>
                    <a:pt x="1690120" y="1040175"/>
                  </a:lnTo>
                  <a:lnTo>
                    <a:pt x="1715032" y="1055507"/>
                  </a:lnTo>
                  <a:lnTo>
                    <a:pt x="1739328" y="1070460"/>
                  </a:lnTo>
                  <a:lnTo>
                    <a:pt x="1763040" y="1085053"/>
                  </a:lnTo>
                  <a:lnTo>
                    <a:pt x="1786193" y="1099303"/>
                  </a:lnTo>
                  <a:lnTo>
                    <a:pt x="1808814" y="1113225"/>
                  </a:lnTo>
                  <a:lnTo>
                    <a:pt x="1830927" y="1126834"/>
                  </a:lnTo>
                  <a:lnTo>
                    <a:pt x="1852553" y="1140144"/>
                  </a:lnTo>
                  <a:lnTo>
                    <a:pt x="1873715" y="1153168"/>
                  </a:lnTo>
                  <a:lnTo>
                    <a:pt x="1894431" y="1165917"/>
                  </a:lnTo>
                  <a:lnTo>
                    <a:pt x="1914720" y="1178404"/>
                  </a:lnTo>
                  <a:lnTo>
                    <a:pt x="1934598" y="1190638"/>
                  </a:lnTo>
                  <a:lnTo>
                    <a:pt x="1954084" y="1202630"/>
                  </a:lnTo>
                  <a:lnTo>
                    <a:pt x="1973190" y="1214390"/>
                  </a:lnTo>
                  <a:lnTo>
                    <a:pt x="1991933" y="1225925"/>
                  </a:lnTo>
                  <a:lnTo>
                    <a:pt x="2010326" y="1237244"/>
                  </a:lnTo>
                  <a:lnTo>
                    <a:pt x="2028381" y="1248356"/>
                  </a:lnTo>
                  <a:lnTo>
                    <a:pt x="2046111" y="1259268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8" name="pl967"/>
            <p:cNvSpPr/>
            <p:nvPr/>
          </p:nvSpPr>
          <p:spPr>
            <a:xfrm>
              <a:off x="6877590" y="8238385"/>
              <a:ext cx="2046111" cy="72959"/>
            </a:xfrm>
            <a:custGeom>
              <a:avLst/>
              <a:pathLst>
                <a:path w="2046111" h="72959">
                  <a:moveTo>
                    <a:pt x="0" y="72959"/>
                  </a:moveTo>
                  <a:lnTo>
                    <a:pt x="131391" y="68274"/>
                  </a:lnTo>
                  <a:lnTo>
                    <a:pt x="247286" y="64142"/>
                  </a:lnTo>
                  <a:lnTo>
                    <a:pt x="350957" y="60445"/>
                  </a:lnTo>
                  <a:lnTo>
                    <a:pt x="444740" y="57101"/>
                  </a:lnTo>
                  <a:lnTo>
                    <a:pt x="530357" y="54048"/>
                  </a:lnTo>
                  <a:lnTo>
                    <a:pt x="609116" y="51240"/>
                  </a:lnTo>
                  <a:lnTo>
                    <a:pt x="682037" y="48639"/>
                  </a:lnTo>
                  <a:lnTo>
                    <a:pt x="749924" y="46219"/>
                  </a:lnTo>
                  <a:lnTo>
                    <a:pt x="813428" y="43954"/>
                  </a:lnTo>
                  <a:lnTo>
                    <a:pt x="873081" y="41827"/>
                  </a:lnTo>
                  <a:lnTo>
                    <a:pt x="929323" y="39822"/>
                  </a:lnTo>
                  <a:lnTo>
                    <a:pt x="982523" y="37925"/>
                  </a:lnTo>
                  <a:lnTo>
                    <a:pt x="1032994" y="36125"/>
                  </a:lnTo>
                  <a:lnTo>
                    <a:pt x="1081003" y="34413"/>
                  </a:lnTo>
                  <a:lnTo>
                    <a:pt x="1126777" y="32781"/>
                  </a:lnTo>
                  <a:lnTo>
                    <a:pt x="1170516" y="31221"/>
                  </a:lnTo>
                  <a:lnTo>
                    <a:pt x="1212394" y="29728"/>
                  </a:lnTo>
                  <a:lnTo>
                    <a:pt x="1252561" y="28296"/>
                  </a:lnTo>
                  <a:lnTo>
                    <a:pt x="1291153" y="26920"/>
                  </a:lnTo>
                  <a:lnTo>
                    <a:pt x="1328289" y="25595"/>
                  </a:lnTo>
                  <a:lnTo>
                    <a:pt x="1364074" y="24319"/>
                  </a:lnTo>
                  <a:lnTo>
                    <a:pt x="1398602" y="23088"/>
                  </a:lnTo>
                  <a:lnTo>
                    <a:pt x="1431961" y="21899"/>
                  </a:lnTo>
                  <a:lnTo>
                    <a:pt x="1464225" y="20748"/>
                  </a:lnTo>
                  <a:lnTo>
                    <a:pt x="1495465" y="19634"/>
                  </a:lnTo>
                  <a:lnTo>
                    <a:pt x="1525743" y="18555"/>
                  </a:lnTo>
                  <a:lnTo>
                    <a:pt x="1555118" y="17507"/>
                  </a:lnTo>
                  <a:lnTo>
                    <a:pt x="1583640" y="16490"/>
                  </a:lnTo>
                  <a:lnTo>
                    <a:pt x="1611360" y="15502"/>
                  </a:lnTo>
                  <a:lnTo>
                    <a:pt x="1638320" y="14540"/>
                  </a:lnTo>
                  <a:lnTo>
                    <a:pt x="1664560" y="13605"/>
                  </a:lnTo>
                  <a:lnTo>
                    <a:pt x="1690120" y="12693"/>
                  </a:lnTo>
                  <a:lnTo>
                    <a:pt x="1715032" y="11805"/>
                  </a:lnTo>
                  <a:lnTo>
                    <a:pt x="1739328" y="10939"/>
                  </a:lnTo>
                  <a:lnTo>
                    <a:pt x="1763040" y="10093"/>
                  </a:lnTo>
                  <a:lnTo>
                    <a:pt x="1786193" y="9268"/>
                  </a:lnTo>
                  <a:lnTo>
                    <a:pt x="1808814" y="8461"/>
                  </a:lnTo>
                  <a:lnTo>
                    <a:pt x="1830927" y="7672"/>
                  </a:lnTo>
                  <a:lnTo>
                    <a:pt x="1852553" y="6901"/>
                  </a:lnTo>
                  <a:lnTo>
                    <a:pt x="1873715" y="6147"/>
                  </a:lnTo>
                  <a:lnTo>
                    <a:pt x="1894431" y="5408"/>
                  </a:lnTo>
                  <a:lnTo>
                    <a:pt x="1914720" y="4685"/>
                  </a:lnTo>
                  <a:lnTo>
                    <a:pt x="1934598" y="3976"/>
                  </a:lnTo>
                  <a:lnTo>
                    <a:pt x="1954084" y="3281"/>
                  </a:lnTo>
                  <a:lnTo>
                    <a:pt x="1973190" y="2600"/>
                  </a:lnTo>
                  <a:lnTo>
                    <a:pt x="1991933" y="1931"/>
                  </a:lnTo>
                  <a:lnTo>
                    <a:pt x="2010326" y="1276"/>
                  </a:lnTo>
                  <a:lnTo>
                    <a:pt x="2028381" y="632"/>
                  </a:lnTo>
                  <a:lnTo>
                    <a:pt x="2046111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69" name="pl968"/>
            <p:cNvSpPr/>
            <p:nvPr/>
          </p:nvSpPr>
          <p:spPr>
            <a:xfrm>
              <a:off x="6877590" y="7763808"/>
              <a:ext cx="2046111" cy="322378"/>
            </a:xfrm>
            <a:custGeom>
              <a:avLst/>
              <a:pathLst>
                <a:path w="2046111" h="322378">
                  <a:moveTo>
                    <a:pt x="0" y="322378"/>
                  </a:moveTo>
                  <a:lnTo>
                    <a:pt x="131391" y="301677"/>
                  </a:lnTo>
                  <a:lnTo>
                    <a:pt x="247286" y="283417"/>
                  </a:lnTo>
                  <a:lnTo>
                    <a:pt x="350957" y="267082"/>
                  </a:lnTo>
                  <a:lnTo>
                    <a:pt x="444740" y="252306"/>
                  </a:lnTo>
                  <a:lnTo>
                    <a:pt x="530357" y="238817"/>
                  </a:lnTo>
                  <a:lnTo>
                    <a:pt x="609116" y="226408"/>
                  </a:lnTo>
                  <a:lnTo>
                    <a:pt x="682037" y="214919"/>
                  </a:lnTo>
                  <a:lnTo>
                    <a:pt x="749924" y="204223"/>
                  </a:lnTo>
                  <a:lnTo>
                    <a:pt x="813428" y="194217"/>
                  </a:lnTo>
                  <a:lnTo>
                    <a:pt x="873081" y="184818"/>
                  </a:lnTo>
                  <a:lnTo>
                    <a:pt x="929323" y="175957"/>
                  </a:lnTo>
                  <a:lnTo>
                    <a:pt x="982523" y="167575"/>
                  </a:lnTo>
                  <a:lnTo>
                    <a:pt x="1032994" y="159623"/>
                  </a:lnTo>
                  <a:lnTo>
                    <a:pt x="1081003" y="152059"/>
                  </a:lnTo>
                  <a:lnTo>
                    <a:pt x="1126777" y="144847"/>
                  </a:lnTo>
                  <a:lnTo>
                    <a:pt x="1170516" y="137955"/>
                  </a:lnTo>
                  <a:lnTo>
                    <a:pt x="1212394" y="131357"/>
                  </a:lnTo>
                  <a:lnTo>
                    <a:pt x="1252561" y="125029"/>
                  </a:lnTo>
                  <a:lnTo>
                    <a:pt x="1291153" y="118948"/>
                  </a:lnTo>
                  <a:lnTo>
                    <a:pt x="1328289" y="113097"/>
                  </a:lnTo>
                  <a:lnTo>
                    <a:pt x="1364074" y="107459"/>
                  </a:lnTo>
                  <a:lnTo>
                    <a:pt x="1398602" y="102019"/>
                  </a:lnTo>
                  <a:lnTo>
                    <a:pt x="1431961" y="96763"/>
                  </a:lnTo>
                  <a:lnTo>
                    <a:pt x="1464225" y="91680"/>
                  </a:lnTo>
                  <a:lnTo>
                    <a:pt x="1495465" y="86758"/>
                  </a:lnTo>
                  <a:lnTo>
                    <a:pt x="1525743" y="81987"/>
                  </a:lnTo>
                  <a:lnTo>
                    <a:pt x="1555118" y="77359"/>
                  </a:lnTo>
                  <a:lnTo>
                    <a:pt x="1583640" y="72865"/>
                  </a:lnTo>
                  <a:lnTo>
                    <a:pt x="1611360" y="68497"/>
                  </a:lnTo>
                  <a:lnTo>
                    <a:pt x="1638320" y="64250"/>
                  </a:lnTo>
                  <a:lnTo>
                    <a:pt x="1664560" y="60115"/>
                  </a:lnTo>
                  <a:lnTo>
                    <a:pt x="1690120" y="56088"/>
                  </a:lnTo>
                  <a:lnTo>
                    <a:pt x="1715032" y="52163"/>
                  </a:lnTo>
                  <a:lnTo>
                    <a:pt x="1739328" y="48335"/>
                  </a:lnTo>
                  <a:lnTo>
                    <a:pt x="1763040" y="44599"/>
                  </a:lnTo>
                  <a:lnTo>
                    <a:pt x="1786193" y="40951"/>
                  </a:lnTo>
                  <a:lnTo>
                    <a:pt x="1808814" y="37387"/>
                  </a:lnTo>
                  <a:lnTo>
                    <a:pt x="1830927" y="33903"/>
                  </a:lnTo>
                  <a:lnTo>
                    <a:pt x="1852553" y="30496"/>
                  </a:lnTo>
                  <a:lnTo>
                    <a:pt x="1873715" y="27162"/>
                  </a:lnTo>
                  <a:lnTo>
                    <a:pt x="1894431" y="23898"/>
                  </a:lnTo>
                  <a:lnTo>
                    <a:pt x="1914720" y="20701"/>
                  </a:lnTo>
                  <a:lnTo>
                    <a:pt x="1934598" y="17569"/>
                  </a:lnTo>
                  <a:lnTo>
                    <a:pt x="1954084" y="14499"/>
                  </a:lnTo>
                  <a:lnTo>
                    <a:pt x="1973190" y="11489"/>
                  </a:lnTo>
                  <a:lnTo>
                    <a:pt x="1991933" y="8535"/>
                  </a:lnTo>
                  <a:lnTo>
                    <a:pt x="2010326" y="5638"/>
                  </a:lnTo>
                  <a:lnTo>
                    <a:pt x="2028381" y="2793"/>
                  </a:lnTo>
                  <a:lnTo>
                    <a:pt x="2046111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0" name="pl969"/>
            <p:cNvSpPr/>
            <p:nvPr/>
          </p:nvSpPr>
          <p:spPr>
            <a:xfrm>
              <a:off x="6877590" y="7843897"/>
              <a:ext cx="2046111" cy="187419"/>
            </a:xfrm>
            <a:custGeom>
              <a:avLst/>
              <a:pathLst>
                <a:path w="2046111" h="187419">
                  <a:moveTo>
                    <a:pt x="0" y="187419"/>
                  </a:moveTo>
                  <a:lnTo>
                    <a:pt x="131391" y="175384"/>
                  </a:lnTo>
                  <a:lnTo>
                    <a:pt x="247286" y="164768"/>
                  </a:lnTo>
                  <a:lnTo>
                    <a:pt x="350957" y="155272"/>
                  </a:lnTo>
                  <a:lnTo>
                    <a:pt x="444740" y="146681"/>
                  </a:lnTo>
                  <a:lnTo>
                    <a:pt x="530357" y="138839"/>
                  </a:lnTo>
                  <a:lnTo>
                    <a:pt x="609116" y="131625"/>
                  </a:lnTo>
                  <a:lnTo>
                    <a:pt x="682037" y="124946"/>
                  </a:lnTo>
                  <a:lnTo>
                    <a:pt x="749924" y="118727"/>
                  </a:lnTo>
                  <a:lnTo>
                    <a:pt x="813428" y="112910"/>
                  </a:lnTo>
                  <a:lnTo>
                    <a:pt x="873081" y="107446"/>
                  </a:lnTo>
                  <a:lnTo>
                    <a:pt x="929323" y="102295"/>
                  </a:lnTo>
                  <a:lnTo>
                    <a:pt x="982523" y="97422"/>
                  </a:lnTo>
                  <a:lnTo>
                    <a:pt x="1032994" y="92799"/>
                  </a:lnTo>
                  <a:lnTo>
                    <a:pt x="1081003" y="88401"/>
                  </a:lnTo>
                  <a:lnTo>
                    <a:pt x="1126777" y="84208"/>
                  </a:lnTo>
                  <a:lnTo>
                    <a:pt x="1170516" y="80202"/>
                  </a:lnTo>
                  <a:lnTo>
                    <a:pt x="1212394" y="76366"/>
                  </a:lnTo>
                  <a:lnTo>
                    <a:pt x="1252561" y="72687"/>
                  </a:lnTo>
                  <a:lnTo>
                    <a:pt x="1291153" y="69152"/>
                  </a:lnTo>
                  <a:lnTo>
                    <a:pt x="1328289" y="65750"/>
                  </a:lnTo>
                  <a:lnTo>
                    <a:pt x="1364074" y="62473"/>
                  </a:lnTo>
                  <a:lnTo>
                    <a:pt x="1398602" y="59310"/>
                  </a:lnTo>
                  <a:lnTo>
                    <a:pt x="1431961" y="56254"/>
                  </a:lnTo>
                  <a:lnTo>
                    <a:pt x="1464225" y="53299"/>
                  </a:lnTo>
                  <a:lnTo>
                    <a:pt x="1495465" y="50437"/>
                  </a:lnTo>
                  <a:lnTo>
                    <a:pt x="1525743" y="47664"/>
                  </a:lnTo>
                  <a:lnTo>
                    <a:pt x="1555118" y="44973"/>
                  </a:lnTo>
                  <a:lnTo>
                    <a:pt x="1583640" y="42361"/>
                  </a:lnTo>
                  <a:lnTo>
                    <a:pt x="1611360" y="39822"/>
                  </a:lnTo>
                  <a:lnTo>
                    <a:pt x="1638320" y="37352"/>
                  </a:lnTo>
                  <a:lnTo>
                    <a:pt x="1664560" y="34949"/>
                  </a:lnTo>
                  <a:lnTo>
                    <a:pt x="1690120" y="32607"/>
                  </a:lnTo>
                  <a:lnTo>
                    <a:pt x="1715032" y="30326"/>
                  </a:lnTo>
                  <a:lnTo>
                    <a:pt x="1739328" y="28100"/>
                  </a:lnTo>
                  <a:lnTo>
                    <a:pt x="1763040" y="25928"/>
                  </a:lnTo>
                  <a:lnTo>
                    <a:pt x="1786193" y="23807"/>
                  </a:lnTo>
                  <a:lnTo>
                    <a:pt x="1808814" y="21735"/>
                  </a:lnTo>
                  <a:lnTo>
                    <a:pt x="1830927" y="19710"/>
                  </a:lnTo>
                  <a:lnTo>
                    <a:pt x="1852553" y="17729"/>
                  </a:lnTo>
                  <a:lnTo>
                    <a:pt x="1873715" y="15791"/>
                  </a:lnTo>
                  <a:lnTo>
                    <a:pt x="1894431" y="13893"/>
                  </a:lnTo>
                  <a:lnTo>
                    <a:pt x="1914720" y="12035"/>
                  </a:lnTo>
                  <a:lnTo>
                    <a:pt x="1934598" y="10214"/>
                  </a:lnTo>
                  <a:lnTo>
                    <a:pt x="1954084" y="8429"/>
                  </a:lnTo>
                  <a:lnTo>
                    <a:pt x="1973190" y="6679"/>
                  </a:lnTo>
                  <a:lnTo>
                    <a:pt x="1991933" y="4962"/>
                  </a:lnTo>
                  <a:lnTo>
                    <a:pt x="2010326" y="3277"/>
                  </a:lnTo>
                  <a:lnTo>
                    <a:pt x="2028381" y="1624"/>
                  </a:lnTo>
                  <a:lnTo>
                    <a:pt x="2046111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1" name="pl970"/>
            <p:cNvSpPr/>
            <p:nvPr/>
          </p:nvSpPr>
          <p:spPr>
            <a:xfrm>
              <a:off x="6877590" y="7824682"/>
              <a:ext cx="2046111" cy="230128"/>
            </a:xfrm>
            <a:custGeom>
              <a:avLst/>
              <a:pathLst>
                <a:path w="2046111" h="230128">
                  <a:moveTo>
                    <a:pt x="0" y="0"/>
                  </a:moveTo>
                  <a:lnTo>
                    <a:pt x="131391" y="14777"/>
                  </a:lnTo>
                  <a:lnTo>
                    <a:pt x="247286" y="27812"/>
                  </a:lnTo>
                  <a:lnTo>
                    <a:pt x="350957" y="39472"/>
                  </a:lnTo>
                  <a:lnTo>
                    <a:pt x="444740" y="50020"/>
                  </a:lnTo>
                  <a:lnTo>
                    <a:pt x="530357" y="59649"/>
                  </a:lnTo>
                  <a:lnTo>
                    <a:pt x="609116" y="68508"/>
                  </a:lnTo>
                  <a:lnTo>
                    <a:pt x="682037" y="76709"/>
                  </a:lnTo>
                  <a:lnTo>
                    <a:pt x="749924" y="84344"/>
                  </a:lnTo>
                  <a:lnTo>
                    <a:pt x="813428" y="91487"/>
                  </a:lnTo>
                  <a:lnTo>
                    <a:pt x="873081" y="98196"/>
                  </a:lnTo>
                  <a:lnTo>
                    <a:pt x="929323" y="104522"/>
                  </a:lnTo>
                  <a:lnTo>
                    <a:pt x="982523" y="110505"/>
                  </a:lnTo>
                  <a:lnTo>
                    <a:pt x="1032994" y="116182"/>
                  </a:lnTo>
                  <a:lnTo>
                    <a:pt x="1081003" y="121581"/>
                  </a:lnTo>
                  <a:lnTo>
                    <a:pt x="1126777" y="126729"/>
                  </a:lnTo>
                  <a:lnTo>
                    <a:pt x="1170516" y="131649"/>
                  </a:lnTo>
                  <a:lnTo>
                    <a:pt x="1212394" y="136359"/>
                  </a:lnTo>
                  <a:lnTo>
                    <a:pt x="1252561" y="140877"/>
                  </a:lnTo>
                  <a:lnTo>
                    <a:pt x="1291153" y="145217"/>
                  </a:lnTo>
                  <a:lnTo>
                    <a:pt x="1328289" y="149394"/>
                  </a:lnTo>
                  <a:lnTo>
                    <a:pt x="1364074" y="153418"/>
                  </a:lnTo>
                  <a:lnTo>
                    <a:pt x="1398602" y="157302"/>
                  </a:lnTo>
                  <a:lnTo>
                    <a:pt x="1431961" y="161054"/>
                  </a:lnTo>
                  <a:lnTo>
                    <a:pt x="1464225" y="164683"/>
                  </a:lnTo>
                  <a:lnTo>
                    <a:pt x="1495465" y="168196"/>
                  </a:lnTo>
                  <a:lnTo>
                    <a:pt x="1525743" y="171602"/>
                  </a:lnTo>
                  <a:lnTo>
                    <a:pt x="1555118" y="174905"/>
                  </a:lnTo>
                  <a:lnTo>
                    <a:pt x="1583640" y="178113"/>
                  </a:lnTo>
                  <a:lnTo>
                    <a:pt x="1611360" y="181231"/>
                  </a:lnTo>
                  <a:lnTo>
                    <a:pt x="1638320" y="184263"/>
                  </a:lnTo>
                  <a:lnTo>
                    <a:pt x="1664560" y="187215"/>
                  </a:lnTo>
                  <a:lnTo>
                    <a:pt x="1690120" y="190089"/>
                  </a:lnTo>
                  <a:lnTo>
                    <a:pt x="1715032" y="192891"/>
                  </a:lnTo>
                  <a:lnTo>
                    <a:pt x="1739328" y="195624"/>
                  </a:lnTo>
                  <a:lnTo>
                    <a:pt x="1763040" y="198291"/>
                  </a:lnTo>
                  <a:lnTo>
                    <a:pt x="1786193" y="200895"/>
                  </a:lnTo>
                  <a:lnTo>
                    <a:pt x="1808814" y="203439"/>
                  </a:lnTo>
                  <a:lnTo>
                    <a:pt x="1830927" y="205926"/>
                  </a:lnTo>
                  <a:lnTo>
                    <a:pt x="1852553" y="208358"/>
                  </a:lnTo>
                  <a:lnTo>
                    <a:pt x="1873715" y="210738"/>
                  </a:lnTo>
                  <a:lnTo>
                    <a:pt x="1894431" y="213068"/>
                  </a:lnTo>
                  <a:lnTo>
                    <a:pt x="1914720" y="215350"/>
                  </a:lnTo>
                  <a:lnTo>
                    <a:pt x="1934598" y="217586"/>
                  </a:lnTo>
                  <a:lnTo>
                    <a:pt x="1954084" y="219778"/>
                  </a:lnTo>
                  <a:lnTo>
                    <a:pt x="1973190" y="221927"/>
                  </a:lnTo>
                  <a:lnTo>
                    <a:pt x="1991933" y="224035"/>
                  </a:lnTo>
                  <a:lnTo>
                    <a:pt x="2010326" y="226103"/>
                  </a:lnTo>
                  <a:lnTo>
                    <a:pt x="2028381" y="228134"/>
                  </a:lnTo>
                  <a:lnTo>
                    <a:pt x="2046111" y="230128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2" name="pl971"/>
            <p:cNvSpPr/>
            <p:nvPr/>
          </p:nvSpPr>
          <p:spPr>
            <a:xfrm>
              <a:off x="6877590" y="7800460"/>
              <a:ext cx="2046111" cy="385972"/>
            </a:xfrm>
            <a:custGeom>
              <a:avLst/>
              <a:pathLst>
                <a:path w="2046111" h="385972">
                  <a:moveTo>
                    <a:pt x="0" y="0"/>
                  </a:moveTo>
                  <a:lnTo>
                    <a:pt x="131391" y="24785"/>
                  </a:lnTo>
                  <a:lnTo>
                    <a:pt x="247286" y="46647"/>
                  </a:lnTo>
                  <a:lnTo>
                    <a:pt x="350957" y="66203"/>
                  </a:lnTo>
                  <a:lnTo>
                    <a:pt x="444740" y="83894"/>
                  </a:lnTo>
                  <a:lnTo>
                    <a:pt x="530357" y="100045"/>
                  </a:lnTo>
                  <a:lnTo>
                    <a:pt x="609116" y="114902"/>
                  </a:lnTo>
                  <a:lnTo>
                    <a:pt x="682037" y="128657"/>
                  </a:lnTo>
                  <a:lnTo>
                    <a:pt x="749924" y="141463"/>
                  </a:lnTo>
                  <a:lnTo>
                    <a:pt x="813428" y="153442"/>
                  </a:lnTo>
                  <a:lnTo>
                    <a:pt x="873081" y="164695"/>
                  </a:lnTo>
                  <a:lnTo>
                    <a:pt x="929323" y="175305"/>
                  </a:lnTo>
                  <a:lnTo>
                    <a:pt x="982523" y="185340"/>
                  </a:lnTo>
                  <a:lnTo>
                    <a:pt x="1032994" y="194861"/>
                  </a:lnTo>
                  <a:lnTo>
                    <a:pt x="1081003" y="203917"/>
                  </a:lnTo>
                  <a:lnTo>
                    <a:pt x="1126777" y="212552"/>
                  </a:lnTo>
                  <a:lnTo>
                    <a:pt x="1170516" y="220803"/>
                  </a:lnTo>
                  <a:lnTo>
                    <a:pt x="1212394" y="228702"/>
                  </a:lnTo>
                  <a:lnTo>
                    <a:pt x="1252561" y="236279"/>
                  </a:lnTo>
                  <a:lnTo>
                    <a:pt x="1291153" y="243559"/>
                  </a:lnTo>
                  <a:lnTo>
                    <a:pt x="1328289" y="250564"/>
                  </a:lnTo>
                  <a:lnTo>
                    <a:pt x="1364074" y="257315"/>
                  </a:lnTo>
                  <a:lnTo>
                    <a:pt x="1398602" y="263828"/>
                  </a:lnTo>
                  <a:lnTo>
                    <a:pt x="1431961" y="270121"/>
                  </a:lnTo>
                  <a:lnTo>
                    <a:pt x="1464225" y="276207"/>
                  </a:lnTo>
                  <a:lnTo>
                    <a:pt x="1495465" y="282100"/>
                  </a:lnTo>
                  <a:lnTo>
                    <a:pt x="1525743" y="287812"/>
                  </a:lnTo>
                  <a:lnTo>
                    <a:pt x="1555118" y="293353"/>
                  </a:lnTo>
                  <a:lnTo>
                    <a:pt x="1583640" y="298733"/>
                  </a:lnTo>
                  <a:lnTo>
                    <a:pt x="1611360" y="303962"/>
                  </a:lnTo>
                  <a:lnTo>
                    <a:pt x="1638320" y="309048"/>
                  </a:lnTo>
                  <a:lnTo>
                    <a:pt x="1664560" y="313998"/>
                  </a:lnTo>
                  <a:lnTo>
                    <a:pt x="1690120" y="318819"/>
                  </a:lnTo>
                  <a:lnTo>
                    <a:pt x="1715032" y="323519"/>
                  </a:lnTo>
                  <a:lnTo>
                    <a:pt x="1739328" y="328102"/>
                  </a:lnTo>
                  <a:lnTo>
                    <a:pt x="1763040" y="332575"/>
                  </a:lnTo>
                  <a:lnTo>
                    <a:pt x="1786193" y="336942"/>
                  </a:lnTo>
                  <a:lnTo>
                    <a:pt x="1808814" y="341209"/>
                  </a:lnTo>
                  <a:lnTo>
                    <a:pt x="1830927" y="345381"/>
                  </a:lnTo>
                  <a:lnTo>
                    <a:pt x="1852553" y="349460"/>
                  </a:lnTo>
                  <a:lnTo>
                    <a:pt x="1873715" y="353452"/>
                  </a:lnTo>
                  <a:lnTo>
                    <a:pt x="1894431" y="357360"/>
                  </a:lnTo>
                  <a:lnTo>
                    <a:pt x="1914720" y="361187"/>
                  </a:lnTo>
                  <a:lnTo>
                    <a:pt x="1934598" y="364937"/>
                  </a:lnTo>
                  <a:lnTo>
                    <a:pt x="1954084" y="368613"/>
                  </a:lnTo>
                  <a:lnTo>
                    <a:pt x="1973190" y="372217"/>
                  </a:lnTo>
                  <a:lnTo>
                    <a:pt x="1991933" y="375753"/>
                  </a:lnTo>
                  <a:lnTo>
                    <a:pt x="2010326" y="379222"/>
                  </a:lnTo>
                  <a:lnTo>
                    <a:pt x="2028381" y="382628"/>
                  </a:lnTo>
                  <a:lnTo>
                    <a:pt x="2046111" y="385972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3" name="pl972"/>
            <p:cNvSpPr/>
            <p:nvPr/>
          </p:nvSpPr>
          <p:spPr>
            <a:xfrm>
              <a:off x="6877590" y="8170200"/>
              <a:ext cx="2046111" cy="160654"/>
            </a:xfrm>
            <a:custGeom>
              <a:avLst/>
              <a:pathLst>
                <a:path w="2046111" h="160654">
                  <a:moveTo>
                    <a:pt x="0" y="0"/>
                  </a:moveTo>
                  <a:lnTo>
                    <a:pt x="131391" y="10316"/>
                  </a:lnTo>
                  <a:lnTo>
                    <a:pt x="247286" y="19416"/>
                  </a:lnTo>
                  <a:lnTo>
                    <a:pt x="350957" y="27556"/>
                  </a:lnTo>
                  <a:lnTo>
                    <a:pt x="444740" y="34919"/>
                  </a:lnTo>
                  <a:lnTo>
                    <a:pt x="530357" y="41641"/>
                  </a:lnTo>
                  <a:lnTo>
                    <a:pt x="609116" y="47825"/>
                  </a:lnTo>
                  <a:lnTo>
                    <a:pt x="682037" y="53551"/>
                  </a:lnTo>
                  <a:lnTo>
                    <a:pt x="749924" y="58881"/>
                  </a:lnTo>
                  <a:lnTo>
                    <a:pt x="813428" y="63867"/>
                  </a:lnTo>
                  <a:lnTo>
                    <a:pt x="873081" y="68551"/>
                  </a:lnTo>
                  <a:lnTo>
                    <a:pt x="929323" y="72967"/>
                  </a:lnTo>
                  <a:lnTo>
                    <a:pt x="982523" y="77144"/>
                  </a:lnTo>
                  <a:lnTo>
                    <a:pt x="1032994" y="81107"/>
                  </a:lnTo>
                  <a:lnTo>
                    <a:pt x="1081003" y="84876"/>
                  </a:lnTo>
                  <a:lnTo>
                    <a:pt x="1126777" y="88471"/>
                  </a:lnTo>
                  <a:lnTo>
                    <a:pt x="1170516" y="91905"/>
                  </a:lnTo>
                  <a:lnTo>
                    <a:pt x="1212394" y="95193"/>
                  </a:lnTo>
                  <a:lnTo>
                    <a:pt x="1252561" y="98347"/>
                  </a:lnTo>
                  <a:lnTo>
                    <a:pt x="1291153" y="101377"/>
                  </a:lnTo>
                  <a:lnTo>
                    <a:pt x="1328289" y="104293"/>
                  </a:lnTo>
                  <a:lnTo>
                    <a:pt x="1364074" y="107102"/>
                  </a:lnTo>
                  <a:lnTo>
                    <a:pt x="1398602" y="109813"/>
                  </a:lnTo>
                  <a:lnTo>
                    <a:pt x="1431961" y="112433"/>
                  </a:lnTo>
                  <a:lnTo>
                    <a:pt x="1464225" y="114966"/>
                  </a:lnTo>
                  <a:lnTo>
                    <a:pt x="1495465" y="117419"/>
                  </a:lnTo>
                  <a:lnTo>
                    <a:pt x="1525743" y="119796"/>
                  </a:lnTo>
                  <a:lnTo>
                    <a:pt x="1555118" y="122103"/>
                  </a:lnTo>
                  <a:lnTo>
                    <a:pt x="1583640" y="124342"/>
                  </a:lnTo>
                  <a:lnTo>
                    <a:pt x="1611360" y="126518"/>
                  </a:lnTo>
                  <a:lnTo>
                    <a:pt x="1638320" y="128635"/>
                  </a:lnTo>
                  <a:lnTo>
                    <a:pt x="1664560" y="130696"/>
                  </a:lnTo>
                  <a:lnTo>
                    <a:pt x="1690120" y="132702"/>
                  </a:lnTo>
                  <a:lnTo>
                    <a:pt x="1715032" y="134658"/>
                  </a:lnTo>
                  <a:lnTo>
                    <a:pt x="1739328" y="136566"/>
                  </a:lnTo>
                  <a:lnTo>
                    <a:pt x="1763040" y="138428"/>
                  </a:lnTo>
                  <a:lnTo>
                    <a:pt x="1786193" y="140246"/>
                  </a:lnTo>
                  <a:lnTo>
                    <a:pt x="1808814" y="142022"/>
                  </a:lnTo>
                  <a:lnTo>
                    <a:pt x="1830927" y="143758"/>
                  </a:lnTo>
                  <a:lnTo>
                    <a:pt x="1852553" y="145456"/>
                  </a:lnTo>
                  <a:lnTo>
                    <a:pt x="1873715" y="147118"/>
                  </a:lnTo>
                  <a:lnTo>
                    <a:pt x="1894431" y="148744"/>
                  </a:lnTo>
                  <a:lnTo>
                    <a:pt x="1914720" y="150337"/>
                  </a:lnTo>
                  <a:lnTo>
                    <a:pt x="1934598" y="151898"/>
                  </a:lnTo>
                  <a:lnTo>
                    <a:pt x="1954084" y="153428"/>
                  </a:lnTo>
                  <a:lnTo>
                    <a:pt x="1973190" y="154928"/>
                  </a:lnTo>
                  <a:lnTo>
                    <a:pt x="1991933" y="156400"/>
                  </a:lnTo>
                  <a:lnTo>
                    <a:pt x="2010326" y="157844"/>
                  </a:lnTo>
                  <a:lnTo>
                    <a:pt x="2028381" y="159262"/>
                  </a:lnTo>
                  <a:lnTo>
                    <a:pt x="2046111" y="160654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4" name="pl973"/>
            <p:cNvSpPr/>
            <p:nvPr/>
          </p:nvSpPr>
          <p:spPr>
            <a:xfrm>
              <a:off x="6877590" y="8121691"/>
              <a:ext cx="2046111" cy="78560"/>
            </a:xfrm>
            <a:custGeom>
              <a:avLst/>
              <a:pathLst>
                <a:path w="2046111" h="78560">
                  <a:moveTo>
                    <a:pt x="0" y="0"/>
                  </a:moveTo>
                  <a:lnTo>
                    <a:pt x="131391" y="5044"/>
                  </a:lnTo>
                  <a:lnTo>
                    <a:pt x="247286" y="9494"/>
                  </a:lnTo>
                  <a:lnTo>
                    <a:pt x="350957" y="13475"/>
                  </a:lnTo>
                  <a:lnTo>
                    <a:pt x="444740" y="17075"/>
                  </a:lnTo>
                  <a:lnTo>
                    <a:pt x="530357" y="20363"/>
                  </a:lnTo>
                  <a:lnTo>
                    <a:pt x="609116" y="23387"/>
                  </a:lnTo>
                  <a:lnTo>
                    <a:pt x="682037" y="26186"/>
                  </a:lnTo>
                  <a:lnTo>
                    <a:pt x="749924" y="28793"/>
                  </a:lnTo>
                  <a:lnTo>
                    <a:pt x="813428" y="31231"/>
                  </a:lnTo>
                  <a:lnTo>
                    <a:pt x="873081" y="33522"/>
                  </a:lnTo>
                  <a:lnTo>
                    <a:pt x="929323" y="35681"/>
                  </a:lnTo>
                  <a:lnTo>
                    <a:pt x="982523" y="37724"/>
                  </a:lnTo>
                  <a:lnTo>
                    <a:pt x="1032994" y="39662"/>
                  </a:lnTo>
                  <a:lnTo>
                    <a:pt x="1081003" y="41505"/>
                  </a:lnTo>
                  <a:lnTo>
                    <a:pt x="1126777" y="43262"/>
                  </a:lnTo>
                  <a:lnTo>
                    <a:pt x="1170516" y="44942"/>
                  </a:lnTo>
                  <a:lnTo>
                    <a:pt x="1212394" y="46550"/>
                  </a:lnTo>
                  <a:lnTo>
                    <a:pt x="1252561" y="48092"/>
                  </a:lnTo>
                  <a:lnTo>
                    <a:pt x="1291153" y="49574"/>
                  </a:lnTo>
                  <a:lnTo>
                    <a:pt x="1328289" y="50999"/>
                  </a:lnTo>
                  <a:lnTo>
                    <a:pt x="1364074" y="52373"/>
                  </a:lnTo>
                  <a:lnTo>
                    <a:pt x="1398602" y="53699"/>
                  </a:lnTo>
                  <a:lnTo>
                    <a:pt x="1431961" y="54980"/>
                  </a:lnTo>
                  <a:lnTo>
                    <a:pt x="1464225" y="56219"/>
                  </a:lnTo>
                  <a:lnTo>
                    <a:pt x="1495465" y="57418"/>
                  </a:lnTo>
                  <a:lnTo>
                    <a:pt x="1525743" y="58581"/>
                  </a:lnTo>
                  <a:lnTo>
                    <a:pt x="1555118" y="59709"/>
                  </a:lnTo>
                  <a:lnTo>
                    <a:pt x="1583640" y="60804"/>
                  </a:lnTo>
                  <a:lnTo>
                    <a:pt x="1611360" y="61868"/>
                  </a:lnTo>
                  <a:lnTo>
                    <a:pt x="1638320" y="62903"/>
                  </a:lnTo>
                  <a:lnTo>
                    <a:pt x="1664560" y="63911"/>
                  </a:lnTo>
                  <a:lnTo>
                    <a:pt x="1690120" y="64892"/>
                  </a:lnTo>
                  <a:lnTo>
                    <a:pt x="1715032" y="65849"/>
                  </a:lnTo>
                  <a:lnTo>
                    <a:pt x="1739328" y="66781"/>
                  </a:lnTo>
                  <a:lnTo>
                    <a:pt x="1763040" y="67692"/>
                  </a:lnTo>
                  <a:lnTo>
                    <a:pt x="1786193" y="68581"/>
                  </a:lnTo>
                  <a:lnTo>
                    <a:pt x="1808814" y="69449"/>
                  </a:lnTo>
                  <a:lnTo>
                    <a:pt x="1830927" y="70298"/>
                  </a:lnTo>
                  <a:lnTo>
                    <a:pt x="1852553" y="71129"/>
                  </a:lnTo>
                  <a:lnTo>
                    <a:pt x="1873715" y="71941"/>
                  </a:lnTo>
                  <a:lnTo>
                    <a:pt x="1894431" y="72737"/>
                  </a:lnTo>
                  <a:lnTo>
                    <a:pt x="1914720" y="73516"/>
                  </a:lnTo>
                  <a:lnTo>
                    <a:pt x="1934598" y="74279"/>
                  </a:lnTo>
                  <a:lnTo>
                    <a:pt x="1954084" y="75027"/>
                  </a:lnTo>
                  <a:lnTo>
                    <a:pt x="1973190" y="75761"/>
                  </a:lnTo>
                  <a:lnTo>
                    <a:pt x="1991933" y="76480"/>
                  </a:lnTo>
                  <a:lnTo>
                    <a:pt x="2010326" y="77186"/>
                  </a:lnTo>
                  <a:lnTo>
                    <a:pt x="2028381" y="77880"/>
                  </a:lnTo>
                  <a:lnTo>
                    <a:pt x="2046111" y="7856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5" name="pl974"/>
            <p:cNvSpPr/>
            <p:nvPr/>
          </p:nvSpPr>
          <p:spPr>
            <a:xfrm>
              <a:off x="6877590" y="8095282"/>
              <a:ext cx="2046111" cy="16439"/>
            </a:xfrm>
            <a:custGeom>
              <a:avLst/>
              <a:pathLst>
                <a:path w="2046111" h="16439">
                  <a:moveTo>
                    <a:pt x="0" y="0"/>
                  </a:moveTo>
                  <a:lnTo>
                    <a:pt x="131391" y="1055"/>
                  </a:lnTo>
                  <a:lnTo>
                    <a:pt x="247286" y="1986"/>
                  </a:lnTo>
                  <a:lnTo>
                    <a:pt x="350957" y="2819"/>
                  </a:lnTo>
                  <a:lnTo>
                    <a:pt x="444740" y="3573"/>
                  </a:lnTo>
                  <a:lnTo>
                    <a:pt x="530357" y="4261"/>
                  </a:lnTo>
                  <a:lnTo>
                    <a:pt x="609116" y="4894"/>
                  </a:lnTo>
                  <a:lnTo>
                    <a:pt x="682037" y="5479"/>
                  </a:lnTo>
                  <a:lnTo>
                    <a:pt x="749924" y="6025"/>
                  </a:lnTo>
                  <a:lnTo>
                    <a:pt x="813428" y="6535"/>
                  </a:lnTo>
                  <a:lnTo>
                    <a:pt x="873081" y="7014"/>
                  </a:lnTo>
                  <a:lnTo>
                    <a:pt x="929323" y="7466"/>
                  </a:lnTo>
                  <a:lnTo>
                    <a:pt x="982523" y="7894"/>
                  </a:lnTo>
                  <a:lnTo>
                    <a:pt x="1032994" y="8299"/>
                  </a:lnTo>
                  <a:lnTo>
                    <a:pt x="1081003" y="8685"/>
                  </a:lnTo>
                  <a:lnTo>
                    <a:pt x="1126777" y="9053"/>
                  </a:lnTo>
                  <a:lnTo>
                    <a:pt x="1170516" y="9404"/>
                  </a:lnTo>
                  <a:lnTo>
                    <a:pt x="1212394" y="9741"/>
                  </a:lnTo>
                  <a:lnTo>
                    <a:pt x="1252561" y="10064"/>
                  </a:lnTo>
                  <a:lnTo>
                    <a:pt x="1291153" y="10374"/>
                  </a:lnTo>
                  <a:lnTo>
                    <a:pt x="1328289" y="10672"/>
                  </a:lnTo>
                  <a:lnTo>
                    <a:pt x="1364074" y="10959"/>
                  </a:lnTo>
                  <a:lnTo>
                    <a:pt x="1398602" y="11237"/>
                  </a:lnTo>
                  <a:lnTo>
                    <a:pt x="1431961" y="11505"/>
                  </a:lnTo>
                  <a:lnTo>
                    <a:pt x="1464225" y="11764"/>
                  </a:lnTo>
                  <a:lnTo>
                    <a:pt x="1495465" y="12015"/>
                  </a:lnTo>
                  <a:lnTo>
                    <a:pt x="1525743" y="12258"/>
                  </a:lnTo>
                  <a:lnTo>
                    <a:pt x="1555118" y="12494"/>
                  </a:lnTo>
                  <a:lnTo>
                    <a:pt x="1583640" y="12724"/>
                  </a:lnTo>
                  <a:lnTo>
                    <a:pt x="1611360" y="12946"/>
                  </a:lnTo>
                  <a:lnTo>
                    <a:pt x="1638320" y="13163"/>
                  </a:lnTo>
                  <a:lnTo>
                    <a:pt x="1664560" y="13374"/>
                  </a:lnTo>
                  <a:lnTo>
                    <a:pt x="1690120" y="13579"/>
                  </a:lnTo>
                  <a:lnTo>
                    <a:pt x="1715032" y="13779"/>
                  </a:lnTo>
                  <a:lnTo>
                    <a:pt x="1739328" y="13975"/>
                  </a:lnTo>
                  <a:lnTo>
                    <a:pt x="1763040" y="14165"/>
                  </a:lnTo>
                  <a:lnTo>
                    <a:pt x="1786193" y="14351"/>
                  </a:lnTo>
                  <a:lnTo>
                    <a:pt x="1808814" y="14533"/>
                  </a:lnTo>
                  <a:lnTo>
                    <a:pt x="1830927" y="14711"/>
                  </a:lnTo>
                  <a:lnTo>
                    <a:pt x="1852553" y="14884"/>
                  </a:lnTo>
                  <a:lnTo>
                    <a:pt x="1873715" y="15054"/>
                  </a:lnTo>
                  <a:lnTo>
                    <a:pt x="1894431" y="15221"/>
                  </a:lnTo>
                  <a:lnTo>
                    <a:pt x="1914720" y="15384"/>
                  </a:lnTo>
                  <a:lnTo>
                    <a:pt x="1934598" y="15543"/>
                  </a:lnTo>
                  <a:lnTo>
                    <a:pt x="1954084" y="15700"/>
                  </a:lnTo>
                  <a:lnTo>
                    <a:pt x="1973190" y="15854"/>
                  </a:lnTo>
                  <a:lnTo>
                    <a:pt x="1991933" y="16004"/>
                  </a:lnTo>
                  <a:lnTo>
                    <a:pt x="2010326" y="16152"/>
                  </a:lnTo>
                  <a:lnTo>
                    <a:pt x="2028381" y="16297"/>
                  </a:lnTo>
                  <a:lnTo>
                    <a:pt x="2046111" y="16439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976" name="rc975"/>
            <p:cNvSpPr/>
            <p:nvPr/>
          </p:nvSpPr>
          <p:spPr>
            <a:xfrm>
              <a:off x="6742685" y="6590760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977" name="pl976"/>
            <p:cNvSpPr/>
            <p:nvPr/>
          </p:nvSpPr>
          <p:spPr>
            <a:xfrm>
              <a:off x="6742685" y="6590760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8" name="pl977"/>
            <p:cNvSpPr/>
            <p:nvPr/>
          </p:nvSpPr>
          <p:spPr>
            <a:xfrm>
              <a:off x="6704728" y="8475114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9" name="pl978"/>
            <p:cNvSpPr/>
            <p:nvPr/>
          </p:nvSpPr>
          <p:spPr>
            <a:xfrm>
              <a:off x="6704728" y="8021800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0" name="pl979"/>
            <p:cNvSpPr/>
            <p:nvPr/>
          </p:nvSpPr>
          <p:spPr>
            <a:xfrm>
              <a:off x="6704728" y="7568487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1" name="pl980"/>
            <p:cNvSpPr/>
            <p:nvPr/>
          </p:nvSpPr>
          <p:spPr>
            <a:xfrm>
              <a:off x="6704728" y="711517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2" name="pl981"/>
            <p:cNvSpPr/>
            <p:nvPr/>
          </p:nvSpPr>
          <p:spPr>
            <a:xfrm>
              <a:off x="6704728" y="666185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3" name="pl982"/>
            <p:cNvSpPr/>
            <p:nvPr/>
          </p:nvSpPr>
          <p:spPr>
            <a:xfrm>
              <a:off x="6742685" y="8675135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4" name="pl983"/>
            <p:cNvSpPr/>
            <p:nvPr/>
          </p:nvSpPr>
          <p:spPr>
            <a:xfrm>
              <a:off x="6877590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5" name="pl984"/>
            <p:cNvSpPr/>
            <p:nvPr/>
          </p:nvSpPr>
          <p:spPr>
            <a:xfrm>
              <a:off x="7559627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6" name="pl985"/>
            <p:cNvSpPr/>
            <p:nvPr/>
          </p:nvSpPr>
          <p:spPr>
            <a:xfrm>
              <a:off x="8241664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7" name="pl986"/>
            <p:cNvSpPr/>
            <p:nvPr/>
          </p:nvSpPr>
          <p:spPr>
            <a:xfrm>
              <a:off x="8923701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8" name="tx987"/>
            <p:cNvSpPr/>
            <p:nvPr/>
          </p:nvSpPr>
          <p:spPr>
            <a:xfrm>
              <a:off x="6838728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989" name="tx988"/>
            <p:cNvSpPr/>
            <p:nvPr/>
          </p:nvSpPr>
          <p:spPr>
            <a:xfrm>
              <a:off x="7520765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990" name="tx989"/>
            <p:cNvSpPr/>
            <p:nvPr/>
          </p:nvSpPr>
          <p:spPr>
            <a:xfrm>
              <a:off x="8202802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991" name="tx990"/>
            <p:cNvSpPr/>
            <p:nvPr/>
          </p:nvSpPr>
          <p:spPr>
            <a:xfrm>
              <a:off x="8884839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992" name="tx991"/>
            <p:cNvSpPr/>
            <p:nvPr/>
          </p:nvSpPr>
          <p:spPr>
            <a:xfrm>
              <a:off x="7539993" y="8956323"/>
              <a:ext cx="734080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993" name="tx992"/>
            <p:cNvSpPr/>
            <p:nvPr/>
          </p:nvSpPr>
          <p:spPr>
            <a:xfrm>
              <a:off x="6742685" y="6347601"/>
              <a:ext cx="582381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(j) RTD</a:t>
              </a:r>
            </a:p>
          </p:txBody>
        </p:sp>
        <p:sp>
          <p:nvSpPr>
            <p:cNvPr id="994" name="rc993"/>
            <p:cNvSpPr/>
            <p:nvPr/>
          </p:nvSpPr>
          <p:spPr>
            <a:xfrm>
              <a:off x="9362389" y="6590760"/>
              <a:ext cx="2328695" cy="208437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95" name="pt994"/>
            <p:cNvSpPr/>
            <p:nvPr/>
          </p:nvSpPr>
          <p:spPr>
            <a:xfrm>
              <a:off x="9495456" y="8027661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96" name="pt995"/>
            <p:cNvSpPr/>
            <p:nvPr/>
          </p:nvSpPr>
          <p:spPr>
            <a:xfrm>
              <a:off x="9438939" y="8140760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97" name="pt996"/>
            <p:cNvSpPr/>
            <p:nvPr/>
          </p:nvSpPr>
          <p:spPr>
            <a:xfrm>
              <a:off x="9521531" y="8254847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98" name="pt997"/>
            <p:cNvSpPr/>
            <p:nvPr/>
          </p:nvSpPr>
          <p:spPr>
            <a:xfrm>
              <a:off x="9444312" y="7563981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999" name="pt998"/>
            <p:cNvSpPr/>
            <p:nvPr/>
          </p:nvSpPr>
          <p:spPr>
            <a:xfrm>
              <a:off x="9459923" y="8097091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0" name="pt999"/>
            <p:cNvSpPr/>
            <p:nvPr/>
          </p:nvSpPr>
          <p:spPr>
            <a:xfrm>
              <a:off x="9504828" y="758172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1" name="pt1000"/>
            <p:cNvSpPr/>
            <p:nvPr/>
          </p:nvSpPr>
          <p:spPr>
            <a:xfrm>
              <a:off x="9444661" y="851376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2" name="pt1001"/>
            <p:cNvSpPr/>
            <p:nvPr/>
          </p:nvSpPr>
          <p:spPr>
            <a:xfrm>
              <a:off x="9530149" y="825748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3" name="pt1002"/>
            <p:cNvSpPr/>
            <p:nvPr/>
          </p:nvSpPr>
          <p:spPr>
            <a:xfrm>
              <a:off x="9459725" y="760808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4" name="pt1003"/>
            <p:cNvSpPr/>
            <p:nvPr/>
          </p:nvSpPr>
          <p:spPr>
            <a:xfrm>
              <a:off x="9507671" y="74533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5" name="pt1004"/>
            <p:cNvSpPr/>
            <p:nvPr/>
          </p:nvSpPr>
          <p:spPr>
            <a:xfrm>
              <a:off x="10177214" y="7935974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6" name="pt1005"/>
            <p:cNvSpPr/>
            <p:nvPr/>
          </p:nvSpPr>
          <p:spPr>
            <a:xfrm>
              <a:off x="10125223" y="7555393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7" name="pt1006"/>
            <p:cNvSpPr/>
            <p:nvPr/>
          </p:nvSpPr>
          <p:spPr>
            <a:xfrm>
              <a:off x="10161594" y="8196203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8" name="pt1007"/>
            <p:cNvSpPr/>
            <p:nvPr/>
          </p:nvSpPr>
          <p:spPr>
            <a:xfrm>
              <a:off x="10130985" y="849499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09" name="pt1008"/>
            <p:cNvSpPr/>
            <p:nvPr/>
          </p:nvSpPr>
          <p:spPr>
            <a:xfrm>
              <a:off x="10198583" y="6656204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0" name="pt1009"/>
            <p:cNvSpPr/>
            <p:nvPr/>
          </p:nvSpPr>
          <p:spPr>
            <a:xfrm>
              <a:off x="10171810" y="6813563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1" name="pt1010"/>
            <p:cNvSpPr/>
            <p:nvPr/>
          </p:nvSpPr>
          <p:spPr>
            <a:xfrm>
              <a:off x="10197643" y="8386690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2" name="pt1011"/>
            <p:cNvSpPr/>
            <p:nvPr/>
          </p:nvSpPr>
          <p:spPr>
            <a:xfrm>
              <a:off x="10148663" y="854459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3" name="pt1012"/>
            <p:cNvSpPr/>
            <p:nvPr/>
          </p:nvSpPr>
          <p:spPr>
            <a:xfrm>
              <a:off x="10164792" y="8522642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4" name="pt1013"/>
            <p:cNvSpPr/>
            <p:nvPr/>
          </p:nvSpPr>
          <p:spPr>
            <a:xfrm>
              <a:off x="10202996" y="8320142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5" name="pt1014"/>
            <p:cNvSpPr/>
            <p:nvPr/>
          </p:nvSpPr>
          <p:spPr>
            <a:xfrm>
              <a:off x="10118678" y="8405797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6" name="pt1015"/>
            <p:cNvSpPr/>
            <p:nvPr/>
          </p:nvSpPr>
          <p:spPr>
            <a:xfrm>
              <a:off x="10153718" y="8473403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7" name="pt1016"/>
            <p:cNvSpPr/>
            <p:nvPr/>
          </p:nvSpPr>
          <p:spPr>
            <a:xfrm>
              <a:off x="10134853" y="841766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8" name="pt1017"/>
            <p:cNvSpPr/>
            <p:nvPr/>
          </p:nvSpPr>
          <p:spPr>
            <a:xfrm>
              <a:off x="10203711" y="8406235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19" name="pt1018"/>
            <p:cNvSpPr/>
            <p:nvPr/>
          </p:nvSpPr>
          <p:spPr>
            <a:xfrm>
              <a:off x="10115197" y="831568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0" name="pt1019"/>
            <p:cNvSpPr/>
            <p:nvPr/>
          </p:nvSpPr>
          <p:spPr>
            <a:xfrm>
              <a:off x="10161618" y="8158809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1" name="pt1020"/>
            <p:cNvSpPr/>
            <p:nvPr/>
          </p:nvSpPr>
          <p:spPr>
            <a:xfrm>
              <a:off x="10122543" y="852198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2" name="pt1021"/>
            <p:cNvSpPr/>
            <p:nvPr/>
          </p:nvSpPr>
          <p:spPr>
            <a:xfrm>
              <a:off x="10192337" y="8222452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3" name="pt1022"/>
            <p:cNvSpPr/>
            <p:nvPr/>
          </p:nvSpPr>
          <p:spPr>
            <a:xfrm>
              <a:off x="10876659" y="8199847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4" name="pt1023"/>
            <p:cNvSpPr/>
            <p:nvPr/>
          </p:nvSpPr>
          <p:spPr>
            <a:xfrm>
              <a:off x="10836806" y="8551091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5" name="pt1024"/>
            <p:cNvSpPr/>
            <p:nvPr/>
          </p:nvSpPr>
          <p:spPr>
            <a:xfrm>
              <a:off x="10874460" y="8394554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6" name="pt1025"/>
            <p:cNvSpPr/>
            <p:nvPr/>
          </p:nvSpPr>
          <p:spPr>
            <a:xfrm>
              <a:off x="10824681" y="84519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7" name="pt1026"/>
            <p:cNvSpPr/>
            <p:nvPr/>
          </p:nvSpPr>
          <p:spPr>
            <a:xfrm>
              <a:off x="10876422" y="8032387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8" name="pt1027"/>
            <p:cNvSpPr/>
            <p:nvPr/>
          </p:nvSpPr>
          <p:spPr>
            <a:xfrm>
              <a:off x="10835229" y="829226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29" name="pt1028"/>
            <p:cNvSpPr/>
            <p:nvPr/>
          </p:nvSpPr>
          <p:spPr>
            <a:xfrm>
              <a:off x="10807640" y="7953755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0" name="pt1029"/>
            <p:cNvSpPr/>
            <p:nvPr/>
          </p:nvSpPr>
          <p:spPr>
            <a:xfrm>
              <a:off x="10788832" y="819981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1" name="pt1030"/>
            <p:cNvSpPr/>
            <p:nvPr/>
          </p:nvSpPr>
          <p:spPr>
            <a:xfrm>
              <a:off x="10803675" y="8304262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2" name="pt1031"/>
            <p:cNvSpPr/>
            <p:nvPr/>
          </p:nvSpPr>
          <p:spPr>
            <a:xfrm>
              <a:off x="10821108" y="811204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3" name="pt1032"/>
            <p:cNvSpPr/>
            <p:nvPr/>
          </p:nvSpPr>
          <p:spPr>
            <a:xfrm>
              <a:off x="10820331" y="8468489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4" name="pt1033"/>
            <p:cNvSpPr/>
            <p:nvPr/>
          </p:nvSpPr>
          <p:spPr>
            <a:xfrm>
              <a:off x="10833625" y="7643968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5" name="pt1034"/>
            <p:cNvSpPr/>
            <p:nvPr/>
          </p:nvSpPr>
          <p:spPr>
            <a:xfrm>
              <a:off x="10861913" y="838320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6" name="pt1035"/>
            <p:cNvSpPr/>
            <p:nvPr/>
          </p:nvSpPr>
          <p:spPr>
            <a:xfrm>
              <a:off x="10875031" y="848471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7" name="pt1036"/>
            <p:cNvSpPr/>
            <p:nvPr/>
          </p:nvSpPr>
          <p:spPr>
            <a:xfrm>
              <a:off x="10791557" y="7510561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8" name="pt1037"/>
            <p:cNvSpPr/>
            <p:nvPr/>
          </p:nvSpPr>
          <p:spPr>
            <a:xfrm>
              <a:off x="10843113" y="808066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39" name="pt1038"/>
            <p:cNvSpPr/>
            <p:nvPr/>
          </p:nvSpPr>
          <p:spPr>
            <a:xfrm>
              <a:off x="10809407" y="791081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0" name="pt1039"/>
            <p:cNvSpPr/>
            <p:nvPr/>
          </p:nvSpPr>
          <p:spPr>
            <a:xfrm>
              <a:off x="10792486" y="8364723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1" name="pt1040"/>
            <p:cNvSpPr/>
            <p:nvPr/>
          </p:nvSpPr>
          <p:spPr>
            <a:xfrm>
              <a:off x="10812008" y="820875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2" name="pt1041"/>
            <p:cNvSpPr/>
            <p:nvPr/>
          </p:nvSpPr>
          <p:spPr>
            <a:xfrm>
              <a:off x="10811990" y="7951934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3" name="pt1042"/>
            <p:cNvSpPr/>
            <p:nvPr/>
          </p:nvSpPr>
          <p:spPr>
            <a:xfrm>
              <a:off x="11555935" y="8323566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4" name="pt1043"/>
            <p:cNvSpPr/>
            <p:nvPr/>
          </p:nvSpPr>
          <p:spPr>
            <a:xfrm>
              <a:off x="11526561" y="8257755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5" name="pt1044"/>
            <p:cNvSpPr/>
            <p:nvPr/>
          </p:nvSpPr>
          <p:spPr>
            <a:xfrm>
              <a:off x="11505605" y="8098074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6" name="pt1045"/>
            <p:cNvSpPr/>
            <p:nvPr/>
          </p:nvSpPr>
          <p:spPr>
            <a:xfrm>
              <a:off x="11527834" y="830969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7" name="pt1046"/>
            <p:cNvSpPr/>
            <p:nvPr/>
          </p:nvSpPr>
          <p:spPr>
            <a:xfrm>
              <a:off x="11464308" y="8028075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8" name="pt1047"/>
            <p:cNvSpPr/>
            <p:nvPr/>
          </p:nvSpPr>
          <p:spPr>
            <a:xfrm>
              <a:off x="11467522" y="8218688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49" name="pt1048"/>
            <p:cNvSpPr/>
            <p:nvPr/>
          </p:nvSpPr>
          <p:spPr>
            <a:xfrm>
              <a:off x="11525688" y="8114980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0" name="pt1049"/>
            <p:cNvSpPr/>
            <p:nvPr/>
          </p:nvSpPr>
          <p:spPr>
            <a:xfrm>
              <a:off x="11488127" y="8159021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1" name="pt1050"/>
            <p:cNvSpPr/>
            <p:nvPr/>
          </p:nvSpPr>
          <p:spPr>
            <a:xfrm>
              <a:off x="11534484" y="8248995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2" name="pt1051"/>
            <p:cNvSpPr/>
            <p:nvPr/>
          </p:nvSpPr>
          <p:spPr>
            <a:xfrm>
              <a:off x="11552516" y="7758708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3" name="pt1052"/>
            <p:cNvSpPr/>
            <p:nvPr/>
          </p:nvSpPr>
          <p:spPr>
            <a:xfrm>
              <a:off x="11519344" y="8438891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4" name="pt1053"/>
            <p:cNvSpPr/>
            <p:nvPr/>
          </p:nvSpPr>
          <p:spPr>
            <a:xfrm>
              <a:off x="11496984" y="8273792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5" name="pt1054"/>
            <p:cNvSpPr/>
            <p:nvPr/>
          </p:nvSpPr>
          <p:spPr>
            <a:xfrm>
              <a:off x="11543592" y="8272442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6" name="pt1055"/>
            <p:cNvSpPr/>
            <p:nvPr/>
          </p:nvSpPr>
          <p:spPr>
            <a:xfrm>
              <a:off x="11545106" y="8497757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7" name="pt1056"/>
            <p:cNvSpPr/>
            <p:nvPr/>
          </p:nvSpPr>
          <p:spPr>
            <a:xfrm>
              <a:off x="11467068" y="817356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8" name="pt1057"/>
            <p:cNvSpPr/>
            <p:nvPr/>
          </p:nvSpPr>
          <p:spPr>
            <a:xfrm>
              <a:off x="11531844" y="8492683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59" name="pt1058"/>
            <p:cNvSpPr/>
            <p:nvPr/>
          </p:nvSpPr>
          <p:spPr>
            <a:xfrm>
              <a:off x="11533952" y="800934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0" name="pt1059"/>
            <p:cNvSpPr/>
            <p:nvPr/>
          </p:nvSpPr>
          <p:spPr>
            <a:xfrm>
              <a:off x="11472046" y="8262544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1" name="pt1060"/>
            <p:cNvSpPr/>
            <p:nvPr/>
          </p:nvSpPr>
          <p:spPr>
            <a:xfrm>
              <a:off x="11474353" y="8280786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2" name="pt1061"/>
            <p:cNvSpPr/>
            <p:nvPr/>
          </p:nvSpPr>
          <p:spPr>
            <a:xfrm>
              <a:off x="11459955" y="8124038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3" name="pt1062"/>
            <p:cNvSpPr/>
            <p:nvPr/>
          </p:nvSpPr>
          <p:spPr>
            <a:xfrm>
              <a:off x="11538232" y="8214908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4" name="pt1063"/>
            <p:cNvSpPr/>
            <p:nvPr/>
          </p:nvSpPr>
          <p:spPr>
            <a:xfrm>
              <a:off x="11493896" y="8186061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5" name="pt1064"/>
            <p:cNvSpPr/>
            <p:nvPr/>
          </p:nvSpPr>
          <p:spPr>
            <a:xfrm>
              <a:off x="11489962" y="8236499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6" name="pt1065"/>
            <p:cNvSpPr/>
            <p:nvPr/>
          </p:nvSpPr>
          <p:spPr>
            <a:xfrm>
              <a:off x="11487357" y="8455780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67" name="pl1066"/>
            <p:cNvSpPr/>
            <p:nvPr/>
          </p:nvSpPr>
          <p:spPr>
            <a:xfrm>
              <a:off x="9514148" y="7547677"/>
              <a:ext cx="2023062" cy="669722"/>
            </a:xfrm>
            <a:custGeom>
              <a:avLst/>
              <a:pathLst>
                <a:path w="2023062" h="669722">
                  <a:moveTo>
                    <a:pt x="0" y="0"/>
                  </a:moveTo>
                  <a:lnTo>
                    <a:pt x="129910" y="43006"/>
                  </a:lnTo>
                  <a:lnTo>
                    <a:pt x="244500" y="80940"/>
                  </a:lnTo>
                  <a:lnTo>
                    <a:pt x="347004" y="114873"/>
                  </a:lnTo>
                  <a:lnTo>
                    <a:pt x="439730" y="145570"/>
                  </a:lnTo>
                  <a:lnTo>
                    <a:pt x="524382" y="173593"/>
                  </a:lnTo>
                  <a:lnTo>
                    <a:pt x="602255" y="199373"/>
                  </a:lnTo>
                  <a:lnTo>
                    <a:pt x="674354" y="223240"/>
                  </a:lnTo>
                  <a:lnTo>
                    <a:pt x="741476" y="245461"/>
                  </a:lnTo>
                  <a:lnTo>
                    <a:pt x="804265" y="266247"/>
                  </a:lnTo>
                  <a:lnTo>
                    <a:pt x="863245" y="285772"/>
                  </a:lnTo>
                  <a:lnTo>
                    <a:pt x="918854" y="304181"/>
                  </a:lnTo>
                  <a:lnTo>
                    <a:pt x="971455" y="321594"/>
                  </a:lnTo>
                  <a:lnTo>
                    <a:pt x="1021358" y="338114"/>
                  </a:lnTo>
                  <a:lnTo>
                    <a:pt x="1068825" y="353828"/>
                  </a:lnTo>
                  <a:lnTo>
                    <a:pt x="1114084" y="368811"/>
                  </a:lnTo>
                  <a:lnTo>
                    <a:pt x="1157331" y="383127"/>
                  </a:lnTo>
                  <a:lnTo>
                    <a:pt x="1198736" y="396834"/>
                  </a:lnTo>
                  <a:lnTo>
                    <a:pt x="1238452" y="409982"/>
                  </a:lnTo>
                  <a:lnTo>
                    <a:pt x="1276609" y="422614"/>
                  </a:lnTo>
                  <a:lnTo>
                    <a:pt x="1313326" y="434769"/>
                  </a:lnTo>
                  <a:lnTo>
                    <a:pt x="1348708" y="446481"/>
                  </a:lnTo>
                  <a:lnTo>
                    <a:pt x="1382848" y="457783"/>
                  </a:lnTo>
                  <a:lnTo>
                    <a:pt x="1415830" y="468702"/>
                  </a:lnTo>
                  <a:lnTo>
                    <a:pt x="1447731" y="479262"/>
                  </a:lnTo>
                  <a:lnTo>
                    <a:pt x="1478619" y="489488"/>
                  </a:lnTo>
                  <a:lnTo>
                    <a:pt x="1508556" y="499398"/>
                  </a:lnTo>
                  <a:lnTo>
                    <a:pt x="1537600" y="509013"/>
                  </a:lnTo>
                  <a:lnTo>
                    <a:pt x="1565801" y="518349"/>
                  </a:lnTo>
                  <a:lnTo>
                    <a:pt x="1593208" y="527422"/>
                  </a:lnTo>
                  <a:lnTo>
                    <a:pt x="1619864" y="536246"/>
                  </a:lnTo>
                  <a:lnTo>
                    <a:pt x="1645810" y="544835"/>
                  </a:lnTo>
                  <a:lnTo>
                    <a:pt x="1671081" y="553201"/>
                  </a:lnTo>
                  <a:lnTo>
                    <a:pt x="1695712" y="561355"/>
                  </a:lnTo>
                  <a:lnTo>
                    <a:pt x="1719735" y="569308"/>
                  </a:lnTo>
                  <a:lnTo>
                    <a:pt x="1743179" y="577069"/>
                  </a:lnTo>
                  <a:lnTo>
                    <a:pt x="1766072" y="584647"/>
                  </a:lnTo>
                  <a:lnTo>
                    <a:pt x="1788438" y="592052"/>
                  </a:lnTo>
                  <a:lnTo>
                    <a:pt x="1810302" y="599289"/>
                  </a:lnTo>
                  <a:lnTo>
                    <a:pt x="1831685" y="606368"/>
                  </a:lnTo>
                  <a:lnTo>
                    <a:pt x="1852608" y="613295"/>
                  </a:lnTo>
                  <a:lnTo>
                    <a:pt x="1873090" y="620075"/>
                  </a:lnTo>
                  <a:lnTo>
                    <a:pt x="1893151" y="626716"/>
                  </a:lnTo>
                  <a:lnTo>
                    <a:pt x="1912806" y="633223"/>
                  </a:lnTo>
                  <a:lnTo>
                    <a:pt x="1932071" y="639601"/>
                  </a:lnTo>
                  <a:lnTo>
                    <a:pt x="1950963" y="645855"/>
                  </a:lnTo>
                  <a:lnTo>
                    <a:pt x="1969495" y="651989"/>
                  </a:lnTo>
                  <a:lnTo>
                    <a:pt x="1987680" y="658010"/>
                  </a:lnTo>
                  <a:lnTo>
                    <a:pt x="2005532" y="663919"/>
                  </a:lnTo>
                  <a:lnTo>
                    <a:pt x="2023062" y="669722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68" name="pl1067"/>
            <p:cNvSpPr/>
            <p:nvPr/>
          </p:nvSpPr>
          <p:spPr>
            <a:xfrm>
              <a:off x="9514148" y="7396149"/>
              <a:ext cx="2023062" cy="869946"/>
            </a:xfrm>
            <a:custGeom>
              <a:avLst/>
              <a:pathLst>
                <a:path w="2023062" h="869946">
                  <a:moveTo>
                    <a:pt x="0" y="0"/>
                  </a:moveTo>
                  <a:lnTo>
                    <a:pt x="129910" y="55863"/>
                  </a:lnTo>
                  <a:lnTo>
                    <a:pt x="244500" y="105138"/>
                  </a:lnTo>
                  <a:lnTo>
                    <a:pt x="347004" y="149216"/>
                  </a:lnTo>
                  <a:lnTo>
                    <a:pt x="439730" y="189090"/>
                  </a:lnTo>
                  <a:lnTo>
                    <a:pt x="524382" y="225492"/>
                  </a:lnTo>
                  <a:lnTo>
                    <a:pt x="602255" y="258978"/>
                  </a:lnTo>
                  <a:lnTo>
                    <a:pt x="674354" y="289982"/>
                  </a:lnTo>
                  <a:lnTo>
                    <a:pt x="741476" y="318845"/>
                  </a:lnTo>
                  <a:lnTo>
                    <a:pt x="804265" y="345845"/>
                  </a:lnTo>
                  <a:lnTo>
                    <a:pt x="863245" y="371208"/>
                  </a:lnTo>
                  <a:lnTo>
                    <a:pt x="918854" y="395120"/>
                  </a:lnTo>
                  <a:lnTo>
                    <a:pt x="971455" y="417740"/>
                  </a:lnTo>
                  <a:lnTo>
                    <a:pt x="1021358" y="439199"/>
                  </a:lnTo>
                  <a:lnTo>
                    <a:pt x="1068825" y="459610"/>
                  </a:lnTo>
                  <a:lnTo>
                    <a:pt x="1114084" y="479072"/>
                  </a:lnTo>
                  <a:lnTo>
                    <a:pt x="1157331" y="497669"/>
                  </a:lnTo>
                  <a:lnTo>
                    <a:pt x="1198736" y="515474"/>
                  </a:lnTo>
                  <a:lnTo>
                    <a:pt x="1238452" y="532552"/>
                  </a:lnTo>
                  <a:lnTo>
                    <a:pt x="1276609" y="548960"/>
                  </a:lnTo>
                  <a:lnTo>
                    <a:pt x="1313326" y="564749"/>
                  </a:lnTo>
                  <a:lnTo>
                    <a:pt x="1348708" y="579964"/>
                  </a:lnTo>
                  <a:lnTo>
                    <a:pt x="1382848" y="594644"/>
                  </a:lnTo>
                  <a:lnTo>
                    <a:pt x="1415830" y="608827"/>
                  </a:lnTo>
                  <a:lnTo>
                    <a:pt x="1447731" y="622545"/>
                  </a:lnTo>
                  <a:lnTo>
                    <a:pt x="1478619" y="635827"/>
                  </a:lnTo>
                  <a:lnTo>
                    <a:pt x="1508556" y="648701"/>
                  </a:lnTo>
                  <a:lnTo>
                    <a:pt x="1537600" y="661190"/>
                  </a:lnTo>
                  <a:lnTo>
                    <a:pt x="1565801" y="673317"/>
                  </a:lnTo>
                  <a:lnTo>
                    <a:pt x="1593208" y="685102"/>
                  </a:lnTo>
                  <a:lnTo>
                    <a:pt x="1619864" y="696565"/>
                  </a:lnTo>
                  <a:lnTo>
                    <a:pt x="1645810" y="707722"/>
                  </a:lnTo>
                  <a:lnTo>
                    <a:pt x="1671081" y="718589"/>
                  </a:lnTo>
                  <a:lnTo>
                    <a:pt x="1695712" y="729181"/>
                  </a:lnTo>
                  <a:lnTo>
                    <a:pt x="1719735" y="739511"/>
                  </a:lnTo>
                  <a:lnTo>
                    <a:pt x="1743179" y="749592"/>
                  </a:lnTo>
                  <a:lnTo>
                    <a:pt x="1766072" y="759436"/>
                  </a:lnTo>
                  <a:lnTo>
                    <a:pt x="1788438" y="769054"/>
                  </a:lnTo>
                  <a:lnTo>
                    <a:pt x="1810302" y="778456"/>
                  </a:lnTo>
                  <a:lnTo>
                    <a:pt x="1831685" y="787651"/>
                  </a:lnTo>
                  <a:lnTo>
                    <a:pt x="1852608" y="796648"/>
                  </a:lnTo>
                  <a:lnTo>
                    <a:pt x="1873090" y="805456"/>
                  </a:lnTo>
                  <a:lnTo>
                    <a:pt x="1893151" y="814082"/>
                  </a:lnTo>
                  <a:lnTo>
                    <a:pt x="1912806" y="822534"/>
                  </a:lnTo>
                  <a:lnTo>
                    <a:pt x="1932071" y="830818"/>
                  </a:lnTo>
                  <a:lnTo>
                    <a:pt x="1950963" y="838942"/>
                  </a:lnTo>
                  <a:lnTo>
                    <a:pt x="1969495" y="846911"/>
                  </a:lnTo>
                  <a:lnTo>
                    <a:pt x="1987680" y="854731"/>
                  </a:lnTo>
                  <a:lnTo>
                    <a:pt x="2005532" y="862407"/>
                  </a:lnTo>
                  <a:lnTo>
                    <a:pt x="2023062" y="869946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69" name="pl1068"/>
            <p:cNvSpPr/>
            <p:nvPr/>
          </p:nvSpPr>
          <p:spPr>
            <a:xfrm>
              <a:off x="9514148" y="8275572"/>
              <a:ext cx="2023062" cy="52213"/>
            </a:xfrm>
            <a:custGeom>
              <a:avLst/>
              <a:pathLst>
                <a:path w="2023062" h="52213">
                  <a:moveTo>
                    <a:pt x="0" y="52213"/>
                  </a:moveTo>
                  <a:lnTo>
                    <a:pt x="129910" y="48860"/>
                  </a:lnTo>
                  <a:lnTo>
                    <a:pt x="244500" y="45902"/>
                  </a:lnTo>
                  <a:lnTo>
                    <a:pt x="347004" y="43257"/>
                  </a:lnTo>
                  <a:lnTo>
                    <a:pt x="439730" y="40864"/>
                  </a:lnTo>
                  <a:lnTo>
                    <a:pt x="524382" y="38679"/>
                  </a:lnTo>
                  <a:lnTo>
                    <a:pt x="602255" y="36669"/>
                  </a:lnTo>
                  <a:lnTo>
                    <a:pt x="674354" y="34808"/>
                  </a:lnTo>
                  <a:lnTo>
                    <a:pt x="741476" y="33076"/>
                  </a:lnTo>
                  <a:lnTo>
                    <a:pt x="804265" y="31455"/>
                  </a:lnTo>
                  <a:lnTo>
                    <a:pt x="863245" y="29933"/>
                  </a:lnTo>
                  <a:lnTo>
                    <a:pt x="918854" y="28498"/>
                  </a:lnTo>
                  <a:lnTo>
                    <a:pt x="971455" y="27140"/>
                  </a:lnTo>
                  <a:lnTo>
                    <a:pt x="1021358" y="25852"/>
                  </a:lnTo>
                  <a:lnTo>
                    <a:pt x="1068825" y="24627"/>
                  </a:lnTo>
                  <a:lnTo>
                    <a:pt x="1114084" y="23459"/>
                  </a:lnTo>
                  <a:lnTo>
                    <a:pt x="1157331" y="22343"/>
                  </a:lnTo>
                  <a:lnTo>
                    <a:pt x="1198736" y="21275"/>
                  </a:lnTo>
                  <a:lnTo>
                    <a:pt x="1238452" y="20249"/>
                  </a:lnTo>
                  <a:lnTo>
                    <a:pt x="1276609" y="19265"/>
                  </a:lnTo>
                  <a:lnTo>
                    <a:pt x="1313326" y="18317"/>
                  </a:lnTo>
                  <a:lnTo>
                    <a:pt x="1348708" y="17404"/>
                  </a:lnTo>
                  <a:lnTo>
                    <a:pt x="1382848" y="16523"/>
                  </a:lnTo>
                  <a:lnTo>
                    <a:pt x="1415830" y="15672"/>
                  </a:lnTo>
                  <a:lnTo>
                    <a:pt x="1447731" y="14848"/>
                  </a:lnTo>
                  <a:lnTo>
                    <a:pt x="1478619" y="14051"/>
                  </a:lnTo>
                  <a:lnTo>
                    <a:pt x="1508556" y="13278"/>
                  </a:lnTo>
                  <a:lnTo>
                    <a:pt x="1537600" y="12529"/>
                  </a:lnTo>
                  <a:lnTo>
                    <a:pt x="1565801" y="11801"/>
                  </a:lnTo>
                  <a:lnTo>
                    <a:pt x="1593208" y="11094"/>
                  </a:lnTo>
                  <a:lnTo>
                    <a:pt x="1619864" y="10406"/>
                  </a:lnTo>
                  <a:lnTo>
                    <a:pt x="1645810" y="9736"/>
                  </a:lnTo>
                  <a:lnTo>
                    <a:pt x="1671081" y="9084"/>
                  </a:lnTo>
                  <a:lnTo>
                    <a:pt x="1695712" y="8448"/>
                  </a:lnTo>
                  <a:lnTo>
                    <a:pt x="1719735" y="7828"/>
                  </a:lnTo>
                  <a:lnTo>
                    <a:pt x="1743179" y="7223"/>
                  </a:lnTo>
                  <a:lnTo>
                    <a:pt x="1766072" y="6632"/>
                  </a:lnTo>
                  <a:lnTo>
                    <a:pt x="1788438" y="6055"/>
                  </a:lnTo>
                  <a:lnTo>
                    <a:pt x="1810302" y="5491"/>
                  </a:lnTo>
                  <a:lnTo>
                    <a:pt x="1831685" y="4939"/>
                  </a:lnTo>
                  <a:lnTo>
                    <a:pt x="1852608" y="4399"/>
                  </a:lnTo>
                  <a:lnTo>
                    <a:pt x="1873090" y="3870"/>
                  </a:lnTo>
                  <a:lnTo>
                    <a:pt x="1893151" y="3352"/>
                  </a:lnTo>
                  <a:lnTo>
                    <a:pt x="1912806" y="2845"/>
                  </a:lnTo>
                  <a:lnTo>
                    <a:pt x="1932071" y="2348"/>
                  </a:lnTo>
                  <a:lnTo>
                    <a:pt x="1950963" y="1860"/>
                  </a:lnTo>
                  <a:lnTo>
                    <a:pt x="1969495" y="1382"/>
                  </a:lnTo>
                  <a:lnTo>
                    <a:pt x="1987680" y="913"/>
                  </a:lnTo>
                  <a:lnTo>
                    <a:pt x="2005532" y="452"/>
                  </a:lnTo>
                  <a:lnTo>
                    <a:pt x="2023062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0" name="pl1069"/>
            <p:cNvSpPr/>
            <p:nvPr/>
          </p:nvSpPr>
          <p:spPr>
            <a:xfrm>
              <a:off x="9514148" y="8019439"/>
              <a:ext cx="2023062" cy="160138"/>
            </a:xfrm>
            <a:custGeom>
              <a:avLst/>
              <a:pathLst>
                <a:path w="2023062" h="160138">
                  <a:moveTo>
                    <a:pt x="0" y="160138"/>
                  </a:moveTo>
                  <a:lnTo>
                    <a:pt x="129910" y="149855"/>
                  </a:lnTo>
                  <a:lnTo>
                    <a:pt x="244500" y="140785"/>
                  </a:lnTo>
                  <a:lnTo>
                    <a:pt x="347004" y="132671"/>
                  </a:lnTo>
                  <a:lnTo>
                    <a:pt x="439730" y="125331"/>
                  </a:lnTo>
                  <a:lnTo>
                    <a:pt x="524382" y="118630"/>
                  </a:lnTo>
                  <a:lnTo>
                    <a:pt x="602255" y="112466"/>
                  </a:lnTo>
                  <a:lnTo>
                    <a:pt x="674354" y="106759"/>
                  </a:lnTo>
                  <a:lnTo>
                    <a:pt x="741476" y="101446"/>
                  </a:lnTo>
                  <a:lnTo>
                    <a:pt x="804265" y="96475"/>
                  </a:lnTo>
                  <a:lnTo>
                    <a:pt x="863245" y="91807"/>
                  </a:lnTo>
                  <a:lnTo>
                    <a:pt x="918854" y="87405"/>
                  </a:lnTo>
                  <a:lnTo>
                    <a:pt x="971455" y="83241"/>
                  </a:lnTo>
                  <a:lnTo>
                    <a:pt x="1021358" y="79291"/>
                  </a:lnTo>
                  <a:lnTo>
                    <a:pt x="1068825" y="75534"/>
                  </a:lnTo>
                  <a:lnTo>
                    <a:pt x="1114084" y="71951"/>
                  </a:lnTo>
                  <a:lnTo>
                    <a:pt x="1157331" y="68528"/>
                  </a:lnTo>
                  <a:lnTo>
                    <a:pt x="1198736" y="65250"/>
                  </a:lnTo>
                  <a:lnTo>
                    <a:pt x="1238452" y="62107"/>
                  </a:lnTo>
                  <a:lnTo>
                    <a:pt x="1276609" y="59086"/>
                  </a:lnTo>
                  <a:lnTo>
                    <a:pt x="1313326" y="56180"/>
                  </a:lnTo>
                  <a:lnTo>
                    <a:pt x="1348708" y="53379"/>
                  </a:lnTo>
                  <a:lnTo>
                    <a:pt x="1382848" y="50677"/>
                  </a:lnTo>
                  <a:lnTo>
                    <a:pt x="1415830" y="48066"/>
                  </a:lnTo>
                  <a:lnTo>
                    <a:pt x="1447731" y="45541"/>
                  </a:lnTo>
                  <a:lnTo>
                    <a:pt x="1478619" y="43096"/>
                  </a:lnTo>
                  <a:lnTo>
                    <a:pt x="1508556" y="40726"/>
                  </a:lnTo>
                  <a:lnTo>
                    <a:pt x="1537600" y="38427"/>
                  </a:lnTo>
                  <a:lnTo>
                    <a:pt x="1565801" y="36195"/>
                  </a:lnTo>
                  <a:lnTo>
                    <a:pt x="1593208" y="34025"/>
                  </a:lnTo>
                  <a:lnTo>
                    <a:pt x="1619864" y="31915"/>
                  </a:lnTo>
                  <a:lnTo>
                    <a:pt x="1645810" y="29862"/>
                  </a:lnTo>
                  <a:lnTo>
                    <a:pt x="1671081" y="27861"/>
                  </a:lnTo>
                  <a:lnTo>
                    <a:pt x="1695712" y="25911"/>
                  </a:lnTo>
                  <a:lnTo>
                    <a:pt x="1719735" y="24010"/>
                  </a:lnTo>
                  <a:lnTo>
                    <a:pt x="1743179" y="22154"/>
                  </a:lnTo>
                  <a:lnTo>
                    <a:pt x="1766072" y="20342"/>
                  </a:lnTo>
                  <a:lnTo>
                    <a:pt x="1788438" y="18572"/>
                  </a:lnTo>
                  <a:lnTo>
                    <a:pt x="1810302" y="16841"/>
                  </a:lnTo>
                  <a:lnTo>
                    <a:pt x="1831685" y="15148"/>
                  </a:lnTo>
                  <a:lnTo>
                    <a:pt x="1852608" y="13492"/>
                  </a:lnTo>
                  <a:lnTo>
                    <a:pt x="1873090" y="11871"/>
                  </a:lnTo>
                  <a:lnTo>
                    <a:pt x="1893151" y="10283"/>
                  </a:lnTo>
                  <a:lnTo>
                    <a:pt x="1912806" y="8727"/>
                  </a:lnTo>
                  <a:lnTo>
                    <a:pt x="1932071" y="7202"/>
                  </a:lnTo>
                  <a:lnTo>
                    <a:pt x="1950963" y="5707"/>
                  </a:lnTo>
                  <a:lnTo>
                    <a:pt x="1969495" y="4240"/>
                  </a:lnTo>
                  <a:lnTo>
                    <a:pt x="1987680" y="2800"/>
                  </a:lnTo>
                  <a:lnTo>
                    <a:pt x="2005532" y="1387"/>
                  </a:lnTo>
                  <a:lnTo>
                    <a:pt x="2023062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1" name="pl1070"/>
            <p:cNvSpPr/>
            <p:nvPr/>
          </p:nvSpPr>
          <p:spPr>
            <a:xfrm>
              <a:off x="9514148" y="8126780"/>
              <a:ext cx="2023062" cy="241794"/>
            </a:xfrm>
            <a:custGeom>
              <a:avLst/>
              <a:pathLst>
                <a:path w="2023062" h="241794">
                  <a:moveTo>
                    <a:pt x="0" y="241794"/>
                  </a:moveTo>
                  <a:lnTo>
                    <a:pt x="129910" y="226267"/>
                  </a:lnTo>
                  <a:lnTo>
                    <a:pt x="244500" y="212572"/>
                  </a:lnTo>
                  <a:lnTo>
                    <a:pt x="347004" y="200320"/>
                  </a:lnTo>
                  <a:lnTo>
                    <a:pt x="439730" y="189238"/>
                  </a:lnTo>
                  <a:lnTo>
                    <a:pt x="524382" y="179120"/>
                  </a:lnTo>
                  <a:lnTo>
                    <a:pt x="602255" y="169813"/>
                  </a:lnTo>
                  <a:lnTo>
                    <a:pt x="674354" y="161196"/>
                  </a:lnTo>
                  <a:lnTo>
                    <a:pt x="741476" y="153174"/>
                  </a:lnTo>
                  <a:lnTo>
                    <a:pt x="804265" y="145669"/>
                  </a:lnTo>
                  <a:lnTo>
                    <a:pt x="863245" y="138620"/>
                  </a:lnTo>
                  <a:lnTo>
                    <a:pt x="918854" y="131973"/>
                  </a:lnTo>
                  <a:lnTo>
                    <a:pt x="971455" y="125687"/>
                  </a:lnTo>
                  <a:lnTo>
                    <a:pt x="1021358" y="119722"/>
                  </a:lnTo>
                  <a:lnTo>
                    <a:pt x="1068825" y="114049"/>
                  </a:lnTo>
                  <a:lnTo>
                    <a:pt x="1114084" y="108640"/>
                  </a:lnTo>
                  <a:lnTo>
                    <a:pt x="1157331" y="103471"/>
                  </a:lnTo>
                  <a:lnTo>
                    <a:pt x="1198736" y="98522"/>
                  </a:lnTo>
                  <a:lnTo>
                    <a:pt x="1238452" y="93775"/>
                  </a:lnTo>
                  <a:lnTo>
                    <a:pt x="1276609" y="89215"/>
                  </a:lnTo>
                  <a:lnTo>
                    <a:pt x="1313326" y="84826"/>
                  </a:lnTo>
                  <a:lnTo>
                    <a:pt x="1348708" y="80598"/>
                  </a:lnTo>
                  <a:lnTo>
                    <a:pt x="1382848" y="76517"/>
                  </a:lnTo>
                  <a:lnTo>
                    <a:pt x="1415830" y="72575"/>
                  </a:lnTo>
                  <a:lnTo>
                    <a:pt x="1447731" y="68763"/>
                  </a:lnTo>
                  <a:lnTo>
                    <a:pt x="1478619" y="65071"/>
                  </a:lnTo>
                  <a:lnTo>
                    <a:pt x="1508556" y="61493"/>
                  </a:lnTo>
                  <a:lnTo>
                    <a:pt x="1537600" y="58022"/>
                  </a:lnTo>
                  <a:lnTo>
                    <a:pt x="1565801" y="54651"/>
                  </a:lnTo>
                  <a:lnTo>
                    <a:pt x="1593208" y="51375"/>
                  </a:lnTo>
                  <a:lnTo>
                    <a:pt x="1619864" y="48189"/>
                  </a:lnTo>
                  <a:lnTo>
                    <a:pt x="1645810" y="45088"/>
                  </a:lnTo>
                  <a:lnTo>
                    <a:pt x="1671081" y="42068"/>
                  </a:lnTo>
                  <a:lnTo>
                    <a:pt x="1695712" y="39124"/>
                  </a:lnTo>
                  <a:lnTo>
                    <a:pt x="1719735" y="36253"/>
                  </a:lnTo>
                  <a:lnTo>
                    <a:pt x="1743179" y="33451"/>
                  </a:lnTo>
                  <a:lnTo>
                    <a:pt x="1766072" y="30715"/>
                  </a:lnTo>
                  <a:lnTo>
                    <a:pt x="1788438" y="28041"/>
                  </a:lnTo>
                  <a:lnTo>
                    <a:pt x="1810302" y="25428"/>
                  </a:lnTo>
                  <a:lnTo>
                    <a:pt x="1831685" y="22873"/>
                  </a:lnTo>
                  <a:lnTo>
                    <a:pt x="1852608" y="20372"/>
                  </a:lnTo>
                  <a:lnTo>
                    <a:pt x="1873090" y="17924"/>
                  </a:lnTo>
                  <a:lnTo>
                    <a:pt x="1893151" y="15526"/>
                  </a:lnTo>
                  <a:lnTo>
                    <a:pt x="1912806" y="13177"/>
                  </a:lnTo>
                  <a:lnTo>
                    <a:pt x="1932071" y="10875"/>
                  </a:lnTo>
                  <a:lnTo>
                    <a:pt x="1950963" y="8617"/>
                  </a:lnTo>
                  <a:lnTo>
                    <a:pt x="1969495" y="6402"/>
                  </a:lnTo>
                  <a:lnTo>
                    <a:pt x="1987680" y="4228"/>
                  </a:lnTo>
                  <a:lnTo>
                    <a:pt x="2005532" y="2095"/>
                  </a:lnTo>
                  <a:lnTo>
                    <a:pt x="2023062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2" name="pl1071"/>
            <p:cNvSpPr/>
            <p:nvPr/>
          </p:nvSpPr>
          <p:spPr>
            <a:xfrm>
              <a:off x="9514148" y="7893402"/>
              <a:ext cx="2023062" cy="216063"/>
            </a:xfrm>
            <a:custGeom>
              <a:avLst/>
              <a:pathLst>
                <a:path w="2023062" h="216063">
                  <a:moveTo>
                    <a:pt x="0" y="0"/>
                  </a:moveTo>
                  <a:lnTo>
                    <a:pt x="129910" y="13874"/>
                  </a:lnTo>
                  <a:lnTo>
                    <a:pt x="244500" y="26112"/>
                  </a:lnTo>
                  <a:lnTo>
                    <a:pt x="347004" y="37060"/>
                  </a:lnTo>
                  <a:lnTo>
                    <a:pt x="439730" y="46963"/>
                  </a:lnTo>
                  <a:lnTo>
                    <a:pt x="524382" y="56004"/>
                  </a:lnTo>
                  <a:lnTo>
                    <a:pt x="602255" y="64320"/>
                  </a:lnTo>
                  <a:lnTo>
                    <a:pt x="674354" y="72021"/>
                  </a:lnTo>
                  <a:lnTo>
                    <a:pt x="741476" y="79189"/>
                  </a:lnTo>
                  <a:lnTo>
                    <a:pt x="804265" y="85895"/>
                  </a:lnTo>
                  <a:lnTo>
                    <a:pt x="863245" y="92194"/>
                  </a:lnTo>
                  <a:lnTo>
                    <a:pt x="918854" y="98133"/>
                  </a:lnTo>
                  <a:lnTo>
                    <a:pt x="971455" y="103751"/>
                  </a:lnTo>
                  <a:lnTo>
                    <a:pt x="1021358" y="109081"/>
                  </a:lnTo>
                  <a:lnTo>
                    <a:pt x="1068825" y="114150"/>
                  </a:lnTo>
                  <a:lnTo>
                    <a:pt x="1114084" y="118984"/>
                  </a:lnTo>
                  <a:lnTo>
                    <a:pt x="1157331" y="123603"/>
                  </a:lnTo>
                  <a:lnTo>
                    <a:pt x="1198736" y="128025"/>
                  </a:lnTo>
                  <a:lnTo>
                    <a:pt x="1238452" y="132266"/>
                  </a:lnTo>
                  <a:lnTo>
                    <a:pt x="1276609" y="136341"/>
                  </a:lnTo>
                  <a:lnTo>
                    <a:pt x="1313326" y="140263"/>
                  </a:lnTo>
                  <a:lnTo>
                    <a:pt x="1348708" y="144042"/>
                  </a:lnTo>
                  <a:lnTo>
                    <a:pt x="1382848" y="147688"/>
                  </a:lnTo>
                  <a:lnTo>
                    <a:pt x="1415830" y="151210"/>
                  </a:lnTo>
                  <a:lnTo>
                    <a:pt x="1447731" y="154617"/>
                  </a:lnTo>
                  <a:lnTo>
                    <a:pt x="1478619" y="157916"/>
                  </a:lnTo>
                  <a:lnTo>
                    <a:pt x="1508556" y="161113"/>
                  </a:lnTo>
                  <a:lnTo>
                    <a:pt x="1537600" y="164215"/>
                  </a:lnTo>
                  <a:lnTo>
                    <a:pt x="1565801" y="167227"/>
                  </a:lnTo>
                  <a:lnTo>
                    <a:pt x="1593208" y="170154"/>
                  </a:lnTo>
                  <a:lnTo>
                    <a:pt x="1619864" y="173001"/>
                  </a:lnTo>
                  <a:lnTo>
                    <a:pt x="1645810" y="175772"/>
                  </a:lnTo>
                  <a:lnTo>
                    <a:pt x="1671081" y="178471"/>
                  </a:lnTo>
                  <a:lnTo>
                    <a:pt x="1695712" y="181102"/>
                  </a:lnTo>
                  <a:lnTo>
                    <a:pt x="1719735" y="183667"/>
                  </a:lnTo>
                  <a:lnTo>
                    <a:pt x="1743179" y="186171"/>
                  </a:lnTo>
                  <a:lnTo>
                    <a:pt x="1766072" y="188616"/>
                  </a:lnTo>
                  <a:lnTo>
                    <a:pt x="1788438" y="191005"/>
                  </a:lnTo>
                  <a:lnTo>
                    <a:pt x="1810302" y="193340"/>
                  </a:lnTo>
                  <a:lnTo>
                    <a:pt x="1831685" y="195624"/>
                  </a:lnTo>
                  <a:lnTo>
                    <a:pt x="1852608" y="197858"/>
                  </a:lnTo>
                  <a:lnTo>
                    <a:pt x="1873090" y="200046"/>
                  </a:lnTo>
                  <a:lnTo>
                    <a:pt x="1893151" y="202188"/>
                  </a:lnTo>
                  <a:lnTo>
                    <a:pt x="1912806" y="204287"/>
                  </a:lnTo>
                  <a:lnTo>
                    <a:pt x="1932071" y="206345"/>
                  </a:lnTo>
                  <a:lnTo>
                    <a:pt x="1950963" y="208362"/>
                  </a:lnTo>
                  <a:lnTo>
                    <a:pt x="1969495" y="210342"/>
                  </a:lnTo>
                  <a:lnTo>
                    <a:pt x="1987680" y="212284"/>
                  </a:lnTo>
                  <a:lnTo>
                    <a:pt x="2005532" y="214190"/>
                  </a:lnTo>
                  <a:lnTo>
                    <a:pt x="2023062" y="216063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3" name="pl1072"/>
            <p:cNvSpPr/>
            <p:nvPr/>
          </p:nvSpPr>
          <p:spPr>
            <a:xfrm>
              <a:off x="9514148" y="7923165"/>
              <a:ext cx="2023062" cy="448162"/>
            </a:xfrm>
            <a:custGeom>
              <a:avLst/>
              <a:pathLst>
                <a:path w="2023062" h="448162">
                  <a:moveTo>
                    <a:pt x="0" y="0"/>
                  </a:moveTo>
                  <a:lnTo>
                    <a:pt x="129910" y="28778"/>
                  </a:lnTo>
                  <a:lnTo>
                    <a:pt x="244500" y="54163"/>
                  </a:lnTo>
                  <a:lnTo>
                    <a:pt x="347004" y="76870"/>
                  </a:lnTo>
                  <a:lnTo>
                    <a:pt x="439730" y="97412"/>
                  </a:lnTo>
                  <a:lnTo>
                    <a:pt x="524382" y="116164"/>
                  </a:lnTo>
                  <a:lnTo>
                    <a:pt x="602255" y="133415"/>
                  </a:lnTo>
                  <a:lnTo>
                    <a:pt x="674354" y="149387"/>
                  </a:lnTo>
                  <a:lnTo>
                    <a:pt x="741476" y="164257"/>
                  </a:lnTo>
                  <a:lnTo>
                    <a:pt x="804265" y="178166"/>
                  </a:lnTo>
                  <a:lnTo>
                    <a:pt x="863245" y="191232"/>
                  </a:lnTo>
                  <a:lnTo>
                    <a:pt x="918854" y="203551"/>
                  </a:lnTo>
                  <a:lnTo>
                    <a:pt x="971455" y="215203"/>
                  </a:lnTo>
                  <a:lnTo>
                    <a:pt x="1021358" y="226258"/>
                  </a:lnTo>
                  <a:lnTo>
                    <a:pt x="1068825" y="236773"/>
                  </a:lnTo>
                  <a:lnTo>
                    <a:pt x="1114084" y="246799"/>
                  </a:lnTo>
                  <a:lnTo>
                    <a:pt x="1157331" y="256380"/>
                  </a:lnTo>
                  <a:lnTo>
                    <a:pt x="1198736" y="265552"/>
                  </a:lnTo>
                  <a:lnTo>
                    <a:pt x="1238452" y="274350"/>
                  </a:lnTo>
                  <a:lnTo>
                    <a:pt x="1276609" y="282803"/>
                  </a:lnTo>
                  <a:lnTo>
                    <a:pt x="1313326" y="290937"/>
                  </a:lnTo>
                  <a:lnTo>
                    <a:pt x="1348708" y="298775"/>
                  </a:lnTo>
                  <a:lnTo>
                    <a:pt x="1382848" y="306338"/>
                  </a:lnTo>
                  <a:lnTo>
                    <a:pt x="1415830" y="313644"/>
                  </a:lnTo>
                  <a:lnTo>
                    <a:pt x="1447731" y="320711"/>
                  </a:lnTo>
                  <a:lnTo>
                    <a:pt x="1478619" y="327553"/>
                  </a:lnTo>
                  <a:lnTo>
                    <a:pt x="1508556" y="334185"/>
                  </a:lnTo>
                  <a:lnTo>
                    <a:pt x="1537600" y="340619"/>
                  </a:lnTo>
                  <a:lnTo>
                    <a:pt x="1565801" y="346867"/>
                  </a:lnTo>
                  <a:lnTo>
                    <a:pt x="1593208" y="352938"/>
                  </a:lnTo>
                  <a:lnTo>
                    <a:pt x="1619864" y="358843"/>
                  </a:lnTo>
                  <a:lnTo>
                    <a:pt x="1645810" y="364591"/>
                  </a:lnTo>
                  <a:lnTo>
                    <a:pt x="1671081" y="370189"/>
                  </a:lnTo>
                  <a:lnTo>
                    <a:pt x="1695712" y="375646"/>
                  </a:lnTo>
                  <a:lnTo>
                    <a:pt x="1719735" y="380967"/>
                  </a:lnTo>
                  <a:lnTo>
                    <a:pt x="1743179" y="386161"/>
                  </a:lnTo>
                  <a:lnTo>
                    <a:pt x="1766072" y="391232"/>
                  </a:lnTo>
                  <a:lnTo>
                    <a:pt x="1788438" y="396187"/>
                  </a:lnTo>
                  <a:lnTo>
                    <a:pt x="1810302" y="401030"/>
                  </a:lnTo>
                  <a:lnTo>
                    <a:pt x="1831685" y="405767"/>
                  </a:lnTo>
                  <a:lnTo>
                    <a:pt x="1852608" y="410402"/>
                  </a:lnTo>
                  <a:lnTo>
                    <a:pt x="1873090" y="414940"/>
                  </a:lnTo>
                  <a:lnTo>
                    <a:pt x="1893151" y="419384"/>
                  </a:lnTo>
                  <a:lnTo>
                    <a:pt x="1912806" y="423738"/>
                  </a:lnTo>
                  <a:lnTo>
                    <a:pt x="1932071" y="428006"/>
                  </a:lnTo>
                  <a:lnTo>
                    <a:pt x="1950963" y="432191"/>
                  </a:lnTo>
                  <a:lnTo>
                    <a:pt x="1969495" y="436296"/>
                  </a:lnTo>
                  <a:lnTo>
                    <a:pt x="1987680" y="440324"/>
                  </a:lnTo>
                  <a:lnTo>
                    <a:pt x="2005532" y="444279"/>
                  </a:lnTo>
                  <a:lnTo>
                    <a:pt x="2023062" y="448162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4" name="pl1073"/>
            <p:cNvSpPr/>
            <p:nvPr/>
          </p:nvSpPr>
          <p:spPr>
            <a:xfrm>
              <a:off x="9514148" y="8150002"/>
              <a:ext cx="2023062" cy="418692"/>
            </a:xfrm>
            <a:custGeom>
              <a:avLst/>
              <a:pathLst>
                <a:path w="2023062" h="418692">
                  <a:moveTo>
                    <a:pt x="0" y="0"/>
                  </a:moveTo>
                  <a:lnTo>
                    <a:pt x="129910" y="26886"/>
                  </a:lnTo>
                  <a:lnTo>
                    <a:pt x="244500" y="50601"/>
                  </a:lnTo>
                  <a:lnTo>
                    <a:pt x="347004" y="71815"/>
                  </a:lnTo>
                  <a:lnTo>
                    <a:pt x="439730" y="91006"/>
                  </a:lnTo>
                  <a:lnTo>
                    <a:pt x="524382" y="108526"/>
                  </a:lnTo>
                  <a:lnTo>
                    <a:pt x="602255" y="124642"/>
                  </a:lnTo>
                  <a:lnTo>
                    <a:pt x="674354" y="139564"/>
                  </a:lnTo>
                  <a:lnTo>
                    <a:pt x="741476" y="153455"/>
                  </a:lnTo>
                  <a:lnTo>
                    <a:pt x="804265" y="166450"/>
                  </a:lnTo>
                  <a:lnTo>
                    <a:pt x="863245" y="178657"/>
                  </a:lnTo>
                  <a:lnTo>
                    <a:pt x="918854" y="190165"/>
                  </a:lnTo>
                  <a:lnTo>
                    <a:pt x="971455" y="201052"/>
                  </a:lnTo>
                  <a:lnTo>
                    <a:pt x="1021358" y="211380"/>
                  </a:lnTo>
                  <a:lnTo>
                    <a:pt x="1068825" y="221203"/>
                  </a:lnTo>
                  <a:lnTo>
                    <a:pt x="1114084" y="230570"/>
                  </a:lnTo>
                  <a:lnTo>
                    <a:pt x="1157331" y="239521"/>
                  </a:lnTo>
                  <a:lnTo>
                    <a:pt x="1198736" y="248090"/>
                  </a:lnTo>
                  <a:lnTo>
                    <a:pt x="1238452" y="256309"/>
                  </a:lnTo>
                  <a:lnTo>
                    <a:pt x="1276609" y="264206"/>
                  </a:lnTo>
                  <a:lnTo>
                    <a:pt x="1313326" y="271805"/>
                  </a:lnTo>
                  <a:lnTo>
                    <a:pt x="1348708" y="279128"/>
                  </a:lnTo>
                  <a:lnTo>
                    <a:pt x="1382848" y="286193"/>
                  </a:lnTo>
                  <a:lnTo>
                    <a:pt x="1415830" y="293019"/>
                  </a:lnTo>
                  <a:lnTo>
                    <a:pt x="1447731" y="299622"/>
                  </a:lnTo>
                  <a:lnTo>
                    <a:pt x="1478619" y="306014"/>
                  </a:lnTo>
                  <a:lnTo>
                    <a:pt x="1508556" y="312210"/>
                  </a:lnTo>
                  <a:lnTo>
                    <a:pt x="1537600" y="318221"/>
                  </a:lnTo>
                  <a:lnTo>
                    <a:pt x="1565801" y="324057"/>
                  </a:lnTo>
                  <a:lnTo>
                    <a:pt x="1593208" y="329730"/>
                  </a:lnTo>
                  <a:lnTo>
                    <a:pt x="1619864" y="335246"/>
                  </a:lnTo>
                  <a:lnTo>
                    <a:pt x="1645810" y="340616"/>
                  </a:lnTo>
                  <a:lnTo>
                    <a:pt x="1671081" y="345846"/>
                  </a:lnTo>
                  <a:lnTo>
                    <a:pt x="1695712" y="350944"/>
                  </a:lnTo>
                  <a:lnTo>
                    <a:pt x="1719735" y="355916"/>
                  </a:lnTo>
                  <a:lnTo>
                    <a:pt x="1743179" y="360768"/>
                  </a:lnTo>
                  <a:lnTo>
                    <a:pt x="1766072" y="365505"/>
                  </a:lnTo>
                  <a:lnTo>
                    <a:pt x="1788438" y="370134"/>
                  </a:lnTo>
                  <a:lnTo>
                    <a:pt x="1810302" y="374659"/>
                  </a:lnTo>
                  <a:lnTo>
                    <a:pt x="1831685" y="379085"/>
                  </a:lnTo>
                  <a:lnTo>
                    <a:pt x="1852608" y="383415"/>
                  </a:lnTo>
                  <a:lnTo>
                    <a:pt x="1873090" y="387654"/>
                  </a:lnTo>
                  <a:lnTo>
                    <a:pt x="1893151" y="391806"/>
                  </a:lnTo>
                  <a:lnTo>
                    <a:pt x="1912806" y="395873"/>
                  </a:lnTo>
                  <a:lnTo>
                    <a:pt x="1932071" y="399861"/>
                  </a:lnTo>
                  <a:lnTo>
                    <a:pt x="1950963" y="403770"/>
                  </a:lnTo>
                  <a:lnTo>
                    <a:pt x="1969495" y="407606"/>
                  </a:lnTo>
                  <a:lnTo>
                    <a:pt x="1987680" y="411369"/>
                  </a:lnTo>
                  <a:lnTo>
                    <a:pt x="2005532" y="415064"/>
                  </a:lnTo>
                  <a:lnTo>
                    <a:pt x="2023062" y="418692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5" name="pl1074"/>
            <p:cNvSpPr/>
            <p:nvPr/>
          </p:nvSpPr>
          <p:spPr>
            <a:xfrm>
              <a:off x="9514148" y="8134875"/>
              <a:ext cx="2023062" cy="163856"/>
            </a:xfrm>
            <a:custGeom>
              <a:avLst/>
              <a:pathLst>
                <a:path w="2023062" h="163856">
                  <a:moveTo>
                    <a:pt x="0" y="0"/>
                  </a:moveTo>
                  <a:lnTo>
                    <a:pt x="129910" y="10522"/>
                  </a:lnTo>
                  <a:lnTo>
                    <a:pt x="244500" y="19803"/>
                  </a:lnTo>
                  <a:lnTo>
                    <a:pt x="347004" y="28105"/>
                  </a:lnTo>
                  <a:lnTo>
                    <a:pt x="439730" y="35615"/>
                  </a:lnTo>
                  <a:lnTo>
                    <a:pt x="524382" y="42471"/>
                  </a:lnTo>
                  <a:lnTo>
                    <a:pt x="602255" y="48779"/>
                  </a:lnTo>
                  <a:lnTo>
                    <a:pt x="674354" y="54618"/>
                  </a:lnTo>
                  <a:lnTo>
                    <a:pt x="741476" y="60055"/>
                  </a:lnTo>
                  <a:lnTo>
                    <a:pt x="804265" y="65140"/>
                  </a:lnTo>
                  <a:lnTo>
                    <a:pt x="863245" y="69917"/>
                  </a:lnTo>
                  <a:lnTo>
                    <a:pt x="918854" y="74421"/>
                  </a:lnTo>
                  <a:lnTo>
                    <a:pt x="971455" y="78682"/>
                  </a:lnTo>
                  <a:lnTo>
                    <a:pt x="1021358" y="82724"/>
                  </a:lnTo>
                  <a:lnTo>
                    <a:pt x="1068825" y="86568"/>
                  </a:lnTo>
                  <a:lnTo>
                    <a:pt x="1114084" y="90234"/>
                  </a:lnTo>
                  <a:lnTo>
                    <a:pt x="1157331" y="93737"/>
                  </a:lnTo>
                  <a:lnTo>
                    <a:pt x="1198736" y="97090"/>
                  </a:lnTo>
                  <a:lnTo>
                    <a:pt x="1238452" y="100307"/>
                  </a:lnTo>
                  <a:lnTo>
                    <a:pt x="1276609" y="103398"/>
                  </a:lnTo>
                  <a:lnTo>
                    <a:pt x="1313326" y="106371"/>
                  </a:lnTo>
                  <a:lnTo>
                    <a:pt x="1348708" y="109237"/>
                  </a:lnTo>
                  <a:lnTo>
                    <a:pt x="1382848" y="112002"/>
                  </a:lnTo>
                  <a:lnTo>
                    <a:pt x="1415830" y="114674"/>
                  </a:lnTo>
                  <a:lnTo>
                    <a:pt x="1447731" y="117257"/>
                  </a:lnTo>
                  <a:lnTo>
                    <a:pt x="1478619" y="119759"/>
                  </a:lnTo>
                  <a:lnTo>
                    <a:pt x="1508556" y="122184"/>
                  </a:lnTo>
                  <a:lnTo>
                    <a:pt x="1537600" y="124536"/>
                  </a:lnTo>
                  <a:lnTo>
                    <a:pt x="1565801" y="126820"/>
                  </a:lnTo>
                  <a:lnTo>
                    <a:pt x="1593208" y="129040"/>
                  </a:lnTo>
                  <a:lnTo>
                    <a:pt x="1619864" y="131199"/>
                  </a:lnTo>
                  <a:lnTo>
                    <a:pt x="1645810" y="133301"/>
                  </a:lnTo>
                  <a:lnTo>
                    <a:pt x="1671081" y="135347"/>
                  </a:lnTo>
                  <a:lnTo>
                    <a:pt x="1695712" y="137342"/>
                  </a:lnTo>
                  <a:lnTo>
                    <a:pt x="1719735" y="139288"/>
                  </a:lnTo>
                  <a:lnTo>
                    <a:pt x="1743179" y="141187"/>
                  </a:lnTo>
                  <a:lnTo>
                    <a:pt x="1766072" y="143041"/>
                  </a:lnTo>
                  <a:lnTo>
                    <a:pt x="1788438" y="144853"/>
                  </a:lnTo>
                  <a:lnTo>
                    <a:pt x="1810302" y="146624"/>
                  </a:lnTo>
                  <a:lnTo>
                    <a:pt x="1831685" y="148355"/>
                  </a:lnTo>
                  <a:lnTo>
                    <a:pt x="1852608" y="150050"/>
                  </a:lnTo>
                  <a:lnTo>
                    <a:pt x="1873090" y="151709"/>
                  </a:lnTo>
                  <a:lnTo>
                    <a:pt x="1893151" y="153334"/>
                  </a:lnTo>
                  <a:lnTo>
                    <a:pt x="1912806" y="154926"/>
                  </a:lnTo>
                  <a:lnTo>
                    <a:pt x="1932071" y="156486"/>
                  </a:lnTo>
                  <a:lnTo>
                    <a:pt x="1950963" y="158016"/>
                  </a:lnTo>
                  <a:lnTo>
                    <a:pt x="1969495" y="159517"/>
                  </a:lnTo>
                  <a:lnTo>
                    <a:pt x="1987680" y="160990"/>
                  </a:lnTo>
                  <a:lnTo>
                    <a:pt x="2005532" y="162436"/>
                  </a:lnTo>
                  <a:lnTo>
                    <a:pt x="2023062" y="163856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6" name="pl1075"/>
            <p:cNvSpPr/>
            <p:nvPr/>
          </p:nvSpPr>
          <p:spPr>
            <a:xfrm>
              <a:off x="9514148" y="8266224"/>
              <a:ext cx="2023062" cy="48597"/>
            </a:xfrm>
            <a:custGeom>
              <a:avLst/>
              <a:pathLst>
                <a:path w="2023062" h="48597">
                  <a:moveTo>
                    <a:pt x="0" y="0"/>
                  </a:moveTo>
                  <a:lnTo>
                    <a:pt x="129910" y="3120"/>
                  </a:lnTo>
                  <a:lnTo>
                    <a:pt x="244500" y="5873"/>
                  </a:lnTo>
                  <a:lnTo>
                    <a:pt x="347004" y="8335"/>
                  </a:lnTo>
                  <a:lnTo>
                    <a:pt x="439730" y="10563"/>
                  </a:lnTo>
                  <a:lnTo>
                    <a:pt x="524382" y="12596"/>
                  </a:lnTo>
                  <a:lnTo>
                    <a:pt x="602255" y="14467"/>
                  </a:lnTo>
                  <a:lnTo>
                    <a:pt x="674354" y="16199"/>
                  </a:lnTo>
                  <a:lnTo>
                    <a:pt x="741476" y="17811"/>
                  </a:lnTo>
                  <a:lnTo>
                    <a:pt x="804265" y="19319"/>
                  </a:lnTo>
                  <a:lnTo>
                    <a:pt x="863245" y="20736"/>
                  </a:lnTo>
                  <a:lnTo>
                    <a:pt x="918854" y="22072"/>
                  </a:lnTo>
                  <a:lnTo>
                    <a:pt x="971455" y="23336"/>
                  </a:lnTo>
                  <a:lnTo>
                    <a:pt x="1021358" y="24534"/>
                  </a:lnTo>
                  <a:lnTo>
                    <a:pt x="1068825" y="25675"/>
                  </a:lnTo>
                  <a:lnTo>
                    <a:pt x="1114084" y="26762"/>
                  </a:lnTo>
                  <a:lnTo>
                    <a:pt x="1157331" y="27801"/>
                  </a:lnTo>
                  <a:lnTo>
                    <a:pt x="1198736" y="28795"/>
                  </a:lnTo>
                  <a:lnTo>
                    <a:pt x="1238452" y="29749"/>
                  </a:lnTo>
                  <a:lnTo>
                    <a:pt x="1276609" y="30666"/>
                  </a:lnTo>
                  <a:lnTo>
                    <a:pt x="1313326" y="31548"/>
                  </a:lnTo>
                  <a:lnTo>
                    <a:pt x="1348708" y="32398"/>
                  </a:lnTo>
                  <a:lnTo>
                    <a:pt x="1382848" y="33218"/>
                  </a:lnTo>
                  <a:lnTo>
                    <a:pt x="1415830" y="34010"/>
                  </a:lnTo>
                  <a:lnTo>
                    <a:pt x="1447731" y="34777"/>
                  </a:lnTo>
                  <a:lnTo>
                    <a:pt x="1478619" y="35518"/>
                  </a:lnTo>
                  <a:lnTo>
                    <a:pt x="1508556" y="36238"/>
                  </a:lnTo>
                  <a:lnTo>
                    <a:pt x="1537600" y="36935"/>
                  </a:lnTo>
                  <a:lnTo>
                    <a:pt x="1565801" y="37613"/>
                  </a:lnTo>
                  <a:lnTo>
                    <a:pt x="1593208" y="38271"/>
                  </a:lnTo>
                  <a:lnTo>
                    <a:pt x="1619864" y="38911"/>
                  </a:lnTo>
                  <a:lnTo>
                    <a:pt x="1645810" y="39535"/>
                  </a:lnTo>
                  <a:lnTo>
                    <a:pt x="1671081" y="40142"/>
                  </a:lnTo>
                  <a:lnTo>
                    <a:pt x="1695712" y="40733"/>
                  </a:lnTo>
                  <a:lnTo>
                    <a:pt x="1719735" y="41311"/>
                  </a:lnTo>
                  <a:lnTo>
                    <a:pt x="1743179" y="41874"/>
                  </a:lnTo>
                  <a:lnTo>
                    <a:pt x="1766072" y="42424"/>
                  </a:lnTo>
                  <a:lnTo>
                    <a:pt x="1788438" y="42961"/>
                  </a:lnTo>
                  <a:lnTo>
                    <a:pt x="1810302" y="43486"/>
                  </a:lnTo>
                  <a:lnTo>
                    <a:pt x="1831685" y="44000"/>
                  </a:lnTo>
                  <a:lnTo>
                    <a:pt x="1852608" y="44502"/>
                  </a:lnTo>
                  <a:lnTo>
                    <a:pt x="1873090" y="44994"/>
                  </a:lnTo>
                  <a:lnTo>
                    <a:pt x="1893151" y="45476"/>
                  </a:lnTo>
                  <a:lnTo>
                    <a:pt x="1912806" y="45948"/>
                  </a:lnTo>
                  <a:lnTo>
                    <a:pt x="1932071" y="46411"/>
                  </a:lnTo>
                  <a:lnTo>
                    <a:pt x="1950963" y="46865"/>
                  </a:lnTo>
                  <a:lnTo>
                    <a:pt x="1969495" y="47310"/>
                  </a:lnTo>
                  <a:lnTo>
                    <a:pt x="1987680" y="47747"/>
                  </a:lnTo>
                  <a:lnTo>
                    <a:pt x="2005532" y="48176"/>
                  </a:lnTo>
                  <a:lnTo>
                    <a:pt x="2023062" y="48597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077" name="rc1076"/>
            <p:cNvSpPr/>
            <p:nvPr/>
          </p:nvSpPr>
          <p:spPr>
            <a:xfrm>
              <a:off x="9362389" y="6590760"/>
              <a:ext cx="2328695" cy="2084375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1078" name="pl1077"/>
            <p:cNvSpPr/>
            <p:nvPr/>
          </p:nvSpPr>
          <p:spPr>
            <a:xfrm>
              <a:off x="9362389" y="6590760"/>
              <a:ext cx="0" cy="2084375"/>
            </a:xfrm>
            <a:custGeom>
              <a:avLst/>
              <a:pathLst>
                <a:path w="0" h="2084375">
                  <a:moveTo>
                    <a:pt x="0" y="2084375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9" name="pl1078"/>
            <p:cNvSpPr/>
            <p:nvPr/>
          </p:nvSpPr>
          <p:spPr>
            <a:xfrm>
              <a:off x="9324432" y="8252016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0" name="pl1079"/>
            <p:cNvSpPr/>
            <p:nvPr/>
          </p:nvSpPr>
          <p:spPr>
            <a:xfrm>
              <a:off x="9324432" y="7544223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1" name="pl1080"/>
            <p:cNvSpPr/>
            <p:nvPr/>
          </p:nvSpPr>
          <p:spPr>
            <a:xfrm>
              <a:off x="9324432" y="6836429"/>
              <a:ext cx="37957" cy="0"/>
            </a:xfrm>
            <a:custGeom>
              <a:avLst/>
              <a:pathLst>
                <a:path w="37957" h="0">
                  <a:moveTo>
                    <a:pt x="0" y="0"/>
                  </a:moveTo>
                  <a:lnTo>
                    <a:pt x="37957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2" name="pl1081"/>
            <p:cNvSpPr/>
            <p:nvPr/>
          </p:nvSpPr>
          <p:spPr>
            <a:xfrm>
              <a:off x="9362389" y="8675135"/>
              <a:ext cx="2328695" cy="0"/>
            </a:xfrm>
            <a:custGeom>
              <a:avLst/>
              <a:pathLst>
                <a:path w="2328695" h="0">
                  <a:moveTo>
                    <a:pt x="0" y="0"/>
                  </a:moveTo>
                  <a:lnTo>
                    <a:pt x="2328695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3" name="pl1082"/>
            <p:cNvSpPr/>
            <p:nvPr/>
          </p:nvSpPr>
          <p:spPr>
            <a:xfrm>
              <a:off x="9514148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4" name="pl1083"/>
            <p:cNvSpPr/>
            <p:nvPr/>
          </p:nvSpPr>
          <p:spPr>
            <a:xfrm>
              <a:off x="10188502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5" name="pl1084"/>
            <p:cNvSpPr/>
            <p:nvPr/>
          </p:nvSpPr>
          <p:spPr>
            <a:xfrm>
              <a:off x="10862856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6" name="pl1085"/>
            <p:cNvSpPr/>
            <p:nvPr/>
          </p:nvSpPr>
          <p:spPr>
            <a:xfrm>
              <a:off x="11537210" y="8675135"/>
              <a:ext cx="0" cy="37957"/>
            </a:xfrm>
            <a:custGeom>
              <a:avLst/>
              <a:pathLst>
                <a:path w="0" h="37957">
                  <a:moveTo>
                    <a:pt x="0" y="37957"/>
                  </a:moveTo>
                  <a:lnTo>
                    <a:pt x="0" y="0"/>
                  </a:lnTo>
                </a:path>
              </a:pathLst>
            </a:custGeom>
            <a:ln w="2168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7" name="tx1086"/>
            <p:cNvSpPr/>
            <p:nvPr/>
          </p:nvSpPr>
          <p:spPr>
            <a:xfrm>
              <a:off x="9475286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1088" name="tx1087"/>
            <p:cNvSpPr/>
            <p:nvPr/>
          </p:nvSpPr>
          <p:spPr>
            <a:xfrm>
              <a:off x="10149640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1089" name="tx1088"/>
            <p:cNvSpPr/>
            <p:nvPr/>
          </p:nvSpPr>
          <p:spPr>
            <a:xfrm>
              <a:off x="10823994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1090" name="tx1089"/>
            <p:cNvSpPr/>
            <p:nvPr/>
          </p:nvSpPr>
          <p:spPr>
            <a:xfrm>
              <a:off x="11498348" y="8743459"/>
              <a:ext cx="7772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8</a:t>
              </a:r>
            </a:p>
          </p:txBody>
        </p:sp>
        <p:sp>
          <p:nvSpPr>
            <p:cNvPr id="1091" name="tx1090"/>
            <p:cNvSpPr/>
            <p:nvPr/>
          </p:nvSpPr>
          <p:spPr>
            <a:xfrm>
              <a:off x="10159697" y="8956323"/>
              <a:ext cx="734080" cy="118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Richness</a:t>
              </a:r>
            </a:p>
          </p:txBody>
        </p:sp>
        <p:sp>
          <p:nvSpPr>
            <p:cNvPr id="1092" name="tx1091"/>
            <p:cNvSpPr/>
            <p:nvPr/>
          </p:nvSpPr>
          <p:spPr>
            <a:xfrm>
              <a:off x="9362389" y="6347601"/>
              <a:ext cx="641908" cy="12792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(k) SRA</a:t>
              </a:r>
            </a:p>
          </p:txBody>
        </p:sp>
        <p:sp>
          <p:nvSpPr>
            <p:cNvPr id="1093" name="rc1092"/>
            <p:cNvSpPr/>
            <p:nvPr/>
          </p:nvSpPr>
          <p:spPr>
            <a:xfrm>
              <a:off x="5289520" y="9207076"/>
              <a:ext cx="2615321" cy="6552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4" name="tx1093"/>
            <p:cNvSpPr/>
            <p:nvPr/>
          </p:nvSpPr>
          <p:spPr>
            <a:xfrm>
              <a:off x="6309099" y="9223901"/>
              <a:ext cx="576163" cy="1097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Species</a:t>
              </a:r>
            </a:p>
          </p:txBody>
        </p:sp>
        <p:sp>
          <p:nvSpPr>
            <p:cNvPr id="1095" name="rc1094"/>
            <p:cNvSpPr/>
            <p:nvPr/>
          </p:nvSpPr>
          <p:spPr>
            <a:xfrm>
              <a:off x="5289520" y="9426370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6" name="pt1095"/>
            <p:cNvSpPr/>
            <p:nvPr/>
          </p:nvSpPr>
          <p:spPr>
            <a:xfrm>
              <a:off x="5350220" y="9487069"/>
              <a:ext cx="58600" cy="58600"/>
            </a:xfrm>
            <a:prstGeom prst="ellipse">
              <a:avLst/>
            </a:prstGeom>
            <a:solidFill>
              <a:srgbClr val="5DC1A2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097" name="pl1096"/>
            <p:cNvSpPr/>
            <p:nvPr/>
          </p:nvSpPr>
          <p:spPr>
            <a:xfrm>
              <a:off x="5307520" y="9516370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5DC1A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8" name="rc1097"/>
            <p:cNvSpPr/>
            <p:nvPr/>
          </p:nvSpPr>
          <p:spPr>
            <a:xfrm>
              <a:off x="5289520" y="9682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99" name="pt1098"/>
            <p:cNvSpPr/>
            <p:nvPr/>
          </p:nvSpPr>
          <p:spPr>
            <a:xfrm>
              <a:off x="5350220" y="9742985"/>
              <a:ext cx="58600" cy="58600"/>
            </a:xfrm>
            <a:prstGeom prst="ellipse">
              <a:avLst/>
            </a:prstGeom>
            <a:solidFill>
              <a:srgbClr val="13815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00" name="pl1099"/>
            <p:cNvSpPr/>
            <p:nvPr/>
          </p:nvSpPr>
          <p:spPr>
            <a:xfrm>
              <a:off x="5307520" y="9772285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13815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1" name="rc1100"/>
            <p:cNvSpPr/>
            <p:nvPr/>
          </p:nvSpPr>
          <p:spPr>
            <a:xfrm>
              <a:off x="5838612" y="9426370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2" name="pt1101"/>
            <p:cNvSpPr/>
            <p:nvPr/>
          </p:nvSpPr>
          <p:spPr>
            <a:xfrm>
              <a:off x="5899312" y="9487069"/>
              <a:ext cx="58600" cy="58600"/>
            </a:xfrm>
            <a:prstGeom prst="ellipse">
              <a:avLst/>
            </a:prstGeom>
            <a:solidFill>
              <a:srgbClr val="E4D79A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03" name="pl1102"/>
            <p:cNvSpPr/>
            <p:nvPr/>
          </p:nvSpPr>
          <p:spPr>
            <a:xfrm>
              <a:off x="5856612" y="9516370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E4D79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4" name="rc1103"/>
            <p:cNvSpPr/>
            <p:nvPr/>
          </p:nvSpPr>
          <p:spPr>
            <a:xfrm>
              <a:off x="5838612" y="9682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5" name="pt1104"/>
            <p:cNvSpPr/>
            <p:nvPr/>
          </p:nvSpPr>
          <p:spPr>
            <a:xfrm>
              <a:off x="5899312" y="9742985"/>
              <a:ext cx="58600" cy="58600"/>
            </a:xfrm>
            <a:prstGeom prst="ellipse">
              <a:avLst/>
            </a:prstGeom>
            <a:solidFill>
              <a:srgbClr val="F5434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06" name="pl1105"/>
            <p:cNvSpPr/>
            <p:nvPr/>
          </p:nvSpPr>
          <p:spPr>
            <a:xfrm>
              <a:off x="5856612" y="9772285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F5434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7" name="rc1106"/>
            <p:cNvSpPr/>
            <p:nvPr/>
          </p:nvSpPr>
          <p:spPr>
            <a:xfrm>
              <a:off x="6379932" y="9426370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08" name="pt1107"/>
            <p:cNvSpPr/>
            <p:nvPr/>
          </p:nvSpPr>
          <p:spPr>
            <a:xfrm>
              <a:off x="6440632" y="9487069"/>
              <a:ext cx="58600" cy="58600"/>
            </a:xfrm>
            <a:prstGeom prst="ellipse">
              <a:avLst/>
            </a:prstGeom>
            <a:solidFill>
              <a:srgbClr val="7E0D13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09" name="pl1108"/>
            <p:cNvSpPr/>
            <p:nvPr/>
          </p:nvSpPr>
          <p:spPr>
            <a:xfrm>
              <a:off x="6397932" y="9516370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7E0D1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0" name="rc1109"/>
            <p:cNvSpPr/>
            <p:nvPr/>
          </p:nvSpPr>
          <p:spPr>
            <a:xfrm>
              <a:off x="6379932" y="9682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1" name="pt1110"/>
            <p:cNvSpPr/>
            <p:nvPr/>
          </p:nvSpPr>
          <p:spPr>
            <a:xfrm>
              <a:off x="6440632" y="9742985"/>
              <a:ext cx="58600" cy="58600"/>
            </a:xfrm>
            <a:prstGeom prst="ellipse">
              <a:avLst/>
            </a:prstGeom>
            <a:solidFill>
              <a:srgbClr val="1B7C88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12" name="pl1111"/>
            <p:cNvSpPr/>
            <p:nvPr/>
          </p:nvSpPr>
          <p:spPr>
            <a:xfrm>
              <a:off x="6397932" y="9772285"/>
              <a:ext cx="143999" cy="0"/>
            </a:xfrm>
            <a:custGeom>
              <a:avLst/>
              <a:pathLst>
                <a:path w="143999" h="0">
                  <a:moveTo>
                    <a:pt x="0" y="0"/>
                  </a:moveTo>
                  <a:lnTo>
                    <a:pt x="143999" y="0"/>
                  </a:lnTo>
                </a:path>
              </a:pathLst>
            </a:custGeom>
            <a:ln w="24391" cap="flat">
              <a:solidFill>
                <a:srgbClr val="1B7C8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3" name="rc1112"/>
            <p:cNvSpPr/>
            <p:nvPr/>
          </p:nvSpPr>
          <p:spPr>
            <a:xfrm>
              <a:off x="6905798" y="9426370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4" name="pt1113"/>
            <p:cNvSpPr/>
            <p:nvPr/>
          </p:nvSpPr>
          <p:spPr>
            <a:xfrm>
              <a:off x="6966498" y="9487069"/>
              <a:ext cx="58600" cy="58600"/>
            </a:xfrm>
            <a:prstGeom prst="ellipse">
              <a:avLst/>
            </a:prstGeom>
            <a:solidFill>
              <a:srgbClr val="F7961E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15" name="pl1114"/>
            <p:cNvSpPr/>
            <p:nvPr/>
          </p:nvSpPr>
          <p:spPr>
            <a:xfrm>
              <a:off x="6923798" y="9516370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F7961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6" name="rc1115"/>
            <p:cNvSpPr/>
            <p:nvPr/>
          </p:nvSpPr>
          <p:spPr>
            <a:xfrm>
              <a:off x="6905798" y="9682285"/>
              <a:ext cx="180000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17" name="pt1116"/>
            <p:cNvSpPr/>
            <p:nvPr/>
          </p:nvSpPr>
          <p:spPr>
            <a:xfrm>
              <a:off x="6966498" y="9742985"/>
              <a:ext cx="58600" cy="58600"/>
            </a:xfrm>
            <a:prstGeom prst="ellipse">
              <a:avLst/>
            </a:prstGeom>
            <a:solidFill>
              <a:srgbClr val="5F7385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18" name="pl1117"/>
            <p:cNvSpPr/>
            <p:nvPr/>
          </p:nvSpPr>
          <p:spPr>
            <a:xfrm>
              <a:off x="6923798" y="9772285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5F738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9" name="rc1118"/>
            <p:cNvSpPr/>
            <p:nvPr/>
          </p:nvSpPr>
          <p:spPr>
            <a:xfrm>
              <a:off x="7447118" y="9426370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0" name="pt1119"/>
            <p:cNvSpPr/>
            <p:nvPr/>
          </p:nvSpPr>
          <p:spPr>
            <a:xfrm>
              <a:off x="7507818" y="9487069"/>
              <a:ext cx="58600" cy="58600"/>
            </a:xfrm>
            <a:prstGeom prst="ellipse">
              <a:avLst/>
            </a:prstGeom>
            <a:solidFill>
              <a:srgbClr val="FF9999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21" name="pl1120"/>
            <p:cNvSpPr/>
            <p:nvPr/>
          </p:nvSpPr>
          <p:spPr>
            <a:xfrm>
              <a:off x="7465118" y="9516370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FF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2" name="rc1121"/>
            <p:cNvSpPr/>
            <p:nvPr/>
          </p:nvSpPr>
          <p:spPr>
            <a:xfrm>
              <a:off x="7447118" y="9682285"/>
              <a:ext cx="179999" cy="1799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23" name="pt1122"/>
            <p:cNvSpPr/>
            <p:nvPr/>
          </p:nvSpPr>
          <p:spPr>
            <a:xfrm>
              <a:off x="7507818" y="9742985"/>
              <a:ext cx="58600" cy="58600"/>
            </a:xfrm>
            <a:prstGeom prst="ellipse">
              <a:avLst/>
            </a:prstGeom>
            <a:solidFill>
              <a:srgbClr val="66B3FF">
                <a:alpha val="50196"/>
              </a:srgbClr>
            </a:solidFill>
          </p:spPr>
          <p:txBody>
            <a:bodyPr/>
            <a:lstStyle/>
            <a:p/>
          </p:txBody>
        </p:sp>
        <p:sp>
          <p:nvSpPr>
            <p:cNvPr id="1124" name="pl1123"/>
            <p:cNvSpPr/>
            <p:nvPr/>
          </p:nvSpPr>
          <p:spPr>
            <a:xfrm>
              <a:off x="7465118" y="9772285"/>
              <a:ext cx="144000" cy="0"/>
            </a:xfrm>
            <a:custGeom>
              <a:avLst/>
              <a:pathLst>
                <a:path w="144000" h="0">
                  <a:moveTo>
                    <a:pt x="0" y="0"/>
                  </a:moveTo>
                  <a:lnTo>
                    <a:pt x="144000" y="0"/>
                  </a:lnTo>
                </a:path>
              </a:pathLst>
            </a:custGeom>
            <a:ln w="24391" cap="flat">
              <a:solidFill>
                <a:srgbClr val="66B3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5" name="tx1124"/>
            <p:cNvSpPr/>
            <p:nvPr/>
          </p:nvSpPr>
          <p:spPr>
            <a:xfrm>
              <a:off x="5545436" y="9466260"/>
              <a:ext cx="2094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CG</a:t>
              </a:r>
            </a:p>
          </p:txBody>
        </p:sp>
        <p:sp>
          <p:nvSpPr>
            <p:cNvPr id="1126" name="tx1125"/>
            <p:cNvSpPr/>
            <p:nvPr/>
          </p:nvSpPr>
          <p:spPr>
            <a:xfrm>
              <a:off x="5545436" y="9722176"/>
              <a:ext cx="21726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CM</a:t>
              </a:r>
            </a:p>
          </p:txBody>
        </p:sp>
        <p:sp>
          <p:nvSpPr>
            <p:cNvPr id="1127" name="tx1126"/>
            <p:cNvSpPr/>
            <p:nvPr/>
          </p:nvSpPr>
          <p:spPr>
            <a:xfrm>
              <a:off x="6094528" y="9466260"/>
              <a:ext cx="19403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1128" name="tx1127"/>
            <p:cNvSpPr/>
            <p:nvPr/>
          </p:nvSpPr>
          <p:spPr>
            <a:xfrm>
              <a:off x="6094528" y="9722176"/>
              <a:ext cx="2094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</a:t>
              </a:r>
            </a:p>
          </p:txBody>
        </p:sp>
        <p:sp>
          <p:nvSpPr>
            <p:cNvPr id="1129" name="tx1128"/>
            <p:cNvSpPr/>
            <p:nvPr/>
          </p:nvSpPr>
          <p:spPr>
            <a:xfrm>
              <a:off x="6635847" y="9466260"/>
              <a:ext cx="19403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ED</a:t>
              </a:r>
            </a:p>
          </p:txBody>
        </p:sp>
        <p:sp>
          <p:nvSpPr>
            <p:cNvPr id="1130" name="tx1129"/>
            <p:cNvSpPr/>
            <p:nvPr/>
          </p:nvSpPr>
          <p:spPr>
            <a:xfrm>
              <a:off x="6635847" y="9722176"/>
              <a:ext cx="194035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HA</a:t>
              </a:r>
            </a:p>
          </p:txBody>
        </p:sp>
        <p:sp>
          <p:nvSpPr>
            <p:cNvPr id="1131" name="tx1130"/>
            <p:cNvSpPr/>
            <p:nvPr/>
          </p:nvSpPr>
          <p:spPr>
            <a:xfrm>
              <a:off x="7161714" y="9466260"/>
              <a:ext cx="17858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LH</a:t>
              </a:r>
            </a:p>
          </p:txBody>
        </p:sp>
        <p:sp>
          <p:nvSpPr>
            <p:cNvPr id="1132" name="tx1131"/>
            <p:cNvSpPr/>
            <p:nvPr/>
          </p:nvSpPr>
          <p:spPr>
            <a:xfrm>
              <a:off x="7161714" y="9722176"/>
              <a:ext cx="20948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QC</a:t>
              </a:r>
            </a:p>
          </p:txBody>
        </p:sp>
        <p:sp>
          <p:nvSpPr>
            <p:cNvPr id="1133" name="tx1132"/>
            <p:cNvSpPr/>
            <p:nvPr/>
          </p:nvSpPr>
          <p:spPr>
            <a:xfrm>
              <a:off x="7703033" y="9466260"/>
              <a:ext cx="201808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QS</a:t>
              </a:r>
            </a:p>
          </p:txBody>
        </p:sp>
        <p:sp>
          <p:nvSpPr>
            <p:cNvPr id="1134" name="tx1133"/>
            <p:cNvSpPr/>
            <p:nvPr/>
          </p:nvSpPr>
          <p:spPr>
            <a:xfrm>
              <a:off x="7703033" y="9722176"/>
              <a:ext cx="18635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 i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jingyang</cp:lastModifiedBy>
  <cp:revision>3</cp:revision>
  <dcterms:created xsi:type="dcterms:W3CDTF">2017-02-13T16:18:36Z</dcterms:created>
  <dcterms:modified xsi:type="dcterms:W3CDTF">2026-07-20T00:36:46Z</dcterms:modified>
  <cp:category/>
</cp:coreProperties>
</file>