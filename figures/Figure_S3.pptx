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858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509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160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631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858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509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274"/>
              <a:ext cx="1694869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858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509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160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32526" y="18735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9270" y="17338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74033" y="180542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36638" y="16001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45844" y="20899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68530" y="17955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47323" y="19519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76397" y="18506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46749" y="16956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38923" y="18078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3787" y="17249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02008" y="16405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01812" y="16293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806699" y="18287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93016" y="17871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5670" y="16884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0085" y="17640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808917" y="19129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80364" y="18577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5489" y="16038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95521" y="16280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06132" y="18141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88522" y="18589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83017" y="19547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83452" y="18497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3922" y="17359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86983" y="18455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85612" y="17463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03371" y="17277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94248" y="17490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32862" y="187118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2602" y="16509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1153" y="17463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9984" y="17618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6614" y="17957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9769" y="17472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00415" y="18309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21097" y="15251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38905" y="15834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2988" y="15610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05831" y="15315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706" y="17317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5366" y="16993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24846" y="16281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14769" y="18646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17046" y="17674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99428" y="17266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30206" y="16716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8150" y="16285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71359" y="16634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1532" y="18227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34571" y="16786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5858" y="17985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53173" y="18720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58665" y="17369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65197" y="17235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68146" y="16791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8097" y="17957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5933" y="16901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6869" y="13540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47630" y="18070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6615" y="14230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3992" y="17471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40310" y="15489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7951" y="15263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9623" y="15414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8844" y="17861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34133" y="16649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52580" y="17672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53617" y="17123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60835" y="14535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117" y="12985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1230" y="1757883"/>
              <a:ext cx="996509" cy="103091"/>
            </a:xfrm>
            <a:custGeom>
              <a:avLst/>
              <a:pathLst>
                <a:path w="996509" h="103091">
                  <a:moveTo>
                    <a:pt x="0" y="103091"/>
                  </a:moveTo>
                  <a:lnTo>
                    <a:pt x="63990" y="96471"/>
                  </a:lnTo>
                  <a:lnTo>
                    <a:pt x="120434" y="90632"/>
                  </a:lnTo>
                  <a:lnTo>
                    <a:pt x="170925" y="85408"/>
                  </a:lnTo>
                  <a:lnTo>
                    <a:pt x="216600" y="80683"/>
                  </a:lnTo>
                  <a:lnTo>
                    <a:pt x="258297" y="76369"/>
                  </a:lnTo>
                  <a:lnTo>
                    <a:pt x="296655" y="72401"/>
                  </a:lnTo>
                  <a:lnTo>
                    <a:pt x="332169" y="68727"/>
                  </a:lnTo>
                  <a:lnTo>
                    <a:pt x="365232" y="65307"/>
                  </a:lnTo>
                  <a:lnTo>
                    <a:pt x="396160" y="62107"/>
                  </a:lnTo>
                  <a:lnTo>
                    <a:pt x="425213" y="59102"/>
                  </a:lnTo>
                  <a:lnTo>
                    <a:pt x="452604" y="56268"/>
                  </a:lnTo>
                  <a:lnTo>
                    <a:pt x="478514" y="53587"/>
                  </a:lnTo>
                  <a:lnTo>
                    <a:pt x="503095" y="51044"/>
                  </a:lnTo>
                  <a:lnTo>
                    <a:pt x="526476" y="48626"/>
                  </a:lnTo>
                  <a:lnTo>
                    <a:pt x="548769" y="46319"/>
                  </a:lnTo>
                  <a:lnTo>
                    <a:pt x="570072" y="44116"/>
                  </a:lnTo>
                  <a:lnTo>
                    <a:pt x="590467" y="42006"/>
                  </a:lnTo>
                  <a:lnTo>
                    <a:pt x="610030" y="39982"/>
                  </a:lnTo>
                  <a:lnTo>
                    <a:pt x="628825" y="38037"/>
                  </a:lnTo>
                  <a:lnTo>
                    <a:pt x="646911" y="36166"/>
                  </a:lnTo>
                  <a:lnTo>
                    <a:pt x="664339" y="34363"/>
                  </a:lnTo>
                  <a:lnTo>
                    <a:pt x="681155" y="32624"/>
                  </a:lnTo>
                  <a:lnTo>
                    <a:pt x="697402" y="30943"/>
                  </a:lnTo>
                  <a:lnTo>
                    <a:pt x="713115" y="29317"/>
                  </a:lnTo>
                  <a:lnTo>
                    <a:pt x="728330" y="27743"/>
                  </a:lnTo>
                  <a:lnTo>
                    <a:pt x="743076" y="26218"/>
                  </a:lnTo>
                  <a:lnTo>
                    <a:pt x="757382" y="24738"/>
                  </a:lnTo>
                  <a:lnTo>
                    <a:pt x="771274" y="23301"/>
                  </a:lnTo>
                  <a:lnTo>
                    <a:pt x="784774" y="21904"/>
                  </a:lnTo>
                  <a:lnTo>
                    <a:pt x="797904" y="20546"/>
                  </a:lnTo>
                  <a:lnTo>
                    <a:pt x="810684" y="19224"/>
                  </a:lnTo>
                  <a:lnTo>
                    <a:pt x="823132" y="17936"/>
                  </a:lnTo>
                  <a:lnTo>
                    <a:pt x="835265" y="16681"/>
                  </a:lnTo>
                  <a:lnTo>
                    <a:pt x="847098" y="15456"/>
                  </a:lnTo>
                  <a:lnTo>
                    <a:pt x="858646" y="14262"/>
                  </a:lnTo>
                  <a:lnTo>
                    <a:pt x="869922" y="13095"/>
                  </a:lnTo>
                  <a:lnTo>
                    <a:pt x="880939" y="11955"/>
                  </a:lnTo>
                  <a:lnTo>
                    <a:pt x="891709" y="10841"/>
                  </a:lnTo>
                  <a:lnTo>
                    <a:pt x="902241" y="9752"/>
                  </a:lnTo>
                  <a:lnTo>
                    <a:pt x="912548" y="8686"/>
                  </a:lnTo>
                  <a:lnTo>
                    <a:pt x="922637" y="7642"/>
                  </a:lnTo>
                  <a:lnTo>
                    <a:pt x="932518" y="6620"/>
                  </a:lnTo>
                  <a:lnTo>
                    <a:pt x="942199" y="5618"/>
                  </a:lnTo>
                  <a:lnTo>
                    <a:pt x="951689" y="4636"/>
                  </a:lnTo>
                  <a:lnTo>
                    <a:pt x="960995" y="3674"/>
                  </a:lnTo>
                  <a:lnTo>
                    <a:pt x="970123" y="2729"/>
                  </a:lnTo>
                  <a:lnTo>
                    <a:pt x="979081" y="1802"/>
                  </a:lnTo>
                  <a:lnTo>
                    <a:pt x="987874" y="893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1230" y="1550879"/>
              <a:ext cx="996509" cy="237755"/>
            </a:xfrm>
            <a:custGeom>
              <a:avLst/>
              <a:pathLst>
                <a:path w="996509" h="237755">
                  <a:moveTo>
                    <a:pt x="0" y="237755"/>
                  </a:moveTo>
                  <a:lnTo>
                    <a:pt x="63990" y="222487"/>
                  </a:lnTo>
                  <a:lnTo>
                    <a:pt x="120434" y="209020"/>
                  </a:lnTo>
                  <a:lnTo>
                    <a:pt x="170925" y="196974"/>
                  </a:lnTo>
                  <a:lnTo>
                    <a:pt x="216600" y="186077"/>
                  </a:lnTo>
                  <a:lnTo>
                    <a:pt x="258297" y="176128"/>
                  </a:lnTo>
                  <a:lnTo>
                    <a:pt x="296655" y="166976"/>
                  </a:lnTo>
                  <a:lnTo>
                    <a:pt x="332169" y="158503"/>
                  </a:lnTo>
                  <a:lnTo>
                    <a:pt x="365232" y="150615"/>
                  </a:lnTo>
                  <a:lnTo>
                    <a:pt x="396160" y="143236"/>
                  </a:lnTo>
                  <a:lnTo>
                    <a:pt x="425213" y="136304"/>
                  </a:lnTo>
                  <a:lnTo>
                    <a:pt x="452604" y="129769"/>
                  </a:lnTo>
                  <a:lnTo>
                    <a:pt x="478514" y="123587"/>
                  </a:lnTo>
                  <a:lnTo>
                    <a:pt x="503095" y="117722"/>
                  </a:lnTo>
                  <a:lnTo>
                    <a:pt x="526476" y="112144"/>
                  </a:lnTo>
                  <a:lnTo>
                    <a:pt x="548769" y="106825"/>
                  </a:lnTo>
                  <a:lnTo>
                    <a:pt x="570072" y="101742"/>
                  </a:lnTo>
                  <a:lnTo>
                    <a:pt x="590467" y="96876"/>
                  </a:lnTo>
                  <a:lnTo>
                    <a:pt x="610030" y="92209"/>
                  </a:lnTo>
                  <a:lnTo>
                    <a:pt x="628825" y="87724"/>
                  </a:lnTo>
                  <a:lnTo>
                    <a:pt x="646911" y="83409"/>
                  </a:lnTo>
                  <a:lnTo>
                    <a:pt x="664339" y="79251"/>
                  </a:lnTo>
                  <a:lnTo>
                    <a:pt x="681155" y="75239"/>
                  </a:lnTo>
                  <a:lnTo>
                    <a:pt x="697402" y="71363"/>
                  </a:lnTo>
                  <a:lnTo>
                    <a:pt x="713115" y="67614"/>
                  </a:lnTo>
                  <a:lnTo>
                    <a:pt x="728330" y="63984"/>
                  </a:lnTo>
                  <a:lnTo>
                    <a:pt x="743076" y="60465"/>
                  </a:lnTo>
                  <a:lnTo>
                    <a:pt x="757382" y="57052"/>
                  </a:lnTo>
                  <a:lnTo>
                    <a:pt x="771274" y="53738"/>
                  </a:lnTo>
                  <a:lnTo>
                    <a:pt x="784774" y="50517"/>
                  </a:lnTo>
                  <a:lnTo>
                    <a:pt x="797904" y="47384"/>
                  </a:lnTo>
                  <a:lnTo>
                    <a:pt x="810684" y="44335"/>
                  </a:lnTo>
                  <a:lnTo>
                    <a:pt x="823132" y="41365"/>
                  </a:lnTo>
                  <a:lnTo>
                    <a:pt x="835265" y="38470"/>
                  </a:lnTo>
                  <a:lnTo>
                    <a:pt x="847098" y="35647"/>
                  </a:lnTo>
                  <a:lnTo>
                    <a:pt x="858646" y="32892"/>
                  </a:lnTo>
                  <a:lnTo>
                    <a:pt x="869922" y="30202"/>
                  </a:lnTo>
                  <a:lnTo>
                    <a:pt x="880939" y="27573"/>
                  </a:lnTo>
                  <a:lnTo>
                    <a:pt x="891709" y="25004"/>
                  </a:lnTo>
                  <a:lnTo>
                    <a:pt x="902241" y="22491"/>
                  </a:lnTo>
                  <a:lnTo>
                    <a:pt x="912548" y="20032"/>
                  </a:lnTo>
                  <a:lnTo>
                    <a:pt x="922637" y="17624"/>
                  </a:lnTo>
                  <a:lnTo>
                    <a:pt x="932518" y="15267"/>
                  </a:lnTo>
                  <a:lnTo>
                    <a:pt x="942199" y="12957"/>
                  </a:lnTo>
                  <a:lnTo>
                    <a:pt x="951689" y="10693"/>
                  </a:lnTo>
                  <a:lnTo>
                    <a:pt x="960995" y="8473"/>
                  </a:lnTo>
                  <a:lnTo>
                    <a:pt x="970123" y="6295"/>
                  </a:lnTo>
                  <a:lnTo>
                    <a:pt x="979081" y="4158"/>
                  </a:lnTo>
                  <a:lnTo>
                    <a:pt x="987874" y="2060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1230" y="1803190"/>
              <a:ext cx="996509" cy="56096"/>
            </a:xfrm>
            <a:custGeom>
              <a:avLst/>
              <a:pathLst>
                <a:path w="996509" h="56096">
                  <a:moveTo>
                    <a:pt x="0" y="56096"/>
                  </a:moveTo>
                  <a:lnTo>
                    <a:pt x="63990" y="52494"/>
                  </a:lnTo>
                  <a:lnTo>
                    <a:pt x="120434" y="49317"/>
                  </a:lnTo>
                  <a:lnTo>
                    <a:pt x="170925" y="46474"/>
                  </a:lnTo>
                  <a:lnTo>
                    <a:pt x="216600" y="43903"/>
                  </a:lnTo>
                  <a:lnTo>
                    <a:pt x="258297" y="41556"/>
                  </a:lnTo>
                  <a:lnTo>
                    <a:pt x="296655" y="39397"/>
                  </a:lnTo>
                  <a:lnTo>
                    <a:pt x="332169" y="37397"/>
                  </a:lnTo>
                  <a:lnTo>
                    <a:pt x="365232" y="35536"/>
                  </a:lnTo>
                  <a:lnTo>
                    <a:pt x="396160" y="33795"/>
                  </a:lnTo>
                  <a:lnTo>
                    <a:pt x="425213" y="32160"/>
                  </a:lnTo>
                  <a:lnTo>
                    <a:pt x="452604" y="30618"/>
                  </a:lnTo>
                  <a:lnTo>
                    <a:pt x="478514" y="29159"/>
                  </a:lnTo>
                  <a:lnTo>
                    <a:pt x="503095" y="27775"/>
                  </a:lnTo>
                  <a:lnTo>
                    <a:pt x="526476" y="26459"/>
                  </a:lnTo>
                  <a:lnTo>
                    <a:pt x="548769" y="25204"/>
                  </a:lnTo>
                  <a:lnTo>
                    <a:pt x="570072" y="24005"/>
                  </a:lnTo>
                  <a:lnTo>
                    <a:pt x="590467" y="22857"/>
                  </a:lnTo>
                  <a:lnTo>
                    <a:pt x="610030" y="21756"/>
                  </a:lnTo>
                  <a:lnTo>
                    <a:pt x="628825" y="20698"/>
                  </a:lnTo>
                  <a:lnTo>
                    <a:pt x="646911" y="19680"/>
                  </a:lnTo>
                  <a:lnTo>
                    <a:pt x="664339" y="18698"/>
                  </a:lnTo>
                  <a:lnTo>
                    <a:pt x="681155" y="17752"/>
                  </a:lnTo>
                  <a:lnTo>
                    <a:pt x="697402" y="16837"/>
                  </a:lnTo>
                  <a:lnTo>
                    <a:pt x="713115" y="15953"/>
                  </a:lnTo>
                  <a:lnTo>
                    <a:pt x="728330" y="15096"/>
                  </a:lnTo>
                  <a:lnTo>
                    <a:pt x="743076" y="14266"/>
                  </a:lnTo>
                  <a:lnTo>
                    <a:pt x="757382" y="13461"/>
                  </a:lnTo>
                  <a:lnTo>
                    <a:pt x="771274" y="12679"/>
                  </a:lnTo>
                  <a:lnTo>
                    <a:pt x="784774" y="11919"/>
                  </a:lnTo>
                  <a:lnTo>
                    <a:pt x="797904" y="11180"/>
                  </a:lnTo>
                  <a:lnTo>
                    <a:pt x="810684" y="10460"/>
                  </a:lnTo>
                  <a:lnTo>
                    <a:pt x="823132" y="9759"/>
                  </a:lnTo>
                  <a:lnTo>
                    <a:pt x="835265" y="9076"/>
                  </a:lnTo>
                  <a:lnTo>
                    <a:pt x="847098" y="8410"/>
                  </a:lnTo>
                  <a:lnTo>
                    <a:pt x="858646" y="7760"/>
                  </a:lnTo>
                  <a:lnTo>
                    <a:pt x="869922" y="7125"/>
                  </a:lnTo>
                  <a:lnTo>
                    <a:pt x="880939" y="6505"/>
                  </a:lnTo>
                  <a:lnTo>
                    <a:pt x="891709" y="5899"/>
                  </a:lnTo>
                  <a:lnTo>
                    <a:pt x="902241" y="5306"/>
                  </a:lnTo>
                  <a:lnTo>
                    <a:pt x="912548" y="4726"/>
                  </a:lnTo>
                  <a:lnTo>
                    <a:pt x="922637" y="4158"/>
                  </a:lnTo>
                  <a:lnTo>
                    <a:pt x="932518" y="3602"/>
                  </a:lnTo>
                  <a:lnTo>
                    <a:pt x="942199" y="3057"/>
                  </a:lnTo>
                  <a:lnTo>
                    <a:pt x="951689" y="2523"/>
                  </a:lnTo>
                  <a:lnTo>
                    <a:pt x="960995" y="1999"/>
                  </a:lnTo>
                  <a:lnTo>
                    <a:pt x="970123" y="1485"/>
                  </a:lnTo>
                  <a:lnTo>
                    <a:pt x="979081" y="981"/>
                  </a:lnTo>
                  <a:lnTo>
                    <a:pt x="987874" y="486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1230" y="1521769"/>
              <a:ext cx="996509" cy="529752"/>
            </a:xfrm>
            <a:custGeom>
              <a:avLst/>
              <a:pathLst>
                <a:path w="996509" h="529752">
                  <a:moveTo>
                    <a:pt x="0" y="529752"/>
                  </a:moveTo>
                  <a:lnTo>
                    <a:pt x="63990" y="495734"/>
                  </a:lnTo>
                  <a:lnTo>
                    <a:pt x="120434" y="465728"/>
                  </a:lnTo>
                  <a:lnTo>
                    <a:pt x="170925" y="438887"/>
                  </a:lnTo>
                  <a:lnTo>
                    <a:pt x="216600" y="414606"/>
                  </a:lnTo>
                  <a:lnTo>
                    <a:pt x="258297" y="392439"/>
                  </a:lnTo>
                  <a:lnTo>
                    <a:pt x="296655" y="372047"/>
                  </a:lnTo>
                  <a:lnTo>
                    <a:pt x="332169" y="353168"/>
                  </a:lnTo>
                  <a:lnTo>
                    <a:pt x="365232" y="335591"/>
                  </a:lnTo>
                  <a:lnTo>
                    <a:pt x="396160" y="319150"/>
                  </a:lnTo>
                  <a:lnTo>
                    <a:pt x="425213" y="303705"/>
                  </a:lnTo>
                  <a:lnTo>
                    <a:pt x="452604" y="289144"/>
                  </a:lnTo>
                  <a:lnTo>
                    <a:pt x="478514" y="275370"/>
                  </a:lnTo>
                  <a:lnTo>
                    <a:pt x="503095" y="262302"/>
                  </a:lnTo>
                  <a:lnTo>
                    <a:pt x="526476" y="249873"/>
                  </a:lnTo>
                  <a:lnTo>
                    <a:pt x="548769" y="238021"/>
                  </a:lnTo>
                  <a:lnTo>
                    <a:pt x="570072" y="226697"/>
                  </a:lnTo>
                  <a:lnTo>
                    <a:pt x="590467" y="215855"/>
                  </a:lnTo>
                  <a:lnTo>
                    <a:pt x="610030" y="205455"/>
                  </a:lnTo>
                  <a:lnTo>
                    <a:pt x="628825" y="195463"/>
                  </a:lnTo>
                  <a:lnTo>
                    <a:pt x="646911" y="185849"/>
                  </a:lnTo>
                  <a:lnTo>
                    <a:pt x="664339" y="176584"/>
                  </a:lnTo>
                  <a:lnTo>
                    <a:pt x="681155" y="167644"/>
                  </a:lnTo>
                  <a:lnTo>
                    <a:pt x="697402" y="159007"/>
                  </a:lnTo>
                  <a:lnTo>
                    <a:pt x="713115" y="150654"/>
                  </a:lnTo>
                  <a:lnTo>
                    <a:pt x="728330" y="142566"/>
                  </a:lnTo>
                  <a:lnTo>
                    <a:pt x="743076" y="134726"/>
                  </a:lnTo>
                  <a:lnTo>
                    <a:pt x="757382" y="127121"/>
                  </a:lnTo>
                  <a:lnTo>
                    <a:pt x="771274" y="119736"/>
                  </a:lnTo>
                  <a:lnTo>
                    <a:pt x="784774" y="112560"/>
                  </a:lnTo>
                  <a:lnTo>
                    <a:pt x="797904" y="105579"/>
                  </a:lnTo>
                  <a:lnTo>
                    <a:pt x="810684" y="98786"/>
                  </a:lnTo>
                  <a:lnTo>
                    <a:pt x="823132" y="92168"/>
                  </a:lnTo>
                  <a:lnTo>
                    <a:pt x="835265" y="85718"/>
                  </a:lnTo>
                  <a:lnTo>
                    <a:pt x="847098" y="79428"/>
                  </a:lnTo>
                  <a:lnTo>
                    <a:pt x="858646" y="73289"/>
                  </a:lnTo>
                  <a:lnTo>
                    <a:pt x="869922" y="67294"/>
                  </a:lnTo>
                  <a:lnTo>
                    <a:pt x="880939" y="61437"/>
                  </a:lnTo>
                  <a:lnTo>
                    <a:pt x="891709" y="55712"/>
                  </a:lnTo>
                  <a:lnTo>
                    <a:pt x="902241" y="50113"/>
                  </a:lnTo>
                  <a:lnTo>
                    <a:pt x="912548" y="44634"/>
                  </a:lnTo>
                  <a:lnTo>
                    <a:pt x="922637" y="39270"/>
                  </a:lnTo>
                  <a:lnTo>
                    <a:pt x="932518" y="34018"/>
                  </a:lnTo>
                  <a:lnTo>
                    <a:pt x="942199" y="28871"/>
                  </a:lnTo>
                  <a:lnTo>
                    <a:pt x="951689" y="23826"/>
                  </a:lnTo>
                  <a:lnTo>
                    <a:pt x="960995" y="18879"/>
                  </a:lnTo>
                  <a:lnTo>
                    <a:pt x="970123" y="14026"/>
                  </a:lnTo>
                  <a:lnTo>
                    <a:pt x="979081" y="9264"/>
                  </a:lnTo>
                  <a:lnTo>
                    <a:pt x="987874" y="4590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1230" y="1761374"/>
              <a:ext cx="996509" cy="81624"/>
            </a:xfrm>
            <a:custGeom>
              <a:avLst/>
              <a:pathLst>
                <a:path w="996509" h="81624">
                  <a:moveTo>
                    <a:pt x="0" y="81624"/>
                  </a:moveTo>
                  <a:lnTo>
                    <a:pt x="63990" y="76383"/>
                  </a:lnTo>
                  <a:lnTo>
                    <a:pt x="120434" y="71759"/>
                  </a:lnTo>
                  <a:lnTo>
                    <a:pt x="170925" y="67624"/>
                  </a:lnTo>
                  <a:lnTo>
                    <a:pt x="216600" y="63882"/>
                  </a:lnTo>
                  <a:lnTo>
                    <a:pt x="258297" y="60467"/>
                  </a:lnTo>
                  <a:lnTo>
                    <a:pt x="296655" y="57325"/>
                  </a:lnTo>
                  <a:lnTo>
                    <a:pt x="332169" y="54416"/>
                  </a:lnTo>
                  <a:lnTo>
                    <a:pt x="365232" y="51708"/>
                  </a:lnTo>
                  <a:lnTo>
                    <a:pt x="396160" y="49175"/>
                  </a:lnTo>
                  <a:lnTo>
                    <a:pt x="425213" y="46795"/>
                  </a:lnTo>
                  <a:lnTo>
                    <a:pt x="452604" y="44551"/>
                  </a:lnTo>
                  <a:lnTo>
                    <a:pt x="478514" y="42429"/>
                  </a:lnTo>
                  <a:lnTo>
                    <a:pt x="503095" y="40415"/>
                  </a:lnTo>
                  <a:lnTo>
                    <a:pt x="526476" y="38500"/>
                  </a:lnTo>
                  <a:lnTo>
                    <a:pt x="548769" y="36674"/>
                  </a:lnTo>
                  <a:lnTo>
                    <a:pt x="570072" y="34929"/>
                  </a:lnTo>
                  <a:lnTo>
                    <a:pt x="590467" y="33259"/>
                  </a:lnTo>
                  <a:lnTo>
                    <a:pt x="610030" y="31656"/>
                  </a:lnTo>
                  <a:lnTo>
                    <a:pt x="628825" y="30117"/>
                  </a:lnTo>
                  <a:lnTo>
                    <a:pt x="646911" y="28635"/>
                  </a:lnTo>
                  <a:lnTo>
                    <a:pt x="664339" y="27208"/>
                  </a:lnTo>
                  <a:lnTo>
                    <a:pt x="681155" y="25830"/>
                  </a:lnTo>
                  <a:lnTo>
                    <a:pt x="697402" y="24500"/>
                  </a:lnTo>
                  <a:lnTo>
                    <a:pt x="713115" y="23212"/>
                  </a:lnTo>
                  <a:lnTo>
                    <a:pt x="728330" y="21966"/>
                  </a:lnTo>
                  <a:lnTo>
                    <a:pt x="743076" y="20758"/>
                  </a:lnTo>
                  <a:lnTo>
                    <a:pt x="757382" y="19587"/>
                  </a:lnTo>
                  <a:lnTo>
                    <a:pt x="771274" y="18449"/>
                  </a:lnTo>
                  <a:lnTo>
                    <a:pt x="784774" y="17343"/>
                  </a:lnTo>
                  <a:lnTo>
                    <a:pt x="797904" y="16267"/>
                  </a:lnTo>
                  <a:lnTo>
                    <a:pt x="810684" y="15221"/>
                  </a:lnTo>
                  <a:lnTo>
                    <a:pt x="823132" y="14201"/>
                  </a:lnTo>
                  <a:lnTo>
                    <a:pt x="835265" y="13207"/>
                  </a:lnTo>
                  <a:lnTo>
                    <a:pt x="847098" y="12238"/>
                  </a:lnTo>
                  <a:lnTo>
                    <a:pt x="858646" y="11292"/>
                  </a:lnTo>
                  <a:lnTo>
                    <a:pt x="869922" y="10368"/>
                  </a:lnTo>
                  <a:lnTo>
                    <a:pt x="880939" y="9466"/>
                  </a:lnTo>
                  <a:lnTo>
                    <a:pt x="891709" y="8584"/>
                  </a:lnTo>
                  <a:lnTo>
                    <a:pt x="902241" y="7721"/>
                  </a:lnTo>
                  <a:lnTo>
                    <a:pt x="912548" y="6877"/>
                  </a:lnTo>
                  <a:lnTo>
                    <a:pt x="922637" y="6050"/>
                  </a:lnTo>
                  <a:lnTo>
                    <a:pt x="932518" y="5241"/>
                  </a:lnTo>
                  <a:lnTo>
                    <a:pt x="942199" y="4448"/>
                  </a:lnTo>
                  <a:lnTo>
                    <a:pt x="951689" y="3671"/>
                  </a:lnTo>
                  <a:lnTo>
                    <a:pt x="960995" y="2908"/>
                  </a:lnTo>
                  <a:lnTo>
                    <a:pt x="970123" y="2161"/>
                  </a:lnTo>
                  <a:lnTo>
                    <a:pt x="979081" y="1427"/>
                  </a:lnTo>
                  <a:lnTo>
                    <a:pt x="987874" y="707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81230" y="1723369"/>
              <a:ext cx="996509" cy="18778"/>
            </a:xfrm>
            <a:custGeom>
              <a:avLst/>
              <a:pathLst>
                <a:path w="996509" h="18778">
                  <a:moveTo>
                    <a:pt x="0" y="0"/>
                  </a:moveTo>
                  <a:lnTo>
                    <a:pt x="63990" y="1205"/>
                  </a:lnTo>
                  <a:lnTo>
                    <a:pt x="120434" y="2269"/>
                  </a:lnTo>
                  <a:lnTo>
                    <a:pt x="170925" y="3220"/>
                  </a:lnTo>
                  <a:lnTo>
                    <a:pt x="216600" y="4081"/>
                  </a:lnTo>
                  <a:lnTo>
                    <a:pt x="258297" y="4867"/>
                  </a:lnTo>
                  <a:lnTo>
                    <a:pt x="296655" y="5590"/>
                  </a:lnTo>
                  <a:lnTo>
                    <a:pt x="332169" y="6259"/>
                  </a:lnTo>
                  <a:lnTo>
                    <a:pt x="365232" y="6882"/>
                  </a:lnTo>
                  <a:lnTo>
                    <a:pt x="396160" y="7465"/>
                  </a:lnTo>
                  <a:lnTo>
                    <a:pt x="425213" y="8012"/>
                  </a:lnTo>
                  <a:lnTo>
                    <a:pt x="452604" y="8528"/>
                  </a:lnTo>
                  <a:lnTo>
                    <a:pt x="478514" y="9017"/>
                  </a:lnTo>
                  <a:lnTo>
                    <a:pt x="503095" y="9480"/>
                  </a:lnTo>
                  <a:lnTo>
                    <a:pt x="526476" y="9921"/>
                  </a:lnTo>
                  <a:lnTo>
                    <a:pt x="548769" y="10341"/>
                  </a:lnTo>
                  <a:lnTo>
                    <a:pt x="570072" y="10742"/>
                  </a:lnTo>
                  <a:lnTo>
                    <a:pt x="590467" y="11126"/>
                  </a:lnTo>
                  <a:lnTo>
                    <a:pt x="610030" y="11495"/>
                  </a:lnTo>
                  <a:lnTo>
                    <a:pt x="628825" y="11849"/>
                  </a:lnTo>
                  <a:lnTo>
                    <a:pt x="646911" y="12190"/>
                  </a:lnTo>
                  <a:lnTo>
                    <a:pt x="664339" y="12518"/>
                  </a:lnTo>
                  <a:lnTo>
                    <a:pt x="681155" y="12835"/>
                  </a:lnTo>
                  <a:lnTo>
                    <a:pt x="697402" y="13142"/>
                  </a:lnTo>
                  <a:lnTo>
                    <a:pt x="713115" y="13438"/>
                  </a:lnTo>
                  <a:lnTo>
                    <a:pt x="728330" y="13724"/>
                  </a:lnTo>
                  <a:lnTo>
                    <a:pt x="743076" y="14002"/>
                  </a:lnTo>
                  <a:lnTo>
                    <a:pt x="757382" y="14272"/>
                  </a:lnTo>
                  <a:lnTo>
                    <a:pt x="771274" y="14534"/>
                  </a:lnTo>
                  <a:lnTo>
                    <a:pt x="784774" y="14788"/>
                  </a:lnTo>
                  <a:lnTo>
                    <a:pt x="797904" y="15035"/>
                  </a:lnTo>
                  <a:lnTo>
                    <a:pt x="810684" y="15276"/>
                  </a:lnTo>
                  <a:lnTo>
                    <a:pt x="823132" y="15511"/>
                  </a:lnTo>
                  <a:lnTo>
                    <a:pt x="835265" y="15739"/>
                  </a:lnTo>
                  <a:lnTo>
                    <a:pt x="847098" y="15962"/>
                  </a:lnTo>
                  <a:lnTo>
                    <a:pt x="858646" y="16180"/>
                  </a:lnTo>
                  <a:lnTo>
                    <a:pt x="869922" y="16393"/>
                  </a:lnTo>
                  <a:lnTo>
                    <a:pt x="880939" y="16600"/>
                  </a:lnTo>
                  <a:lnTo>
                    <a:pt x="891709" y="16803"/>
                  </a:lnTo>
                  <a:lnTo>
                    <a:pt x="902241" y="17002"/>
                  </a:lnTo>
                  <a:lnTo>
                    <a:pt x="912548" y="17196"/>
                  </a:lnTo>
                  <a:lnTo>
                    <a:pt x="922637" y="17386"/>
                  </a:lnTo>
                  <a:lnTo>
                    <a:pt x="932518" y="17572"/>
                  </a:lnTo>
                  <a:lnTo>
                    <a:pt x="942199" y="17755"/>
                  </a:lnTo>
                  <a:lnTo>
                    <a:pt x="951689" y="17933"/>
                  </a:lnTo>
                  <a:lnTo>
                    <a:pt x="960995" y="18109"/>
                  </a:lnTo>
                  <a:lnTo>
                    <a:pt x="970123" y="18281"/>
                  </a:lnTo>
                  <a:lnTo>
                    <a:pt x="979081" y="18450"/>
                  </a:lnTo>
                  <a:lnTo>
                    <a:pt x="987874" y="18615"/>
                  </a:lnTo>
                  <a:lnTo>
                    <a:pt x="996509" y="1877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81230" y="1712662"/>
              <a:ext cx="996509" cy="101208"/>
            </a:xfrm>
            <a:custGeom>
              <a:avLst/>
              <a:pathLst>
                <a:path w="996509" h="101208">
                  <a:moveTo>
                    <a:pt x="0" y="101208"/>
                  </a:moveTo>
                  <a:lnTo>
                    <a:pt x="63990" y="94709"/>
                  </a:lnTo>
                  <a:lnTo>
                    <a:pt x="120434" y="88976"/>
                  </a:lnTo>
                  <a:lnTo>
                    <a:pt x="170925" y="83848"/>
                  </a:lnTo>
                  <a:lnTo>
                    <a:pt x="216600" y="79209"/>
                  </a:lnTo>
                  <a:lnTo>
                    <a:pt x="258297" y="74974"/>
                  </a:lnTo>
                  <a:lnTo>
                    <a:pt x="296655" y="71079"/>
                  </a:lnTo>
                  <a:lnTo>
                    <a:pt x="332169" y="67472"/>
                  </a:lnTo>
                  <a:lnTo>
                    <a:pt x="365232" y="64114"/>
                  </a:lnTo>
                  <a:lnTo>
                    <a:pt x="396160" y="60973"/>
                  </a:lnTo>
                  <a:lnTo>
                    <a:pt x="425213" y="58022"/>
                  </a:lnTo>
                  <a:lnTo>
                    <a:pt x="452604" y="55240"/>
                  </a:lnTo>
                  <a:lnTo>
                    <a:pt x="478514" y="52609"/>
                  </a:lnTo>
                  <a:lnTo>
                    <a:pt x="503095" y="50112"/>
                  </a:lnTo>
                  <a:lnTo>
                    <a:pt x="526476" y="47737"/>
                  </a:lnTo>
                  <a:lnTo>
                    <a:pt x="548769" y="45473"/>
                  </a:lnTo>
                  <a:lnTo>
                    <a:pt x="570072" y="43310"/>
                  </a:lnTo>
                  <a:lnTo>
                    <a:pt x="590467" y="41238"/>
                  </a:lnTo>
                  <a:lnTo>
                    <a:pt x="610030" y="39251"/>
                  </a:lnTo>
                  <a:lnTo>
                    <a:pt x="628825" y="37343"/>
                  </a:lnTo>
                  <a:lnTo>
                    <a:pt x="646911" y="35506"/>
                  </a:lnTo>
                  <a:lnTo>
                    <a:pt x="664339" y="33736"/>
                  </a:lnTo>
                  <a:lnTo>
                    <a:pt x="681155" y="32028"/>
                  </a:lnTo>
                  <a:lnTo>
                    <a:pt x="697402" y="30378"/>
                  </a:lnTo>
                  <a:lnTo>
                    <a:pt x="713115" y="28782"/>
                  </a:lnTo>
                  <a:lnTo>
                    <a:pt x="728330" y="27237"/>
                  </a:lnTo>
                  <a:lnTo>
                    <a:pt x="743076" y="25739"/>
                  </a:lnTo>
                  <a:lnTo>
                    <a:pt x="757382" y="24286"/>
                  </a:lnTo>
                  <a:lnTo>
                    <a:pt x="771274" y="22875"/>
                  </a:lnTo>
                  <a:lnTo>
                    <a:pt x="784774" y="21504"/>
                  </a:lnTo>
                  <a:lnTo>
                    <a:pt x="797904" y="20170"/>
                  </a:lnTo>
                  <a:lnTo>
                    <a:pt x="810684" y="18872"/>
                  </a:lnTo>
                  <a:lnTo>
                    <a:pt x="823132" y="17608"/>
                  </a:lnTo>
                  <a:lnTo>
                    <a:pt x="835265" y="16376"/>
                  </a:lnTo>
                  <a:lnTo>
                    <a:pt x="847098" y="15174"/>
                  </a:lnTo>
                  <a:lnTo>
                    <a:pt x="858646" y="14001"/>
                  </a:lnTo>
                  <a:lnTo>
                    <a:pt x="869922" y="12856"/>
                  </a:lnTo>
                  <a:lnTo>
                    <a:pt x="880939" y="11737"/>
                  </a:lnTo>
                  <a:lnTo>
                    <a:pt x="891709" y="10643"/>
                  </a:lnTo>
                  <a:lnTo>
                    <a:pt x="902241" y="9574"/>
                  </a:lnTo>
                  <a:lnTo>
                    <a:pt x="912548" y="8527"/>
                  </a:lnTo>
                  <a:lnTo>
                    <a:pt x="922637" y="7502"/>
                  </a:lnTo>
                  <a:lnTo>
                    <a:pt x="932518" y="6499"/>
                  </a:lnTo>
                  <a:lnTo>
                    <a:pt x="942199" y="5515"/>
                  </a:lnTo>
                  <a:lnTo>
                    <a:pt x="951689" y="4552"/>
                  </a:lnTo>
                  <a:lnTo>
                    <a:pt x="960995" y="3606"/>
                  </a:lnTo>
                  <a:lnTo>
                    <a:pt x="970123" y="2679"/>
                  </a:lnTo>
                  <a:lnTo>
                    <a:pt x="979081" y="1770"/>
                  </a:lnTo>
                  <a:lnTo>
                    <a:pt x="987874" y="876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81230" y="1562092"/>
              <a:ext cx="996509" cy="373823"/>
            </a:xfrm>
            <a:custGeom>
              <a:avLst/>
              <a:pathLst>
                <a:path w="996509" h="373823">
                  <a:moveTo>
                    <a:pt x="0" y="373823"/>
                  </a:moveTo>
                  <a:lnTo>
                    <a:pt x="63990" y="349818"/>
                  </a:lnTo>
                  <a:lnTo>
                    <a:pt x="120434" y="328644"/>
                  </a:lnTo>
                  <a:lnTo>
                    <a:pt x="170925" y="309703"/>
                  </a:lnTo>
                  <a:lnTo>
                    <a:pt x="216600" y="292569"/>
                  </a:lnTo>
                  <a:lnTo>
                    <a:pt x="258297" y="276927"/>
                  </a:lnTo>
                  <a:lnTo>
                    <a:pt x="296655" y="262537"/>
                  </a:lnTo>
                  <a:lnTo>
                    <a:pt x="332169" y="249215"/>
                  </a:lnTo>
                  <a:lnTo>
                    <a:pt x="365232" y="236812"/>
                  </a:lnTo>
                  <a:lnTo>
                    <a:pt x="396160" y="225210"/>
                  </a:lnTo>
                  <a:lnTo>
                    <a:pt x="425213" y="214311"/>
                  </a:lnTo>
                  <a:lnTo>
                    <a:pt x="452604" y="204036"/>
                  </a:lnTo>
                  <a:lnTo>
                    <a:pt x="478514" y="194316"/>
                  </a:lnTo>
                  <a:lnTo>
                    <a:pt x="503095" y="185095"/>
                  </a:lnTo>
                  <a:lnTo>
                    <a:pt x="526476" y="176324"/>
                  </a:lnTo>
                  <a:lnTo>
                    <a:pt x="548769" y="167961"/>
                  </a:lnTo>
                  <a:lnTo>
                    <a:pt x="570072" y="159970"/>
                  </a:lnTo>
                  <a:lnTo>
                    <a:pt x="590467" y="152319"/>
                  </a:lnTo>
                  <a:lnTo>
                    <a:pt x="610030" y="144980"/>
                  </a:lnTo>
                  <a:lnTo>
                    <a:pt x="628825" y="137930"/>
                  </a:lnTo>
                  <a:lnTo>
                    <a:pt x="646911" y="131145"/>
                  </a:lnTo>
                  <a:lnTo>
                    <a:pt x="664339" y="124607"/>
                  </a:lnTo>
                  <a:lnTo>
                    <a:pt x="681155" y="118299"/>
                  </a:lnTo>
                  <a:lnTo>
                    <a:pt x="697402" y="112204"/>
                  </a:lnTo>
                  <a:lnTo>
                    <a:pt x="713115" y="106310"/>
                  </a:lnTo>
                  <a:lnTo>
                    <a:pt x="728330" y="100602"/>
                  </a:lnTo>
                  <a:lnTo>
                    <a:pt x="743076" y="95070"/>
                  </a:lnTo>
                  <a:lnTo>
                    <a:pt x="757382" y="89704"/>
                  </a:lnTo>
                  <a:lnTo>
                    <a:pt x="771274" y="84492"/>
                  </a:lnTo>
                  <a:lnTo>
                    <a:pt x="784774" y="79428"/>
                  </a:lnTo>
                  <a:lnTo>
                    <a:pt x="797904" y="74503"/>
                  </a:lnTo>
                  <a:lnTo>
                    <a:pt x="810684" y="69708"/>
                  </a:lnTo>
                  <a:lnTo>
                    <a:pt x="823132" y="65039"/>
                  </a:lnTo>
                  <a:lnTo>
                    <a:pt x="835265" y="60487"/>
                  </a:lnTo>
                  <a:lnTo>
                    <a:pt x="847098" y="56048"/>
                  </a:lnTo>
                  <a:lnTo>
                    <a:pt x="858646" y="51716"/>
                  </a:lnTo>
                  <a:lnTo>
                    <a:pt x="869922" y="47486"/>
                  </a:lnTo>
                  <a:lnTo>
                    <a:pt x="880939" y="43353"/>
                  </a:lnTo>
                  <a:lnTo>
                    <a:pt x="891709" y="39313"/>
                  </a:lnTo>
                  <a:lnTo>
                    <a:pt x="902241" y="35362"/>
                  </a:lnTo>
                  <a:lnTo>
                    <a:pt x="912548" y="31496"/>
                  </a:lnTo>
                  <a:lnTo>
                    <a:pt x="922637" y="27711"/>
                  </a:lnTo>
                  <a:lnTo>
                    <a:pt x="932518" y="24005"/>
                  </a:lnTo>
                  <a:lnTo>
                    <a:pt x="942199" y="20373"/>
                  </a:lnTo>
                  <a:lnTo>
                    <a:pt x="951689" y="16813"/>
                  </a:lnTo>
                  <a:lnTo>
                    <a:pt x="960995" y="13322"/>
                  </a:lnTo>
                  <a:lnTo>
                    <a:pt x="970123" y="9898"/>
                  </a:lnTo>
                  <a:lnTo>
                    <a:pt x="979081" y="6537"/>
                  </a:lnTo>
                  <a:lnTo>
                    <a:pt x="987874" y="3239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81230" y="1624181"/>
              <a:ext cx="996509" cy="275971"/>
            </a:xfrm>
            <a:custGeom>
              <a:avLst/>
              <a:pathLst>
                <a:path w="996509" h="275971">
                  <a:moveTo>
                    <a:pt x="0" y="275971"/>
                  </a:moveTo>
                  <a:lnTo>
                    <a:pt x="63990" y="258249"/>
                  </a:lnTo>
                  <a:lnTo>
                    <a:pt x="120434" y="242618"/>
                  </a:lnTo>
                  <a:lnTo>
                    <a:pt x="170925" y="228635"/>
                  </a:lnTo>
                  <a:lnTo>
                    <a:pt x="216600" y="215986"/>
                  </a:lnTo>
                  <a:lnTo>
                    <a:pt x="258297" y="204438"/>
                  </a:lnTo>
                  <a:lnTo>
                    <a:pt x="296655" y="193816"/>
                  </a:lnTo>
                  <a:lnTo>
                    <a:pt x="332169" y="183980"/>
                  </a:lnTo>
                  <a:lnTo>
                    <a:pt x="365232" y="174824"/>
                  </a:lnTo>
                  <a:lnTo>
                    <a:pt x="396160" y="166259"/>
                  </a:lnTo>
                  <a:lnTo>
                    <a:pt x="425213" y="158213"/>
                  </a:lnTo>
                  <a:lnTo>
                    <a:pt x="452604" y="150627"/>
                  </a:lnTo>
                  <a:lnTo>
                    <a:pt x="478514" y="143452"/>
                  </a:lnTo>
                  <a:lnTo>
                    <a:pt x="503095" y="136645"/>
                  </a:lnTo>
                  <a:lnTo>
                    <a:pt x="526476" y="130169"/>
                  </a:lnTo>
                  <a:lnTo>
                    <a:pt x="548769" y="123996"/>
                  </a:lnTo>
                  <a:lnTo>
                    <a:pt x="570072" y="118096"/>
                  </a:lnTo>
                  <a:lnTo>
                    <a:pt x="590467" y="112448"/>
                  </a:lnTo>
                  <a:lnTo>
                    <a:pt x="610030" y="107030"/>
                  </a:lnTo>
                  <a:lnTo>
                    <a:pt x="628825" y="101825"/>
                  </a:lnTo>
                  <a:lnTo>
                    <a:pt x="646911" y="96816"/>
                  </a:lnTo>
                  <a:lnTo>
                    <a:pt x="664339" y="91990"/>
                  </a:lnTo>
                  <a:lnTo>
                    <a:pt x="681155" y="87333"/>
                  </a:lnTo>
                  <a:lnTo>
                    <a:pt x="697402" y="82834"/>
                  </a:lnTo>
                  <a:lnTo>
                    <a:pt x="713115" y="78482"/>
                  </a:lnTo>
                  <a:lnTo>
                    <a:pt x="728330" y="74268"/>
                  </a:lnTo>
                  <a:lnTo>
                    <a:pt x="743076" y="70185"/>
                  </a:lnTo>
                  <a:lnTo>
                    <a:pt x="757382" y="66223"/>
                  </a:lnTo>
                  <a:lnTo>
                    <a:pt x="771274" y="62376"/>
                  </a:lnTo>
                  <a:lnTo>
                    <a:pt x="784774" y="58637"/>
                  </a:lnTo>
                  <a:lnTo>
                    <a:pt x="797904" y="55001"/>
                  </a:lnTo>
                  <a:lnTo>
                    <a:pt x="810684" y="51461"/>
                  </a:lnTo>
                  <a:lnTo>
                    <a:pt x="823132" y="48014"/>
                  </a:lnTo>
                  <a:lnTo>
                    <a:pt x="835265" y="44654"/>
                  </a:lnTo>
                  <a:lnTo>
                    <a:pt x="847098" y="41377"/>
                  </a:lnTo>
                  <a:lnTo>
                    <a:pt x="858646" y="38179"/>
                  </a:lnTo>
                  <a:lnTo>
                    <a:pt x="869922" y="35056"/>
                  </a:lnTo>
                  <a:lnTo>
                    <a:pt x="880939" y="32005"/>
                  </a:lnTo>
                  <a:lnTo>
                    <a:pt x="891709" y="29023"/>
                  </a:lnTo>
                  <a:lnTo>
                    <a:pt x="902241" y="26106"/>
                  </a:lnTo>
                  <a:lnTo>
                    <a:pt x="912548" y="23252"/>
                  </a:lnTo>
                  <a:lnTo>
                    <a:pt x="922637" y="20457"/>
                  </a:lnTo>
                  <a:lnTo>
                    <a:pt x="932518" y="17721"/>
                  </a:lnTo>
                  <a:lnTo>
                    <a:pt x="942199" y="15040"/>
                  </a:lnTo>
                  <a:lnTo>
                    <a:pt x="951689" y="12412"/>
                  </a:lnTo>
                  <a:lnTo>
                    <a:pt x="960995" y="9835"/>
                  </a:lnTo>
                  <a:lnTo>
                    <a:pt x="970123" y="7307"/>
                  </a:lnTo>
                  <a:lnTo>
                    <a:pt x="979081" y="4826"/>
                  </a:lnTo>
                  <a:lnTo>
                    <a:pt x="987874" y="2391"/>
                  </a:lnTo>
                  <a:lnTo>
                    <a:pt x="99650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81230" y="1780392"/>
              <a:ext cx="996509" cy="36405"/>
            </a:xfrm>
            <a:custGeom>
              <a:avLst/>
              <a:pathLst>
                <a:path w="996509" h="36405">
                  <a:moveTo>
                    <a:pt x="0" y="0"/>
                  </a:moveTo>
                  <a:lnTo>
                    <a:pt x="63990" y="2337"/>
                  </a:lnTo>
                  <a:lnTo>
                    <a:pt x="120434" y="4399"/>
                  </a:lnTo>
                  <a:lnTo>
                    <a:pt x="170925" y="6244"/>
                  </a:lnTo>
                  <a:lnTo>
                    <a:pt x="216600" y="7913"/>
                  </a:lnTo>
                  <a:lnTo>
                    <a:pt x="258297" y="9436"/>
                  </a:lnTo>
                  <a:lnTo>
                    <a:pt x="296655" y="10837"/>
                  </a:lnTo>
                  <a:lnTo>
                    <a:pt x="332169" y="12135"/>
                  </a:lnTo>
                  <a:lnTo>
                    <a:pt x="365232" y="13343"/>
                  </a:lnTo>
                  <a:lnTo>
                    <a:pt x="396160" y="14472"/>
                  </a:lnTo>
                  <a:lnTo>
                    <a:pt x="425213" y="15534"/>
                  </a:lnTo>
                  <a:lnTo>
                    <a:pt x="452604" y="16534"/>
                  </a:lnTo>
                  <a:lnTo>
                    <a:pt x="478514" y="17481"/>
                  </a:lnTo>
                  <a:lnTo>
                    <a:pt x="503095" y="18379"/>
                  </a:lnTo>
                  <a:lnTo>
                    <a:pt x="526476" y="19233"/>
                  </a:lnTo>
                  <a:lnTo>
                    <a:pt x="548769" y="20048"/>
                  </a:lnTo>
                  <a:lnTo>
                    <a:pt x="570072" y="20826"/>
                  </a:lnTo>
                  <a:lnTo>
                    <a:pt x="590467" y="21571"/>
                  </a:lnTo>
                  <a:lnTo>
                    <a:pt x="610030" y="22286"/>
                  </a:lnTo>
                  <a:lnTo>
                    <a:pt x="628825" y="22972"/>
                  </a:lnTo>
                  <a:lnTo>
                    <a:pt x="646911" y="23633"/>
                  </a:lnTo>
                  <a:lnTo>
                    <a:pt x="664339" y="24270"/>
                  </a:lnTo>
                  <a:lnTo>
                    <a:pt x="681155" y="24884"/>
                  </a:lnTo>
                  <a:lnTo>
                    <a:pt x="697402" y="25478"/>
                  </a:lnTo>
                  <a:lnTo>
                    <a:pt x="713115" y="26052"/>
                  </a:lnTo>
                  <a:lnTo>
                    <a:pt x="728330" y="26608"/>
                  </a:lnTo>
                  <a:lnTo>
                    <a:pt x="743076" y="27146"/>
                  </a:lnTo>
                  <a:lnTo>
                    <a:pt x="757382" y="27669"/>
                  </a:lnTo>
                  <a:lnTo>
                    <a:pt x="771274" y="28176"/>
                  </a:lnTo>
                  <a:lnTo>
                    <a:pt x="784774" y="28670"/>
                  </a:lnTo>
                  <a:lnTo>
                    <a:pt x="797904" y="29149"/>
                  </a:lnTo>
                  <a:lnTo>
                    <a:pt x="810684" y="29616"/>
                  </a:lnTo>
                  <a:lnTo>
                    <a:pt x="823132" y="30071"/>
                  </a:lnTo>
                  <a:lnTo>
                    <a:pt x="835265" y="30514"/>
                  </a:lnTo>
                  <a:lnTo>
                    <a:pt x="847098" y="30946"/>
                  </a:lnTo>
                  <a:lnTo>
                    <a:pt x="858646" y="31368"/>
                  </a:lnTo>
                  <a:lnTo>
                    <a:pt x="869922" y="31780"/>
                  </a:lnTo>
                  <a:lnTo>
                    <a:pt x="880939" y="32183"/>
                  </a:lnTo>
                  <a:lnTo>
                    <a:pt x="891709" y="32576"/>
                  </a:lnTo>
                  <a:lnTo>
                    <a:pt x="902241" y="32961"/>
                  </a:lnTo>
                  <a:lnTo>
                    <a:pt x="912548" y="33338"/>
                  </a:lnTo>
                  <a:lnTo>
                    <a:pt x="922637" y="33706"/>
                  </a:lnTo>
                  <a:lnTo>
                    <a:pt x="932518" y="34067"/>
                  </a:lnTo>
                  <a:lnTo>
                    <a:pt x="942199" y="34421"/>
                  </a:lnTo>
                  <a:lnTo>
                    <a:pt x="951689" y="34768"/>
                  </a:lnTo>
                  <a:lnTo>
                    <a:pt x="960995" y="35107"/>
                  </a:lnTo>
                  <a:lnTo>
                    <a:pt x="970123" y="35441"/>
                  </a:lnTo>
                  <a:lnTo>
                    <a:pt x="979081" y="35768"/>
                  </a:lnTo>
                  <a:lnTo>
                    <a:pt x="987874" y="36089"/>
                  </a:lnTo>
                  <a:lnTo>
                    <a:pt x="996509" y="3640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5201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634" y="20894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634" y="1882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634" y="167529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634" y="14681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634" y="126110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732" y="21259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732" y="1918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732" y="17117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732" y="15046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732" y="12975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5201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8123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340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557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773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315" y="167662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5201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8650" y="18415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94192" y="18313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94258" y="176354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74203" y="17076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93015" y="20299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90067" y="20806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81057" y="17594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57921" y="20380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89182" y="17579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90953" y="16368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88475" y="1769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87578" y="18008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7515" y="13804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05677" y="17550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23714" y="14480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33511" y="16881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3466" y="16445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98861" y="18308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11166" y="17698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7563" y="19547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29449" y="19647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22133" y="19068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31662" y="2086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24733" y="19924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19216" y="20252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27045" y="18981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20243" y="19694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198483" y="17841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61172" y="14907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48602" y="18385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35187" y="163100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35245" y="18204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27589" y="16926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6130" y="18249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23240" y="14523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38349" y="16870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61333" y="17481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38322" y="19246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25624" y="17516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48619" y="13689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1549" y="16424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3599" y="18216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48700" y="18285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2273" y="19182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20881" y="20681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24772" y="19690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43331" y="19408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26819" y="16726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99548" y="16343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84285" y="15645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56931" y="17370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66708" y="18001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65495" y="20899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58328" y="17984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92598" y="20890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75819" y="174723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98612" y="18079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69726" y="20093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59267" y="17082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66982" y="1298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56740" y="18516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75175" y="16325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72851" y="16664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63620" y="15631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00768" y="17121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78791" y="15766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54717" y="18629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79821" y="16856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80111" y="18296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56577" y="20023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61034" y="14264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885463" y="1623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5009" y="1668561"/>
              <a:ext cx="1000933" cy="123625"/>
            </a:xfrm>
            <a:custGeom>
              <a:avLst/>
              <a:pathLst>
                <a:path w="1000933" h="123625">
                  <a:moveTo>
                    <a:pt x="0" y="123625"/>
                  </a:moveTo>
                  <a:lnTo>
                    <a:pt x="64275" y="115687"/>
                  </a:lnTo>
                  <a:lnTo>
                    <a:pt x="120969" y="108684"/>
                  </a:lnTo>
                  <a:lnTo>
                    <a:pt x="171684" y="102420"/>
                  </a:lnTo>
                  <a:lnTo>
                    <a:pt x="217561" y="96754"/>
                  </a:lnTo>
                  <a:lnTo>
                    <a:pt x="259444" y="91581"/>
                  </a:lnTo>
                  <a:lnTo>
                    <a:pt x="297972" y="86822"/>
                  </a:lnTo>
                  <a:lnTo>
                    <a:pt x="333644" y="82417"/>
                  </a:lnTo>
                  <a:lnTo>
                    <a:pt x="366854" y="78315"/>
                  </a:lnTo>
                  <a:lnTo>
                    <a:pt x="397919" y="74478"/>
                  </a:lnTo>
                  <a:lnTo>
                    <a:pt x="427101" y="70874"/>
                  </a:lnTo>
                  <a:lnTo>
                    <a:pt x="454614" y="67476"/>
                  </a:lnTo>
                  <a:lnTo>
                    <a:pt x="480639" y="64261"/>
                  </a:lnTo>
                  <a:lnTo>
                    <a:pt x="505329" y="61212"/>
                  </a:lnTo>
                  <a:lnTo>
                    <a:pt x="528814" y="58311"/>
                  </a:lnTo>
                  <a:lnTo>
                    <a:pt x="551206" y="55546"/>
                  </a:lnTo>
                  <a:lnTo>
                    <a:pt x="572603" y="52903"/>
                  </a:lnTo>
                  <a:lnTo>
                    <a:pt x="593089" y="50373"/>
                  </a:lnTo>
                  <a:lnTo>
                    <a:pt x="612738" y="47946"/>
                  </a:lnTo>
                  <a:lnTo>
                    <a:pt x="631617" y="45614"/>
                  </a:lnTo>
                  <a:lnTo>
                    <a:pt x="649783" y="43370"/>
                  </a:lnTo>
                  <a:lnTo>
                    <a:pt x="667289" y="41208"/>
                  </a:lnTo>
                  <a:lnTo>
                    <a:pt x="684180" y="39122"/>
                  </a:lnTo>
                  <a:lnTo>
                    <a:pt x="700498" y="37106"/>
                  </a:lnTo>
                  <a:lnTo>
                    <a:pt x="716282" y="35157"/>
                  </a:lnTo>
                  <a:lnTo>
                    <a:pt x="731564" y="33269"/>
                  </a:lnTo>
                  <a:lnTo>
                    <a:pt x="746376" y="31440"/>
                  </a:lnTo>
                  <a:lnTo>
                    <a:pt x="760745" y="29665"/>
                  </a:lnTo>
                  <a:lnTo>
                    <a:pt x="774698" y="27942"/>
                  </a:lnTo>
                  <a:lnTo>
                    <a:pt x="788258" y="26267"/>
                  </a:lnTo>
                  <a:lnTo>
                    <a:pt x="801447" y="24638"/>
                  </a:lnTo>
                  <a:lnTo>
                    <a:pt x="814283" y="23053"/>
                  </a:lnTo>
                  <a:lnTo>
                    <a:pt x="826787" y="21508"/>
                  </a:lnTo>
                  <a:lnTo>
                    <a:pt x="838973" y="20003"/>
                  </a:lnTo>
                  <a:lnTo>
                    <a:pt x="850859" y="18535"/>
                  </a:lnTo>
                  <a:lnTo>
                    <a:pt x="862458" y="17103"/>
                  </a:lnTo>
                  <a:lnTo>
                    <a:pt x="873785" y="15704"/>
                  </a:lnTo>
                  <a:lnTo>
                    <a:pt x="884851" y="14337"/>
                  </a:lnTo>
                  <a:lnTo>
                    <a:pt x="895668" y="13001"/>
                  </a:lnTo>
                  <a:lnTo>
                    <a:pt x="906247" y="11694"/>
                  </a:lnTo>
                  <a:lnTo>
                    <a:pt x="916599" y="10416"/>
                  </a:lnTo>
                  <a:lnTo>
                    <a:pt x="926733" y="9164"/>
                  </a:lnTo>
                  <a:lnTo>
                    <a:pt x="936658" y="7938"/>
                  </a:lnTo>
                  <a:lnTo>
                    <a:pt x="946383" y="6737"/>
                  </a:lnTo>
                  <a:lnTo>
                    <a:pt x="955915" y="5560"/>
                  </a:lnTo>
                  <a:lnTo>
                    <a:pt x="965262" y="4405"/>
                  </a:lnTo>
                  <a:lnTo>
                    <a:pt x="974431" y="3273"/>
                  </a:lnTo>
                  <a:lnTo>
                    <a:pt x="983428" y="2162"/>
                  </a:lnTo>
                  <a:lnTo>
                    <a:pt x="992260" y="1071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5009" y="1476235"/>
              <a:ext cx="1000933" cy="210051"/>
            </a:xfrm>
            <a:custGeom>
              <a:avLst/>
              <a:pathLst>
                <a:path w="1000933" h="210051">
                  <a:moveTo>
                    <a:pt x="0" y="210051"/>
                  </a:moveTo>
                  <a:lnTo>
                    <a:pt x="64275" y="196562"/>
                  </a:lnTo>
                  <a:lnTo>
                    <a:pt x="120969" y="184665"/>
                  </a:lnTo>
                  <a:lnTo>
                    <a:pt x="171684" y="174022"/>
                  </a:lnTo>
                  <a:lnTo>
                    <a:pt x="217561" y="164394"/>
                  </a:lnTo>
                  <a:lnTo>
                    <a:pt x="259444" y="155605"/>
                  </a:lnTo>
                  <a:lnTo>
                    <a:pt x="297972" y="147519"/>
                  </a:lnTo>
                  <a:lnTo>
                    <a:pt x="333644" y="140034"/>
                  </a:lnTo>
                  <a:lnTo>
                    <a:pt x="366854" y="133064"/>
                  </a:lnTo>
                  <a:lnTo>
                    <a:pt x="397919" y="126545"/>
                  </a:lnTo>
                  <a:lnTo>
                    <a:pt x="427101" y="120421"/>
                  </a:lnTo>
                  <a:lnTo>
                    <a:pt x="454614" y="114647"/>
                  </a:lnTo>
                  <a:lnTo>
                    <a:pt x="480639" y="109186"/>
                  </a:lnTo>
                  <a:lnTo>
                    <a:pt x="505329" y="104005"/>
                  </a:lnTo>
                  <a:lnTo>
                    <a:pt x="528814" y="99076"/>
                  </a:lnTo>
                  <a:lnTo>
                    <a:pt x="551206" y="94377"/>
                  </a:lnTo>
                  <a:lnTo>
                    <a:pt x="572603" y="89887"/>
                  </a:lnTo>
                  <a:lnTo>
                    <a:pt x="593089" y="85588"/>
                  </a:lnTo>
                  <a:lnTo>
                    <a:pt x="612738" y="81464"/>
                  </a:lnTo>
                  <a:lnTo>
                    <a:pt x="631617" y="77502"/>
                  </a:lnTo>
                  <a:lnTo>
                    <a:pt x="649783" y="73690"/>
                  </a:lnTo>
                  <a:lnTo>
                    <a:pt x="667289" y="70017"/>
                  </a:lnTo>
                  <a:lnTo>
                    <a:pt x="684180" y="66472"/>
                  </a:lnTo>
                  <a:lnTo>
                    <a:pt x="700498" y="63047"/>
                  </a:lnTo>
                  <a:lnTo>
                    <a:pt x="716282" y="59735"/>
                  </a:lnTo>
                  <a:lnTo>
                    <a:pt x="731564" y="56528"/>
                  </a:lnTo>
                  <a:lnTo>
                    <a:pt x="746376" y="53420"/>
                  </a:lnTo>
                  <a:lnTo>
                    <a:pt x="760745" y="50404"/>
                  </a:lnTo>
                  <a:lnTo>
                    <a:pt x="774698" y="47476"/>
                  </a:lnTo>
                  <a:lnTo>
                    <a:pt x="788258" y="44630"/>
                  </a:lnTo>
                  <a:lnTo>
                    <a:pt x="801447" y="41863"/>
                  </a:lnTo>
                  <a:lnTo>
                    <a:pt x="814283" y="39169"/>
                  </a:lnTo>
                  <a:lnTo>
                    <a:pt x="826787" y="36545"/>
                  </a:lnTo>
                  <a:lnTo>
                    <a:pt x="838973" y="33988"/>
                  </a:lnTo>
                  <a:lnTo>
                    <a:pt x="850859" y="31493"/>
                  </a:lnTo>
                  <a:lnTo>
                    <a:pt x="862458" y="29059"/>
                  </a:lnTo>
                  <a:lnTo>
                    <a:pt x="873785" y="26682"/>
                  </a:lnTo>
                  <a:lnTo>
                    <a:pt x="884851" y="24360"/>
                  </a:lnTo>
                  <a:lnTo>
                    <a:pt x="895668" y="22090"/>
                  </a:lnTo>
                  <a:lnTo>
                    <a:pt x="906247" y="19870"/>
                  </a:lnTo>
                  <a:lnTo>
                    <a:pt x="916599" y="17697"/>
                  </a:lnTo>
                  <a:lnTo>
                    <a:pt x="926733" y="15571"/>
                  </a:lnTo>
                  <a:lnTo>
                    <a:pt x="936658" y="13488"/>
                  </a:lnTo>
                  <a:lnTo>
                    <a:pt x="946383" y="11447"/>
                  </a:lnTo>
                  <a:lnTo>
                    <a:pt x="955915" y="9447"/>
                  </a:lnTo>
                  <a:lnTo>
                    <a:pt x="965262" y="7485"/>
                  </a:lnTo>
                  <a:lnTo>
                    <a:pt x="974431" y="5561"/>
                  </a:lnTo>
                  <a:lnTo>
                    <a:pt x="983428" y="3673"/>
                  </a:lnTo>
                  <a:lnTo>
                    <a:pt x="992260" y="1820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5009" y="1723035"/>
              <a:ext cx="1000933" cy="42392"/>
            </a:xfrm>
            <a:custGeom>
              <a:avLst/>
              <a:pathLst>
                <a:path w="1000933" h="42392">
                  <a:moveTo>
                    <a:pt x="0" y="42392"/>
                  </a:moveTo>
                  <a:lnTo>
                    <a:pt x="64275" y="39670"/>
                  </a:lnTo>
                  <a:lnTo>
                    <a:pt x="120969" y="37268"/>
                  </a:lnTo>
                  <a:lnTo>
                    <a:pt x="171684" y="35120"/>
                  </a:lnTo>
                  <a:lnTo>
                    <a:pt x="217561" y="33177"/>
                  </a:lnTo>
                  <a:lnTo>
                    <a:pt x="259444" y="31404"/>
                  </a:lnTo>
                  <a:lnTo>
                    <a:pt x="297972" y="29772"/>
                  </a:lnTo>
                  <a:lnTo>
                    <a:pt x="333644" y="28261"/>
                  </a:lnTo>
                  <a:lnTo>
                    <a:pt x="366854" y="26855"/>
                  </a:lnTo>
                  <a:lnTo>
                    <a:pt x="397919" y="25539"/>
                  </a:lnTo>
                  <a:lnTo>
                    <a:pt x="427101" y="24303"/>
                  </a:lnTo>
                  <a:lnTo>
                    <a:pt x="454614" y="23138"/>
                  </a:lnTo>
                  <a:lnTo>
                    <a:pt x="480639" y="22035"/>
                  </a:lnTo>
                  <a:lnTo>
                    <a:pt x="505329" y="20990"/>
                  </a:lnTo>
                  <a:lnTo>
                    <a:pt x="528814" y="19995"/>
                  </a:lnTo>
                  <a:lnTo>
                    <a:pt x="551206" y="19047"/>
                  </a:lnTo>
                  <a:lnTo>
                    <a:pt x="572603" y="18140"/>
                  </a:lnTo>
                  <a:lnTo>
                    <a:pt x="593089" y="17273"/>
                  </a:lnTo>
                  <a:lnTo>
                    <a:pt x="612738" y="16441"/>
                  </a:lnTo>
                  <a:lnTo>
                    <a:pt x="631617" y="15641"/>
                  </a:lnTo>
                  <a:lnTo>
                    <a:pt x="649783" y="14872"/>
                  </a:lnTo>
                  <a:lnTo>
                    <a:pt x="667289" y="14130"/>
                  </a:lnTo>
                  <a:lnTo>
                    <a:pt x="684180" y="13415"/>
                  </a:lnTo>
                  <a:lnTo>
                    <a:pt x="700498" y="12724"/>
                  </a:lnTo>
                  <a:lnTo>
                    <a:pt x="716282" y="12055"/>
                  </a:lnTo>
                  <a:lnTo>
                    <a:pt x="731564" y="11408"/>
                  </a:lnTo>
                  <a:lnTo>
                    <a:pt x="746376" y="10781"/>
                  </a:lnTo>
                  <a:lnTo>
                    <a:pt x="760745" y="10172"/>
                  </a:lnTo>
                  <a:lnTo>
                    <a:pt x="774698" y="9581"/>
                  </a:lnTo>
                  <a:lnTo>
                    <a:pt x="788258" y="9007"/>
                  </a:lnTo>
                  <a:lnTo>
                    <a:pt x="801447" y="8448"/>
                  </a:lnTo>
                  <a:lnTo>
                    <a:pt x="814283" y="7905"/>
                  </a:lnTo>
                  <a:lnTo>
                    <a:pt x="826787" y="7375"/>
                  </a:lnTo>
                  <a:lnTo>
                    <a:pt x="838973" y="6859"/>
                  </a:lnTo>
                  <a:lnTo>
                    <a:pt x="850859" y="6356"/>
                  </a:lnTo>
                  <a:lnTo>
                    <a:pt x="862458" y="5864"/>
                  </a:lnTo>
                  <a:lnTo>
                    <a:pt x="873785" y="5385"/>
                  </a:lnTo>
                  <a:lnTo>
                    <a:pt x="884851" y="4916"/>
                  </a:lnTo>
                  <a:lnTo>
                    <a:pt x="895668" y="4458"/>
                  </a:lnTo>
                  <a:lnTo>
                    <a:pt x="906247" y="4010"/>
                  </a:lnTo>
                  <a:lnTo>
                    <a:pt x="916599" y="3571"/>
                  </a:lnTo>
                  <a:lnTo>
                    <a:pt x="926733" y="3142"/>
                  </a:lnTo>
                  <a:lnTo>
                    <a:pt x="936658" y="2722"/>
                  </a:lnTo>
                  <a:lnTo>
                    <a:pt x="946383" y="2310"/>
                  </a:lnTo>
                  <a:lnTo>
                    <a:pt x="955915" y="1906"/>
                  </a:lnTo>
                  <a:lnTo>
                    <a:pt x="965262" y="1510"/>
                  </a:lnTo>
                  <a:lnTo>
                    <a:pt x="974431" y="1122"/>
                  </a:lnTo>
                  <a:lnTo>
                    <a:pt x="983428" y="741"/>
                  </a:lnTo>
                  <a:lnTo>
                    <a:pt x="992260" y="367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5009" y="1668037"/>
              <a:ext cx="1000933" cy="319588"/>
            </a:xfrm>
            <a:custGeom>
              <a:avLst/>
              <a:pathLst>
                <a:path w="1000933" h="319588">
                  <a:moveTo>
                    <a:pt x="0" y="319588"/>
                  </a:moveTo>
                  <a:lnTo>
                    <a:pt x="64275" y="299066"/>
                  </a:lnTo>
                  <a:lnTo>
                    <a:pt x="120969" y="280964"/>
                  </a:lnTo>
                  <a:lnTo>
                    <a:pt x="171684" y="264771"/>
                  </a:lnTo>
                  <a:lnTo>
                    <a:pt x="217561" y="250123"/>
                  </a:lnTo>
                  <a:lnTo>
                    <a:pt x="259444" y="236750"/>
                  </a:lnTo>
                  <a:lnTo>
                    <a:pt x="297972" y="224448"/>
                  </a:lnTo>
                  <a:lnTo>
                    <a:pt x="333644" y="213059"/>
                  </a:lnTo>
                  <a:lnTo>
                    <a:pt x="366854" y="202455"/>
                  </a:lnTo>
                  <a:lnTo>
                    <a:pt x="397919" y="192536"/>
                  </a:lnTo>
                  <a:lnTo>
                    <a:pt x="427101" y="183219"/>
                  </a:lnTo>
                  <a:lnTo>
                    <a:pt x="454614" y="174434"/>
                  </a:lnTo>
                  <a:lnTo>
                    <a:pt x="480639" y="166125"/>
                  </a:lnTo>
                  <a:lnTo>
                    <a:pt x="505329" y="158241"/>
                  </a:lnTo>
                  <a:lnTo>
                    <a:pt x="528814" y="150743"/>
                  </a:lnTo>
                  <a:lnTo>
                    <a:pt x="551206" y="143593"/>
                  </a:lnTo>
                  <a:lnTo>
                    <a:pt x="572603" y="136761"/>
                  </a:lnTo>
                  <a:lnTo>
                    <a:pt x="593089" y="130220"/>
                  </a:lnTo>
                  <a:lnTo>
                    <a:pt x="612738" y="123946"/>
                  </a:lnTo>
                  <a:lnTo>
                    <a:pt x="631617" y="117919"/>
                  </a:lnTo>
                  <a:lnTo>
                    <a:pt x="649783" y="112118"/>
                  </a:lnTo>
                  <a:lnTo>
                    <a:pt x="667289" y="106529"/>
                  </a:lnTo>
                  <a:lnTo>
                    <a:pt x="684180" y="101136"/>
                  </a:lnTo>
                  <a:lnTo>
                    <a:pt x="700498" y="95926"/>
                  </a:lnTo>
                  <a:lnTo>
                    <a:pt x="716282" y="90886"/>
                  </a:lnTo>
                  <a:lnTo>
                    <a:pt x="731564" y="86007"/>
                  </a:lnTo>
                  <a:lnTo>
                    <a:pt x="746376" y="81277"/>
                  </a:lnTo>
                  <a:lnTo>
                    <a:pt x="760745" y="76689"/>
                  </a:lnTo>
                  <a:lnTo>
                    <a:pt x="774698" y="72234"/>
                  </a:lnTo>
                  <a:lnTo>
                    <a:pt x="788258" y="67905"/>
                  </a:lnTo>
                  <a:lnTo>
                    <a:pt x="801447" y="63694"/>
                  </a:lnTo>
                  <a:lnTo>
                    <a:pt x="814283" y="59595"/>
                  </a:lnTo>
                  <a:lnTo>
                    <a:pt x="826787" y="55603"/>
                  </a:lnTo>
                  <a:lnTo>
                    <a:pt x="838973" y="51712"/>
                  </a:lnTo>
                  <a:lnTo>
                    <a:pt x="850859" y="47917"/>
                  </a:lnTo>
                  <a:lnTo>
                    <a:pt x="862458" y="44213"/>
                  </a:lnTo>
                  <a:lnTo>
                    <a:pt x="873785" y="40597"/>
                  </a:lnTo>
                  <a:lnTo>
                    <a:pt x="884851" y="37064"/>
                  </a:lnTo>
                  <a:lnTo>
                    <a:pt x="895668" y="33610"/>
                  </a:lnTo>
                  <a:lnTo>
                    <a:pt x="906247" y="30232"/>
                  </a:lnTo>
                  <a:lnTo>
                    <a:pt x="916599" y="26927"/>
                  </a:lnTo>
                  <a:lnTo>
                    <a:pt x="926733" y="23691"/>
                  </a:lnTo>
                  <a:lnTo>
                    <a:pt x="936658" y="20522"/>
                  </a:lnTo>
                  <a:lnTo>
                    <a:pt x="946383" y="17417"/>
                  </a:lnTo>
                  <a:lnTo>
                    <a:pt x="955915" y="14373"/>
                  </a:lnTo>
                  <a:lnTo>
                    <a:pt x="965262" y="11389"/>
                  </a:lnTo>
                  <a:lnTo>
                    <a:pt x="974431" y="8462"/>
                  </a:lnTo>
                  <a:lnTo>
                    <a:pt x="983428" y="5589"/>
                  </a:lnTo>
                  <a:lnTo>
                    <a:pt x="992260" y="2769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5009" y="1923388"/>
              <a:ext cx="1000933" cy="158548"/>
            </a:xfrm>
            <a:custGeom>
              <a:avLst/>
              <a:pathLst>
                <a:path w="1000933" h="158548">
                  <a:moveTo>
                    <a:pt x="0" y="158548"/>
                  </a:moveTo>
                  <a:lnTo>
                    <a:pt x="64275" y="148367"/>
                  </a:lnTo>
                  <a:lnTo>
                    <a:pt x="120969" y="139386"/>
                  </a:lnTo>
                  <a:lnTo>
                    <a:pt x="171684" y="131353"/>
                  </a:lnTo>
                  <a:lnTo>
                    <a:pt x="217561" y="124086"/>
                  </a:lnTo>
                  <a:lnTo>
                    <a:pt x="259444" y="117452"/>
                  </a:lnTo>
                  <a:lnTo>
                    <a:pt x="297972" y="111349"/>
                  </a:lnTo>
                  <a:lnTo>
                    <a:pt x="333644" y="105698"/>
                  </a:lnTo>
                  <a:lnTo>
                    <a:pt x="366854" y="100438"/>
                  </a:lnTo>
                  <a:lnTo>
                    <a:pt x="397919" y="95517"/>
                  </a:lnTo>
                  <a:lnTo>
                    <a:pt x="427101" y="90895"/>
                  </a:lnTo>
                  <a:lnTo>
                    <a:pt x="454614" y="86537"/>
                  </a:lnTo>
                  <a:lnTo>
                    <a:pt x="480639" y="82414"/>
                  </a:lnTo>
                  <a:lnTo>
                    <a:pt x="505329" y="78504"/>
                  </a:lnTo>
                  <a:lnTo>
                    <a:pt x="528814" y="74783"/>
                  </a:lnTo>
                  <a:lnTo>
                    <a:pt x="551206" y="71237"/>
                  </a:lnTo>
                  <a:lnTo>
                    <a:pt x="572603" y="67847"/>
                  </a:lnTo>
                  <a:lnTo>
                    <a:pt x="593089" y="64602"/>
                  </a:lnTo>
                  <a:lnTo>
                    <a:pt x="612738" y="61490"/>
                  </a:lnTo>
                  <a:lnTo>
                    <a:pt x="631617" y="58499"/>
                  </a:lnTo>
                  <a:lnTo>
                    <a:pt x="649783" y="55622"/>
                  </a:lnTo>
                  <a:lnTo>
                    <a:pt x="667289" y="52849"/>
                  </a:lnTo>
                  <a:lnTo>
                    <a:pt x="684180" y="50173"/>
                  </a:lnTo>
                  <a:lnTo>
                    <a:pt x="700498" y="47589"/>
                  </a:lnTo>
                  <a:lnTo>
                    <a:pt x="716282" y="45088"/>
                  </a:lnTo>
                  <a:lnTo>
                    <a:pt x="731564" y="42668"/>
                  </a:lnTo>
                  <a:lnTo>
                    <a:pt x="746376" y="40322"/>
                  </a:lnTo>
                  <a:lnTo>
                    <a:pt x="760745" y="38045"/>
                  </a:lnTo>
                  <a:lnTo>
                    <a:pt x="774698" y="35835"/>
                  </a:lnTo>
                  <a:lnTo>
                    <a:pt x="788258" y="33687"/>
                  </a:lnTo>
                  <a:lnTo>
                    <a:pt x="801447" y="31598"/>
                  </a:lnTo>
                  <a:lnTo>
                    <a:pt x="814283" y="29565"/>
                  </a:lnTo>
                  <a:lnTo>
                    <a:pt x="826787" y="27584"/>
                  </a:lnTo>
                  <a:lnTo>
                    <a:pt x="838973" y="25654"/>
                  </a:lnTo>
                  <a:lnTo>
                    <a:pt x="850859" y="23771"/>
                  </a:lnTo>
                  <a:lnTo>
                    <a:pt x="862458" y="21934"/>
                  </a:lnTo>
                  <a:lnTo>
                    <a:pt x="873785" y="20140"/>
                  </a:lnTo>
                  <a:lnTo>
                    <a:pt x="884851" y="18387"/>
                  </a:lnTo>
                  <a:lnTo>
                    <a:pt x="895668" y="16674"/>
                  </a:lnTo>
                  <a:lnTo>
                    <a:pt x="906247" y="14998"/>
                  </a:lnTo>
                  <a:lnTo>
                    <a:pt x="916599" y="13358"/>
                  </a:lnTo>
                  <a:lnTo>
                    <a:pt x="926733" y="11753"/>
                  </a:lnTo>
                  <a:lnTo>
                    <a:pt x="936658" y="10181"/>
                  </a:lnTo>
                  <a:lnTo>
                    <a:pt x="946383" y="8640"/>
                  </a:lnTo>
                  <a:lnTo>
                    <a:pt x="955915" y="7130"/>
                  </a:lnTo>
                  <a:lnTo>
                    <a:pt x="965262" y="5650"/>
                  </a:lnTo>
                  <a:lnTo>
                    <a:pt x="974431" y="4198"/>
                  </a:lnTo>
                  <a:lnTo>
                    <a:pt x="983428" y="2772"/>
                  </a:lnTo>
                  <a:lnTo>
                    <a:pt x="992260" y="1373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5009" y="2032060"/>
              <a:ext cx="1000933" cy="5736"/>
            </a:xfrm>
            <a:custGeom>
              <a:avLst/>
              <a:pathLst>
                <a:path w="1000933" h="5736">
                  <a:moveTo>
                    <a:pt x="0" y="5736"/>
                  </a:moveTo>
                  <a:lnTo>
                    <a:pt x="64275" y="5368"/>
                  </a:lnTo>
                  <a:lnTo>
                    <a:pt x="120969" y="5043"/>
                  </a:lnTo>
                  <a:lnTo>
                    <a:pt x="171684" y="4752"/>
                  </a:lnTo>
                  <a:lnTo>
                    <a:pt x="217561" y="4489"/>
                  </a:lnTo>
                  <a:lnTo>
                    <a:pt x="259444" y="4249"/>
                  </a:lnTo>
                  <a:lnTo>
                    <a:pt x="297972" y="4028"/>
                  </a:lnTo>
                  <a:lnTo>
                    <a:pt x="333644" y="3824"/>
                  </a:lnTo>
                  <a:lnTo>
                    <a:pt x="366854" y="3634"/>
                  </a:lnTo>
                  <a:lnTo>
                    <a:pt x="397919" y="3455"/>
                  </a:lnTo>
                  <a:lnTo>
                    <a:pt x="427101" y="3288"/>
                  </a:lnTo>
                  <a:lnTo>
                    <a:pt x="454614" y="3131"/>
                  </a:lnTo>
                  <a:lnTo>
                    <a:pt x="480639" y="2981"/>
                  </a:lnTo>
                  <a:lnTo>
                    <a:pt x="505329" y="2840"/>
                  </a:lnTo>
                  <a:lnTo>
                    <a:pt x="528814" y="2705"/>
                  </a:lnTo>
                  <a:lnTo>
                    <a:pt x="551206" y="2577"/>
                  </a:lnTo>
                  <a:lnTo>
                    <a:pt x="572603" y="2454"/>
                  </a:lnTo>
                  <a:lnTo>
                    <a:pt x="593089" y="2337"/>
                  </a:lnTo>
                  <a:lnTo>
                    <a:pt x="612738" y="2224"/>
                  </a:lnTo>
                  <a:lnTo>
                    <a:pt x="631617" y="2116"/>
                  </a:lnTo>
                  <a:lnTo>
                    <a:pt x="649783" y="2012"/>
                  </a:lnTo>
                  <a:lnTo>
                    <a:pt x="667289" y="1912"/>
                  </a:lnTo>
                  <a:lnTo>
                    <a:pt x="684180" y="1815"/>
                  </a:lnTo>
                  <a:lnTo>
                    <a:pt x="700498" y="1721"/>
                  </a:lnTo>
                  <a:lnTo>
                    <a:pt x="716282" y="1631"/>
                  </a:lnTo>
                  <a:lnTo>
                    <a:pt x="731564" y="1543"/>
                  </a:lnTo>
                  <a:lnTo>
                    <a:pt x="746376" y="1458"/>
                  </a:lnTo>
                  <a:lnTo>
                    <a:pt x="760745" y="1376"/>
                  </a:lnTo>
                  <a:lnTo>
                    <a:pt x="774698" y="1296"/>
                  </a:lnTo>
                  <a:lnTo>
                    <a:pt x="788258" y="1218"/>
                  </a:lnTo>
                  <a:lnTo>
                    <a:pt x="801447" y="1143"/>
                  </a:lnTo>
                  <a:lnTo>
                    <a:pt x="814283" y="1069"/>
                  </a:lnTo>
                  <a:lnTo>
                    <a:pt x="826787" y="998"/>
                  </a:lnTo>
                  <a:lnTo>
                    <a:pt x="838973" y="928"/>
                  </a:lnTo>
                  <a:lnTo>
                    <a:pt x="850859" y="860"/>
                  </a:lnTo>
                  <a:lnTo>
                    <a:pt x="862458" y="793"/>
                  </a:lnTo>
                  <a:lnTo>
                    <a:pt x="873785" y="728"/>
                  </a:lnTo>
                  <a:lnTo>
                    <a:pt x="884851" y="665"/>
                  </a:lnTo>
                  <a:lnTo>
                    <a:pt x="895668" y="603"/>
                  </a:lnTo>
                  <a:lnTo>
                    <a:pt x="906247" y="542"/>
                  </a:lnTo>
                  <a:lnTo>
                    <a:pt x="916599" y="483"/>
                  </a:lnTo>
                  <a:lnTo>
                    <a:pt x="926733" y="425"/>
                  </a:lnTo>
                  <a:lnTo>
                    <a:pt x="936658" y="368"/>
                  </a:lnTo>
                  <a:lnTo>
                    <a:pt x="946383" y="312"/>
                  </a:lnTo>
                  <a:lnTo>
                    <a:pt x="955915" y="258"/>
                  </a:lnTo>
                  <a:lnTo>
                    <a:pt x="965262" y="204"/>
                  </a:lnTo>
                  <a:lnTo>
                    <a:pt x="974431" y="151"/>
                  </a:lnTo>
                  <a:lnTo>
                    <a:pt x="983428" y="100"/>
                  </a:lnTo>
                  <a:lnTo>
                    <a:pt x="992260" y="49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5009" y="1688615"/>
              <a:ext cx="1000933" cy="61936"/>
            </a:xfrm>
            <a:custGeom>
              <a:avLst/>
              <a:pathLst>
                <a:path w="1000933" h="61936">
                  <a:moveTo>
                    <a:pt x="0" y="0"/>
                  </a:moveTo>
                  <a:lnTo>
                    <a:pt x="64275" y="3977"/>
                  </a:lnTo>
                  <a:lnTo>
                    <a:pt x="120969" y="7485"/>
                  </a:lnTo>
                  <a:lnTo>
                    <a:pt x="171684" y="10623"/>
                  </a:lnTo>
                  <a:lnTo>
                    <a:pt x="217561" y="13462"/>
                  </a:lnTo>
                  <a:lnTo>
                    <a:pt x="259444" y="16054"/>
                  </a:lnTo>
                  <a:lnTo>
                    <a:pt x="297972" y="18438"/>
                  </a:lnTo>
                  <a:lnTo>
                    <a:pt x="333644" y="20645"/>
                  </a:lnTo>
                  <a:lnTo>
                    <a:pt x="366854" y="22700"/>
                  </a:lnTo>
                  <a:lnTo>
                    <a:pt x="397919" y="24622"/>
                  </a:lnTo>
                  <a:lnTo>
                    <a:pt x="427101" y="26428"/>
                  </a:lnTo>
                  <a:lnTo>
                    <a:pt x="454614" y="28131"/>
                  </a:lnTo>
                  <a:lnTo>
                    <a:pt x="480639" y="29741"/>
                  </a:lnTo>
                  <a:lnTo>
                    <a:pt x="505329" y="31269"/>
                  </a:lnTo>
                  <a:lnTo>
                    <a:pt x="528814" y="32722"/>
                  </a:lnTo>
                  <a:lnTo>
                    <a:pt x="551206" y="34108"/>
                  </a:lnTo>
                  <a:lnTo>
                    <a:pt x="572603" y="35432"/>
                  </a:lnTo>
                  <a:lnTo>
                    <a:pt x="593089" y="36699"/>
                  </a:lnTo>
                  <a:lnTo>
                    <a:pt x="612738" y="37915"/>
                  </a:lnTo>
                  <a:lnTo>
                    <a:pt x="631617" y="39083"/>
                  </a:lnTo>
                  <a:lnTo>
                    <a:pt x="649783" y="40207"/>
                  </a:lnTo>
                  <a:lnTo>
                    <a:pt x="667289" y="41291"/>
                  </a:lnTo>
                  <a:lnTo>
                    <a:pt x="684180" y="42336"/>
                  </a:lnTo>
                  <a:lnTo>
                    <a:pt x="700498" y="43346"/>
                  </a:lnTo>
                  <a:lnTo>
                    <a:pt x="716282" y="44322"/>
                  </a:lnTo>
                  <a:lnTo>
                    <a:pt x="731564" y="45268"/>
                  </a:lnTo>
                  <a:lnTo>
                    <a:pt x="746376" y="46184"/>
                  </a:lnTo>
                  <a:lnTo>
                    <a:pt x="760745" y="47074"/>
                  </a:lnTo>
                  <a:lnTo>
                    <a:pt x="774698" y="47937"/>
                  </a:lnTo>
                  <a:lnTo>
                    <a:pt x="788258" y="48776"/>
                  </a:lnTo>
                  <a:lnTo>
                    <a:pt x="801447" y="49592"/>
                  </a:lnTo>
                  <a:lnTo>
                    <a:pt x="814283" y="50387"/>
                  </a:lnTo>
                  <a:lnTo>
                    <a:pt x="826787" y="51160"/>
                  </a:lnTo>
                  <a:lnTo>
                    <a:pt x="838973" y="51914"/>
                  </a:lnTo>
                  <a:lnTo>
                    <a:pt x="850859" y="52650"/>
                  </a:lnTo>
                  <a:lnTo>
                    <a:pt x="862458" y="53368"/>
                  </a:lnTo>
                  <a:lnTo>
                    <a:pt x="873785" y="54068"/>
                  </a:lnTo>
                  <a:lnTo>
                    <a:pt x="884851" y="54753"/>
                  </a:lnTo>
                  <a:lnTo>
                    <a:pt x="895668" y="55423"/>
                  </a:lnTo>
                  <a:lnTo>
                    <a:pt x="906247" y="56077"/>
                  </a:lnTo>
                  <a:lnTo>
                    <a:pt x="916599" y="56718"/>
                  </a:lnTo>
                  <a:lnTo>
                    <a:pt x="926733" y="57345"/>
                  </a:lnTo>
                  <a:lnTo>
                    <a:pt x="936658" y="57959"/>
                  </a:lnTo>
                  <a:lnTo>
                    <a:pt x="946383" y="58561"/>
                  </a:lnTo>
                  <a:lnTo>
                    <a:pt x="955915" y="59151"/>
                  </a:lnTo>
                  <a:lnTo>
                    <a:pt x="965262" y="59729"/>
                  </a:lnTo>
                  <a:lnTo>
                    <a:pt x="974431" y="60296"/>
                  </a:lnTo>
                  <a:lnTo>
                    <a:pt x="983428" y="60853"/>
                  </a:lnTo>
                  <a:lnTo>
                    <a:pt x="992260" y="61400"/>
                  </a:lnTo>
                  <a:lnTo>
                    <a:pt x="1000933" y="6193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5009" y="1756512"/>
              <a:ext cx="1000933" cy="108296"/>
            </a:xfrm>
            <a:custGeom>
              <a:avLst/>
              <a:pathLst>
                <a:path w="1000933" h="108296">
                  <a:moveTo>
                    <a:pt x="0" y="108296"/>
                  </a:moveTo>
                  <a:lnTo>
                    <a:pt x="64275" y="101342"/>
                  </a:lnTo>
                  <a:lnTo>
                    <a:pt x="120969" y="95208"/>
                  </a:lnTo>
                  <a:lnTo>
                    <a:pt x="171684" y="89721"/>
                  </a:lnTo>
                  <a:lnTo>
                    <a:pt x="217561" y="84757"/>
                  </a:lnTo>
                  <a:lnTo>
                    <a:pt x="259444" y="80225"/>
                  </a:lnTo>
                  <a:lnTo>
                    <a:pt x="297972" y="76057"/>
                  </a:lnTo>
                  <a:lnTo>
                    <a:pt x="333644" y="72197"/>
                  </a:lnTo>
                  <a:lnTo>
                    <a:pt x="366854" y="68604"/>
                  </a:lnTo>
                  <a:lnTo>
                    <a:pt x="397919" y="65243"/>
                  </a:lnTo>
                  <a:lnTo>
                    <a:pt x="427101" y="62086"/>
                  </a:lnTo>
                  <a:lnTo>
                    <a:pt x="454614" y="59109"/>
                  </a:lnTo>
                  <a:lnTo>
                    <a:pt x="480639" y="56293"/>
                  </a:lnTo>
                  <a:lnTo>
                    <a:pt x="505329" y="53622"/>
                  </a:lnTo>
                  <a:lnTo>
                    <a:pt x="528814" y="51081"/>
                  </a:lnTo>
                  <a:lnTo>
                    <a:pt x="551206" y="48658"/>
                  </a:lnTo>
                  <a:lnTo>
                    <a:pt x="572603" y="46343"/>
                  </a:lnTo>
                  <a:lnTo>
                    <a:pt x="593089" y="44127"/>
                  </a:lnTo>
                  <a:lnTo>
                    <a:pt x="612738" y="42001"/>
                  </a:lnTo>
                  <a:lnTo>
                    <a:pt x="631617" y="39958"/>
                  </a:lnTo>
                  <a:lnTo>
                    <a:pt x="649783" y="37992"/>
                  </a:lnTo>
                  <a:lnTo>
                    <a:pt x="667289" y="36098"/>
                  </a:lnTo>
                  <a:lnTo>
                    <a:pt x="684180" y="34271"/>
                  </a:lnTo>
                  <a:lnTo>
                    <a:pt x="700498" y="32505"/>
                  </a:lnTo>
                  <a:lnTo>
                    <a:pt x="716282" y="30798"/>
                  </a:lnTo>
                  <a:lnTo>
                    <a:pt x="731564" y="29144"/>
                  </a:lnTo>
                  <a:lnTo>
                    <a:pt x="746376" y="27542"/>
                  </a:lnTo>
                  <a:lnTo>
                    <a:pt x="760745" y="25987"/>
                  </a:lnTo>
                  <a:lnTo>
                    <a:pt x="774698" y="24477"/>
                  </a:lnTo>
                  <a:lnTo>
                    <a:pt x="788258" y="23010"/>
                  </a:lnTo>
                  <a:lnTo>
                    <a:pt x="801447" y="21583"/>
                  </a:lnTo>
                  <a:lnTo>
                    <a:pt x="814283" y="20194"/>
                  </a:lnTo>
                  <a:lnTo>
                    <a:pt x="826787" y="18841"/>
                  </a:lnTo>
                  <a:lnTo>
                    <a:pt x="838973" y="17523"/>
                  </a:lnTo>
                  <a:lnTo>
                    <a:pt x="850859" y="16237"/>
                  </a:lnTo>
                  <a:lnTo>
                    <a:pt x="862458" y="14982"/>
                  </a:lnTo>
                  <a:lnTo>
                    <a:pt x="873785" y="13756"/>
                  </a:lnTo>
                  <a:lnTo>
                    <a:pt x="884851" y="12559"/>
                  </a:lnTo>
                  <a:lnTo>
                    <a:pt x="895668" y="11389"/>
                  </a:lnTo>
                  <a:lnTo>
                    <a:pt x="906247" y="10244"/>
                  </a:lnTo>
                  <a:lnTo>
                    <a:pt x="916599" y="9124"/>
                  </a:lnTo>
                  <a:lnTo>
                    <a:pt x="926733" y="8028"/>
                  </a:lnTo>
                  <a:lnTo>
                    <a:pt x="936658" y="6954"/>
                  </a:lnTo>
                  <a:lnTo>
                    <a:pt x="946383" y="5902"/>
                  </a:lnTo>
                  <a:lnTo>
                    <a:pt x="955915" y="4870"/>
                  </a:lnTo>
                  <a:lnTo>
                    <a:pt x="965262" y="3859"/>
                  </a:lnTo>
                  <a:lnTo>
                    <a:pt x="974431" y="2867"/>
                  </a:lnTo>
                  <a:lnTo>
                    <a:pt x="983428" y="1894"/>
                  </a:lnTo>
                  <a:lnTo>
                    <a:pt x="992260" y="938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5009" y="1565641"/>
              <a:ext cx="1000933" cy="245360"/>
            </a:xfrm>
            <a:custGeom>
              <a:avLst/>
              <a:pathLst>
                <a:path w="1000933" h="245360">
                  <a:moveTo>
                    <a:pt x="0" y="245360"/>
                  </a:moveTo>
                  <a:lnTo>
                    <a:pt x="64275" y="229604"/>
                  </a:lnTo>
                  <a:lnTo>
                    <a:pt x="120969" y="215707"/>
                  </a:lnTo>
                  <a:lnTo>
                    <a:pt x="171684" y="203275"/>
                  </a:lnTo>
                  <a:lnTo>
                    <a:pt x="217561" y="192029"/>
                  </a:lnTo>
                  <a:lnTo>
                    <a:pt x="259444" y="181762"/>
                  </a:lnTo>
                  <a:lnTo>
                    <a:pt x="297972" y="172317"/>
                  </a:lnTo>
                  <a:lnTo>
                    <a:pt x="333644" y="163573"/>
                  </a:lnTo>
                  <a:lnTo>
                    <a:pt x="366854" y="155433"/>
                  </a:lnTo>
                  <a:lnTo>
                    <a:pt x="397919" y="147817"/>
                  </a:lnTo>
                  <a:lnTo>
                    <a:pt x="427101" y="140664"/>
                  </a:lnTo>
                  <a:lnTo>
                    <a:pt x="454614" y="133920"/>
                  </a:lnTo>
                  <a:lnTo>
                    <a:pt x="480639" y="127540"/>
                  </a:lnTo>
                  <a:lnTo>
                    <a:pt x="505329" y="121488"/>
                  </a:lnTo>
                  <a:lnTo>
                    <a:pt x="528814" y="115731"/>
                  </a:lnTo>
                  <a:lnTo>
                    <a:pt x="551206" y="110242"/>
                  </a:lnTo>
                  <a:lnTo>
                    <a:pt x="572603" y="104997"/>
                  </a:lnTo>
                  <a:lnTo>
                    <a:pt x="593089" y="99975"/>
                  </a:lnTo>
                  <a:lnTo>
                    <a:pt x="612738" y="95158"/>
                  </a:lnTo>
                  <a:lnTo>
                    <a:pt x="631617" y="90531"/>
                  </a:lnTo>
                  <a:lnTo>
                    <a:pt x="649783" y="86078"/>
                  </a:lnTo>
                  <a:lnTo>
                    <a:pt x="667289" y="81786"/>
                  </a:lnTo>
                  <a:lnTo>
                    <a:pt x="684180" y="77646"/>
                  </a:lnTo>
                  <a:lnTo>
                    <a:pt x="700498" y="73646"/>
                  </a:lnTo>
                  <a:lnTo>
                    <a:pt x="716282" y="69777"/>
                  </a:lnTo>
                  <a:lnTo>
                    <a:pt x="731564" y="66031"/>
                  </a:lnTo>
                  <a:lnTo>
                    <a:pt x="746376" y="62400"/>
                  </a:lnTo>
                  <a:lnTo>
                    <a:pt x="760745" y="58877"/>
                  </a:lnTo>
                  <a:lnTo>
                    <a:pt x="774698" y="55457"/>
                  </a:lnTo>
                  <a:lnTo>
                    <a:pt x="788258" y="52133"/>
                  </a:lnTo>
                  <a:lnTo>
                    <a:pt x="801447" y="48900"/>
                  </a:lnTo>
                  <a:lnTo>
                    <a:pt x="814283" y="45753"/>
                  </a:lnTo>
                  <a:lnTo>
                    <a:pt x="826787" y="42688"/>
                  </a:lnTo>
                  <a:lnTo>
                    <a:pt x="838973" y="39701"/>
                  </a:lnTo>
                  <a:lnTo>
                    <a:pt x="850859" y="36787"/>
                  </a:lnTo>
                  <a:lnTo>
                    <a:pt x="862458" y="33944"/>
                  </a:lnTo>
                  <a:lnTo>
                    <a:pt x="873785" y="31168"/>
                  </a:lnTo>
                  <a:lnTo>
                    <a:pt x="884851" y="28455"/>
                  </a:lnTo>
                  <a:lnTo>
                    <a:pt x="895668" y="25803"/>
                  </a:lnTo>
                  <a:lnTo>
                    <a:pt x="906247" y="23210"/>
                  </a:lnTo>
                  <a:lnTo>
                    <a:pt x="916599" y="20672"/>
                  </a:lnTo>
                  <a:lnTo>
                    <a:pt x="926733" y="18188"/>
                  </a:lnTo>
                  <a:lnTo>
                    <a:pt x="936658" y="15755"/>
                  </a:lnTo>
                  <a:lnTo>
                    <a:pt x="946383" y="13372"/>
                  </a:lnTo>
                  <a:lnTo>
                    <a:pt x="955915" y="11035"/>
                  </a:lnTo>
                  <a:lnTo>
                    <a:pt x="965262" y="8744"/>
                  </a:lnTo>
                  <a:lnTo>
                    <a:pt x="974431" y="6496"/>
                  </a:lnTo>
                  <a:lnTo>
                    <a:pt x="983428" y="4291"/>
                  </a:lnTo>
                  <a:lnTo>
                    <a:pt x="992260" y="2126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5009" y="1914962"/>
              <a:ext cx="1000933" cy="12426"/>
            </a:xfrm>
            <a:custGeom>
              <a:avLst/>
              <a:pathLst>
                <a:path w="1000933" h="12426">
                  <a:moveTo>
                    <a:pt x="0" y="12426"/>
                  </a:moveTo>
                  <a:lnTo>
                    <a:pt x="64275" y="11628"/>
                  </a:lnTo>
                  <a:lnTo>
                    <a:pt x="120969" y="10924"/>
                  </a:lnTo>
                  <a:lnTo>
                    <a:pt x="171684" y="10294"/>
                  </a:lnTo>
                  <a:lnTo>
                    <a:pt x="217561" y="9725"/>
                  </a:lnTo>
                  <a:lnTo>
                    <a:pt x="259444" y="9205"/>
                  </a:lnTo>
                  <a:lnTo>
                    <a:pt x="297972" y="8726"/>
                  </a:lnTo>
                  <a:lnTo>
                    <a:pt x="333644" y="8284"/>
                  </a:lnTo>
                  <a:lnTo>
                    <a:pt x="366854" y="7871"/>
                  </a:lnTo>
                  <a:lnTo>
                    <a:pt x="397919" y="7486"/>
                  </a:lnTo>
                  <a:lnTo>
                    <a:pt x="427101" y="7123"/>
                  </a:lnTo>
                  <a:lnTo>
                    <a:pt x="454614" y="6782"/>
                  </a:lnTo>
                  <a:lnTo>
                    <a:pt x="480639" y="6459"/>
                  </a:lnTo>
                  <a:lnTo>
                    <a:pt x="505329" y="6152"/>
                  </a:lnTo>
                  <a:lnTo>
                    <a:pt x="528814" y="5861"/>
                  </a:lnTo>
                  <a:lnTo>
                    <a:pt x="551206" y="5583"/>
                  </a:lnTo>
                  <a:lnTo>
                    <a:pt x="572603" y="5317"/>
                  </a:lnTo>
                  <a:lnTo>
                    <a:pt x="593089" y="5063"/>
                  </a:lnTo>
                  <a:lnTo>
                    <a:pt x="612738" y="4819"/>
                  </a:lnTo>
                  <a:lnTo>
                    <a:pt x="631617" y="4584"/>
                  </a:lnTo>
                  <a:lnTo>
                    <a:pt x="649783" y="4359"/>
                  </a:lnTo>
                  <a:lnTo>
                    <a:pt x="667289" y="4142"/>
                  </a:lnTo>
                  <a:lnTo>
                    <a:pt x="684180" y="3932"/>
                  </a:lnTo>
                  <a:lnTo>
                    <a:pt x="700498" y="3729"/>
                  </a:lnTo>
                  <a:lnTo>
                    <a:pt x="716282" y="3533"/>
                  </a:lnTo>
                  <a:lnTo>
                    <a:pt x="731564" y="3344"/>
                  </a:lnTo>
                  <a:lnTo>
                    <a:pt x="746376" y="3160"/>
                  </a:lnTo>
                  <a:lnTo>
                    <a:pt x="760745" y="2981"/>
                  </a:lnTo>
                  <a:lnTo>
                    <a:pt x="774698" y="2808"/>
                  </a:lnTo>
                  <a:lnTo>
                    <a:pt x="788258" y="2640"/>
                  </a:lnTo>
                  <a:lnTo>
                    <a:pt x="801447" y="2476"/>
                  </a:lnTo>
                  <a:lnTo>
                    <a:pt x="814283" y="2317"/>
                  </a:lnTo>
                  <a:lnTo>
                    <a:pt x="826787" y="2161"/>
                  </a:lnTo>
                  <a:lnTo>
                    <a:pt x="838973" y="2010"/>
                  </a:lnTo>
                  <a:lnTo>
                    <a:pt x="850859" y="1863"/>
                  </a:lnTo>
                  <a:lnTo>
                    <a:pt x="862458" y="1719"/>
                  </a:lnTo>
                  <a:lnTo>
                    <a:pt x="873785" y="1578"/>
                  </a:lnTo>
                  <a:lnTo>
                    <a:pt x="884851" y="1441"/>
                  </a:lnTo>
                  <a:lnTo>
                    <a:pt x="895668" y="1306"/>
                  </a:lnTo>
                  <a:lnTo>
                    <a:pt x="906247" y="1175"/>
                  </a:lnTo>
                  <a:lnTo>
                    <a:pt x="916599" y="1046"/>
                  </a:lnTo>
                  <a:lnTo>
                    <a:pt x="926733" y="921"/>
                  </a:lnTo>
                  <a:lnTo>
                    <a:pt x="936658" y="797"/>
                  </a:lnTo>
                  <a:lnTo>
                    <a:pt x="946383" y="677"/>
                  </a:lnTo>
                  <a:lnTo>
                    <a:pt x="955915" y="558"/>
                  </a:lnTo>
                  <a:lnTo>
                    <a:pt x="965262" y="442"/>
                  </a:lnTo>
                  <a:lnTo>
                    <a:pt x="974431" y="329"/>
                  </a:lnTo>
                  <a:lnTo>
                    <a:pt x="983428" y="217"/>
                  </a:lnTo>
                  <a:lnTo>
                    <a:pt x="992260" y="107"/>
                  </a:lnTo>
                  <a:lnTo>
                    <a:pt x="100093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85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383" y="19494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383" y="16737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383" y="13980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85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500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3865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2298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0594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852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97362" y="19360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97818" y="19532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92492" y="20294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86572" y="18078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322766" y="183168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15548" y="17948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09916" y="20081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99233" y="19158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02297" y="19762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06990" y="16818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28375" y="20562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8369" y="19181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3054" y="16357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15505" y="19232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17538" y="20881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6762" y="20850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26994" y="19644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46053" y="20648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40228" y="16196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11780" y="12985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16162" y="18906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4211" y="1978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56862" y="19584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53119" y="19968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49739" y="19048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56096" y="18101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15847" y="18618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28386" y="19223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54646" y="20425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7648" y="20530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92241" y="19755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65873" y="19548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68274" y="13516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70639" y="19751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4977" y="16350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2040" y="17040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57086" y="20516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51999" y="13248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87088" y="20532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52004" y="20190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56084" y="16864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55703" y="19156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66583" y="19405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75272" y="13994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83574" y="19691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67988" y="19790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59317" y="17896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54462" y="18163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29258" y="20044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06202" y="20249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85466" y="20496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86278" y="20044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85074" y="16111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85200" y="20181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24727" y="17173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85585" y="205503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85149" y="13790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04282" y="14103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23375" y="19392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10893" y="19465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93093" y="18437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13402" y="1938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29419" y="18804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05476" y="20369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291451" y="20261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11882" y="18912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26395" y="19242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23094" y="17901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07894" y="13264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299070" y="17581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285948" y="19795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292079" y="17265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27169" y="1935403"/>
              <a:ext cx="1007643" cy="62699"/>
            </a:xfrm>
            <a:custGeom>
              <a:avLst/>
              <a:pathLst>
                <a:path w="1007643" h="62699">
                  <a:moveTo>
                    <a:pt x="0" y="62699"/>
                  </a:moveTo>
                  <a:lnTo>
                    <a:pt x="64705" y="58673"/>
                  </a:lnTo>
                  <a:lnTo>
                    <a:pt x="121780" y="55122"/>
                  </a:lnTo>
                  <a:lnTo>
                    <a:pt x="172835" y="51945"/>
                  </a:lnTo>
                  <a:lnTo>
                    <a:pt x="219020" y="49071"/>
                  </a:lnTo>
                  <a:lnTo>
                    <a:pt x="261183" y="46447"/>
                  </a:lnTo>
                  <a:lnTo>
                    <a:pt x="299970" y="44034"/>
                  </a:lnTo>
                  <a:lnTo>
                    <a:pt x="335881" y="41799"/>
                  </a:lnTo>
                  <a:lnTo>
                    <a:pt x="369313" y="39719"/>
                  </a:lnTo>
                  <a:lnTo>
                    <a:pt x="400586" y="37773"/>
                  </a:lnTo>
                  <a:lnTo>
                    <a:pt x="429964" y="35945"/>
                  </a:lnTo>
                  <a:lnTo>
                    <a:pt x="457661" y="34222"/>
                  </a:lnTo>
                  <a:lnTo>
                    <a:pt x="483861" y="32591"/>
                  </a:lnTo>
                  <a:lnTo>
                    <a:pt x="508716" y="31045"/>
                  </a:lnTo>
                  <a:lnTo>
                    <a:pt x="532358" y="29574"/>
                  </a:lnTo>
                  <a:lnTo>
                    <a:pt x="554901" y="28171"/>
                  </a:lnTo>
                  <a:lnTo>
                    <a:pt x="576441" y="26831"/>
                  </a:lnTo>
                  <a:lnTo>
                    <a:pt x="597064" y="25547"/>
                  </a:lnTo>
                  <a:lnTo>
                    <a:pt x="616846" y="24317"/>
                  </a:lnTo>
                  <a:lnTo>
                    <a:pt x="635851" y="23134"/>
                  </a:lnTo>
                  <a:lnTo>
                    <a:pt x="654139" y="21996"/>
                  </a:lnTo>
                  <a:lnTo>
                    <a:pt x="671762" y="20899"/>
                  </a:lnTo>
                  <a:lnTo>
                    <a:pt x="688766" y="19841"/>
                  </a:lnTo>
                  <a:lnTo>
                    <a:pt x="705194" y="18819"/>
                  </a:lnTo>
                  <a:lnTo>
                    <a:pt x="721083" y="17830"/>
                  </a:lnTo>
                  <a:lnTo>
                    <a:pt x="736468" y="16873"/>
                  </a:lnTo>
                  <a:lnTo>
                    <a:pt x="751379" y="15945"/>
                  </a:lnTo>
                  <a:lnTo>
                    <a:pt x="765845" y="15045"/>
                  </a:lnTo>
                  <a:lnTo>
                    <a:pt x="779891" y="14171"/>
                  </a:lnTo>
                  <a:lnTo>
                    <a:pt x="793542" y="13322"/>
                  </a:lnTo>
                  <a:lnTo>
                    <a:pt x="806819" y="12496"/>
                  </a:lnTo>
                  <a:lnTo>
                    <a:pt x="819742" y="11692"/>
                  </a:lnTo>
                  <a:lnTo>
                    <a:pt x="832329" y="10908"/>
                  </a:lnTo>
                  <a:lnTo>
                    <a:pt x="844597" y="10145"/>
                  </a:lnTo>
                  <a:lnTo>
                    <a:pt x="856562" y="9400"/>
                  </a:lnTo>
                  <a:lnTo>
                    <a:pt x="868240" y="8674"/>
                  </a:lnTo>
                  <a:lnTo>
                    <a:pt x="879642" y="7964"/>
                  </a:lnTo>
                  <a:lnTo>
                    <a:pt x="890782" y="7271"/>
                  </a:lnTo>
                  <a:lnTo>
                    <a:pt x="901672" y="6593"/>
                  </a:lnTo>
                  <a:lnTo>
                    <a:pt x="912322" y="5931"/>
                  </a:lnTo>
                  <a:lnTo>
                    <a:pt x="922743" y="5282"/>
                  </a:lnTo>
                  <a:lnTo>
                    <a:pt x="932945" y="4647"/>
                  </a:lnTo>
                  <a:lnTo>
                    <a:pt x="942937" y="4026"/>
                  </a:lnTo>
                  <a:lnTo>
                    <a:pt x="952727" y="3417"/>
                  </a:lnTo>
                  <a:lnTo>
                    <a:pt x="962322" y="2820"/>
                  </a:lnTo>
                  <a:lnTo>
                    <a:pt x="971732" y="2234"/>
                  </a:lnTo>
                  <a:lnTo>
                    <a:pt x="980962" y="1660"/>
                  </a:lnTo>
                  <a:lnTo>
                    <a:pt x="990020" y="1096"/>
                  </a:lnTo>
                  <a:lnTo>
                    <a:pt x="998911" y="543"/>
                  </a:lnTo>
                  <a:lnTo>
                    <a:pt x="100764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27169" y="1924738"/>
              <a:ext cx="1007643" cy="68125"/>
            </a:xfrm>
            <a:custGeom>
              <a:avLst/>
              <a:pathLst>
                <a:path w="1007643" h="68125">
                  <a:moveTo>
                    <a:pt x="0" y="0"/>
                  </a:moveTo>
                  <a:lnTo>
                    <a:pt x="64705" y="4374"/>
                  </a:lnTo>
                  <a:lnTo>
                    <a:pt x="121780" y="8233"/>
                  </a:lnTo>
                  <a:lnTo>
                    <a:pt x="172835" y="11685"/>
                  </a:lnTo>
                  <a:lnTo>
                    <a:pt x="219020" y="14807"/>
                  </a:lnTo>
                  <a:lnTo>
                    <a:pt x="261183" y="17658"/>
                  </a:lnTo>
                  <a:lnTo>
                    <a:pt x="299970" y="20280"/>
                  </a:lnTo>
                  <a:lnTo>
                    <a:pt x="335881" y="22708"/>
                  </a:lnTo>
                  <a:lnTo>
                    <a:pt x="369313" y="24968"/>
                  </a:lnTo>
                  <a:lnTo>
                    <a:pt x="400586" y="27083"/>
                  </a:lnTo>
                  <a:lnTo>
                    <a:pt x="429964" y="29069"/>
                  </a:lnTo>
                  <a:lnTo>
                    <a:pt x="457661" y="30942"/>
                  </a:lnTo>
                  <a:lnTo>
                    <a:pt x="483861" y="32713"/>
                  </a:lnTo>
                  <a:lnTo>
                    <a:pt x="508716" y="34393"/>
                  </a:lnTo>
                  <a:lnTo>
                    <a:pt x="532358" y="35992"/>
                  </a:lnTo>
                  <a:lnTo>
                    <a:pt x="554901" y="37516"/>
                  </a:lnTo>
                  <a:lnTo>
                    <a:pt x="576441" y="38972"/>
                  </a:lnTo>
                  <a:lnTo>
                    <a:pt x="597064" y="40366"/>
                  </a:lnTo>
                  <a:lnTo>
                    <a:pt x="616846" y="41704"/>
                  </a:lnTo>
                  <a:lnTo>
                    <a:pt x="635851" y="42989"/>
                  </a:lnTo>
                  <a:lnTo>
                    <a:pt x="654139" y="44225"/>
                  </a:lnTo>
                  <a:lnTo>
                    <a:pt x="671762" y="45417"/>
                  </a:lnTo>
                  <a:lnTo>
                    <a:pt x="688766" y="46566"/>
                  </a:lnTo>
                  <a:lnTo>
                    <a:pt x="705194" y="47677"/>
                  </a:lnTo>
                  <a:lnTo>
                    <a:pt x="721083" y="48751"/>
                  </a:lnTo>
                  <a:lnTo>
                    <a:pt x="736468" y="49791"/>
                  </a:lnTo>
                  <a:lnTo>
                    <a:pt x="751379" y="50800"/>
                  </a:lnTo>
                  <a:lnTo>
                    <a:pt x="765845" y="51778"/>
                  </a:lnTo>
                  <a:lnTo>
                    <a:pt x="779891" y="52727"/>
                  </a:lnTo>
                  <a:lnTo>
                    <a:pt x="793542" y="53650"/>
                  </a:lnTo>
                  <a:lnTo>
                    <a:pt x="806819" y="54548"/>
                  </a:lnTo>
                  <a:lnTo>
                    <a:pt x="819742" y="55422"/>
                  </a:lnTo>
                  <a:lnTo>
                    <a:pt x="832329" y="56272"/>
                  </a:lnTo>
                  <a:lnTo>
                    <a:pt x="844597" y="57102"/>
                  </a:lnTo>
                  <a:lnTo>
                    <a:pt x="856562" y="57911"/>
                  </a:lnTo>
                  <a:lnTo>
                    <a:pt x="868240" y="58700"/>
                  </a:lnTo>
                  <a:lnTo>
                    <a:pt x="879642" y="59471"/>
                  </a:lnTo>
                  <a:lnTo>
                    <a:pt x="890782" y="60224"/>
                  </a:lnTo>
                  <a:lnTo>
                    <a:pt x="901672" y="60961"/>
                  </a:lnTo>
                  <a:lnTo>
                    <a:pt x="912322" y="61681"/>
                  </a:lnTo>
                  <a:lnTo>
                    <a:pt x="922743" y="62385"/>
                  </a:lnTo>
                  <a:lnTo>
                    <a:pt x="932945" y="63075"/>
                  </a:lnTo>
                  <a:lnTo>
                    <a:pt x="942937" y="63751"/>
                  </a:lnTo>
                  <a:lnTo>
                    <a:pt x="952727" y="64412"/>
                  </a:lnTo>
                  <a:lnTo>
                    <a:pt x="962322" y="65061"/>
                  </a:lnTo>
                  <a:lnTo>
                    <a:pt x="971732" y="65697"/>
                  </a:lnTo>
                  <a:lnTo>
                    <a:pt x="980962" y="66321"/>
                  </a:lnTo>
                  <a:lnTo>
                    <a:pt x="990020" y="66934"/>
                  </a:lnTo>
                  <a:lnTo>
                    <a:pt x="998911" y="67535"/>
                  </a:lnTo>
                  <a:lnTo>
                    <a:pt x="1007643" y="6812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27169" y="2042332"/>
              <a:ext cx="1007643" cy="10377"/>
            </a:xfrm>
            <a:custGeom>
              <a:avLst/>
              <a:pathLst>
                <a:path w="1007643" h="10377">
                  <a:moveTo>
                    <a:pt x="0" y="0"/>
                  </a:moveTo>
                  <a:lnTo>
                    <a:pt x="64705" y="666"/>
                  </a:lnTo>
                  <a:lnTo>
                    <a:pt x="121780" y="1254"/>
                  </a:lnTo>
                  <a:lnTo>
                    <a:pt x="172835" y="1779"/>
                  </a:lnTo>
                  <a:lnTo>
                    <a:pt x="219020" y="2255"/>
                  </a:lnTo>
                  <a:lnTo>
                    <a:pt x="261183" y="2689"/>
                  </a:lnTo>
                  <a:lnTo>
                    <a:pt x="299970" y="3089"/>
                  </a:lnTo>
                  <a:lnTo>
                    <a:pt x="335881" y="3459"/>
                  </a:lnTo>
                  <a:lnTo>
                    <a:pt x="369313" y="3803"/>
                  </a:lnTo>
                  <a:lnTo>
                    <a:pt x="400586" y="4125"/>
                  </a:lnTo>
                  <a:lnTo>
                    <a:pt x="429964" y="4428"/>
                  </a:lnTo>
                  <a:lnTo>
                    <a:pt x="457661" y="4713"/>
                  </a:lnTo>
                  <a:lnTo>
                    <a:pt x="483861" y="4983"/>
                  </a:lnTo>
                  <a:lnTo>
                    <a:pt x="508716" y="5239"/>
                  </a:lnTo>
                  <a:lnTo>
                    <a:pt x="532358" y="5482"/>
                  </a:lnTo>
                  <a:lnTo>
                    <a:pt x="554901" y="5714"/>
                  </a:lnTo>
                  <a:lnTo>
                    <a:pt x="576441" y="5936"/>
                  </a:lnTo>
                  <a:lnTo>
                    <a:pt x="597064" y="6148"/>
                  </a:lnTo>
                  <a:lnTo>
                    <a:pt x="616846" y="6352"/>
                  </a:lnTo>
                  <a:lnTo>
                    <a:pt x="635851" y="6548"/>
                  </a:lnTo>
                  <a:lnTo>
                    <a:pt x="654139" y="6736"/>
                  </a:lnTo>
                  <a:lnTo>
                    <a:pt x="671762" y="6918"/>
                  </a:lnTo>
                  <a:lnTo>
                    <a:pt x="688766" y="7093"/>
                  </a:lnTo>
                  <a:lnTo>
                    <a:pt x="705194" y="7262"/>
                  </a:lnTo>
                  <a:lnTo>
                    <a:pt x="721083" y="7426"/>
                  </a:lnTo>
                  <a:lnTo>
                    <a:pt x="736468" y="7584"/>
                  </a:lnTo>
                  <a:lnTo>
                    <a:pt x="751379" y="7738"/>
                  </a:lnTo>
                  <a:lnTo>
                    <a:pt x="765845" y="7887"/>
                  </a:lnTo>
                  <a:lnTo>
                    <a:pt x="779891" y="8031"/>
                  </a:lnTo>
                  <a:lnTo>
                    <a:pt x="793542" y="8172"/>
                  </a:lnTo>
                  <a:lnTo>
                    <a:pt x="806819" y="8309"/>
                  </a:lnTo>
                  <a:lnTo>
                    <a:pt x="819742" y="8442"/>
                  </a:lnTo>
                  <a:lnTo>
                    <a:pt x="832329" y="8571"/>
                  </a:lnTo>
                  <a:lnTo>
                    <a:pt x="844597" y="8698"/>
                  </a:lnTo>
                  <a:lnTo>
                    <a:pt x="856562" y="8821"/>
                  </a:lnTo>
                  <a:lnTo>
                    <a:pt x="868240" y="8941"/>
                  </a:lnTo>
                  <a:lnTo>
                    <a:pt x="879642" y="9059"/>
                  </a:lnTo>
                  <a:lnTo>
                    <a:pt x="890782" y="9173"/>
                  </a:lnTo>
                  <a:lnTo>
                    <a:pt x="901672" y="9286"/>
                  </a:lnTo>
                  <a:lnTo>
                    <a:pt x="912322" y="9395"/>
                  </a:lnTo>
                  <a:lnTo>
                    <a:pt x="922743" y="9503"/>
                  </a:lnTo>
                  <a:lnTo>
                    <a:pt x="932945" y="9608"/>
                  </a:lnTo>
                  <a:lnTo>
                    <a:pt x="942937" y="9710"/>
                  </a:lnTo>
                  <a:lnTo>
                    <a:pt x="952727" y="9811"/>
                  </a:lnTo>
                  <a:lnTo>
                    <a:pt x="962322" y="9910"/>
                  </a:lnTo>
                  <a:lnTo>
                    <a:pt x="971732" y="10007"/>
                  </a:lnTo>
                  <a:lnTo>
                    <a:pt x="980962" y="10102"/>
                  </a:lnTo>
                  <a:lnTo>
                    <a:pt x="990020" y="10195"/>
                  </a:lnTo>
                  <a:lnTo>
                    <a:pt x="998911" y="10287"/>
                  </a:lnTo>
                  <a:lnTo>
                    <a:pt x="1007643" y="1037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27169" y="1855615"/>
              <a:ext cx="1007643" cy="143165"/>
            </a:xfrm>
            <a:custGeom>
              <a:avLst/>
              <a:pathLst>
                <a:path w="1007643" h="143165">
                  <a:moveTo>
                    <a:pt x="0" y="0"/>
                  </a:moveTo>
                  <a:lnTo>
                    <a:pt x="64705" y="9193"/>
                  </a:lnTo>
                  <a:lnTo>
                    <a:pt x="121780" y="17302"/>
                  </a:lnTo>
                  <a:lnTo>
                    <a:pt x="172835" y="24556"/>
                  </a:lnTo>
                  <a:lnTo>
                    <a:pt x="219020" y="31118"/>
                  </a:lnTo>
                  <a:lnTo>
                    <a:pt x="261183" y="37108"/>
                  </a:lnTo>
                  <a:lnTo>
                    <a:pt x="299970" y="42619"/>
                  </a:lnTo>
                  <a:lnTo>
                    <a:pt x="335881" y="47721"/>
                  </a:lnTo>
                  <a:lnTo>
                    <a:pt x="369313" y="52471"/>
                  </a:lnTo>
                  <a:lnTo>
                    <a:pt x="400586" y="56915"/>
                  </a:lnTo>
                  <a:lnTo>
                    <a:pt x="429964" y="61088"/>
                  </a:lnTo>
                  <a:lnTo>
                    <a:pt x="457661" y="65024"/>
                  </a:lnTo>
                  <a:lnTo>
                    <a:pt x="483861" y="68746"/>
                  </a:lnTo>
                  <a:lnTo>
                    <a:pt x="508716" y="72277"/>
                  </a:lnTo>
                  <a:lnTo>
                    <a:pt x="532358" y="75637"/>
                  </a:lnTo>
                  <a:lnTo>
                    <a:pt x="554901" y="78839"/>
                  </a:lnTo>
                  <a:lnTo>
                    <a:pt x="576441" y="81900"/>
                  </a:lnTo>
                  <a:lnTo>
                    <a:pt x="597064" y="84830"/>
                  </a:lnTo>
                  <a:lnTo>
                    <a:pt x="616846" y="87640"/>
                  </a:lnTo>
                  <a:lnTo>
                    <a:pt x="635851" y="90341"/>
                  </a:lnTo>
                  <a:lnTo>
                    <a:pt x="654139" y="92939"/>
                  </a:lnTo>
                  <a:lnTo>
                    <a:pt x="671762" y="95443"/>
                  </a:lnTo>
                  <a:lnTo>
                    <a:pt x="688766" y="97859"/>
                  </a:lnTo>
                  <a:lnTo>
                    <a:pt x="705194" y="100193"/>
                  </a:lnTo>
                  <a:lnTo>
                    <a:pt x="721083" y="102450"/>
                  </a:lnTo>
                  <a:lnTo>
                    <a:pt x="736468" y="104636"/>
                  </a:lnTo>
                  <a:lnTo>
                    <a:pt x="751379" y="106755"/>
                  </a:lnTo>
                  <a:lnTo>
                    <a:pt x="765845" y="108810"/>
                  </a:lnTo>
                  <a:lnTo>
                    <a:pt x="779891" y="110806"/>
                  </a:lnTo>
                  <a:lnTo>
                    <a:pt x="793542" y="112745"/>
                  </a:lnTo>
                  <a:lnTo>
                    <a:pt x="806819" y="114632"/>
                  </a:lnTo>
                  <a:lnTo>
                    <a:pt x="819742" y="116468"/>
                  </a:lnTo>
                  <a:lnTo>
                    <a:pt x="832329" y="118256"/>
                  </a:lnTo>
                  <a:lnTo>
                    <a:pt x="844597" y="119999"/>
                  </a:lnTo>
                  <a:lnTo>
                    <a:pt x="856562" y="121699"/>
                  </a:lnTo>
                  <a:lnTo>
                    <a:pt x="868240" y="123358"/>
                  </a:lnTo>
                  <a:lnTo>
                    <a:pt x="879642" y="124978"/>
                  </a:lnTo>
                  <a:lnTo>
                    <a:pt x="890782" y="126561"/>
                  </a:lnTo>
                  <a:lnTo>
                    <a:pt x="901672" y="128108"/>
                  </a:lnTo>
                  <a:lnTo>
                    <a:pt x="912322" y="129621"/>
                  </a:lnTo>
                  <a:lnTo>
                    <a:pt x="922743" y="131102"/>
                  </a:lnTo>
                  <a:lnTo>
                    <a:pt x="932945" y="132552"/>
                  </a:lnTo>
                  <a:lnTo>
                    <a:pt x="942937" y="133971"/>
                  </a:lnTo>
                  <a:lnTo>
                    <a:pt x="952727" y="135362"/>
                  </a:lnTo>
                  <a:lnTo>
                    <a:pt x="962322" y="136725"/>
                  </a:lnTo>
                  <a:lnTo>
                    <a:pt x="971732" y="138062"/>
                  </a:lnTo>
                  <a:lnTo>
                    <a:pt x="980962" y="139374"/>
                  </a:lnTo>
                  <a:lnTo>
                    <a:pt x="990020" y="140661"/>
                  </a:lnTo>
                  <a:lnTo>
                    <a:pt x="998911" y="141924"/>
                  </a:lnTo>
                  <a:lnTo>
                    <a:pt x="1007643" y="14316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27169" y="1573593"/>
              <a:ext cx="1007643" cy="544472"/>
            </a:xfrm>
            <a:custGeom>
              <a:avLst/>
              <a:pathLst>
                <a:path w="1007643" h="544472">
                  <a:moveTo>
                    <a:pt x="0" y="544472"/>
                  </a:moveTo>
                  <a:lnTo>
                    <a:pt x="64705" y="509508"/>
                  </a:lnTo>
                  <a:lnTo>
                    <a:pt x="121780" y="478669"/>
                  </a:lnTo>
                  <a:lnTo>
                    <a:pt x="172835" y="451081"/>
                  </a:lnTo>
                  <a:lnTo>
                    <a:pt x="219020" y="426126"/>
                  </a:lnTo>
                  <a:lnTo>
                    <a:pt x="261183" y="403343"/>
                  </a:lnTo>
                  <a:lnTo>
                    <a:pt x="299970" y="382385"/>
                  </a:lnTo>
                  <a:lnTo>
                    <a:pt x="335881" y="362981"/>
                  </a:lnTo>
                  <a:lnTo>
                    <a:pt x="369313" y="344916"/>
                  </a:lnTo>
                  <a:lnTo>
                    <a:pt x="400586" y="328018"/>
                  </a:lnTo>
                  <a:lnTo>
                    <a:pt x="429964" y="312144"/>
                  </a:lnTo>
                  <a:lnTo>
                    <a:pt x="457661" y="297178"/>
                  </a:lnTo>
                  <a:lnTo>
                    <a:pt x="483861" y="283021"/>
                  </a:lnTo>
                  <a:lnTo>
                    <a:pt x="508716" y="269591"/>
                  </a:lnTo>
                  <a:lnTo>
                    <a:pt x="532358" y="256816"/>
                  </a:lnTo>
                  <a:lnTo>
                    <a:pt x="554901" y="244635"/>
                  </a:lnTo>
                  <a:lnTo>
                    <a:pt x="576441" y="232996"/>
                  </a:lnTo>
                  <a:lnTo>
                    <a:pt x="597064" y="221852"/>
                  </a:lnTo>
                  <a:lnTo>
                    <a:pt x="616846" y="211164"/>
                  </a:lnTo>
                  <a:lnTo>
                    <a:pt x="635851" y="200894"/>
                  </a:lnTo>
                  <a:lnTo>
                    <a:pt x="654139" y="191013"/>
                  </a:lnTo>
                  <a:lnTo>
                    <a:pt x="671762" y="181490"/>
                  </a:lnTo>
                  <a:lnTo>
                    <a:pt x="688766" y="172302"/>
                  </a:lnTo>
                  <a:lnTo>
                    <a:pt x="705194" y="163425"/>
                  </a:lnTo>
                  <a:lnTo>
                    <a:pt x="721083" y="154840"/>
                  </a:lnTo>
                  <a:lnTo>
                    <a:pt x="736468" y="146527"/>
                  </a:lnTo>
                  <a:lnTo>
                    <a:pt x="751379" y="138470"/>
                  </a:lnTo>
                  <a:lnTo>
                    <a:pt x="765845" y="130653"/>
                  </a:lnTo>
                  <a:lnTo>
                    <a:pt x="779891" y="123063"/>
                  </a:lnTo>
                  <a:lnTo>
                    <a:pt x="793542" y="115687"/>
                  </a:lnTo>
                  <a:lnTo>
                    <a:pt x="806819" y="108513"/>
                  </a:lnTo>
                  <a:lnTo>
                    <a:pt x="819742" y="101530"/>
                  </a:lnTo>
                  <a:lnTo>
                    <a:pt x="832329" y="94729"/>
                  </a:lnTo>
                  <a:lnTo>
                    <a:pt x="844597" y="88100"/>
                  </a:lnTo>
                  <a:lnTo>
                    <a:pt x="856562" y="81635"/>
                  </a:lnTo>
                  <a:lnTo>
                    <a:pt x="868240" y="75325"/>
                  </a:lnTo>
                  <a:lnTo>
                    <a:pt x="879642" y="69164"/>
                  </a:lnTo>
                  <a:lnTo>
                    <a:pt x="890782" y="63144"/>
                  </a:lnTo>
                  <a:lnTo>
                    <a:pt x="901672" y="57260"/>
                  </a:lnTo>
                  <a:lnTo>
                    <a:pt x="912322" y="51505"/>
                  </a:lnTo>
                  <a:lnTo>
                    <a:pt x="922743" y="45874"/>
                  </a:lnTo>
                  <a:lnTo>
                    <a:pt x="932945" y="40362"/>
                  </a:lnTo>
                  <a:lnTo>
                    <a:pt x="942937" y="34963"/>
                  </a:lnTo>
                  <a:lnTo>
                    <a:pt x="952727" y="29673"/>
                  </a:lnTo>
                  <a:lnTo>
                    <a:pt x="962322" y="24488"/>
                  </a:lnTo>
                  <a:lnTo>
                    <a:pt x="971732" y="19404"/>
                  </a:lnTo>
                  <a:lnTo>
                    <a:pt x="980962" y="14416"/>
                  </a:lnTo>
                  <a:lnTo>
                    <a:pt x="990020" y="9522"/>
                  </a:lnTo>
                  <a:lnTo>
                    <a:pt x="998911" y="4717"/>
                  </a:lnTo>
                  <a:lnTo>
                    <a:pt x="100764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27169" y="1611841"/>
              <a:ext cx="1007643" cy="943"/>
            </a:xfrm>
            <a:custGeom>
              <a:avLst/>
              <a:pathLst>
                <a:path w="1007643" h="943">
                  <a:moveTo>
                    <a:pt x="0" y="943"/>
                  </a:moveTo>
                  <a:lnTo>
                    <a:pt x="64705" y="883"/>
                  </a:lnTo>
                  <a:lnTo>
                    <a:pt x="121780" y="829"/>
                  </a:lnTo>
                  <a:lnTo>
                    <a:pt x="172835" y="781"/>
                  </a:lnTo>
                  <a:lnTo>
                    <a:pt x="219020" y="738"/>
                  </a:lnTo>
                  <a:lnTo>
                    <a:pt x="261183" y="699"/>
                  </a:lnTo>
                  <a:lnTo>
                    <a:pt x="299970" y="662"/>
                  </a:lnTo>
                  <a:lnTo>
                    <a:pt x="335881" y="629"/>
                  </a:lnTo>
                  <a:lnTo>
                    <a:pt x="369313" y="597"/>
                  </a:lnTo>
                  <a:lnTo>
                    <a:pt x="400586" y="568"/>
                  </a:lnTo>
                  <a:lnTo>
                    <a:pt x="429964" y="540"/>
                  </a:lnTo>
                  <a:lnTo>
                    <a:pt x="457661" y="515"/>
                  </a:lnTo>
                  <a:lnTo>
                    <a:pt x="483861" y="490"/>
                  </a:lnTo>
                  <a:lnTo>
                    <a:pt x="508716" y="467"/>
                  </a:lnTo>
                  <a:lnTo>
                    <a:pt x="532358" y="445"/>
                  </a:lnTo>
                  <a:lnTo>
                    <a:pt x="554901" y="423"/>
                  </a:lnTo>
                  <a:lnTo>
                    <a:pt x="576441" y="403"/>
                  </a:lnTo>
                  <a:lnTo>
                    <a:pt x="597064" y="384"/>
                  </a:lnTo>
                  <a:lnTo>
                    <a:pt x="616846" y="365"/>
                  </a:lnTo>
                  <a:lnTo>
                    <a:pt x="635851" y="348"/>
                  </a:lnTo>
                  <a:lnTo>
                    <a:pt x="654139" y="331"/>
                  </a:lnTo>
                  <a:lnTo>
                    <a:pt x="671762" y="314"/>
                  </a:lnTo>
                  <a:lnTo>
                    <a:pt x="688766" y="298"/>
                  </a:lnTo>
                  <a:lnTo>
                    <a:pt x="705194" y="283"/>
                  </a:lnTo>
                  <a:lnTo>
                    <a:pt x="721083" y="268"/>
                  </a:lnTo>
                  <a:lnTo>
                    <a:pt x="736468" y="253"/>
                  </a:lnTo>
                  <a:lnTo>
                    <a:pt x="751379" y="239"/>
                  </a:lnTo>
                  <a:lnTo>
                    <a:pt x="765845" y="226"/>
                  </a:lnTo>
                  <a:lnTo>
                    <a:pt x="779891" y="213"/>
                  </a:lnTo>
                  <a:lnTo>
                    <a:pt x="793542" y="200"/>
                  </a:lnTo>
                  <a:lnTo>
                    <a:pt x="806819" y="188"/>
                  </a:lnTo>
                  <a:lnTo>
                    <a:pt x="819742" y="175"/>
                  </a:lnTo>
                  <a:lnTo>
                    <a:pt x="832329" y="164"/>
                  </a:lnTo>
                  <a:lnTo>
                    <a:pt x="844597" y="152"/>
                  </a:lnTo>
                  <a:lnTo>
                    <a:pt x="856562" y="141"/>
                  </a:lnTo>
                  <a:lnTo>
                    <a:pt x="868240" y="130"/>
                  </a:lnTo>
                  <a:lnTo>
                    <a:pt x="879642" y="119"/>
                  </a:lnTo>
                  <a:lnTo>
                    <a:pt x="890782" y="109"/>
                  </a:lnTo>
                  <a:lnTo>
                    <a:pt x="901672" y="99"/>
                  </a:lnTo>
                  <a:lnTo>
                    <a:pt x="912322" y="89"/>
                  </a:lnTo>
                  <a:lnTo>
                    <a:pt x="922743" y="79"/>
                  </a:lnTo>
                  <a:lnTo>
                    <a:pt x="932945" y="69"/>
                  </a:lnTo>
                  <a:lnTo>
                    <a:pt x="942937" y="60"/>
                  </a:lnTo>
                  <a:lnTo>
                    <a:pt x="952727" y="51"/>
                  </a:lnTo>
                  <a:lnTo>
                    <a:pt x="962322" y="42"/>
                  </a:lnTo>
                  <a:lnTo>
                    <a:pt x="971732" y="33"/>
                  </a:lnTo>
                  <a:lnTo>
                    <a:pt x="980962" y="24"/>
                  </a:lnTo>
                  <a:lnTo>
                    <a:pt x="990020" y="16"/>
                  </a:lnTo>
                  <a:lnTo>
                    <a:pt x="998911" y="8"/>
                  </a:lnTo>
                  <a:lnTo>
                    <a:pt x="100764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27169" y="1694284"/>
              <a:ext cx="1007643" cy="192446"/>
            </a:xfrm>
            <a:custGeom>
              <a:avLst/>
              <a:pathLst>
                <a:path w="1007643" h="192446">
                  <a:moveTo>
                    <a:pt x="0" y="0"/>
                  </a:moveTo>
                  <a:lnTo>
                    <a:pt x="64705" y="12357"/>
                  </a:lnTo>
                  <a:lnTo>
                    <a:pt x="121780" y="23258"/>
                  </a:lnTo>
                  <a:lnTo>
                    <a:pt x="172835" y="33009"/>
                  </a:lnTo>
                  <a:lnTo>
                    <a:pt x="219020" y="41830"/>
                  </a:lnTo>
                  <a:lnTo>
                    <a:pt x="261183" y="49882"/>
                  </a:lnTo>
                  <a:lnTo>
                    <a:pt x="299970" y="57290"/>
                  </a:lnTo>
                  <a:lnTo>
                    <a:pt x="335881" y="64148"/>
                  </a:lnTo>
                  <a:lnTo>
                    <a:pt x="369313" y="70534"/>
                  </a:lnTo>
                  <a:lnTo>
                    <a:pt x="400586" y="76506"/>
                  </a:lnTo>
                  <a:lnTo>
                    <a:pt x="429964" y="82117"/>
                  </a:lnTo>
                  <a:lnTo>
                    <a:pt x="457661" y="87407"/>
                  </a:lnTo>
                  <a:lnTo>
                    <a:pt x="483861" y="92411"/>
                  </a:lnTo>
                  <a:lnTo>
                    <a:pt x="508716" y="97158"/>
                  </a:lnTo>
                  <a:lnTo>
                    <a:pt x="532358" y="101673"/>
                  </a:lnTo>
                  <a:lnTo>
                    <a:pt x="554901" y="105978"/>
                  </a:lnTo>
                  <a:lnTo>
                    <a:pt x="576441" y="110092"/>
                  </a:lnTo>
                  <a:lnTo>
                    <a:pt x="597064" y="114031"/>
                  </a:lnTo>
                  <a:lnTo>
                    <a:pt x="616846" y="117809"/>
                  </a:lnTo>
                  <a:lnTo>
                    <a:pt x="635851" y="121439"/>
                  </a:lnTo>
                  <a:lnTo>
                    <a:pt x="654139" y="124932"/>
                  </a:lnTo>
                  <a:lnTo>
                    <a:pt x="671762" y="128297"/>
                  </a:lnTo>
                  <a:lnTo>
                    <a:pt x="688766" y="131545"/>
                  </a:lnTo>
                  <a:lnTo>
                    <a:pt x="705194" y="134682"/>
                  </a:lnTo>
                  <a:lnTo>
                    <a:pt x="721083" y="137717"/>
                  </a:lnTo>
                  <a:lnTo>
                    <a:pt x="736468" y="140655"/>
                  </a:lnTo>
                  <a:lnTo>
                    <a:pt x="751379" y="143503"/>
                  </a:lnTo>
                  <a:lnTo>
                    <a:pt x="765845" y="146266"/>
                  </a:lnTo>
                  <a:lnTo>
                    <a:pt x="779891" y="148949"/>
                  </a:lnTo>
                  <a:lnTo>
                    <a:pt x="793542" y="151556"/>
                  </a:lnTo>
                  <a:lnTo>
                    <a:pt x="806819" y="154091"/>
                  </a:lnTo>
                  <a:lnTo>
                    <a:pt x="819742" y="156560"/>
                  </a:lnTo>
                  <a:lnTo>
                    <a:pt x="832329" y="158964"/>
                  </a:lnTo>
                  <a:lnTo>
                    <a:pt x="844597" y="161307"/>
                  </a:lnTo>
                  <a:lnTo>
                    <a:pt x="856562" y="163592"/>
                  </a:lnTo>
                  <a:lnTo>
                    <a:pt x="868240" y="165822"/>
                  </a:lnTo>
                  <a:lnTo>
                    <a:pt x="879642" y="168000"/>
                  </a:lnTo>
                  <a:lnTo>
                    <a:pt x="890782" y="170127"/>
                  </a:lnTo>
                  <a:lnTo>
                    <a:pt x="901672" y="172207"/>
                  </a:lnTo>
                  <a:lnTo>
                    <a:pt x="912322" y="174241"/>
                  </a:lnTo>
                  <a:lnTo>
                    <a:pt x="922743" y="176232"/>
                  </a:lnTo>
                  <a:lnTo>
                    <a:pt x="932945" y="178180"/>
                  </a:lnTo>
                  <a:lnTo>
                    <a:pt x="942937" y="180088"/>
                  </a:lnTo>
                  <a:lnTo>
                    <a:pt x="952727" y="181958"/>
                  </a:lnTo>
                  <a:lnTo>
                    <a:pt x="962322" y="183791"/>
                  </a:lnTo>
                  <a:lnTo>
                    <a:pt x="971732" y="185588"/>
                  </a:lnTo>
                  <a:lnTo>
                    <a:pt x="980962" y="187351"/>
                  </a:lnTo>
                  <a:lnTo>
                    <a:pt x="990020" y="189080"/>
                  </a:lnTo>
                  <a:lnTo>
                    <a:pt x="998911" y="190779"/>
                  </a:lnTo>
                  <a:lnTo>
                    <a:pt x="1007643" y="19244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27169" y="1955377"/>
              <a:ext cx="1007643" cy="40587"/>
            </a:xfrm>
            <a:custGeom>
              <a:avLst/>
              <a:pathLst>
                <a:path w="1007643" h="40587">
                  <a:moveTo>
                    <a:pt x="0" y="40587"/>
                  </a:moveTo>
                  <a:lnTo>
                    <a:pt x="64705" y="37981"/>
                  </a:lnTo>
                  <a:lnTo>
                    <a:pt x="121780" y="35682"/>
                  </a:lnTo>
                  <a:lnTo>
                    <a:pt x="172835" y="33625"/>
                  </a:lnTo>
                  <a:lnTo>
                    <a:pt x="219020" y="31765"/>
                  </a:lnTo>
                  <a:lnTo>
                    <a:pt x="261183" y="30067"/>
                  </a:lnTo>
                  <a:lnTo>
                    <a:pt x="299970" y="28504"/>
                  </a:lnTo>
                  <a:lnTo>
                    <a:pt x="335881" y="27058"/>
                  </a:lnTo>
                  <a:lnTo>
                    <a:pt x="369313" y="25711"/>
                  </a:lnTo>
                  <a:lnTo>
                    <a:pt x="400586" y="24451"/>
                  </a:lnTo>
                  <a:lnTo>
                    <a:pt x="429964" y="23268"/>
                  </a:lnTo>
                  <a:lnTo>
                    <a:pt x="457661" y="22152"/>
                  </a:lnTo>
                  <a:lnTo>
                    <a:pt x="483861" y="21097"/>
                  </a:lnTo>
                  <a:lnTo>
                    <a:pt x="508716" y="20096"/>
                  </a:lnTo>
                  <a:lnTo>
                    <a:pt x="532358" y="19144"/>
                  </a:lnTo>
                  <a:lnTo>
                    <a:pt x="554901" y="18236"/>
                  </a:lnTo>
                  <a:lnTo>
                    <a:pt x="576441" y="17368"/>
                  </a:lnTo>
                  <a:lnTo>
                    <a:pt x="597064" y="16537"/>
                  </a:lnTo>
                  <a:lnTo>
                    <a:pt x="616846" y="15741"/>
                  </a:lnTo>
                  <a:lnTo>
                    <a:pt x="635851" y="14975"/>
                  </a:lnTo>
                  <a:lnTo>
                    <a:pt x="654139" y="14238"/>
                  </a:lnTo>
                  <a:lnTo>
                    <a:pt x="671762" y="13529"/>
                  </a:lnTo>
                  <a:lnTo>
                    <a:pt x="688766" y="12844"/>
                  </a:lnTo>
                  <a:lnTo>
                    <a:pt x="705194" y="12182"/>
                  </a:lnTo>
                  <a:lnTo>
                    <a:pt x="721083" y="11542"/>
                  </a:lnTo>
                  <a:lnTo>
                    <a:pt x="736468" y="10922"/>
                  </a:lnTo>
                  <a:lnTo>
                    <a:pt x="751379" y="10322"/>
                  </a:lnTo>
                  <a:lnTo>
                    <a:pt x="765845" y="9739"/>
                  </a:lnTo>
                  <a:lnTo>
                    <a:pt x="779891" y="9173"/>
                  </a:lnTo>
                  <a:lnTo>
                    <a:pt x="793542" y="8623"/>
                  </a:lnTo>
                  <a:lnTo>
                    <a:pt x="806819" y="8089"/>
                  </a:lnTo>
                  <a:lnTo>
                    <a:pt x="819742" y="7568"/>
                  </a:lnTo>
                  <a:lnTo>
                    <a:pt x="832329" y="7061"/>
                  </a:lnTo>
                  <a:lnTo>
                    <a:pt x="844597" y="6567"/>
                  </a:lnTo>
                  <a:lnTo>
                    <a:pt x="856562" y="6085"/>
                  </a:lnTo>
                  <a:lnTo>
                    <a:pt x="868240" y="5615"/>
                  </a:lnTo>
                  <a:lnTo>
                    <a:pt x="879642" y="5155"/>
                  </a:lnTo>
                  <a:lnTo>
                    <a:pt x="890782" y="4707"/>
                  </a:lnTo>
                  <a:lnTo>
                    <a:pt x="901672" y="4268"/>
                  </a:lnTo>
                  <a:lnTo>
                    <a:pt x="912322" y="3839"/>
                  </a:lnTo>
                  <a:lnTo>
                    <a:pt x="922743" y="3419"/>
                  </a:lnTo>
                  <a:lnTo>
                    <a:pt x="932945" y="3008"/>
                  </a:lnTo>
                  <a:lnTo>
                    <a:pt x="942937" y="2606"/>
                  </a:lnTo>
                  <a:lnTo>
                    <a:pt x="952727" y="2211"/>
                  </a:lnTo>
                  <a:lnTo>
                    <a:pt x="962322" y="1825"/>
                  </a:lnTo>
                  <a:lnTo>
                    <a:pt x="971732" y="1446"/>
                  </a:lnTo>
                  <a:lnTo>
                    <a:pt x="980962" y="1074"/>
                  </a:lnTo>
                  <a:lnTo>
                    <a:pt x="990020" y="709"/>
                  </a:lnTo>
                  <a:lnTo>
                    <a:pt x="998911" y="351"/>
                  </a:lnTo>
                  <a:lnTo>
                    <a:pt x="100764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27169" y="1998822"/>
              <a:ext cx="1007643" cy="59006"/>
            </a:xfrm>
            <a:custGeom>
              <a:avLst/>
              <a:pathLst>
                <a:path w="1007643" h="59006">
                  <a:moveTo>
                    <a:pt x="0" y="0"/>
                  </a:moveTo>
                  <a:lnTo>
                    <a:pt x="64705" y="3789"/>
                  </a:lnTo>
                  <a:lnTo>
                    <a:pt x="121780" y="7131"/>
                  </a:lnTo>
                  <a:lnTo>
                    <a:pt x="172835" y="10120"/>
                  </a:lnTo>
                  <a:lnTo>
                    <a:pt x="219020" y="12825"/>
                  </a:lnTo>
                  <a:lnTo>
                    <a:pt x="261183" y="15294"/>
                  </a:lnTo>
                  <a:lnTo>
                    <a:pt x="299970" y="17565"/>
                  </a:lnTo>
                  <a:lnTo>
                    <a:pt x="335881" y="19668"/>
                  </a:lnTo>
                  <a:lnTo>
                    <a:pt x="369313" y="21626"/>
                  </a:lnTo>
                  <a:lnTo>
                    <a:pt x="400586" y="23457"/>
                  </a:lnTo>
                  <a:lnTo>
                    <a:pt x="429964" y="25178"/>
                  </a:lnTo>
                  <a:lnTo>
                    <a:pt x="457661" y="26799"/>
                  </a:lnTo>
                  <a:lnTo>
                    <a:pt x="483861" y="28334"/>
                  </a:lnTo>
                  <a:lnTo>
                    <a:pt x="508716" y="29789"/>
                  </a:lnTo>
                  <a:lnTo>
                    <a:pt x="532358" y="31174"/>
                  </a:lnTo>
                  <a:lnTo>
                    <a:pt x="554901" y="32494"/>
                  </a:lnTo>
                  <a:lnTo>
                    <a:pt x="576441" y="33755"/>
                  </a:lnTo>
                  <a:lnTo>
                    <a:pt x="597064" y="34963"/>
                  </a:lnTo>
                  <a:lnTo>
                    <a:pt x="616846" y="36121"/>
                  </a:lnTo>
                  <a:lnTo>
                    <a:pt x="635851" y="37234"/>
                  </a:lnTo>
                  <a:lnTo>
                    <a:pt x="654139" y="38305"/>
                  </a:lnTo>
                  <a:lnTo>
                    <a:pt x="671762" y="39337"/>
                  </a:lnTo>
                  <a:lnTo>
                    <a:pt x="688766" y="40333"/>
                  </a:lnTo>
                  <a:lnTo>
                    <a:pt x="705194" y="41295"/>
                  </a:lnTo>
                  <a:lnTo>
                    <a:pt x="721083" y="42225"/>
                  </a:lnTo>
                  <a:lnTo>
                    <a:pt x="736468" y="43126"/>
                  </a:lnTo>
                  <a:lnTo>
                    <a:pt x="751379" y="43999"/>
                  </a:lnTo>
                  <a:lnTo>
                    <a:pt x="765845" y="44846"/>
                  </a:lnTo>
                  <a:lnTo>
                    <a:pt x="779891" y="45669"/>
                  </a:lnTo>
                  <a:lnTo>
                    <a:pt x="793542" y="46468"/>
                  </a:lnTo>
                  <a:lnTo>
                    <a:pt x="806819" y="47246"/>
                  </a:lnTo>
                  <a:lnTo>
                    <a:pt x="819742" y="48002"/>
                  </a:lnTo>
                  <a:lnTo>
                    <a:pt x="832329" y="48739"/>
                  </a:lnTo>
                  <a:lnTo>
                    <a:pt x="844597" y="49458"/>
                  </a:lnTo>
                  <a:lnTo>
                    <a:pt x="856562" y="50159"/>
                  </a:lnTo>
                  <a:lnTo>
                    <a:pt x="868240" y="50842"/>
                  </a:lnTo>
                  <a:lnTo>
                    <a:pt x="879642" y="51510"/>
                  </a:lnTo>
                  <a:lnTo>
                    <a:pt x="890782" y="52162"/>
                  </a:lnTo>
                  <a:lnTo>
                    <a:pt x="901672" y="52800"/>
                  </a:lnTo>
                  <a:lnTo>
                    <a:pt x="912322" y="53424"/>
                  </a:lnTo>
                  <a:lnTo>
                    <a:pt x="922743" y="54034"/>
                  </a:lnTo>
                  <a:lnTo>
                    <a:pt x="932945" y="54631"/>
                  </a:lnTo>
                  <a:lnTo>
                    <a:pt x="942937" y="55216"/>
                  </a:lnTo>
                  <a:lnTo>
                    <a:pt x="952727" y="55790"/>
                  </a:lnTo>
                  <a:lnTo>
                    <a:pt x="962322" y="56352"/>
                  </a:lnTo>
                  <a:lnTo>
                    <a:pt x="971732" y="56903"/>
                  </a:lnTo>
                  <a:lnTo>
                    <a:pt x="980962" y="57443"/>
                  </a:lnTo>
                  <a:lnTo>
                    <a:pt x="990020" y="57974"/>
                  </a:lnTo>
                  <a:lnTo>
                    <a:pt x="998911" y="58494"/>
                  </a:lnTo>
                  <a:lnTo>
                    <a:pt x="1007643" y="5900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27169" y="1876792"/>
              <a:ext cx="1007643" cy="33986"/>
            </a:xfrm>
            <a:custGeom>
              <a:avLst/>
              <a:pathLst>
                <a:path w="1007643" h="33986">
                  <a:moveTo>
                    <a:pt x="0" y="33986"/>
                  </a:moveTo>
                  <a:lnTo>
                    <a:pt x="64705" y="31804"/>
                  </a:lnTo>
                  <a:lnTo>
                    <a:pt x="121780" y="29878"/>
                  </a:lnTo>
                  <a:lnTo>
                    <a:pt x="172835" y="28156"/>
                  </a:lnTo>
                  <a:lnTo>
                    <a:pt x="219020" y="26599"/>
                  </a:lnTo>
                  <a:lnTo>
                    <a:pt x="261183" y="25177"/>
                  </a:lnTo>
                  <a:lnTo>
                    <a:pt x="299970" y="23868"/>
                  </a:lnTo>
                  <a:lnTo>
                    <a:pt x="335881" y="22657"/>
                  </a:lnTo>
                  <a:lnTo>
                    <a:pt x="369313" y="21530"/>
                  </a:lnTo>
                  <a:lnTo>
                    <a:pt x="400586" y="20475"/>
                  </a:lnTo>
                  <a:lnTo>
                    <a:pt x="429964" y="19484"/>
                  </a:lnTo>
                  <a:lnTo>
                    <a:pt x="457661" y="18550"/>
                  </a:lnTo>
                  <a:lnTo>
                    <a:pt x="483861" y="17666"/>
                  </a:lnTo>
                  <a:lnTo>
                    <a:pt x="508716" y="16828"/>
                  </a:lnTo>
                  <a:lnTo>
                    <a:pt x="532358" y="16030"/>
                  </a:lnTo>
                  <a:lnTo>
                    <a:pt x="554901" y="15270"/>
                  </a:lnTo>
                  <a:lnTo>
                    <a:pt x="576441" y="14543"/>
                  </a:lnTo>
                  <a:lnTo>
                    <a:pt x="597064" y="13848"/>
                  </a:lnTo>
                  <a:lnTo>
                    <a:pt x="616846" y="13181"/>
                  </a:lnTo>
                  <a:lnTo>
                    <a:pt x="635851" y="12540"/>
                  </a:lnTo>
                  <a:lnTo>
                    <a:pt x="654139" y="11923"/>
                  </a:lnTo>
                  <a:lnTo>
                    <a:pt x="671762" y="11328"/>
                  </a:lnTo>
                  <a:lnTo>
                    <a:pt x="688766" y="10755"/>
                  </a:lnTo>
                  <a:lnTo>
                    <a:pt x="705194" y="10201"/>
                  </a:lnTo>
                  <a:lnTo>
                    <a:pt x="721083" y="9665"/>
                  </a:lnTo>
                  <a:lnTo>
                    <a:pt x="736468" y="9146"/>
                  </a:lnTo>
                  <a:lnTo>
                    <a:pt x="751379" y="8643"/>
                  </a:lnTo>
                  <a:lnTo>
                    <a:pt x="765845" y="8155"/>
                  </a:lnTo>
                  <a:lnTo>
                    <a:pt x="779891" y="7681"/>
                  </a:lnTo>
                  <a:lnTo>
                    <a:pt x="793542" y="7221"/>
                  </a:lnTo>
                  <a:lnTo>
                    <a:pt x="806819" y="6773"/>
                  </a:lnTo>
                  <a:lnTo>
                    <a:pt x="819742" y="6337"/>
                  </a:lnTo>
                  <a:lnTo>
                    <a:pt x="832329" y="5913"/>
                  </a:lnTo>
                  <a:lnTo>
                    <a:pt x="844597" y="5499"/>
                  </a:lnTo>
                  <a:lnTo>
                    <a:pt x="856562" y="5095"/>
                  </a:lnTo>
                  <a:lnTo>
                    <a:pt x="868240" y="4701"/>
                  </a:lnTo>
                  <a:lnTo>
                    <a:pt x="879642" y="4317"/>
                  </a:lnTo>
                  <a:lnTo>
                    <a:pt x="890782" y="3941"/>
                  </a:lnTo>
                  <a:lnTo>
                    <a:pt x="901672" y="3574"/>
                  </a:lnTo>
                  <a:lnTo>
                    <a:pt x="912322" y="3215"/>
                  </a:lnTo>
                  <a:lnTo>
                    <a:pt x="922743" y="2863"/>
                  </a:lnTo>
                  <a:lnTo>
                    <a:pt x="932945" y="2519"/>
                  </a:lnTo>
                  <a:lnTo>
                    <a:pt x="942937" y="2182"/>
                  </a:lnTo>
                  <a:lnTo>
                    <a:pt x="952727" y="1852"/>
                  </a:lnTo>
                  <a:lnTo>
                    <a:pt x="962322" y="1528"/>
                  </a:lnTo>
                  <a:lnTo>
                    <a:pt x="971732" y="1211"/>
                  </a:lnTo>
                  <a:lnTo>
                    <a:pt x="980962" y="899"/>
                  </a:lnTo>
                  <a:lnTo>
                    <a:pt x="990020" y="594"/>
                  </a:lnTo>
                  <a:lnTo>
                    <a:pt x="998911" y="294"/>
                  </a:lnTo>
                  <a:lnTo>
                    <a:pt x="100764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50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4034" y="19756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4034" y="17182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4034" y="1460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50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2716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305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499893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4812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502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30834" y="19176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55179" y="18482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52701" y="180041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55717" y="1976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15223" y="20044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41844" y="15021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59675" y="19263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50493" y="17366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34171" y="19237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46109" y="19731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8961" y="18429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8858" y="19303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6034" y="16744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70735" y="19617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70166" y="19138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80600" y="17366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71141" y="20070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3356" y="1926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79697" y="18641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59032" y="13192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51133" y="15415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50817" y="1867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74767" y="18345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53570" y="20008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8979" y="18800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0135" y="18351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72602" y="195273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78475" y="19104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93842" y="2089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16426" y="19264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83247" y="19126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07597" y="18257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04619" y="14814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13896" y="14276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88021" y="16558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03629" y="17441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11786" y="17537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12692" y="16945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16919" y="17296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20291" y="16865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388240" y="19348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08146" y="18528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10137" y="19103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10154" y="16224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383508" y="16928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05580" y="18370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399095" y="17274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390988" y="12985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16393" y="17385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32090" y="18237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42099" y="17403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47474" y="17333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58070" y="17849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40186" y="17462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29161" y="16655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6386" y="17376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45017" y="19041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56370" y="15369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20032" y="19028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27268" y="18920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19900" y="18236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38770" y="17530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25030" y="17722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33997" y="19057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49680" y="16777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45260" y="17777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54088" y="18274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46807" y="17739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16805" y="18307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11547" y="15879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14509" y="17928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13577" y="17449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65193" y="1759350"/>
              <a:ext cx="998237" cy="103395"/>
            </a:xfrm>
            <a:custGeom>
              <a:avLst/>
              <a:pathLst>
                <a:path w="998237" h="103395">
                  <a:moveTo>
                    <a:pt x="0" y="103395"/>
                  </a:moveTo>
                  <a:lnTo>
                    <a:pt x="64101" y="96755"/>
                  </a:lnTo>
                  <a:lnTo>
                    <a:pt x="120643" y="90899"/>
                  </a:lnTo>
                  <a:lnTo>
                    <a:pt x="171222" y="85660"/>
                  </a:lnTo>
                  <a:lnTo>
                    <a:pt x="216975" y="80921"/>
                  </a:lnTo>
                  <a:lnTo>
                    <a:pt x="258745" y="76595"/>
                  </a:lnTo>
                  <a:lnTo>
                    <a:pt x="297170" y="72615"/>
                  </a:lnTo>
                  <a:lnTo>
                    <a:pt x="332745" y="68930"/>
                  </a:lnTo>
                  <a:lnTo>
                    <a:pt x="365866" y="65499"/>
                  </a:lnTo>
                  <a:lnTo>
                    <a:pt x="396847" y="62290"/>
                  </a:lnTo>
                  <a:lnTo>
                    <a:pt x="425950" y="59276"/>
                  </a:lnTo>
                  <a:lnTo>
                    <a:pt x="453389" y="56434"/>
                  </a:lnTo>
                  <a:lnTo>
                    <a:pt x="479344" y="53745"/>
                  </a:lnTo>
                  <a:lnTo>
                    <a:pt x="503968" y="51195"/>
                  </a:lnTo>
                  <a:lnTo>
                    <a:pt x="527389" y="48769"/>
                  </a:lnTo>
                  <a:lnTo>
                    <a:pt x="549721" y="46456"/>
                  </a:lnTo>
                  <a:lnTo>
                    <a:pt x="571060" y="44246"/>
                  </a:lnTo>
                  <a:lnTo>
                    <a:pt x="591491" y="42129"/>
                  </a:lnTo>
                  <a:lnTo>
                    <a:pt x="611088" y="40100"/>
                  </a:lnTo>
                  <a:lnTo>
                    <a:pt x="629916" y="38150"/>
                  </a:lnTo>
                  <a:lnTo>
                    <a:pt x="648033" y="36273"/>
                  </a:lnTo>
                  <a:lnTo>
                    <a:pt x="665491" y="34465"/>
                  </a:lnTo>
                  <a:lnTo>
                    <a:pt x="682337" y="32720"/>
                  </a:lnTo>
                  <a:lnTo>
                    <a:pt x="698611" y="31034"/>
                  </a:lnTo>
                  <a:lnTo>
                    <a:pt x="714352" y="29404"/>
                  </a:lnTo>
                  <a:lnTo>
                    <a:pt x="729593" y="27825"/>
                  </a:lnTo>
                  <a:lnTo>
                    <a:pt x="744365" y="26295"/>
                  </a:lnTo>
                  <a:lnTo>
                    <a:pt x="758696" y="24811"/>
                  </a:lnTo>
                  <a:lnTo>
                    <a:pt x="772612" y="23369"/>
                  </a:lnTo>
                  <a:lnTo>
                    <a:pt x="786135" y="21969"/>
                  </a:lnTo>
                  <a:lnTo>
                    <a:pt x="799288" y="20606"/>
                  </a:lnTo>
                  <a:lnTo>
                    <a:pt x="812090" y="19280"/>
                  </a:lnTo>
                  <a:lnTo>
                    <a:pt x="824560" y="17989"/>
                  </a:lnTo>
                  <a:lnTo>
                    <a:pt x="836713" y="16730"/>
                  </a:lnTo>
                  <a:lnTo>
                    <a:pt x="848567" y="15502"/>
                  </a:lnTo>
                  <a:lnTo>
                    <a:pt x="860135" y="14304"/>
                  </a:lnTo>
                  <a:lnTo>
                    <a:pt x="871431" y="13134"/>
                  </a:lnTo>
                  <a:lnTo>
                    <a:pt x="882467" y="11991"/>
                  </a:lnTo>
                  <a:lnTo>
                    <a:pt x="893255" y="10873"/>
                  </a:lnTo>
                  <a:lnTo>
                    <a:pt x="903806" y="9780"/>
                  </a:lnTo>
                  <a:lnTo>
                    <a:pt x="914130" y="8711"/>
                  </a:lnTo>
                  <a:lnTo>
                    <a:pt x="924237" y="7664"/>
                  </a:lnTo>
                  <a:lnTo>
                    <a:pt x="934135" y="6639"/>
                  </a:lnTo>
                  <a:lnTo>
                    <a:pt x="943834" y="5635"/>
                  </a:lnTo>
                  <a:lnTo>
                    <a:pt x="953340" y="4650"/>
                  </a:lnTo>
                  <a:lnTo>
                    <a:pt x="962662" y="3684"/>
                  </a:lnTo>
                  <a:lnTo>
                    <a:pt x="971806" y="2737"/>
                  </a:lnTo>
                  <a:lnTo>
                    <a:pt x="980779" y="1808"/>
                  </a:lnTo>
                  <a:lnTo>
                    <a:pt x="989587" y="895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65193" y="1795082"/>
              <a:ext cx="998237" cy="205261"/>
            </a:xfrm>
            <a:custGeom>
              <a:avLst/>
              <a:pathLst>
                <a:path w="998237" h="205261">
                  <a:moveTo>
                    <a:pt x="0" y="205261"/>
                  </a:moveTo>
                  <a:lnTo>
                    <a:pt x="64101" y="192080"/>
                  </a:lnTo>
                  <a:lnTo>
                    <a:pt x="120643" y="180453"/>
                  </a:lnTo>
                  <a:lnTo>
                    <a:pt x="171222" y="170053"/>
                  </a:lnTo>
                  <a:lnTo>
                    <a:pt x="216975" y="160645"/>
                  </a:lnTo>
                  <a:lnTo>
                    <a:pt x="258745" y="152056"/>
                  </a:lnTo>
                  <a:lnTo>
                    <a:pt x="297170" y="144155"/>
                  </a:lnTo>
                  <a:lnTo>
                    <a:pt x="332745" y="136840"/>
                  </a:lnTo>
                  <a:lnTo>
                    <a:pt x="365866" y="130030"/>
                  </a:lnTo>
                  <a:lnTo>
                    <a:pt x="396847" y="123659"/>
                  </a:lnTo>
                  <a:lnTo>
                    <a:pt x="425950" y="117675"/>
                  </a:lnTo>
                  <a:lnTo>
                    <a:pt x="453389" y="112033"/>
                  </a:lnTo>
                  <a:lnTo>
                    <a:pt x="479344" y="106696"/>
                  </a:lnTo>
                  <a:lnTo>
                    <a:pt x="503968" y="101633"/>
                  </a:lnTo>
                  <a:lnTo>
                    <a:pt x="527389" y="96817"/>
                  </a:lnTo>
                  <a:lnTo>
                    <a:pt x="549721" y="92225"/>
                  </a:lnTo>
                  <a:lnTo>
                    <a:pt x="571060" y="87837"/>
                  </a:lnTo>
                  <a:lnTo>
                    <a:pt x="591491" y="83636"/>
                  </a:lnTo>
                  <a:lnTo>
                    <a:pt x="611088" y="79606"/>
                  </a:lnTo>
                  <a:lnTo>
                    <a:pt x="629916" y="75735"/>
                  </a:lnTo>
                  <a:lnTo>
                    <a:pt x="648033" y="72010"/>
                  </a:lnTo>
                  <a:lnTo>
                    <a:pt x="665491" y="68420"/>
                  </a:lnTo>
                  <a:lnTo>
                    <a:pt x="682337" y="64956"/>
                  </a:lnTo>
                  <a:lnTo>
                    <a:pt x="698611" y="61610"/>
                  </a:lnTo>
                  <a:lnTo>
                    <a:pt x="714352" y="58373"/>
                  </a:lnTo>
                  <a:lnTo>
                    <a:pt x="729593" y="55239"/>
                  </a:lnTo>
                  <a:lnTo>
                    <a:pt x="744365" y="52202"/>
                  </a:lnTo>
                  <a:lnTo>
                    <a:pt x="758696" y="49255"/>
                  </a:lnTo>
                  <a:lnTo>
                    <a:pt x="772612" y="46393"/>
                  </a:lnTo>
                  <a:lnTo>
                    <a:pt x="786135" y="43613"/>
                  </a:lnTo>
                  <a:lnTo>
                    <a:pt x="799288" y="40908"/>
                  </a:lnTo>
                  <a:lnTo>
                    <a:pt x="812090" y="38276"/>
                  </a:lnTo>
                  <a:lnTo>
                    <a:pt x="824560" y="35712"/>
                  </a:lnTo>
                  <a:lnTo>
                    <a:pt x="836713" y="33213"/>
                  </a:lnTo>
                  <a:lnTo>
                    <a:pt x="848567" y="30775"/>
                  </a:lnTo>
                  <a:lnTo>
                    <a:pt x="860135" y="28397"/>
                  </a:lnTo>
                  <a:lnTo>
                    <a:pt x="871431" y="26074"/>
                  </a:lnTo>
                  <a:lnTo>
                    <a:pt x="882467" y="23805"/>
                  </a:lnTo>
                  <a:lnTo>
                    <a:pt x="893255" y="21586"/>
                  </a:lnTo>
                  <a:lnTo>
                    <a:pt x="903806" y="19417"/>
                  </a:lnTo>
                  <a:lnTo>
                    <a:pt x="914130" y="17294"/>
                  </a:lnTo>
                  <a:lnTo>
                    <a:pt x="924237" y="15216"/>
                  </a:lnTo>
                  <a:lnTo>
                    <a:pt x="934135" y="13180"/>
                  </a:lnTo>
                  <a:lnTo>
                    <a:pt x="943834" y="11186"/>
                  </a:lnTo>
                  <a:lnTo>
                    <a:pt x="953340" y="9231"/>
                  </a:lnTo>
                  <a:lnTo>
                    <a:pt x="962662" y="7315"/>
                  </a:lnTo>
                  <a:lnTo>
                    <a:pt x="971806" y="5434"/>
                  </a:lnTo>
                  <a:lnTo>
                    <a:pt x="980779" y="3589"/>
                  </a:lnTo>
                  <a:lnTo>
                    <a:pt x="989587" y="1778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65193" y="1831769"/>
              <a:ext cx="998237" cy="29734"/>
            </a:xfrm>
            <a:custGeom>
              <a:avLst/>
              <a:pathLst>
                <a:path w="998237" h="29734">
                  <a:moveTo>
                    <a:pt x="0" y="29734"/>
                  </a:moveTo>
                  <a:lnTo>
                    <a:pt x="64101" y="27825"/>
                  </a:lnTo>
                  <a:lnTo>
                    <a:pt x="120643" y="26140"/>
                  </a:lnTo>
                  <a:lnTo>
                    <a:pt x="171222" y="24634"/>
                  </a:lnTo>
                  <a:lnTo>
                    <a:pt x="216975" y="23271"/>
                  </a:lnTo>
                  <a:lnTo>
                    <a:pt x="258745" y="22027"/>
                  </a:lnTo>
                  <a:lnTo>
                    <a:pt x="297170" y="20882"/>
                  </a:lnTo>
                  <a:lnTo>
                    <a:pt x="332745" y="19822"/>
                  </a:lnTo>
                  <a:lnTo>
                    <a:pt x="365866" y="18836"/>
                  </a:lnTo>
                  <a:lnTo>
                    <a:pt x="396847" y="17913"/>
                  </a:lnTo>
                  <a:lnTo>
                    <a:pt x="425950" y="17046"/>
                  </a:lnTo>
                  <a:lnTo>
                    <a:pt x="453389" y="16229"/>
                  </a:lnTo>
                  <a:lnTo>
                    <a:pt x="479344" y="15456"/>
                  </a:lnTo>
                  <a:lnTo>
                    <a:pt x="503968" y="14722"/>
                  </a:lnTo>
                  <a:lnTo>
                    <a:pt x="527389" y="14025"/>
                  </a:lnTo>
                  <a:lnTo>
                    <a:pt x="549721" y="13359"/>
                  </a:lnTo>
                  <a:lnTo>
                    <a:pt x="571060" y="12724"/>
                  </a:lnTo>
                  <a:lnTo>
                    <a:pt x="591491" y="12115"/>
                  </a:lnTo>
                  <a:lnTo>
                    <a:pt x="611088" y="11531"/>
                  </a:lnTo>
                  <a:lnTo>
                    <a:pt x="629916" y="10971"/>
                  </a:lnTo>
                  <a:lnTo>
                    <a:pt x="648033" y="10431"/>
                  </a:lnTo>
                  <a:lnTo>
                    <a:pt x="665491" y="9911"/>
                  </a:lnTo>
                  <a:lnTo>
                    <a:pt x="682337" y="9409"/>
                  </a:lnTo>
                  <a:lnTo>
                    <a:pt x="698611" y="8924"/>
                  </a:lnTo>
                  <a:lnTo>
                    <a:pt x="714352" y="8456"/>
                  </a:lnTo>
                  <a:lnTo>
                    <a:pt x="729593" y="8002"/>
                  </a:lnTo>
                  <a:lnTo>
                    <a:pt x="744365" y="7562"/>
                  </a:lnTo>
                  <a:lnTo>
                    <a:pt x="758696" y="7135"/>
                  </a:lnTo>
                  <a:lnTo>
                    <a:pt x="772612" y="6720"/>
                  </a:lnTo>
                  <a:lnTo>
                    <a:pt x="786135" y="6317"/>
                  </a:lnTo>
                  <a:lnTo>
                    <a:pt x="799288" y="5926"/>
                  </a:lnTo>
                  <a:lnTo>
                    <a:pt x="812090" y="5544"/>
                  </a:lnTo>
                  <a:lnTo>
                    <a:pt x="824560" y="5173"/>
                  </a:lnTo>
                  <a:lnTo>
                    <a:pt x="836713" y="4811"/>
                  </a:lnTo>
                  <a:lnTo>
                    <a:pt x="848567" y="4458"/>
                  </a:lnTo>
                  <a:lnTo>
                    <a:pt x="860135" y="4113"/>
                  </a:lnTo>
                  <a:lnTo>
                    <a:pt x="871431" y="3777"/>
                  </a:lnTo>
                  <a:lnTo>
                    <a:pt x="882467" y="3448"/>
                  </a:lnTo>
                  <a:lnTo>
                    <a:pt x="893255" y="3127"/>
                  </a:lnTo>
                  <a:lnTo>
                    <a:pt x="903806" y="2812"/>
                  </a:lnTo>
                  <a:lnTo>
                    <a:pt x="914130" y="2505"/>
                  </a:lnTo>
                  <a:lnTo>
                    <a:pt x="924237" y="2204"/>
                  </a:lnTo>
                  <a:lnTo>
                    <a:pt x="934135" y="1909"/>
                  </a:lnTo>
                  <a:lnTo>
                    <a:pt x="943834" y="1620"/>
                  </a:lnTo>
                  <a:lnTo>
                    <a:pt x="953340" y="1337"/>
                  </a:lnTo>
                  <a:lnTo>
                    <a:pt x="962662" y="1059"/>
                  </a:lnTo>
                  <a:lnTo>
                    <a:pt x="971806" y="787"/>
                  </a:lnTo>
                  <a:lnTo>
                    <a:pt x="980779" y="520"/>
                  </a:lnTo>
                  <a:lnTo>
                    <a:pt x="989587" y="257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65193" y="1512054"/>
              <a:ext cx="998237" cy="477648"/>
            </a:xfrm>
            <a:custGeom>
              <a:avLst/>
              <a:pathLst>
                <a:path w="998237" h="477648">
                  <a:moveTo>
                    <a:pt x="0" y="477648"/>
                  </a:moveTo>
                  <a:lnTo>
                    <a:pt x="64101" y="446976"/>
                  </a:lnTo>
                  <a:lnTo>
                    <a:pt x="120643" y="419921"/>
                  </a:lnTo>
                  <a:lnTo>
                    <a:pt x="171222" y="395720"/>
                  </a:lnTo>
                  <a:lnTo>
                    <a:pt x="216975" y="373827"/>
                  </a:lnTo>
                  <a:lnTo>
                    <a:pt x="258745" y="353841"/>
                  </a:lnTo>
                  <a:lnTo>
                    <a:pt x="297170" y="335455"/>
                  </a:lnTo>
                  <a:lnTo>
                    <a:pt x="332745" y="318432"/>
                  </a:lnTo>
                  <a:lnTo>
                    <a:pt x="365866" y="302584"/>
                  </a:lnTo>
                  <a:lnTo>
                    <a:pt x="396847" y="287760"/>
                  </a:lnTo>
                  <a:lnTo>
                    <a:pt x="425950" y="273834"/>
                  </a:lnTo>
                  <a:lnTo>
                    <a:pt x="453389" y="260705"/>
                  </a:lnTo>
                  <a:lnTo>
                    <a:pt x="479344" y="248286"/>
                  </a:lnTo>
                  <a:lnTo>
                    <a:pt x="503968" y="236504"/>
                  </a:lnTo>
                  <a:lnTo>
                    <a:pt x="527389" y="225297"/>
                  </a:lnTo>
                  <a:lnTo>
                    <a:pt x="549721" y="214611"/>
                  </a:lnTo>
                  <a:lnTo>
                    <a:pt x="571060" y="204400"/>
                  </a:lnTo>
                  <a:lnTo>
                    <a:pt x="591491" y="194624"/>
                  </a:lnTo>
                  <a:lnTo>
                    <a:pt x="611088" y="185247"/>
                  </a:lnTo>
                  <a:lnTo>
                    <a:pt x="629916" y="176238"/>
                  </a:lnTo>
                  <a:lnTo>
                    <a:pt x="648033" y="167569"/>
                  </a:lnTo>
                  <a:lnTo>
                    <a:pt x="665491" y="159216"/>
                  </a:lnTo>
                  <a:lnTo>
                    <a:pt x="682337" y="151155"/>
                  </a:lnTo>
                  <a:lnTo>
                    <a:pt x="698611" y="143368"/>
                  </a:lnTo>
                  <a:lnTo>
                    <a:pt x="714352" y="135836"/>
                  </a:lnTo>
                  <a:lnTo>
                    <a:pt x="729593" y="128544"/>
                  </a:lnTo>
                  <a:lnTo>
                    <a:pt x="744365" y="121475"/>
                  </a:lnTo>
                  <a:lnTo>
                    <a:pt x="758696" y="114618"/>
                  </a:lnTo>
                  <a:lnTo>
                    <a:pt x="772612" y="107960"/>
                  </a:lnTo>
                  <a:lnTo>
                    <a:pt x="786135" y="101489"/>
                  </a:lnTo>
                  <a:lnTo>
                    <a:pt x="799288" y="95195"/>
                  </a:lnTo>
                  <a:lnTo>
                    <a:pt x="812090" y="89069"/>
                  </a:lnTo>
                  <a:lnTo>
                    <a:pt x="824560" y="83103"/>
                  </a:lnTo>
                  <a:lnTo>
                    <a:pt x="836713" y="77287"/>
                  </a:lnTo>
                  <a:lnTo>
                    <a:pt x="848567" y="71615"/>
                  </a:lnTo>
                  <a:lnTo>
                    <a:pt x="860135" y="66080"/>
                  </a:lnTo>
                  <a:lnTo>
                    <a:pt x="871431" y="60675"/>
                  </a:lnTo>
                  <a:lnTo>
                    <a:pt x="882467" y="55395"/>
                  </a:lnTo>
                  <a:lnTo>
                    <a:pt x="893255" y="50233"/>
                  </a:lnTo>
                  <a:lnTo>
                    <a:pt x="903806" y="45184"/>
                  </a:lnTo>
                  <a:lnTo>
                    <a:pt x="914130" y="40244"/>
                  </a:lnTo>
                  <a:lnTo>
                    <a:pt x="924237" y="35408"/>
                  </a:lnTo>
                  <a:lnTo>
                    <a:pt x="934135" y="30672"/>
                  </a:lnTo>
                  <a:lnTo>
                    <a:pt x="943834" y="26031"/>
                  </a:lnTo>
                  <a:lnTo>
                    <a:pt x="953340" y="21482"/>
                  </a:lnTo>
                  <a:lnTo>
                    <a:pt x="962662" y="17022"/>
                  </a:lnTo>
                  <a:lnTo>
                    <a:pt x="971806" y="12647"/>
                  </a:lnTo>
                  <a:lnTo>
                    <a:pt x="980779" y="8353"/>
                  </a:lnTo>
                  <a:lnTo>
                    <a:pt x="989587" y="4138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65193" y="1759675"/>
              <a:ext cx="998237" cy="126691"/>
            </a:xfrm>
            <a:custGeom>
              <a:avLst/>
              <a:pathLst>
                <a:path w="998237" h="126691">
                  <a:moveTo>
                    <a:pt x="0" y="0"/>
                  </a:moveTo>
                  <a:lnTo>
                    <a:pt x="64101" y="8135"/>
                  </a:lnTo>
                  <a:lnTo>
                    <a:pt x="120643" y="15311"/>
                  </a:lnTo>
                  <a:lnTo>
                    <a:pt x="171222" y="21730"/>
                  </a:lnTo>
                  <a:lnTo>
                    <a:pt x="216975" y="27537"/>
                  </a:lnTo>
                  <a:lnTo>
                    <a:pt x="258745" y="32838"/>
                  </a:lnTo>
                  <a:lnTo>
                    <a:pt x="297170" y="37715"/>
                  </a:lnTo>
                  <a:lnTo>
                    <a:pt x="332745" y="42230"/>
                  </a:lnTo>
                  <a:lnTo>
                    <a:pt x="365866" y="46433"/>
                  </a:lnTo>
                  <a:lnTo>
                    <a:pt x="396847" y="50365"/>
                  </a:lnTo>
                  <a:lnTo>
                    <a:pt x="425950" y="54059"/>
                  </a:lnTo>
                  <a:lnTo>
                    <a:pt x="453389" y="57541"/>
                  </a:lnTo>
                  <a:lnTo>
                    <a:pt x="479344" y="60835"/>
                  </a:lnTo>
                  <a:lnTo>
                    <a:pt x="503968" y="63961"/>
                  </a:lnTo>
                  <a:lnTo>
                    <a:pt x="527389" y="66933"/>
                  </a:lnTo>
                  <a:lnTo>
                    <a:pt x="549721" y="69767"/>
                  </a:lnTo>
                  <a:lnTo>
                    <a:pt x="571060" y="72476"/>
                  </a:lnTo>
                  <a:lnTo>
                    <a:pt x="591491" y="75069"/>
                  </a:lnTo>
                  <a:lnTo>
                    <a:pt x="611088" y="77556"/>
                  </a:lnTo>
                  <a:lnTo>
                    <a:pt x="629916" y="79945"/>
                  </a:lnTo>
                  <a:lnTo>
                    <a:pt x="648033" y="82245"/>
                  </a:lnTo>
                  <a:lnTo>
                    <a:pt x="665491" y="84460"/>
                  </a:lnTo>
                  <a:lnTo>
                    <a:pt x="682337" y="86598"/>
                  </a:lnTo>
                  <a:lnTo>
                    <a:pt x="698611" y="88664"/>
                  </a:lnTo>
                  <a:lnTo>
                    <a:pt x="714352" y="90661"/>
                  </a:lnTo>
                  <a:lnTo>
                    <a:pt x="729593" y="92596"/>
                  </a:lnTo>
                  <a:lnTo>
                    <a:pt x="744365" y="94471"/>
                  </a:lnTo>
                  <a:lnTo>
                    <a:pt x="758696" y="96289"/>
                  </a:lnTo>
                  <a:lnTo>
                    <a:pt x="772612" y="98055"/>
                  </a:lnTo>
                  <a:lnTo>
                    <a:pt x="786135" y="99772"/>
                  </a:lnTo>
                  <a:lnTo>
                    <a:pt x="799288" y="101441"/>
                  </a:lnTo>
                  <a:lnTo>
                    <a:pt x="812090" y="103066"/>
                  </a:lnTo>
                  <a:lnTo>
                    <a:pt x="824560" y="104648"/>
                  </a:lnTo>
                  <a:lnTo>
                    <a:pt x="836713" y="106191"/>
                  </a:lnTo>
                  <a:lnTo>
                    <a:pt x="848567" y="107695"/>
                  </a:lnTo>
                  <a:lnTo>
                    <a:pt x="860135" y="109163"/>
                  </a:lnTo>
                  <a:lnTo>
                    <a:pt x="871431" y="110597"/>
                  </a:lnTo>
                  <a:lnTo>
                    <a:pt x="882467" y="111998"/>
                  </a:lnTo>
                  <a:lnTo>
                    <a:pt x="893255" y="113367"/>
                  </a:lnTo>
                  <a:lnTo>
                    <a:pt x="903806" y="114706"/>
                  </a:lnTo>
                  <a:lnTo>
                    <a:pt x="914130" y="116016"/>
                  </a:lnTo>
                  <a:lnTo>
                    <a:pt x="924237" y="117299"/>
                  </a:lnTo>
                  <a:lnTo>
                    <a:pt x="934135" y="118555"/>
                  </a:lnTo>
                  <a:lnTo>
                    <a:pt x="943834" y="119786"/>
                  </a:lnTo>
                  <a:lnTo>
                    <a:pt x="953340" y="120993"/>
                  </a:lnTo>
                  <a:lnTo>
                    <a:pt x="962662" y="122176"/>
                  </a:lnTo>
                  <a:lnTo>
                    <a:pt x="971806" y="123336"/>
                  </a:lnTo>
                  <a:lnTo>
                    <a:pt x="980779" y="124475"/>
                  </a:lnTo>
                  <a:lnTo>
                    <a:pt x="989587" y="125593"/>
                  </a:lnTo>
                  <a:lnTo>
                    <a:pt x="998237" y="12669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65193" y="1489053"/>
              <a:ext cx="998237" cy="175089"/>
            </a:xfrm>
            <a:custGeom>
              <a:avLst/>
              <a:pathLst>
                <a:path w="998237" h="175089">
                  <a:moveTo>
                    <a:pt x="0" y="0"/>
                  </a:moveTo>
                  <a:lnTo>
                    <a:pt x="64101" y="11243"/>
                  </a:lnTo>
                  <a:lnTo>
                    <a:pt x="120643" y="21160"/>
                  </a:lnTo>
                  <a:lnTo>
                    <a:pt x="171222" y="30032"/>
                  </a:lnTo>
                  <a:lnTo>
                    <a:pt x="216975" y="38057"/>
                  </a:lnTo>
                  <a:lnTo>
                    <a:pt x="258745" y="45383"/>
                  </a:lnTo>
                  <a:lnTo>
                    <a:pt x="297170" y="52123"/>
                  </a:lnTo>
                  <a:lnTo>
                    <a:pt x="332745" y="58363"/>
                  </a:lnTo>
                  <a:lnTo>
                    <a:pt x="365866" y="64172"/>
                  </a:lnTo>
                  <a:lnTo>
                    <a:pt x="396847" y="69606"/>
                  </a:lnTo>
                  <a:lnTo>
                    <a:pt x="425950" y="74711"/>
                  </a:lnTo>
                  <a:lnTo>
                    <a:pt x="453389" y="79523"/>
                  </a:lnTo>
                  <a:lnTo>
                    <a:pt x="479344" y="84076"/>
                  </a:lnTo>
                  <a:lnTo>
                    <a:pt x="503968" y="88395"/>
                  </a:lnTo>
                  <a:lnTo>
                    <a:pt x="527389" y="92503"/>
                  </a:lnTo>
                  <a:lnTo>
                    <a:pt x="549721" y="96420"/>
                  </a:lnTo>
                  <a:lnTo>
                    <a:pt x="571060" y="100163"/>
                  </a:lnTo>
                  <a:lnTo>
                    <a:pt x="591491" y="103746"/>
                  </a:lnTo>
                  <a:lnTo>
                    <a:pt x="611088" y="107184"/>
                  </a:lnTo>
                  <a:lnTo>
                    <a:pt x="629916" y="110486"/>
                  </a:lnTo>
                  <a:lnTo>
                    <a:pt x="648033" y="113664"/>
                  </a:lnTo>
                  <a:lnTo>
                    <a:pt x="665491" y="116726"/>
                  </a:lnTo>
                  <a:lnTo>
                    <a:pt x="682337" y="119681"/>
                  </a:lnTo>
                  <a:lnTo>
                    <a:pt x="698611" y="122535"/>
                  </a:lnTo>
                  <a:lnTo>
                    <a:pt x="714352" y="125296"/>
                  </a:lnTo>
                  <a:lnTo>
                    <a:pt x="729593" y="127969"/>
                  </a:lnTo>
                  <a:lnTo>
                    <a:pt x="744365" y="130560"/>
                  </a:lnTo>
                  <a:lnTo>
                    <a:pt x="758696" y="133074"/>
                  </a:lnTo>
                  <a:lnTo>
                    <a:pt x="772612" y="135515"/>
                  </a:lnTo>
                  <a:lnTo>
                    <a:pt x="786135" y="137887"/>
                  </a:lnTo>
                  <a:lnTo>
                    <a:pt x="799288" y="140194"/>
                  </a:lnTo>
                  <a:lnTo>
                    <a:pt x="812090" y="142439"/>
                  </a:lnTo>
                  <a:lnTo>
                    <a:pt x="824560" y="144626"/>
                  </a:lnTo>
                  <a:lnTo>
                    <a:pt x="836713" y="146758"/>
                  </a:lnTo>
                  <a:lnTo>
                    <a:pt x="848567" y="148837"/>
                  </a:lnTo>
                  <a:lnTo>
                    <a:pt x="860135" y="150866"/>
                  </a:lnTo>
                  <a:lnTo>
                    <a:pt x="871431" y="152847"/>
                  </a:lnTo>
                  <a:lnTo>
                    <a:pt x="882467" y="154783"/>
                  </a:lnTo>
                  <a:lnTo>
                    <a:pt x="893255" y="156675"/>
                  </a:lnTo>
                  <a:lnTo>
                    <a:pt x="903806" y="158526"/>
                  </a:lnTo>
                  <a:lnTo>
                    <a:pt x="914130" y="160337"/>
                  </a:lnTo>
                  <a:lnTo>
                    <a:pt x="924237" y="162110"/>
                  </a:lnTo>
                  <a:lnTo>
                    <a:pt x="934135" y="163846"/>
                  </a:lnTo>
                  <a:lnTo>
                    <a:pt x="943834" y="165547"/>
                  </a:lnTo>
                  <a:lnTo>
                    <a:pt x="953340" y="167214"/>
                  </a:lnTo>
                  <a:lnTo>
                    <a:pt x="962662" y="168849"/>
                  </a:lnTo>
                  <a:lnTo>
                    <a:pt x="971806" y="170453"/>
                  </a:lnTo>
                  <a:lnTo>
                    <a:pt x="980779" y="172027"/>
                  </a:lnTo>
                  <a:lnTo>
                    <a:pt x="989587" y="173572"/>
                  </a:lnTo>
                  <a:lnTo>
                    <a:pt x="998237" y="17508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65193" y="1790942"/>
              <a:ext cx="998237" cy="132512"/>
            </a:xfrm>
            <a:custGeom>
              <a:avLst/>
              <a:pathLst>
                <a:path w="998237" h="132512">
                  <a:moveTo>
                    <a:pt x="0" y="132512"/>
                  </a:moveTo>
                  <a:lnTo>
                    <a:pt x="64101" y="124002"/>
                  </a:lnTo>
                  <a:lnTo>
                    <a:pt x="120643" y="116497"/>
                  </a:lnTo>
                  <a:lnTo>
                    <a:pt x="171222" y="109783"/>
                  </a:lnTo>
                  <a:lnTo>
                    <a:pt x="216975" y="103709"/>
                  </a:lnTo>
                  <a:lnTo>
                    <a:pt x="258745" y="98164"/>
                  </a:lnTo>
                  <a:lnTo>
                    <a:pt x="297170" y="93063"/>
                  </a:lnTo>
                  <a:lnTo>
                    <a:pt x="332745" y="88341"/>
                  </a:lnTo>
                  <a:lnTo>
                    <a:pt x="365866" y="83944"/>
                  </a:lnTo>
                  <a:lnTo>
                    <a:pt x="396847" y="79832"/>
                  </a:lnTo>
                  <a:lnTo>
                    <a:pt x="425950" y="75968"/>
                  </a:lnTo>
                  <a:lnTo>
                    <a:pt x="453389" y="72326"/>
                  </a:lnTo>
                  <a:lnTo>
                    <a:pt x="479344" y="68880"/>
                  </a:lnTo>
                  <a:lnTo>
                    <a:pt x="503968" y="65612"/>
                  </a:lnTo>
                  <a:lnTo>
                    <a:pt x="527389" y="62503"/>
                  </a:lnTo>
                  <a:lnTo>
                    <a:pt x="549721" y="59538"/>
                  </a:lnTo>
                  <a:lnTo>
                    <a:pt x="571060" y="56706"/>
                  </a:lnTo>
                  <a:lnTo>
                    <a:pt x="591491" y="53993"/>
                  </a:lnTo>
                  <a:lnTo>
                    <a:pt x="611088" y="51392"/>
                  </a:lnTo>
                  <a:lnTo>
                    <a:pt x="629916" y="48893"/>
                  </a:lnTo>
                  <a:lnTo>
                    <a:pt x="648033" y="46488"/>
                  </a:lnTo>
                  <a:lnTo>
                    <a:pt x="665491" y="44170"/>
                  </a:lnTo>
                  <a:lnTo>
                    <a:pt x="682337" y="41934"/>
                  </a:lnTo>
                  <a:lnTo>
                    <a:pt x="698611" y="39774"/>
                  </a:lnTo>
                  <a:lnTo>
                    <a:pt x="714352" y="37684"/>
                  </a:lnTo>
                  <a:lnTo>
                    <a:pt x="729593" y="35661"/>
                  </a:lnTo>
                  <a:lnTo>
                    <a:pt x="744365" y="33700"/>
                  </a:lnTo>
                  <a:lnTo>
                    <a:pt x="758696" y="31798"/>
                  </a:lnTo>
                  <a:lnTo>
                    <a:pt x="772612" y="29950"/>
                  </a:lnTo>
                  <a:lnTo>
                    <a:pt x="786135" y="28155"/>
                  </a:lnTo>
                  <a:lnTo>
                    <a:pt x="799288" y="26409"/>
                  </a:lnTo>
                  <a:lnTo>
                    <a:pt x="812090" y="24710"/>
                  </a:lnTo>
                  <a:lnTo>
                    <a:pt x="824560" y="23055"/>
                  </a:lnTo>
                  <a:lnTo>
                    <a:pt x="836713" y="21441"/>
                  </a:lnTo>
                  <a:lnTo>
                    <a:pt x="848567" y="19868"/>
                  </a:lnTo>
                  <a:lnTo>
                    <a:pt x="860135" y="18332"/>
                  </a:lnTo>
                  <a:lnTo>
                    <a:pt x="871431" y="16833"/>
                  </a:lnTo>
                  <a:lnTo>
                    <a:pt x="882467" y="15368"/>
                  </a:lnTo>
                  <a:lnTo>
                    <a:pt x="893255" y="13935"/>
                  </a:lnTo>
                  <a:lnTo>
                    <a:pt x="903806" y="12535"/>
                  </a:lnTo>
                  <a:lnTo>
                    <a:pt x="914130" y="11164"/>
                  </a:lnTo>
                  <a:lnTo>
                    <a:pt x="924237" y="9823"/>
                  </a:lnTo>
                  <a:lnTo>
                    <a:pt x="934135" y="8509"/>
                  </a:lnTo>
                  <a:lnTo>
                    <a:pt x="943834" y="7221"/>
                  </a:lnTo>
                  <a:lnTo>
                    <a:pt x="953340" y="5959"/>
                  </a:lnTo>
                  <a:lnTo>
                    <a:pt x="962662" y="4722"/>
                  </a:lnTo>
                  <a:lnTo>
                    <a:pt x="971806" y="3508"/>
                  </a:lnTo>
                  <a:lnTo>
                    <a:pt x="980779" y="2317"/>
                  </a:lnTo>
                  <a:lnTo>
                    <a:pt x="989587" y="1148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65193" y="1739008"/>
              <a:ext cx="998237" cy="231651"/>
            </a:xfrm>
            <a:custGeom>
              <a:avLst/>
              <a:pathLst>
                <a:path w="998237" h="231651">
                  <a:moveTo>
                    <a:pt x="0" y="231651"/>
                  </a:moveTo>
                  <a:lnTo>
                    <a:pt x="64101" y="216776"/>
                  </a:lnTo>
                  <a:lnTo>
                    <a:pt x="120643" y="203654"/>
                  </a:lnTo>
                  <a:lnTo>
                    <a:pt x="171222" y="191917"/>
                  </a:lnTo>
                  <a:lnTo>
                    <a:pt x="216975" y="181300"/>
                  </a:lnTo>
                  <a:lnTo>
                    <a:pt x="258745" y="171606"/>
                  </a:lnTo>
                  <a:lnTo>
                    <a:pt x="297170" y="162690"/>
                  </a:lnTo>
                  <a:lnTo>
                    <a:pt x="332745" y="154434"/>
                  </a:lnTo>
                  <a:lnTo>
                    <a:pt x="365866" y="146748"/>
                  </a:lnTo>
                  <a:lnTo>
                    <a:pt x="396847" y="139558"/>
                  </a:lnTo>
                  <a:lnTo>
                    <a:pt x="425950" y="132805"/>
                  </a:lnTo>
                  <a:lnTo>
                    <a:pt x="453389" y="126437"/>
                  </a:lnTo>
                  <a:lnTo>
                    <a:pt x="479344" y="120414"/>
                  </a:lnTo>
                  <a:lnTo>
                    <a:pt x="503968" y="114700"/>
                  </a:lnTo>
                  <a:lnTo>
                    <a:pt x="527389" y="109265"/>
                  </a:lnTo>
                  <a:lnTo>
                    <a:pt x="549721" y="104082"/>
                  </a:lnTo>
                  <a:lnTo>
                    <a:pt x="571060" y="99130"/>
                  </a:lnTo>
                  <a:lnTo>
                    <a:pt x="591491" y="94389"/>
                  </a:lnTo>
                  <a:lnTo>
                    <a:pt x="611088" y="89842"/>
                  </a:lnTo>
                  <a:lnTo>
                    <a:pt x="629916" y="85472"/>
                  </a:lnTo>
                  <a:lnTo>
                    <a:pt x="648033" y="81268"/>
                  </a:lnTo>
                  <a:lnTo>
                    <a:pt x="665491" y="77217"/>
                  </a:lnTo>
                  <a:lnTo>
                    <a:pt x="682337" y="73307"/>
                  </a:lnTo>
                  <a:lnTo>
                    <a:pt x="698611" y="69531"/>
                  </a:lnTo>
                  <a:lnTo>
                    <a:pt x="714352" y="65878"/>
                  </a:lnTo>
                  <a:lnTo>
                    <a:pt x="729593" y="62341"/>
                  </a:lnTo>
                  <a:lnTo>
                    <a:pt x="744365" y="58913"/>
                  </a:lnTo>
                  <a:lnTo>
                    <a:pt x="758696" y="55588"/>
                  </a:lnTo>
                  <a:lnTo>
                    <a:pt x="772612" y="52358"/>
                  </a:lnTo>
                  <a:lnTo>
                    <a:pt x="786135" y="49220"/>
                  </a:lnTo>
                  <a:lnTo>
                    <a:pt x="799288" y="46168"/>
                  </a:lnTo>
                  <a:lnTo>
                    <a:pt x="812090" y="43197"/>
                  </a:lnTo>
                  <a:lnTo>
                    <a:pt x="824560" y="40303"/>
                  </a:lnTo>
                  <a:lnTo>
                    <a:pt x="836713" y="37483"/>
                  </a:lnTo>
                  <a:lnTo>
                    <a:pt x="848567" y="34732"/>
                  </a:lnTo>
                  <a:lnTo>
                    <a:pt x="860135" y="32048"/>
                  </a:lnTo>
                  <a:lnTo>
                    <a:pt x="871431" y="29426"/>
                  </a:lnTo>
                  <a:lnTo>
                    <a:pt x="882467" y="26865"/>
                  </a:lnTo>
                  <a:lnTo>
                    <a:pt x="893255" y="24362"/>
                  </a:lnTo>
                  <a:lnTo>
                    <a:pt x="903806" y="21913"/>
                  </a:lnTo>
                  <a:lnTo>
                    <a:pt x="914130" y="19517"/>
                  </a:lnTo>
                  <a:lnTo>
                    <a:pt x="924237" y="17172"/>
                  </a:lnTo>
                  <a:lnTo>
                    <a:pt x="934135" y="14875"/>
                  </a:lnTo>
                  <a:lnTo>
                    <a:pt x="943834" y="12624"/>
                  </a:lnTo>
                  <a:lnTo>
                    <a:pt x="953340" y="10418"/>
                  </a:lnTo>
                  <a:lnTo>
                    <a:pt x="962662" y="8255"/>
                  </a:lnTo>
                  <a:lnTo>
                    <a:pt x="971806" y="6133"/>
                  </a:lnTo>
                  <a:lnTo>
                    <a:pt x="980779" y="4051"/>
                  </a:lnTo>
                  <a:lnTo>
                    <a:pt x="989587" y="2007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65193" y="1942427"/>
              <a:ext cx="998237" cy="52240"/>
            </a:xfrm>
            <a:custGeom>
              <a:avLst/>
              <a:pathLst>
                <a:path w="998237" h="52240">
                  <a:moveTo>
                    <a:pt x="0" y="52240"/>
                  </a:moveTo>
                  <a:lnTo>
                    <a:pt x="64101" y="48885"/>
                  </a:lnTo>
                  <a:lnTo>
                    <a:pt x="120643" y="45926"/>
                  </a:lnTo>
                  <a:lnTo>
                    <a:pt x="171222" y="43279"/>
                  </a:lnTo>
                  <a:lnTo>
                    <a:pt x="216975" y="40885"/>
                  </a:lnTo>
                  <a:lnTo>
                    <a:pt x="258745" y="38699"/>
                  </a:lnTo>
                  <a:lnTo>
                    <a:pt x="297170" y="36688"/>
                  </a:lnTo>
                  <a:lnTo>
                    <a:pt x="332745" y="34826"/>
                  </a:lnTo>
                  <a:lnTo>
                    <a:pt x="365866" y="33093"/>
                  </a:lnTo>
                  <a:lnTo>
                    <a:pt x="396847" y="31472"/>
                  </a:lnTo>
                  <a:lnTo>
                    <a:pt x="425950" y="29949"/>
                  </a:lnTo>
                  <a:lnTo>
                    <a:pt x="453389" y="28513"/>
                  </a:lnTo>
                  <a:lnTo>
                    <a:pt x="479344" y="27155"/>
                  </a:lnTo>
                  <a:lnTo>
                    <a:pt x="503968" y="25866"/>
                  </a:lnTo>
                  <a:lnTo>
                    <a:pt x="527389" y="24640"/>
                  </a:lnTo>
                  <a:lnTo>
                    <a:pt x="549721" y="23472"/>
                  </a:lnTo>
                  <a:lnTo>
                    <a:pt x="571060" y="22355"/>
                  </a:lnTo>
                  <a:lnTo>
                    <a:pt x="591491" y="21286"/>
                  </a:lnTo>
                  <a:lnTo>
                    <a:pt x="611088" y="20260"/>
                  </a:lnTo>
                  <a:lnTo>
                    <a:pt x="629916" y="19275"/>
                  </a:lnTo>
                  <a:lnTo>
                    <a:pt x="648033" y="18327"/>
                  </a:lnTo>
                  <a:lnTo>
                    <a:pt x="665491" y="17413"/>
                  </a:lnTo>
                  <a:lnTo>
                    <a:pt x="682337" y="16531"/>
                  </a:lnTo>
                  <a:lnTo>
                    <a:pt x="698611" y="15680"/>
                  </a:lnTo>
                  <a:lnTo>
                    <a:pt x="714352" y="14856"/>
                  </a:lnTo>
                  <a:lnTo>
                    <a:pt x="729593" y="14058"/>
                  </a:lnTo>
                  <a:lnTo>
                    <a:pt x="744365" y="13285"/>
                  </a:lnTo>
                  <a:lnTo>
                    <a:pt x="758696" y="12535"/>
                  </a:lnTo>
                  <a:lnTo>
                    <a:pt x="772612" y="11807"/>
                  </a:lnTo>
                  <a:lnTo>
                    <a:pt x="786135" y="11099"/>
                  </a:lnTo>
                  <a:lnTo>
                    <a:pt x="799288" y="10411"/>
                  </a:lnTo>
                  <a:lnTo>
                    <a:pt x="812090" y="9741"/>
                  </a:lnTo>
                  <a:lnTo>
                    <a:pt x="824560" y="9089"/>
                  </a:lnTo>
                  <a:lnTo>
                    <a:pt x="836713" y="8452"/>
                  </a:lnTo>
                  <a:lnTo>
                    <a:pt x="848567" y="7832"/>
                  </a:lnTo>
                  <a:lnTo>
                    <a:pt x="860135" y="7227"/>
                  </a:lnTo>
                  <a:lnTo>
                    <a:pt x="871431" y="6636"/>
                  </a:lnTo>
                  <a:lnTo>
                    <a:pt x="882467" y="6058"/>
                  </a:lnTo>
                  <a:lnTo>
                    <a:pt x="893255" y="5493"/>
                  </a:lnTo>
                  <a:lnTo>
                    <a:pt x="903806" y="4941"/>
                  </a:lnTo>
                  <a:lnTo>
                    <a:pt x="914130" y="4401"/>
                  </a:lnTo>
                  <a:lnTo>
                    <a:pt x="924237" y="3872"/>
                  </a:lnTo>
                  <a:lnTo>
                    <a:pt x="934135" y="3354"/>
                  </a:lnTo>
                  <a:lnTo>
                    <a:pt x="943834" y="2847"/>
                  </a:lnTo>
                  <a:lnTo>
                    <a:pt x="953340" y="2349"/>
                  </a:lnTo>
                  <a:lnTo>
                    <a:pt x="962662" y="1861"/>
                  </a:lnTo>
                  <a:lnTo>
                    <a:pt x="971806" y="1383"/>
                  </a:lnTo>
                  <a:lnTo>
                    <a:pt x="980779" y="913"/>
                  </a:lnTo>
                  <a:lnTo>
                    <a:pt x="989587" y="452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65193" y="1834459"/>
              <a:ext cx="998237" cy="66153"/>
            </a:xfrm>
            <a:custGeom>
              <a:avLst/>
              <a:pathLst>
                <a:path w="998237" h="66153">
                  <a:moveTo>
                    <a:pt x="0" y="66153"/>
                  </a:moveTo>
                  <a:lnTo>
                    <a:pt x="64101" y="61905"/>
                  </a:lnTo>
                  <a:lnTo>
                    <a:pt x="120643" y="58158"/>
                  </a:lnTo>
                  <a:lnTo>
                    <a:pt x="171222" y="54806"/>
                  </a:lnTo>
                  <a:lnTo>
                    <a:pt x="216975" y="51774"/>
                  </a:lnTo>
                  <a:lnTo>
                    <a:pt x="258745" y="49006"/>
                  </a:lnTo>
                  <a:lnTo>
                    <a:pt x="297170" y="46460"/>
                  </a:lnTo>
                  <a:lnTo>
                    <a:pt x="332745" y="44102"/>
                  </a:lnTo>
                  <a:lnTo>
                    <a:pt x="365866" y="41907"/>
                  </a:lnTo>
                  <a:lnTo>
                    <a:pt x="396847" y="39854"/>
                  </a:lnTo>
                  <a:lnTo>
                    <a:pt x="425950" y="37925"/>
                  </a:lnTo>
                  <a:lnTo>
                    <a:pt x="453389" y="36107"/>
                  </a:lnTo>
                  <a:lnTo>
                    <a:pt x="479344" y="34387"/>
                  </a:lnTo>
                  <a:lnTo>
                    <a:pt x="503968" y="32755"/>
                  </a:lnTo>
                  <a:lnTo>
                    <a:pt x="527389" y="31203"/>
                  </a:lnTo>
                  <a:lnTo>
                    <a:pt x="549721" y="29723"/>
                  </a:lnTo>
                  <a:lnTo>
                    <a:pt x="571060" y="28309"/>
                  </a:lnTo>
                  <a:lnTo>
                    <a:pt x="591491" y="26955"/>
                  </a:lnTo>
                  <a:lnTo>
                    <a:pt x="611088" y="25656"/>
                  </a:lnTo>
                  <a:lnTo>
                    <a:pt x="629916" y="24408"/>
                  </a:lnTo>
                  <a:lnTo>
                    <a:pt x="648033" y="23208"/>
                  </a:lnTo>
                  <a:lnTo>
                    <a:pt x="665491" y="22051"/>
                  </a:lnTo>
                  <a:lnTo>
                    <a:pt x="682337" y="20934"/>
                  </a:lnTo>
                  <a:lnTo>
                    <a:pt x="698611" y="19856"/>
                  </a:lnTo>
                  <a:lnTo>
                    <a:pt x="714352" y="18813"/>
                  </a:lnTo>
                  <a:lnTo>
                    <a:pt x="729593" y="17803"/>
                  </a:lnTo>
                  <a:lnTo>
                    <a:pt x="744365" y="16824"/>
                  </a:lnTo>
                  <a:lnTo>
                    <a:pt x="758696" y="15874"/>
                  </a:lnTo>
                  <a:lnTo>
                    <a:pt x="772612" y="14952"/>
                  </a:lnTo>
                  <a:lnTo>
                    <a:pt x="786135" y="14056"/>
                  </a:lnTo>
                  <a:lnTo>
                    <a:pt x="799288" y="13184"/>
                  </a:lnTo>
                  <a:lnTo>
                    <a:pt x="812090" y="12336"/>
                  </a:lnTo>
                  <a:lnTo>
                    <a:pt x="824560" y="11509"/>
                  </a:lnTo>
                  <a:lnTo>
                    <a:pt x="836713" y="10704"/>
                  </a:lnTo>
                  <a:lnTo>
                    <a:pt x="848567" y="9918"/>
                  </a:lnTo>
                  <a:lnTo>
                    <a:pt x="860135" y="9152"/>
                  </a:lnTo>
                  <a:lnTo>
                    <a:pt x="871431" y="8403"/>
                  </a:lnTo>
                  <a:lnTo>
                    <a:pt x="882467" y="7672"/>
                  </a:lnTo>
                  <a:lnTo>
                    <a:pt x="893255" y="6957"/>
                  </a:lnTo>
                  <a:lnTo>
                    <a:pt x="903806" y="6257"/>
                  </a:lnTo>
                  <a:lnTo>
                    <a:pt x="914130" y="5573"/>
                  </a:lnTo>
                  <a:lnTo>
                    <a:pt x="924237" y="4904"/>
                  </a:lnTo>
                  <a:lnTo>
                    <a:pt x="934135" y="4248"/>
                  </a:lnTo>
                  <a:lnTo>
                    <a:pt x="943834" y="3605"/>
                  </a:lnTo>
                  <a:lnTo>
                    <a:pt x="953340" y="2975"/>
                  </a:lnTo>
                  <a:lnTo>
                    <a:pt x="962662" y="2357"/>
                  </a:lnTo>
                  <a:lnTo>
                    <a:pt x="971806" y="1751"/>
                  </a:lnTo>
                  <a:lnTo>
                    <a:pt x="980779" y="1156"/>
                  </a:lnTo>
                  <a:lnTo>
                    <a:pt x="989587" y="573"/>
                  </a:lnTo>
                  <a:lnTo>
                    <a:pt x="99823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153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85" y="2117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85" y="19049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85" y="1692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85" y="14796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153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6519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793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3068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343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153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65594" y="32303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34483" y="33159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62442" y="30845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47487" y="31059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3208" y="34120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57413" y="31062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29270" y="33996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40108" y="34129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31887" y="33265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57350" y="31533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87921" y="3177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70821" y="26271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98305" y="30612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85931" y="32632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96557" y="33421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93792" y="32662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96235" y="29931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90753" y="31042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71742" y="32255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54677" y="27492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91371" y="29982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801729" y="31827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91985" y="29196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69170" y="29202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75551" y="33528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66799" y="27607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76598" y="30391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4911" y="31054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94639" y="31398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3349" y="30921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14877" y="31645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01734" y="31653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6327" y="29630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21353" y="32151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11609" y="31064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24120" y="32716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11698" y="32677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091835" y="29363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20636" y="30284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11874" y="29350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13063" y="29020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29846" y="33500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02396" y="32031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32436" y="29613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093323" y="28167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090995" y="32762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20989" y="29771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114160" y="309144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59877" y="31699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35132" y="32352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59627" y="32024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55075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27341" y="32577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41451" y="33120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29195" y="26777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25377" y="33202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27033" y="31906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54352" y="31109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66645" y="32600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72117" y="31277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37371" y="32785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29730" y="32862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51552" y="32928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39560" y="33568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43816" y="30601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54037" y="33076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64495" y="32330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46013" y="31632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48942" y="32265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51527" y="27204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55901" y="32197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48098" y="32549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70045" y="3236421"/>
              <a:ext cx="1007019" cy="69635"/>
            </a:xfrm>
            <a:custGeom>
              <a:avLst/>
              <a:pathLst>
                <a:path w="1007019" h="69635">
                  <a:moveTo>
                    <a:pt x="0" y="0"/>
                  </a:moveTo>
                  <a:lnTo>
                    <a:pt x="64665" y="4471"/>
                  </a:lnTo>
                  <a:lnTo>
                    <a:pt x="121705" y="8415"/>
                  </a:lnTo>
                  <a:lnTo>
                    <a:pt x="172728" y="11944"/>
                  </a:lnTo>
                  <a:lnTo>
                    <a:pt x="218884" y="15135"/>
                  </a:lnTo>
                  <a:lnTo>
                    <a:pt x="261022" y="18049"/>
                  </a:lnTo>
                  <a:lnTo>
                    <a:pt x="299784" y="20730"/>
                  </a:lnTo>
                  <a:lnTo>
                    <a:pt x="335673" y="23211"/>
                  </a:lnTo>
                  <a:lnTo>
                    <a:pt x="369084" y="25522"/>
                  </a:lnTo>
                  <a:lnTo>
                    <a:pt x="400338" y="27683"/>
                  </a:lnTo>
                  <a:lnTo>
                    <a:pt x="429697" y="29713"/>
                  </a:lnTo>
                  <a:lnTo>
                    <a:pt x="457378" y="31627"/>
                  </a:lnTo>
                  <a:lnTo>
                    <a:pt x="483561" y="33438"/>
                  </a:lnTo>
                  <a:lnTo>
                    <a:pt x="508401" y="35156"/>
                  </a:lnTo>
                  <a:lnTo>
                    <a:pt x="532029" y="36790"/>
                  </a:lnTo>
                  <a:lnTo>
                    <a:pt x="554557" y="38347"/>
                  </a:lnTo>
                  <a:lnTo>
                    <a:pt x="576084" y="39836"/>
                  </a:lnTo>
                  <a:lnTo>
                    <a:pt x="596695" y="41261"/>
                  </a:lnTo>
                  <a:lnTo>
                    <a:pt x="616464" y="42628"/>
                  </a:lnTo>
                  <a:lnTo>
                    <a:pt x="635457" y="43942"/>
                  </a:lnTo>
                  <a:lnTo>
                    <a:pt x="653734" y="45206"/>
                  </a:lnTo>
                  <a:lnTo>
                    <a:pt x="671346" y="46423"/>
                  </a:lnTo>
                  <a:lnTo>
                    <a:pt x="688340" y="47599"/>
                  </a:lnTo>
                  <a:lnTo>
                    <a:pt x="704757" y="48734"/>
                  </a:lnTo>
                  <a:lnTo>
                    <a:pt x="720637" y="49832"/>
                  </a:lnTo>
                  <a:lnTo>
                    <a:pt x="736012" y="50895"/>
                  </a:lnTo>
                  <a:lnTo>
                    <a:pt x="750914" y="51926"/>
                  </a:lnTo>
                  <a:lnTo>
                    <a:pt x="765371" y="52925"/>
                  </a:lnTo>
                  <a:lnTo>
                    <a:pt x="779408" y="53896"/>
                  </a:lnTo>
                  <a:lnTo>
                    <a:pt x="793051" y="54839"/>
                  </a:lnTo>
                  <a:lnTo>
                    <a:pt x="806320" y="55757"/>
                  </a:lnTo>
                  <a:lnTo>
                    <a:pt x="819234" y="56650"/>
                  </a:lnTo>
                  <a:lnTo>
                    <a:pt x="831814" y="57520"/>
                  </a:lnTo>
                  <a:lnTo>
                    <a:pt x="844074" y="58368"/>
                  </a:lnTo>
                  <a:lnTo>
                    <a:pt x="856032" y="59195"/>
                  </a:lnTo>
                  <a:lnTo>
                    <a:pt x="867702" y="60002"/>
                  </a:lnTo>
                  <a:lnTo>
                    <a:pt x="879097" y="60790"/>
                  </a:lnTo>
                  <a:lnTo>
                    <a:pt x="890231" y="61559"/>
                  </a:lnTo>
                  <a:lnTo>
                    <a:pt x="901114" y="62312"/>
                  </a:lnTo>
                  <a:lnTo>
                    <a:pt x="911757" y="63048"/>
                  </a:lnTo>
                  <a:lnTo>
                    <a:pt x="922172" y="63768"/>
                  </a:lnTo>
                  <a:lnTo>
                    <a:pt x="932368" y="64473"/>
                  </a:lnTo>
                  <a:lnTo>
                    <a:pt x="942353" y="65164"/>
                  </a:lnTo>
                  <a:lnTo>
                    <a:pt x="952137" y="65840"/>
                  </a:lnTo>
                  <a:lnTo>
                    <a:pt x="961727" y="66503"/>
                  </a:lnTo>
                  <a:lnTo>
                    <a:pt x="971130" y="67154"/>
                  </a:lnTo>
                  <a:lnTo>
                    <a:pt x="980355" y="67792"/>
                  </a:lnTo>
                  <a:lnTo>
                    <a:pt x="989407" y="68418"/>
                  </a:lnTo>
                  <a:lnTo>
                    <a:pt x="998293" y="69032"/>
                  </a:lnTo>
                  <a:lnTo>
                    <a:pt x="1007019" y="6963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0045" y="3149188"/>
              <a:ext cx="1007019" cy="39275"/>
            </a:xfrm>
            <a:custGeom>
              <a:avLst/>
              <a:pathLst>
                <a:path w="1007019" h="39275">
                  <a:moveTo>
                    <a:pt x="0" y="0"/>
                  </a:moveTo>
                  <a:lnTo>
                    <a:pt x="64665" y="2522"/>
                  </a:lnTo>
                  <a:lnTo>
                    <a:pt x="121705" y="4746"/>
                  </a:lnTo>
                  <a:lnTo>
                    <a:pt x="172728" y="6736"/>
                  </a:lnTo>
                  <a:lnTo>
                    <a:pt x="218884" y="8536"/>
                  </a:lnTo>
                  <a:lnTo>
                    <a:pt x="261022" y="10180"/>
                  </a:lnTo>
                  <a:lnTo>
                    <a:pt x="299784" y="11692"/>
                  </a:lnTo>
                  <a:lnTo>
                    <a:pt x="335673" y="13091"/>
                  </a:lnTo>
                  <a:lnTo>
                    <a:pt x="369084" y="14394"/>
                  </a:lnTo>
                  <a:lnTo>
                    <a:pt x="400338" y="15613"/>
                  </a:lnTo>
                  <a:lnTo>
                    <a:pt x="429697" y="16759"/>
                  </a:lnTo>
                  <a:lnTo>
                    <a:pt x="457378" y="17838"/>
                  </a:lnTo>
                  <a:lnTo>
                    <a:pt x="483561" y="18859"/>
                  </a:lnTo>
                  <a:lnTo>
                    <a:pt x="508401" y="19828"/>
                  </a:lnTo>
                  <a:lnTo>
                    <a:pt x="532029" y="20750"/>
                  </a:lnTo>
                  <a:lnTo>
                    <a:pt x="554557" y="21628"/>
                  </a:lnTo>
                  <a:lnTo>
                    <a:pt x="576084" y="22468"/>
                  </a:lnTo>
                  <a:lnTo>
                    <a:pt x="596695" y="23272"/>
                  </a:lnTo>
                  <a:lnTo>
                    <a:pt x="616464" y="24043"/>
                  </a:lnTo>
                  <a:lnTo>
                    <a:pt x="635457" y="24784"/>
                  </a:lnTo>
                  <a:lnTo>
                    <a:pt x="653734" y="25496"/>
                  </a:lnTo>
                  <a:lnTo>
                    <a:pt x="671346" y="26183"/>
                  </a:lnTo>
                  <a:lnTo>
                    <a:pt x="688340" y="26846"/>
                  </a:lnTo>
                  <a:lnTo>
                    <a:pt x="704757" y="27486"/>
                  </a:lnTo>
                  <a:lnTo>
                    <a:pt x="720637" y="28106"/>
                  </a:lnTo>
                  <a:lnTo>
                    <a:pt x="736012" y="28705"/>
                  </a:lnTo>
                  <a:lnTo>
                    <a:pt x="750914" y="29287"/>
                  </a:lnTo>
                  <a:lnTo>
                    <a:pt x="765371" y="29850"/>
                  </a:lnTo>
                  <a:lnTo>
                    <a:pt x="779408" y="30398"/>
                  </a:lnTo>
                  <a:lnTo>
                    <a:pt x="793051" y="30930"/>
                  </a:lnTo>
                  <a:lnTo>
                    <a:pt x="806320" y="31447"/>
                  </a:lnTo>
                  <a:lnTo>
                    <a:pt x="819234" y="31951"/>
                  </a:lnTo>
                  <a:lnTo>
                    <a:pt x="831814" y="32442"/>
                  </a:lnTo>
                  <a:lnTo>
                    <a:pt x="844074" y="32920"/>
                  </a:lnTo>
                  <a:lnTo>
                    <a:pt x="856032" y="33386"/>
                  </a:lnTo>
                  <a:lnTo>
                    <a:pt x="867702" y="33842"/>
                  </a:lnTo>
                  <a:lnTo>
                    <a:pt x="879097" y="34286"/>
                  </a:lnTo>
                  <a:lnTo>
                    <a:pt x="890231" y="34720"/>
                  </a:lnTo>
                  <a:lnTo>
                    <a:pt x="901114" y="35145"/>
                  </a:lnTo>
                  <a:lnTo>
                    <a:pt x="911757" y="35560"/>
                  </a:lnTo>
                  <a:lnTo>
                    <a:pt x="922172" y="35966"/>
                  </a:lnTo>
                  <a:lnTo>
                    <a:pt x="932368" y="36364"/>
                  </a:lnTo>
                  <a:lnTo>
                    <a:pt x="942353" y="36753"/>
                  </a:lnTo>
                  <a:lnTo>
                    <a:pt x="952137" y="37135"/>
                  </a:lnTo>
                  <a:lnTo>
                    <a:pt x="961727" y="37509"/>
                  </a:lnTo>
                  <a:lnTo>
                    <a:pt x="971130" y="37875"/>
                  </a:lnTo>
                  <a:lnTo>
                    <a:pt x="980355" y="38235"/>
                  </a:lnTo>
                  <a:lnTo>
                    <a:pt x="989407" y="38588"/>
                  </a:lnTo>
                  <a:lnTo>
                    <a:pt x="998293" y="38935"/>
                  </a:lnTo>
                  <a:lnTo>
                    <a:pt x="1007019" y="3927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0045" y="3096080"/>
              <a:ext cx="1007019" cy="219153"/>
            </a:xfrm>
            <a:custGeom>
              <a:avLst/>
              <a:pathLst>
                <a:path w="1007019" h="219153">
                  <a:moveTo>
                    <a:pt x="0" y="0"/>
                  </a:moveTo>
                  <a:lnTo>
                    <a:pt x="64665" y="14072"/>
                  </a:lnTo>
                  <a:lnTo>
                    <a:pt x="121705" y="26486"/>
                  </a:lnTo>
                  <a:lnTo>
                    <a:pt x="172728" y="37590"/>
                  </a:lnTo>
                  <a:lnTo>
                    <a:pt x="218884" y="47634"/>
                  </a:lnTo>
                  <a:lnTo>
                    <a:pt x="261022" y="56805"/>
                  </a:lnTo>
                  <a:lnTo>
                    <a:pt x="299784" y="65240"/>
                  </a:lnTo>
                  <a:lnTo>
                    <a:pt x="335673" y="73051"/>
                  </a:lnTo>
                  <a:lnTo>
                    <a:pt x="369084" y="80322"/>
                  </a:lnTo>
                  <a:lnTo>
                    <a:pt x="400338" y="87123"/>
                  </a:lnTo>
                  <a:lnTo>
                    <a:pt x="429697" y="93513"/>
                  </a:lnTo>
                  <a:lnTo>
                    <a:pt x="457378" y="99537"/>
                  </a:lnTo>
                  <a:lnTo>
                    <a:pt x="483561" y="105235"/>
                  </a:lnTo>
                  <a:lnTo>
                    <a:pt x="508401" y="110641"/>
                  </a:lnTo>
                  <a:lnTo>
                    <a:pt x="532029" y="115783"/>
                  </a:lnTo>
                  <a:lnTo>
                    <a:pt x="554557" y="120685"/>
                  </a:lnTo>
                  <a:lnTo>
                    <a:pt x="576084" y="125370"/>
                  </a:lnTo>
                  <a:lnTo>
                    <a:pt x="596695" y="129856"/>
                  </a:lnTo>
                  <a:lnTo>
                    <a:pt x="616464" y="134158"/>
                  </a:lnTo>
                  <a:lnTo>
                    <a:pt x="635457" y="138291"/>
                  </a:lnTo>
                  <a:lnTo>
                    <a:pt x="653734" y="142269"/>
                  </a:lnTo>
                  <a:lnTo>
                    <a:pt x="671346" y="146102"/>
                  </a:lnTo>
                  <a:lnTo>
                    <a:pt x="688340" y="149800"/>
                  </a:lnTo>
                  <a:lnTo>
                    <a:pt x="704757" y="153373"/>
                  </a:lnTo>
                  <a:lnTo>
                    <a:pt x="720637" y="156829"/>
                  </a:lnTo>
                  <a:lnTo>
                    <a:pt x="736012" y="160175"/>
                  </a:lnTo>
                  <a:lnTo>
                    <a:pt x="750914" y="163418"/>
                  </a:lnTo>
                  <a:lnTo>
                    <a:pt x="765371" y="166564"/>
                  </a:lnTo>
                  <a:lnTo>
                    <a:pt x="779408" y="169619"/>
                  </a:lnTo>
                  <a:lnTo>
                    <a:pt x="793051" y="172588"/>
                  </a:lnTo>
                  <a:lnTo>
                    <a:pt x="806320" y="175475"/>
                  </a:lnTo>
                  <a:lnTo>
                    <a:pt x="819234" y="178286"/>
                  </a:lnTo>
                  <a:lnTo>
                    <a:pt x="831814" y="181023"/>
                  </a:lnTo>
                  <a:lnTo>
                    <a:pt x="844074" y="183692"/>
                  </a:lnTo>
                  <a:lnTo>
                    <a:pt x="856032" y="186294"/>
                  </a:lnTo>
                  <a:lnTo>
                    <a:pt x="867702" y="188834"/>
                  </a:lnTo>
                  <a:lnTo>
                    <a:pt x="879097" y="191314"/>
                  </a:lnTo>
                  <a:lnTo>
                    <a:pt x="890231" y="193737"/>
                  </a:lnTo>
                  <a:lnTo>
                    <a:pt x="901114" y="196105"/>
                  </a:lnTo>
                  <a:lnTo>
                    <a:pt x="911757" y="198421"/>
                  </a:lnTo>
                  <a:lnTo>
                    <a:pt x="922172" y="200688"/>
                  </a:lnTo>
                  <a:lnTo>
                    <a:pt x="932368" y="202907"/>
                  </a:lnTo>
                  <a:lnTo>
                    <a:pt x="942353" y="205080"/>
                  </a:lnTo>
                  <a:lnTo>
                    <a:pt x="952137" y="207209"/>
                  </a:lnTo>
                  <a:lnTo>
                    <a:pt x="961727" y="209296"/>
                  </a:lnTo>
                  <a:lnTo>
                    <a:pt x="971130" y="211342"/>
                  </a:lnTo>
                  <a:lnTo>
                    <a:pt x="980355" y="213350"/>
                  </a:lnTo>
                  <a:lnTo>
                    <a:pt x="989407" y="215320"/>
                  </a:lnTo>
                  <a:lnTo>
                    <a:pt x="998293" y="217254"/>
                  </a:lnTo>
                  <a:lnTo>
                    <a:pt x="1007019" y="21915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0045" y="3034924"/>
              <a:ext cx="1007019" cy="320859"/>
            </a:xfrm>
            <a:custGeom>
              <a:avLst/>
              <a:pathLst>
                <a:path w="1007019" h="320859">
                  <a:moveTo>
                    <a:pt x="0" y="320859"/>
                  </a:moveTo>
                  <a:lnTo>
                    <a:pt x="64665" y="300255"/>
                  </a:lnTo>
                  <a:lnTo>
                    <a:pt x="121705" y="282081"/>
                  </a:lnTo>
                  <a:lnTo>
                    <a:pt x="172728" y="265824"/>
                  </a:lnTo>
                  <a:lnTo>
                    <a:pt x="218884" y="251118"/>
                  </a:lnTo>
                  <a:lnTo>
                    <a:pt x="261022" y="237692"/>
                  </a:lnTo>
                  <a:lnTo>
                    <a:pt x="299784" y="225341"/>
                  </a:lnTo>
                  <a:lnTo>
                    <a:pt x="335673" y="213906"/>
                  </a:lnTo>
                  <a:lnTo>
                    <a:pt x="369084" y="203260"/>
                  </a:lnTo>
                  <a:lnTo>
                    <a:pt x="400338" y="193302"/>
                  </a:lnTo>
                  <a:lnTo>
                    <a:pt x="429697" y="183948"/>
                  </a:lnTo>
                  <a:lnTo>
                    <a:pt x="457378" y="175128"/>
                  </a:lnTo>
                  <a:lnTo>
                    <a:pt x="483561" y="166785"/>
                  </a:lnTo>
                  <a:lnTo>
                    <a:pt x="508401" y="158871"/>
                  </a:lnTo>
                  <a:lnTo>
                    <a:pt x="532029" y="151342"/>
                  </a:lnTo>
                  <a:lnTo>
                    <a:pt x="554557" y="144164"/>
                  </a:lnTo>
                  <a:lnTo>
                    <a:pt x="576084" y="137305"/>
                  </a:lnTo>
                  <a:lnTo>
                    <a:pt x="596695" y="130738"/>
                  </a:lnTo>
                  <a:lnTo>
                    <a:pt x="616464" y="124440"/>
                  </a:lnTo>
                  <a:lnTo>
                    <a:pt x="635457" y="118388"/>
                  </a:lnTo>
                  <a:lnTo>
                    <a:pt x="653734" y="112564"/>
                  </a:lnTo>
                  <a:lnTo>
                    <a:pt x="671346" y="106953"/>
                  </a:lnTo>
                  <a:lnTo>
                    <a:pt x="688340" y="101538"/>
                  </a:lnTo>
                  <a:lnTo>
                    <a:pt x="704757" y="96307"/>
                  </a:lnTo>
                  <a:lnTo>
                    <a:pt x="720637" y="91248"/>
                  </a:lnTo>
                  <a:lnTo>
                    <a:pt x="736012" y="86349"/>
                  </a:lnTo>
                  <a:lnTo>
                    <a:pt x="750914" y="81601"/>
                  </a:lnTo>
                  <a:lnTo>
                    <a:pt x="765371" y="76994"/>
                  </a:lnTo>
                  <a:lnTo>
                    <a:pt x="779408" y="72522"/>
                  </a:lnTo>
                  <a:lnTo>
                    <a:pt x="793051" y="68175"/>
                  </a:lnTo>
                  <a:lnTo>
                    <a:pt x="806320" y="63947"/>
                  </a:lnTo>
                  <a:lnTo>
                    <a:pt x="819234" y="59832"/>
                  </a:lnTo>
                  <a:lnTo>
                    <a:pt x="831814" y="55824"/>
                  </a:lnTo>
                  <a:lnTo>
                    <a:pt x="844074" y="51917"/>
                  </a:lnTo>
                  <a:lnTo>
                    <a:pt x="856032" y="48107"/>
                  </a:lnTo>
                  <a:lnTo>
                    <a:pt x="867702" y="44389"/>
                  </a:lnTo>
                  <a:lnTo>
                    <a:pt x="879097" y="40758"/>
                  </a:lnTo>
                  <a:lnTo>
                    <a:pt x="890231" y="37211"/>
                  </a:lnTo>
                  <a:lnTo>
                    <a:pt x="901114" y="33743"/>
                  </a:lnTo>
                  <a:lnTo>
                    <a:pt x="911757" y="30352"/>
                  </a:lnTo>
                  <a:lnTo>
                    <a:pt x="922172" y="27034"/>
                  </a:lnTo>
                  <a:lnTo>
                    <a:pt x="932368" y="23785"/>
                  </a:lnTo>
                  <a:lnTo>
                    <a:pt x="942353" y="20604"/>
                  </a:lnTo>
                  <a:lnTo>
                    <a:pt x="952137" y="17486"/>
                  </a:lnTo>
                  <a:lnTo>
                    <a:pt x="961727" y="14431"/>
                  </a:lnTo>
                  <a:lnTo>
                    <a:pt x="971130" y="11434"/>
                  </a:lnTo>
                  <a:lnTo>
                    <a:pt x="980355" y="8495"/>
                  </a:lnTo>
                  <a:lnTo>
                    <a:pt x="989407" y="5611"/>
                  </a:lnTo>
                  <a:lnTo>
                    <a:pt x="998293" y="2780"/>
                  </a:lnTo>
                  <a:lnTo>
                    <a:pt x="100701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0045" y="3230590"/>
              <a:ext cx="1007019" cy="4196"/>
            </a:xfrm>
            <a:custGeom>
              <a:avLst/>
              <a:pathLst>
                <a:path w="1007019" h="4196">
                  <a:moveTo>
                    <a:pt x="0" y="4196"/>
                  </a:moveTo>
                  <a:lnTo>
                    <a:pt x="64665" y="3927"/>
                  </a:lnTo>
                  <a:lnTo>
                    <a:pt x="121705" y="3689"/>
                  </a:lnTo>
                  <a:lnTo>
                    <a:pt x="172728" y="3476"/>
                  </a:lnTo>
                  <a:lnTo>
                    <a:pt x="218884" y="3284"/>
                  </a:lnTo>
                  <a:lnTo>
                    <a:pt x="261022" y="3108"/>
                  </a:lnTo>
                  <a:lnTo>
                    <a:pt x="299784" y="2947"/>
                  </a:lnTo>
                  <a:lnTo>
                    <a:pt x="335673" y="2797"/>
                  </a:lnTo>
                  <a:lnTo>
                    <a:pt x="369084" y="2658"/>
                  </a:lnTo>
                  <a:lnTo>
                    <a:pt x="400338" y="2528"/>
                  </a:lnTo>
                  <a:lnTo>
                    <a:pt x="429697" y="2405"/>
                  </a:lnTo>
                  <a:lnTo>
                    <a:pt x="457378" y="2290"/>
                  </a:lnTo>
                  <a:lnTo>
                    <a:pt x="483561" y="2181"/>
                  </a:lnTo>
                  <a:lnTo>
                    <a:pt x="508401" y="2077"/>
                  </a:lnTo>
                  <a:lnTo>
                    <a:pt x="532029" y="1979"/>
                  </a:lnTo>
                  <a:lnTo>
                    <a:pt x="554557" y="1885"/>
                  </a:lnTo>
                  <a:lnTo>
                    <a:pt x="576084" y="1795"/>
                  </a:lnTo>
                  <a:lnTo>
                    <a:pt x="596695" y="1709"/>
                  </a:lnTo>
                  <a:lnTo>
                    <a:pt x="616464" y="1627"/>
                  </a:lnTo>
                  <a:lnTo>
                    <a:pt x="635457" y="1548"/>
                  </a:lnTo>
                  <a:lnTo>
                    <a:pt x="653734" y="1472"/>
                  </a:lnTo>
                  <a:lnTo>
                    <a:pt x="671346" y="1398"/>
                  </a:lnTo>
                  <a:lnTo>
                    <a:pt x="688340" y="1328"/>
                  </a:lnTo>
                  <a:lnTo>
                    <a:pt x="704757" y="1259"/>
                  </a:lnTo>
                  <a:lnTo>
                    <a:pt x="720637" y="1193"/>
                  </a:lnTo>
                  <a:lnTo>
                    <a:pt x="736012" y="1129"/>
                  </a:lnTo>
                  <a:lnTo>
                    <a:pt x="750914" y="1067"/>
                  </a:lnTo>
                  <a:lnTo>
                    <a:pt x="765371" y="1007"/>
                  </a:lnTo>
                  <a:lnTo>
                    <a:pt x="779408" y="948"/>
                  </a:lnTo>
                  <a:lnTo>
                    <a:pt x="793051" y="891"/>
                  </a:lnTo>
                  <a:lnTo>
                    <a:pt x="806320" y="836"/>
                  </a:lnTo>
                  <a:lnTo>
                    <a:pt x="819234" y="782"/>
                  </a:lnTo>
                  <a:lnTo>
                    <a:pt x="831814" y="730"/>
                  </a:lnTo>
                  <a:lnTo>
                    <a:pt x="844074" y="679"/>
                  </a:lnTo>
                  <a:lnTo>
                    <a:pt x="856032" y="629"/>
                  </a:lnTo>
                  <a:lnTo>
                    <a:pt x="867702" y="580"/>
                  </a:lnTo>
                  <a:lnTo>
                    <a:pt x="879097" y="533"/>
                  </a:lnTo>
                  <a:lnTo>
                    <a:pt x="890231" y="486"/>
                  </a:lnTo>
                  <a:lnTo>
                    <a:pt x="901114" y="441"/>
                  </a:lnTo>
                  <a:lnTo>
                    <a:pt x="911757" y="396"/>
                  </a:lnTo>
                  <a:lnTo>
                    <a:pt x="922172" y="353"/>
                  </a:lnTo>
                  <a:lnTo>
                    <a:pt x="932368" y="311"/>
                  </a:lnTo>
                  <a:lnTo>
                    <a:pt x="942353" y="269"/>
                  </a:lnTo>
                  <a:lnTo>
                    <a:pt x="952137" y="228"/>
                  </a:lnTo>
                  <a:lnTo>
                    <a:pt x="961727" y="188"/>
                  </a:lnTo>
                  <a:lnTo>
                    <a:pt x="971130" y="149"/>
                  </a:lnTo>
                  <a:lnTo>
                    <a:pt x="980355" y="111"/>
                  </a:lnTo>
                  <a:lnTo>
                    <a:pt x="989407" y="73"/>
                  </a:lnTo>
                  <a:lnTo>
                    <a:pt x="998293" y="36"/>
                  </a:lnTo>
                  <a:lnTo>
                    <a:pt x="100701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0045" y="2856398"/>
              <a:ext cx="1007019" cy="169772"/>
            </a:xfrm>
            <a:custGeom>
              <a:avLst/>
              <a:pathLst>
                <a:path w="1007019" h="169772">
                  <a:moveTo>
                    <a:pt x="0" y="169772"/>
                  </a:moveTo>
                  <a:lnTo>
                    <a:pt x="64665" y="158870"/>
                  </a:lnTo>
                  <a:lnTo>
                    <a:pt x="121705" y="149254"/>
                  </a:lnTo>
                  <a:lnTo>
                    <a:pt x="172728" y="140652"/>
                  </a:lnTo>
                  <a:lnTo>
                    <a:pt x="218884" y="132871"/>
                  </a:lnTo>
                  <a:lnTo>
                    <a:pt x="261022" y="125767"/>
                  </a:lnTo>
                  <a:lnTo>
                    <a:pt x="299784" y="119232"/>
                  </a:lnTo>
                  <a:lnTo>
                    <a:pt x="335673" y="113181"/>
                  </a:lnTo>
                  <a:lnTo>
                    <a:pt x="369084" y="107549"/>
                  </a:lnTo>
                  <a:lnTo>
                    <a:pt x="400338" y="102279"/>
                  </a:lnTo>
                  <a:lnTo>
                    <a:pt x="429697" y="97330"/>
                  </a:lnTo>
                  <a:lnTo>
                    <a:pt x="457378" y="92663"/>
                  </a:lnTo>
                  <a:lnTo>
                    <a:pt x="483561" y="88249"/>
                  </a:lnTo>
                  <a:lnTo>
                    <a:pt x="508401" y="84061"/>
                  </a:lnTo>
                  <a:lnTo>
                    <a:pt x="532029" y="80078"/>
                  </a:lnTo>
                  <a:lnTo>
                    <a:pt x="554557" y="76280"/>
                  </a:lnTo>
                  <a:lnTo>
                    <a:pt x="576084" y="72651"/>
                  </a:lnTo>
                  <a:lnTo>
                    <a:pt x="596695" y="69176"/>
                  </a:lnTo>
                  <a:lnTo>
                    <a:pt x="616464" y="65843"/>
                  </a:lnTo>
                  <a:lnTo>
                    <a:pt x="635457" y="62641"/>
                  </a:lnTo>
                  <a:lnTo>
                    <a:pt x="653734" y="59560"/>
                  </a:lnTo>
                  <a:lnTo>
                    <a:pt x="671346" y="56590"/>
                  </a:lnTo>
                  <a:lnTo>
                    <a:pt x="688340" y="53725"/>
                  </a:lnTo>
                  <a:lnTo>
                    <a:pt x="704757" y="50958"/>
                  </a:lnTo>
                  <a:lnTo>
                    <a:pt x="720637" y="48281"/>
                  </a:lnTo>
                  <a:lnTo>
                    <a:pt x="736012" y="45688"/>
                  </a:lnTo>
                  <a:lnTo>
                    <a:pt x="750914" y="43176"/>
                  </a:lnTo>
                  <a:lnTo>
                    <a:pt x="765371" y="40739"/>
                  </a:lnTo>
                  <a:lnTo>
                    <a:pt x="779408" y="38372"/>
                  </a:lnTo>
                  <a:lnTo>
                    <a:pt x="793051" y="36072"/>
                  </a:lnTo>
                  <a:lnTo>
                    <a:pt x="806320" y="33835"/>
                  </a:lnTo>
                  <a:lnTo>
                    <a:pt x="819234" y="31658"/>
                  </a:lnTo>
                  <a:lnTo>
                    <a:pt x="831814" y="29537"/>
                  </a:lnTo>
                  <a:lnTo>
                    <a:pt x="844074" y="27470"/>
                  </a:lnTo>
                  <a:lnTo>
                    <a:pt x="856032" y="25454"/>
                  </a:lnTo>
                  <a:lnTo>
                    <a:pt x="867702" y="23487"/>
                  </a:lnTo>
                  <a:lnTo>
                    <a:pt x="879097" y="21566"/>
                  </a:lnTo>
                  <a:lnTo>
                    <a:pt x="890231" y="19689"/>
                  </a:lnTo>
                  <a:lnTo>
                    <a:pt x="901114" y="17854"/>
                  </a:lnTo>
                  <a:lnTo>
                    <a:pt x="911757" y="16060"/>
                  </a:lnTo>
                  <a:lnTo>
                    <a:pt x="922172" y="14304"/>
                  </a:lnTo>
                  <a:lnTo>
                    <a:pt x="932368" y="12585"/>
                  </a:lnTo>
                  <a:lnTo>
                    <a:pt x="942353" y="10901"/>
                  </a:lnTo>
                  <a:lnTo>
                    <a:pt x="952137" y="9252"/>
                  </a:lnTo>
                  <a:lnTo>
                    <a:pt x="961727" y="7635"/>
                  </a:lnTo>
                  <a:lnTo>
                    <a:pt x="971130" y="6050"/>
                  </a:lnTo>
                  <a:lnTo>
                    <a:pt x="980355" y="4495"/>
                  </a:lnTo>
                  <a:lnTo>
                    <a:pt x="989407" y="2969"/>
                  </a:lnTo>
                  <a:lnTo>
                    <a:pt x="998293" y="1471"/>
                  </a:lnTo>
                  <a:lnTo>
                    <a:pt x="100701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0045" y="3025627"/>
              <a:ext cx="1007019" cy="143522"/>
            </a:xfrm>
            <a:custGeom>
              <a:avLst/>
              <a:pathLst>
                <a:path w="1007019" h="143522">
                  <a:moveTo>
                    <a:pt x="0" y="0"/>
                  </a:moveTo>
                  <a:lnTo>
                    <a:pt x="64665" y="9216"/>
                  </a:lnTo>
                  <a:lnTo>
                    <a:pt x="121705" y="17345"/>
                  </a:lnTo>
                  <a:lnTo>
                    <a:pt x="172728" y="24617"/>
                  </a:lnTo>
                  <a:lnTo>
                    <a:pt x="218884" y="31195"/>
                  </a:lnTo>
                  <a:lnTo>
                    <a:pt x="261022" y="37201"/>
                  </a:lnTo>
                  <a:lnTo>
                    <a:pt x="299784" y="42726"/>
                  </a:lnTo>
                  <a:lnTo>
                    <a:pt x="335673" y="47840"/>
                  </a:lnTo>
                  <a:lnTo>
                    <a:pt x="369084" y="52602"/>
                  </a:lnTo>
                  <a:lnTo>
                    <a:pt x="400338" y="57057"/>
                  </a:lnTo>
                  <a:lnTo>
                    <a:pt x="429697" y="61241"/>
                  </a:lnTo>
                  <a:lnTo>
                    <a:pt x="457378" y="65186"/>
                  </a:lnTo>
                  <a:lnTo>
                    <a:pt x="483561" y="68918"/>
                  </a:lnTo>
                  <a:lnTo>
                    <a:pt x="508401" y="72458"/>
                  </a:lnTo>
                  <a:lnTo>
                    <a:pt x="532029" y="75826"/>
                  </a:lnTo>
                  <a:lnTo>
                    <a:pt x="554557" y="79036"/>
                  </a:lnTo>
                  <a:lnTo>
                    <a:pt x="576084" y="82105"/>
                  </a:lnTo>
                  <a:lnTo>
                    <a:pt x="596695" y="85042"/>
                  </a:lnTo>
                  <a:lnTo>
                    <a:pt x="616464" y="87860"/>
                  </a:lnTo>
                  <a:lnTo>
                    <a:pt x="635457" y="90567"/>
                  </a:lnTo>
                  <a:lnTo>
                    <a:pt x="653734" y="93171"/>
                  </a:lnTo>
                  <a:lnTo>
                    <a:pt x="671346" y="95681"/>
                  </a:lnTo>
                  <a:lnTo>
                    <a:pt x="688340" y="98103"/>
                  </a:lnTo>
                  <a:lnTo>
                    <a:pt x="704757" y="100443"/>
                  </a:lnTo>
                  <a:lnTo>
                    <a:pt x="720637" y="102707"/>
                  </a:lnTo>
                  <a:lnTo>
                    <a:pt x="736012" y="104898"/>
                  </a:lnTo>
                  <a:lnTo>
                    <a:pt x="750914" y="107022"/>
                  </a:lnTo>
                  <a:lnTo>
                    <a:pt x="765371" y="109082"/>
                  </a:lnTo>
                  <a:lnTo>
                    <a:pt x="779408" y="111083"/>
                  </a:lnTo>
                  <a:lnTo>
                    <a:pt x="793051" y="113027"/>
                  </a:lnTo>
                  <a:lnTo>
                    <a:pt x="806320" y="114918"/>
                  </a:lnTo>
                  <a:lnTo>
                    <a:pt x="819234" y="116759"/>
                  </a:lnTo>
                  <a:lnTo>
                    <a:pt x="831814" y="118552"/>
                  </a:lnTo>
                  <a:lnTo>
                    <a:pt x="844074" y="120299"/>
                  </a:lnTo>
                  <a:lnTo>
                    <a:pt x="856032" y="122003"/>
                  </a:lnTo>
                  <a:lnTo>
                    <a:pt x="867702" y="123667"/>
                  </a:lnTo>
                  <a:lnTo>
                    <a:pt x="879097" y="125291"/>
                  </a:lnTo>
                  <a:lnTo>
                    <a:pt x="890231" y="126877"/>
                  </a:lnTo>
                  <a:lnTo>
                    <a:pt x="901114" y="128429"/>
                  </a:lnTo>
                  <a:lnTo>
                    <a:pt x="911757" y="129946"/>
                  </a:lnTo>
                  <a:lnTo>
                    <a:pt x="922172" y="131430"/>
                  </a:lnTo>
                  <a:lnTo>
                    <a:pt x="932368" y="132883"/>
                  </a:lnTo>
                  <a:lnTo>
                    <a:pt x="942353" y="134306"/>
                  </a:lnTo>
                  <a:lnTo>
                    <a:pt x="952137" y="135701"/>
                  </a:lnTo>
                  <a:lnTo>
                    <a:pt x="961727" y="137067"/>
                  </a:lnTo>
                  <a:lnTo>
                    <a:pt x="971130" y="138408"/>
                  </a:lnTo>
                  <a:lnTo>
                    <a:pt x="980355" y="139722"/>
                  </a:lnTo>
                  <a:lnTo>
                    <a:pt x="989407" y="141012"/>
                  </a:lnTo>
                  <a:lnTo>
                    <a:pt x="998293" y="142279"/>
                  </a:lnTo>
                  <a:lnTo>
                    <a:pt x="1007019" y="14352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0045" y="3213302"/>
              <a:ext cx="1007019" cy="70584"/>
            </a:xfrm>
            <a:custGeom>
              <a:avLst/>
              <a:pathLst>
                <a:path w="1007019" h="70584">
                  <a:moveTo>
                    <a:pt x="0" y="0"/>
                  </a:moveTo>
                  <a:lnTo>
                    <a:pt x="64665" y="4532"/>
                  </a:lnTo>
                  <a:lnTo>
                    <a:pt x="121705" y="8530"/>
                  </a:lnTo>
                  <a:lnTo>
                    <a:pt x="172728" y="12107"/>
                  </a:lnTo>
                  <a:lnTo>
                    <a:pt x="218884" y="15342"/>
                  </a:lnTo>
                  <a:lnTo>
                    <a:pt x="261022" y="18295"/>
                  </a:lnTo>
                  <a:lnTo>
                    <a:pt x="299784" y="21012"/>
                  </a:lnTo>
                  <a:lnTo>
                    <a:pt x="335673" y="23528"/>
                  </a:lnTo>
                  <a:lnTo>
                    <a:pt x="369084" y="25870"/>
                  </a:lnTo>
                  <a:lnTo>
                    <a:pt x="400338" y="28060"/>
                  </a:lnTo>
                  <a:lnTo>
                    <a:pt x="429697" y="30118"/>
                  </a:lnTo>
                  <a:lnTo>
                    <a:pt x="457378" y="32058"/>
                  </a:lnTo>
                  <a:lnTo>
                    <a:pt x="483561" y="33894"/>
                  </a:lnTo>
                  <a:lnTo>
                    <a:pt x="508401" y="35635"/>
                  </a:lnTo>
                  <a:lnTo>
                    <a:pt x="532029" y="37291"/>
                  </a:lnTo>
                  <a:lnTo>
                    <a:pt x="554557" y="38870"/>
                  </a:lnTo>
                  <a:lnTo>
                    <a:pt x="576084" y="40379"/>
                  </a:lnTo>
                  <a:lnTo>
                    <a:pt x="596695" y="41824"/>
                  </a:lnTo>
                  <a:lnTo>
                    <a:pt x="616464" y="43209"/>
                  </a:lnTo>
                  <a:lnTo>
                    <a:pt x="635457" y="44541"/>
                  </a:lnTo>
                  <a:lnTo>
                    <a:pt x="653734" y="45822"/>
                  </a:lnTo>
                  <a:lnTo>
                    <a:pt x="671346" y="47056"/>
                  </a:lnTo>
                  <a:lnTo>
                    <a:pt x="688340" y="48247"/>
                  </a:lnTo>
                  <a:lnTo>
                    <a:pt x="704757" y="49398"/>
                  </a:lnTo>
                  <a:lnTo>
                    <a:pt x="720637" y="50511"/>
                  </a:lnTo>
                  <a:lnTo>
                    <a:pt x="736012" y="51589"/>
                  </a:lnTo>
                  <a:lnTo>
                    <a:pt x="750914" y="52633"/>
                  </a:lnTo>
                  <a:lnTo>
                    <a:pt x="765371" y="53647"/>
                  </a:lnTo>
                  <a:lnTo>
                    <a:pt x="779408" y="54630"/>
                  </a:lnTo>
                  <a:lnTo>
                    <a:pt x="793051" y="55587"/>
                  </a:lnTo>
                  <a:lnTo>
                    <a:pt x="806320" y="56517"/>
                  </a:lnTo>
                  <a:lnTo>
                    <a:pt x="819234" y="57422"/>
                  </a:lnTo>
                  <a:lnTo>
                    <a:pt x="831814" y="58304"/>
                  </a:lnTo>
                  <a:lnTo>
                    <a:pt x="844074" y="59163"/>
                  </a:lnTo>
                  <a:lnTo>
                    <a:pt x="856032" y="60001"/>
                  </a:lnTo>
                  <a:lnTo>
                    <a:pt x="867702" y="60819"/>
                  </a:lnTo>
                  <a:lnTo>
                    <a:pt x="879097" y="61618"/>
                  </a:lnTo>
                  <a:lnTo>
                    <a:pt x="890231" y="62398"/>
                  </a:lnTo>
                  <a:lnTo>
                    <a:pt x="901114" y="63161"/>
                  </a:lnTo>
                  <a:lnTo>
                    <a:pt x="911757" y="63907"/>
                  </a:lnTo>
                  <a:lnTo>
                    <a:pt x="922172" y="64637"/>
                  </a:lnTo>
                  <a:lnTo>
                    <a:pt x="932368" y="65352"/>
                  </a:lnTo>
                  <a:lnTo>
                    <a:pt x="942353" y="66052"/>
                  </a:lnTo>
                  <a:lnTo>
                    <a:pt x="952137" y="66737"/>
                  </a:lnTo>
                  <a:lnTo>
                    <a:pt x="961727" y="67410"/>
                  </a:lnTo>
                  <a:lnTo>
                    <a:pt x="971130" y="68069"/>
                  </a:lnTo>
                  <a:lnTo>
                    <a:pt x="980355" y="68715"/>
                  </a:lnTo>
                  <a:lnTo>
                    <a:pt x="989407" y="69350"/>
                  </a:lnTo>
                  <a:lnTo>
                    <a:pt x="998293" y="69973"/>
                  </a:lnTo>
                  <a:lnTo>
                    <a:pt x="1007019" y="7058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0045" y="3095845"/>
              <a:ext cx="1007019" cy="139973"/>
            </a:xfrm>
            <a:custGeom>
              <a:avLst/>
              <a:pathLst>
                <a:path w="1007019" h="139973">
                  <a:moveTo>
                    <a:pt x="0" y="0"/>
                  </a:moveTo>
                  <a:lnTo>
                    <a:pt x="64665" y="8988"/>
                  </a:lnTo>
                  <a:lnTo>
                    <a:pt x="121705" y="16916"/>
                  </a:lnTo>
                  <a:lnTo>
                    <a:pt x="172728" y="24008"/>
                  </a:lnTo>
                  <a:lnTo>
                    <a:pt x="218884" y="30424"/>
                  </a:lnTo>
                  <a:lnTo>
                    <a:pt x="261022" y="36281"/>
                  </a:lnTo>
                  <a:lnTo>
                    <a:pt x="299784" y="41669"/>
                  </a:lnTo>
                  <a:lnTo>
                    <a:pt x="335673" y="46657"/>
                  </a:lnTo>
                  <a:lnTo>
                    <a:pt x="369084" y="51301"/>
                  </a:lnTo>
                  <a:lnTo>
                    <a:pt x="400338" y="55646"/>
                  </a:lnTo>
                  <a:lnTo>
                    <a:pt x="429697" y="59727"/>
                  </a:lnTo>
                  <a:lnTo>
                    <a:pt x="457378" y="63574"/>
                  </a:lnTo>
                  <a:lnTo>
                    <a:pt x="483561" y="67213"/>
                  </a:lnTo>
                  <a:lnTo>
                    <a:pt x="508401" y="70666"/>
                  </a:lnTo>
                  <a:lnTo>
                    <a:pt x="532029" y="73950"/>
                  </a:lnTo>
                  <a:lnTo>
                    <a:pt x="554557" y="77082"/>
                  </a:lnTo>
                  <a:lnTo>
                    <a:pt x="576084" y="80074"/>
                  </a:lnTo>
                  <a:lnTo>
                    <a:pt x="596695" y="82939"/>
                  </a:lnTo>
                  <a:lnTo>
                    <a:pt x="616464" y="85687"/>
                  </a:lnTo>
                  <a:lnTo>
                    <a:pt x="635457" y="88327"/>
                  </a:lnTo>
                  <a:lnTo>
                    <a:pt x="653734" y="90867"/>
                  </a:lnTo>
                  <a:lnTo>
                    <a:pt x="671346" y="93315"/>
                  </a:lnTo>
                  <a:lnTo>
                    <a:pt x="688340" y="95677"/>
                  </a:lnTo>
                  <a:lnTo>
                    <a:pt x="704757" y="97959"/>
                  </a:lnTo>
                  <a:lnTo>
                    <a:pt x="720637" y="100166"/>
                  </a:lnTo>
                  <a:lnTo>
                    <a:pt x="736012" y="102304"/>
                  </a:lnTo>
                  <a:lnTo>
                    <a:pt x="750914" y="104375"/>
                  </a:lnTo>
                  <a:lnTo>
                    <a:pt x="765371" y="106384"/>
                  </a:lnTo>
                  <a:lnTo>
                    <a:pt x="779408" y="108336"/>
                  </a:lnTo>
                  <a:lnTo>
                    <a:pt x="793051" y="110232"/>
                  </a:lnTo>
                  <a:lnTo>
                    <a:pt x="806320" y="112076"/>
                  </a:lnTo>
                  <a:lnTo>
                    <a:pt x="819234" y="113871"/>
                  </a:lnTo>
                  <a:lnTo>
                    <a:pt x="831814" y="115620"/>
                  </a:lnTo>
                  <a:lnTo>
                    <a:pt x="844074" y="117324"/>
                  </a:lnTo>
                  <a:lnTo>
                    <a:pt x="856032" y="118986"/>
                  </a:lnTo>
                  <a:lnTo>
                    <a:pt x="867702" y="120608"/>
                  </a:lnTo>
                  <a:lnTo>
                    <a:pt x="879097" y="122192"/>
                  </a:lnTo>
                  <a:lnTo>
                    <a:pt x="890231" y="123740"/>
                  </a:lnTo>
                  <a:lnTo>
                    <a:pt x="901114" y="125252"/>
                  </a:lnTo>
                  <a:lnTo>
                    <a:pt x="911757" y="126732"/>
                  </a:lnTo>
                  <a:lnTo>
                    <a:pt x="922172" y="128179"/>
                  </a:lnTo>
                  <a:lnTo>
                    <a:pt x="932368" y="129597"/>
                  </a:lnTo>
                  <a:lnTo>
                    <a:pt x="942353" y="130985"/>
                  </a:lnTo>
                  <a:lnTo>
                    <a:pt x="952137" y="132344"/>
                  </a:lnTo>
                  <a:lnTo>
                    <a:pt x="961727" y="133677"/>
                  </a:lnTo>
                  <a:lnTo>
                    <a:pt x="971130" y="134985"/>
                  </a:lnTo>
                  <a:lnTo>
                    <a:pt x="980355" y="136267"/>
                  </a:lnTo>
                  <a:lnTo>
                    <a:pt x="989407" y="137525"/>
                  </a:lnTo>
                  <a:lnTo>
                    <a:pt x="998293" y="138760"/>
                  </a:lnTo>
                  <a:lnTo>
                    <a:pt x="1007019" y="1399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0045" y="3064897"/>
              <a:ext cx="1007019" cy="115146"/>
            </a:xfrm>
            <a:custGeom>
              <a:avLst/>
              <a:pathLst>
                <a:path w="1007019" h="115146">
                  <a:moveTo>
                    <a:pt x="0" y="0"/>
                  </a:moveTo>
                  <a:lnTo>
                    <a:pt x="64665" y="7394"/>
                  </a:lnTo>
                  <a:lnTo>
                    <a:pt x="121705" y="13916"/>
                  </a:lnTo>
                  <a:lnTo>
                    <a:pt x="172728" y="19750"/>
                  </a:lnTo>
                  <a:lnTo>
                    <a:pt x="218884" y="25028"/>
                  </a:lnTo>
                  <a:lnTo>
                    <a:pt x="261022" y="29846"/>
                  </a:lnTo>
                  <a:lnTo>
                    <a:pt x="299784" y="34278"/>
                  </a:lnTo>
                  <a:lnTo>
                    <a:pt x="335673" y="38382"/>
                  </a:lnTo>
                  <a:lnTo>
                    <a:pt x="369084" y="42202"/>
                  </a:lnTo>
                  <a:lnTo>
                    <a:pt x="400338" y="45776"/>
                  </a:lnTo>
                  <a:lnTo>
                    <a:pt x="429697" y="49133"/>
                  </a:lnTo>
                  <a:lnTo>
                    <a:pt x="457378" y="52298"/>
                  </a:lnTo>
                  <a:lnTo>
                    <a:pt x="483561" y="55292"/>
                  </a:lnTo>
                  <a:lnTo>
                    <a:pt x="508401" y="58132"/>
                  </a:lnTo>
                  <a:lnTo>
                    <a:pt x="532029" y="60834"/>
                  </a:lnTo>
                  <a:lnTo>
                    <a:pt x="554557" y="63410"/>
                  </a:lnTo>
                  <a:lnTo>
                    <a:pt x="576084" y="65871"/>
                  </a:lnTo>
                  <a:lnTo>
                    <a:pt x="596695" y="68228"/>
                  </a:lnTo>
                  <a:lnTo>
                    <a:pt x="616464" y="70489"/>
                  </a:lnTo>
                  <a:lnTo>
                    <a:pt x="635457" y="72660"/>
                  </a:lnTo>
                  <a:lnTo>
                    <a:pt x="653734" y="74750"/>
                  </a:lnTo>
                  <a:lnTo>
                    <a:pt x="671346" y="76764"/>
                  </a:lnTo>
                  <a:lnTo>
                    <a:pt x="688340" y="78707"/>
                  </a:lnTo>
                  <a:lnTo>
                    <a:pt x="704757" y="80584"/>
                  </a:lnTo>
                  <a:lnTo>
                    <a:pt x="720637" y="82400"/>
                  </a:lnTo>
                  <a:lnTo>
                    <a:pt x="736012" y="84158"/>
                  </a:lnTo>
                  <a:lnTo>
                    <a:pt x="750914" y="85862"/>
                  </a:lnTo>
                  <a:lnTo>
                    <a:pt x="765371" y="87515"/>
                  </a:lnTo>
                  <a:lnTo>
                    <a:pt x="779408" y="89120"/>
                  </a:lnTo>
                  <a:lnTo>
                    <a:pt x="793051" y="90680"/>
                  </a:lnTo>
                  <a:lnTo>
                    <a:pt x="806320" y="92197"/>
                  </a:lnTo>
                  <a:lnTo>
                    <a:pt x="819234" y="93674"/>
                  </a:lnTo>
                  <a:lnTo>
                    <a:pt x="831814" y="95113"/>
                  </a:lnTo>
                  <a:lnTo>
                    <a:pt x="844074" y="96514"/>
                  </a:lnTo>
                  <a:lnTo>
                    <a:pt x="856032" y="97882"/>
                  </a:lnTo>
                  <a:lnTo>
                    <a:pt x="867702" y="99216"/>
                  </a:lnTo>
                  <a:lnTo>
                    <a:pt x="879097" y="100519"/>
                  </a:lnTo>
                  <a:lnTo>
                    <a:pt x="890231" y="101792"/>
                  </a:lnTo>
                  <a:lnTo>
                    <a:pt x="901114" y="103037"/>
                  </a:lnTo>
                  <a:lnTo>
                    <a:pt x="911757" y="104254"/>
                  </a:lnTo>
                  <a:lnTo>
                    <a:pt x="922172" y="105444"/>
                  </a:lnTo>
                  <a:lnTo>
                    <a:pt x="932368" y="106610"/>
                  </a:lnTo>
                  <a:lnTo>
                    <a:pt x="942353" y="107752"/>
                  </a:lnTo>
                  <a:lnTo>
                    <a:pt x="952137" y="108871"/>
                  </a:lnTo>
                  <a:lnTo>
                    <a:pt x="961727" y="109967"/>
                  </a:lnTo>
                  <a:lnTo>
                    <a:pt x="971130" y="111043"/>
                  </a:lnTo>
                  <a:lnTo>
                    <a:pt x="980355" y="112097"/>
                  </a:lnTo>
                  <a:lnTo>
                    <a:pt x="989407" y="113132"/>
                  </a:lnTo>
                  <a:lnTo>
                    <a:pt x="998293" y="114148"/>
                  </a:lnTo>
                  <a:lnTo>
                    <a:pt x="1007019" y="11514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5201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634" y="33699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634" y="316703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634" y="29641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634" y="276123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732" y="34063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732" y="32034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732" y="30005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732" y="27976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5201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70045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0571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139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77065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315" y="3005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5201" y="2439157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84950" y="31754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65775" y="30174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61616" y="31369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76830" y="31447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75466" y="326270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900722" y="31245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57921" y="32143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64068" y="31706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58267" y="32819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92328" y="33031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37712" y="33572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26048" y="33354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98048" y="32328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10433" y="3320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93410" y="32360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12743" y="30862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35192" y="33394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04301" y="33331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08389" y="32233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28196" y="31129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35499" y="31795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37787" y="33355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22890" y="30540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16622" y="32403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22177" y="31447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92709" y="31346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20176" y="29761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05678" y="30717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36086" y="30891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56017" y="33943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51628" y="312610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31215" y="3287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27044" y="33119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0103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71640" y="29315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43500" y="30776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27212" y="32161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30600" y="31570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42588" y="33729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27455" y="32830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47583" y="32754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48836" y="32902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36758" y="31708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48324" y="33241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63582" y="32627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65109" y="30488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41182" y="32186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56666" y="26271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888633" y="32029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80430" y="32442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94057" y="29472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80810" y="33283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93813" y="30256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00768" y="32759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97259" y="32521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81179" y="308813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98240" y="29806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62429" y="32886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91160" y="31507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60262" y="32264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98671" y="31029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67675" y="33224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67497" y="30536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71119" y="30247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92194" y="32313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84325" y="30830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89010" y="30390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75449" y="32165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65638" y="30440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98595" y="33419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68838" y="32798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64968" y="33886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8481" y="3142461"/>
              <a:ext cx="1003320" cy="9153"/>
            </a:xfrm>
            <a:custGeom>
              <a:avLst/>
              <a:pathLst>
                <a:path w="1003320" h="9153">
                  <a:moveTo>
                    <a:pt x="0" y="9153"/>
                  </a:moveTo>
                  <a:lnTo>
                    <a:pt x="64428" y="8565"/>
                  </a:lnTo>
                  <a:lnTo>
                    <a:pt x="121257" y="8047"/>
                  </a:lnTo>
                  <a:lnTo>
                    <a:pt x="172093" y="7583"/>
                  </a:lnTo>
                  <a:lnTo>
                    <a:pt x="218080" y="7164"/>
                  </a:lnTo>
                  <a:lnTo>
                    <a:pt x="260063" y="6780"/>
                  </a:lnTo>
                  <a:lnTo>
                    <a:pt x="298683" y="6428"/>
                  </a:lnTo>
                  <a:lnTo>
                    <a:pt x="334440" y="6102"/>
                  </a:lnTo>
                  <a:lnTo>
                    <a:pt x="367728" y="5798"/>
                  </a:lnTo>
                  <a:lnTo>
                    <a:pt x="398868" y="5514"/>
                  </a:lnTo>
                  <a:lnTo>
                    <a:pt x="428119" y="5247"/>
                  </a:lnTo>
                  <a:lnTo>
                    <a:pt x="455698" y="4996"/>
                  </a:lnTo>
                  <a:lnTo>
                    <a:pt x="481785" y="4758"/>
                  </a:lnTo>
                  <a:lnTo>
                    <a:pt x="506534" y="4532"/>
                  </a:lnTo>
                  <a:lnTo>
                    <a:pt x="530075" y="4317"/>
                  </a:lnTo>
                  <a:lnTo>
                    <a:pt x="552520" y="4112"/>
                  </a:lnTo>
                  <a:lnTo>
                    <a:pt x="573968" y="3917"/>
                  </a:lnTo>
                  <a:lnTo>
                    <a:pt x="594503" y="3729"/>
                  </a:lnTo>
                  <a:lnTo>
                    <a:pt x="614199" y="3550"/>
                  </a:lnTo>
                  <a:lnTo>
                    <a:pt x="633123" y="3377"/>
                  </a:lnTo>
                  <a:lnTo>
                    <a:pt x="651333" y="3211"/>
                  </a:lnTo>
                  <a:lnTo>
                    <a:pt x="668880" y="3051"/>
                  </a:lnTo>
                  <a:lnTo>
                    <a:pt x="685811" y="2896"/>
                  </a:lnTo>
                  <a:lnTo>
                    <a:pt x="702169" y="2747"/>
                  </a:lnTo>
                  <a:lnTo>
                    <a:pt x="717989" y="2603"/>
                  </a:lnTo>
                  <a:lnTo>
                    <a:pt x="733308" y="2463"/>
                  </a:lnTo>
                  <a:lnTo>
                    <a:pt x="748155" y="2327"/>
                  </a:lnTo>
                  <a:lnTo>
                    <a:pt x="762559" y="2196"/>
                  </a:lnTo>
                  <a:lnTo>
                    <a:pt x="776546" y="2068"/>
                  </a:lnTo>
                  <a:lnTo>
                    <a:pt x="790138" y="1944"/>
                  </a:lnTo>
                  <a:lnTo>
                    <a:pt x="803358" y="1824"/>
                  </a:lnTo>
                  <a:lnTo>
                    <a:pt x="816225" y="1706"/>
                  </a:lnTo>
                  <a:lnTo>
                    <a:pt x="828758" y="1592"/>
                  </a:lnTo>
                  <a:lnTo>
                    <a:pt x="840974" y="1481"/>
                  </a:lnTo>
                  <a:lnTo>
                    <a:pt x="852888" y="1372"/>
                  </a:lnTo>
                  <a:lnTo>
                    <a:pt x="864515" y="1266"/>
                  </a:lnTo>
                  <a:lnTo>
                    <a:pt x="875868" y="1162"/>
                  </a:lnTo>
                  <a:lnTo>
                    <a:pt x="886960" y="1061"/>
                  </a:lnTo>
                  <a:lnTo>
                    <a:pt x="897804" y="962"/>
                  </a:lnTo>
                  <a:lnTo>
                    <a:pt x="908408" y="865"/>
                  </a:lnTo>
                  <a:lnTo>
                    <a:pt x="918785" y="771"/>
                  </a:lnTo>
                  <a:lnTo>
                    <a:pt x="928943" y="678"/>
                  </a:lnTo>
                  <a:lnTo>
                    <a:pt x="938892" y="587"/>
                  </a:lnTo>
                  <a:lnTo>
                    <a:pt x="948639" y="498"/>
                  </a:lnTo>
                  <a:lnTo>
                    <a:pt x="958194" y="411"/>
                  </a:lnTo>
                  <a:lnTo>
                    <a:pt x="967563" y="326"/>
                  </a:lnTo>
                  <a:lnTo>
                    <a:pt x="976754" y="242"/>
                  </a:lnTo>
                  <a:lnTo>
                    <a:pt x="985773" y="160"/>
                  </a:lnTo>
                  <a:lnTo>
                    <a:pt x="994626" y="79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8481" y="3237469"/>
              <a:ext cx="1003320" cy="23005"/>
            </a:xfrm>
            <a:custGeom>
              <a:avLst/>
              <a:pathLst>
                <a:path w="1003320" h="23005">
                  <a:moveTo>
                    <a:pt x="0" y="0"/>
                  </a:moveTo>
                  <a:lnTo>
                    <a:pt x="64428" y="1477"/>
                  </a:lnTo>
                  <a:lnTo>
                    <a:pt x="121257" y="2780"/>
                  </a:lnTo>
                  <a:lnTo>
                    <a:pt x="172093" y="3945"/>
                  </a:lnTo>
                  <a:lnTo>
                    <a:pt x="218080" y="5000"/>
                  </a:lnTo>
                  <a:lnTo>
                    <a:pt x="260063" y="5962"/>
                  </a:lnTo>
                  <a:lnTo>
                    <a:pt x="298683" y="6848"/>
                  </a:lnTo>
                  <a:lnTo>
                    <a:pt x="334440" y="7668"/>
                  </a:lnTo>
                  <a:lnTo>
                    <a:pt x="367728" y="8431"/>
                  </a:lnTo>
                  <a:lnTo>
                    <a:pt x="398868" y="9145"/>
                  </a:lnTo>
                  <a:lnTo>
                    <a:pt x="428119" y="9816"/>
                  </a:lnTo>
                  <a:lnTo>
                    <a:pt x="455698" y="10448"/>
                  </a:lnTo>
                  <a:lnTo>
                    <a:pt x="481785" y="11046"/>
                  </a:lnTo>
                  <a:lnTo>
                    <a:pt x="506534" y="11614"/>
                  </a:lnTo>
                  <a:lnTo>
                    <a:pt x="530075" y="12154"/>
                  </a:lnTo>
                  <a:lnTo>
                    <a:pt x="552520" y="12668"/>
                  </a:lnTo>
                  <a:lnTo>
                    <a:pt x="573968" y="13160"/>
                  </a:lnTo>
                  <a:lnTo>
                    <a:pt x="594503" y="13631"/>
                  </a:lnTo>
                  <a:lnTo>
                    <a:pt x="614199" y="14082"/>
                  </a:lnTo>
                  <a:lnTo>
                    <a:pt x="633123" y="14516"/>
                  </a:lnTo>
                  <a:lnTo>
                    <a:pt x="651333" y="14934"/>
                  </a:lnTo>
                  <a:lnTo>
                    <a:pt x="668880" y="15336"/>
                  </a:lnTo>
                  <a:lnTo>
                    <a:pt x="685811" y="15724"/>
                  </a:lnTo>
                  <a:lnTo>
                    <a:pt x="702169" y="16100"/>
                  </a:lnTo>
                  <a:lnTo>
                    <a:pt x="717989" y="16462"/>
                  </a:lnTo>
                  <a:lnTo>
                    <a:pt x="733308" y="16814"/>
                  </a:lnTo>
                  <a:lnTo>
                    <a:pt x="748155" y="17154"/>
                  </a:lnTo>
                  <a:lnTo>
                    <a:pt x="762559" y="17484"/>
                  </a:lnTo>
                  <a:lnTo>
                    <a:pt x="776546" y="17805"/>
                  </a:lnTo>
                  <a:lnTo>
                    <a:pt x="790138" y="18117"/>
                  </a:lnTo>
                  <a:lnTo>
                    <a:pt x="803358" y="18420"/>
                  </a:lnTo>
                  <a:lnTo>
                    <a:pt x="816225" y="18715"/>
                  </a:lnTo>
                  <a:lnTo>
                    <a:pt x="828758" y="19002"/>
                  </a:lnTo>
                  <a:lnTo>
                    <a:pt x="840974" y="19282"/>
                  </a:lnTo>
                  <a:lnTo>
                    <a:pt x="852888" y="19555"/>
                  </a:lnTo>
                  <a:lnTo>
                    <a:pt x="864515" y="19822"/>
                  </a:lnTo>
                  <a:lnTo>
                    <a:pt x="875868" y="20082"/>
                  </a:lnTo>
                  <a:lnTo>
                    <a:pt x="886960" y="20337"/>
                  </a:lnTo>
                  <a:lnTo>
                    <a:pt x="897804" y="20585"/>
                  </a:lnTo>
                  <a:lnTo>
                    <a:pt x="908408" y="20828"/>
                  </a:lnTo>
                  <a:lnTo>
                    <a:pt x="918785" y="21066"/>
                  </a:lnTo>
                  <a:lnTo>
                    <a:pt x="928943" y="21299"/>
                  </a:lnTo>
                  <a:lnTo>
                    <a:pt x="938892" y="21527"/>
                  </a:lnTo>
                  <a:lnTo>
                    <a:pt x="948639" y="21751"/>
                  </a:lnTo>
                  <a:lnTo>
                    <a:pt x="958194" y="21970"/>
                  </a:lnTo>
                  <a:lnTo>
                    <a:pt x="967563" y="22185"/>
                  </a:lnTo>
                  <a:lnTo>
                    <a:pt x="976754" y="22395"/>
                  </a:lnTo>
                  <a:lnTo>
                    <a:pt x="985773" y="22602"/>
                  </a:lnTo>
                  <a:lnTo>
                    <a:pt x="994626" y="22805"/>
                  </a:lnTo>
                  <a:lnTo>
                    <a:pt x="1003320" y="2300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8481" y="3125510"/>
              <a:ext cx="1003320" cy="44190"/>
            </a:xfrm>
            <a:custGeom>
              <a:avLst/>
              <a:pathLst>
                <a:path w="1003320" h="44190">
                  <a:moveTo>
                    <a:pt x="0" y="44190"/>
                  </a:moveTo>
                  <a:lnTo>
                    <a:pt x="64428" y="41352"/>
                  </a:lnTo>
                  <a:lnTo>
                    <a:pt x="121257" y="38849"/>
                  </a:lnTo>
                  <a:lnTo>
                    <a:pt x="172093" y="36610"/>
                  </a:lnTo>
                  <a:lnTo>
                    <a:pt x="218080" y="34585"/>
                  </a:lnTo>
                  <a:lnTo>
                    <a:pt x="260063" y="32736"/>
                  </a:lnTo>
                  <a:lnTo>
                    <a:pt x="298683" y="31035"/>
                  </a:lnTo>
                  <a:lnTo>
                    <a:pt x="334440" y="29460"/>
                  </a:lnTo>
                  <a:lnTo>
                    <a:pt x="367728" y="27994"/>
                  </a:lnTo>
                  <a:lnTo>
                    <a:pt x="398868" y="26622"/>
                  </a:lnTo>
                  <a:lnTo>
                    <a:pt x="428119" y="25334"/>
                  </a:lnTo>
                  <a:lnTo>
                    <a:pt x="455698" y="24119"/>
                  </a:lnTo>
                  <a:lnTo>
                    <a:pt x="481785" y="22970"/>
                  </a:lnTo>
                  <a:lnTo>
                    <a:pt x="506534" y="21880"/>
                  </a:lnTo>
                  <a:lnTo>
                    <a:pt x="530075" y="20843"/>
                  </a:lnTo>
                  <a:lnTo>
                    <a:pt x="552520" y="19855"/>
                  </a:lnTo>
                  <a:lnTo>
                    <a:pt x="573968" y="18910"/>
                  </a:lnTo>
                  <a:lnTo>
                    <a:pt x="594503" y="18006"/>
                  </a:lnTo>
                  <a:lnTo>
                    <a:pt x="614199" y="17138"/>
                  </a:lnTo>
                  <a:lnTo>
                    <a:pt x="633123" y="16305"/>
                  </a:lnTo>
                  <a:lnTo>
                    <a:pt x="651333" y="15502"/>
                  </a:lnTo>
                  <a:lnTo>
                    <a:pt x="668880" y="14730"/>
                  </a:lnTo>
                  <a:lnTo>
                    <a:pt x="685811" y="13984"/>
                  </a:lnTo>
                  <a:lnTo>
                    <a:pt x="702169" y="13263"/>
                  </a:lnTo>
                  <a:lnTo>
                    <a:pt x="717989" y="12567"/>
                  </a:lnTo>
                  <a:lnTo>
                    <a:pt x="733308" y="11892"/>
                  </a:lnTo>
                  <a:lnTo>
                    <a:pt x="748155" y="11238"/>
                  </a:lnTo>
                  <a:lnTo>
                    <a:pt x="762559" y="10604"/>
                  </a:lnTo>
                  <a:lnTo>
                    <a:pt x="776546" y="9988"/>
                  </a:lnTo>
                  <a:lnTo>
                    <a:pt x="790138" y="9389"/>
                  </a:lnTo>
                  <a:lnTo>
                    <a:pt x="803358" y="8807"/>
                  </a:lnTo>
                  <a:lnTo>
                    <a:pt x="816225" y="8240"/>
                  </a:lnTo>
                  <a:lnTo>
                    <a:pt x="828758" y="7688"/>
                  </a:lnTo>
                  <a:lnTo>
                    <a:pt x="840974" y="7150"/>
                  </a:lnTo>
                  <a:lnTo>
                    <a:pt x="852888" y="6625"/>
                  </a:lnTo>
                  <a:lnTo>
                    <a:pt x="864515" y="6113"/>
                  </a:lnTo>
                  <a:lnTo>
                    <a:pt x="875868" y="5613"/>
                  </a:lnTo>
                  <a:lnTo>
                    <a:pt x="886960" y="5124"/>
                  </a:lnTo>
                  <a:lnTo>
                    <a:pt x="897804" y="4647"/>
                  </a:lnTo>
                  <a:lnTo>
                    <a:pt x="908408" y="4180"/>
                  </a:lnTo>
                  <a:lnTo>
                    <a:pt x="918785" y="3723"/>
                  </a:lnTo>
                  <a:lnTo>
                    <a:pt x="928943" y="3275"/>
                  </a:lnTo>
                  <a:lnTo>
                    <a:pt x="938892" y="2837"/>
                  </a:lnTo>
                  <a:lnTo>
                    <a:pt x="948639" y="2408"/>
                  </a:lnTo>
                  <a:lnTo>
                    <a:pt x="958194" y="1987"/>
                  </a:lnTo>
                  <a:lnTo>
                    <a:pt x="967563" y="1574"/>
                  </a:lnTo>
                  <a:lnTo>
                    <a:pt x="976754" y="1170"/>
                  </a:lnTo>
                  <a:lnTo>
                    <a:pt x="985773" y="772"/>
                  </a:lnTo>
                  <a:lnTo>
                    <a:pt x="994626" y="382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8481" y="2995526"/>
              <a:ext cx="1003320" cy="161572"/>
            </a:xfrm>
            <a:custGeom>
              <a:avLst/>
              <a:pathLst>
                <a:path w="1003320" h="161572">
                  <a:moveTo>
                    <a:pt x="0" y="161572"/>
                  </a:moveTo>
                  <a:lnTo>
                    <a:pt x="64428" y="151197"/>
                  </a:lnTo>
                  <a:lnTo>
                    <a:pt x="121257" y="142045"/>
                  </a:lnTo>
                  <a:lnTo>
                    <a:pt x="172093" y="133859"/>
                  </a:lnTo>
                  <a:lnTo>
                    <a:pt x="218080" y="126453"/>
                  </a:lnTo>
                  <a:lnTo>
                    <a:pt x="260063" y="119692"/>
                  </a:lnTo>
                  <a:lnTo>
                    <a:pt x="298683" y="113473"/>
                  </a:lnTo>
                  <a:lnTo>
                    <a:pt x="334440" y="107715"/>
                  </a:lnTo>
                  <a:lnTo>
                    <a:pt x="367728" y="102354"/>
                  </a:lnTo>
                  <a:lnTo>
                    <a:pt x="398868" y="97339"/>
                  </a:lnTo>
                  <a:lnTo>
                    <a:pt x="428119" y="92629"/>
                  </a:lnTo>
                  <a:lnTo>
                    <a:pt x="455698" y="88188"/>
                  </a:lnTo>
                  <a:lnTo>
                    <a:pt x="481785" y="83987"/>
                  </a:lnTo>
                  <a:lnTo>
                    <a:pt x="506534" y="80001"/>
                  </a:lnTo>
                  <a:lnTo>
                    <a:pt x="530075" y="76210"/>
                  </a:lnTo>
                  <a:lnTo>
                    <a:pt x="552520" y="72595"/>
                  </a:lnTo>
                  <a:lnTo>
                    <a:pt x="573968" y="69142"/>
                  </a:lnTo>
                  <a:lnTo>
                    <a:pt x="594503" y="65835"/>
                  </a:lnTo>
                  <a:lnTo>
                    <a:pt x="614199" y="62663"/>
                  </a:lnTo>
                  <a:lnTo>
                    <a:pt x="633123" y="59615"/>
                  </a:lnTo>
                  <a:lnTo>
                    <a:pt x="651333" y="56683"/>
                  </a:lnTo>
                  <a:lnTo>
                    <a:pt x="668880" y="53857"/>
                  </a:lnTo>
                  <a:lnTo>
                    <a:pt x="685811" y="51131"/>
                  </a:lnTo>
                  <a:lnTo>
                    <a:pt x="702169" y="48496"/>
                  </a:lnTo>
                  <a:lnTo>
                    <a:pt x="717989" y="45949"/>
                  </a:lnTo>
                  <a:lnTo>
                    <a:pt x="733308" y="43482"/>
                  </a:lnTo>
                  <a:lnTo>
                    <a:pt x="748155" y="41091"/>
                  </a:lnTo>
                  <a:lnTo>
                    <a:pt x="762559" y="38771"/>
                  </a:lnTo>
                  <a:lnTo>
                    <a:pt x="776546" y="36519"/>
                  </a:lnTo>
                  <a:lnTo>
                    <a:pt x="790138" y="34330"/>
                  </a:lnTo>
                  <a:lnTo>
                    <a:pt x="803358" y="32201"/>
                  </a:lnTo>
                  <a:lnTo>
                    <a:pt x="816225" y="30129"/>
                  </a:lnTo>
                  <a:lnTo>
                    <a:pt x="828758" y="28111"/>
                  </a:lnTo>
                  <a:lnTo>
                    <a:pt x="840974" y="26143"/>
                  </a:lnTo>
                  <a:lnTo>
                    <a:pt x="852888" y="24225"/>
                  </a:lnTo>
                  <a:lnTo>
                    <a:pt x="864515" y="22352"/>
                  </a:lnTo>
                  <a:lnTo>
                    <a:pt x="875868" y="20524"/>
                  </a:lnTo>
                  <a:lnTo>
                    <a:pt x="886960" y="18738"/>
                  </a:lnTo>
                  <a:lnTo>
                    <a:pt x="897804" y="16992"/>
                  </a:lnTo>
                  <a:lnTo>
                    <a:pt x="908408" y="15284"/>
                  </a:lnTo>
                  <a:lnTo>
                    <a:pt x="918785" y="13613"/>
                  </a:lnTo>
                  <a:lnTo>
                    <a:pt x="928943" y="11977"/>
                  </a:lnTo>
                  <a:lnTo>
                    <a:pt x="938892" y="10375"/>
                  </a:lnTo>
                  <a:lnTo>
                    <a:pt x="948639" y="8805"/>
                  </a:lnTo>
                  <a:lnTo>
                    <a:pt x="958194" y="7266"/>
                  </a:lnTo>
                  <a:lnTo>
                    <a:pt x="967563" y="5758"/>
                  </a:lnTo>
                  <a:lnTo>
                    <a:pt x="976754" y="4278"/>
                  </a:lnTo>
                  <a:lnTo>
                    <a:pt x="985773" y="2825"/>
                  </a:lnTo>
                  <a:lnTo>
                    <a:pt x="994626" y="1400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8481" y="3056748"/>
              <a:ext cx="1003320" cy="153005"/>
            </a:xfrm>
            <a:custGeom>
              <a:avLst/>
              <a:pathLst>
                <a:path w="1003320" h="153005">
                  <a:moveTo>
                    <a:pt x="0" y="153005"/>
                  </a:moveTo>
                  <a:lnTo>
                    <a:pt x="64428" y="143180"/>
                  </a:lnTo>
                  <a:lnTo>
                    <a:pt x="121257" y="134514"/>
                  </a:lnTo>
                  <a:lnTo>
                    <a:pt x="172093" y="126761"/>
                  </a:lnTo>
                  <a:lnTo>
                    <a:pt x="218080" y="119748"/>
                  </a:lnTo>
                  <a:lnTo>
                    <a:pt x="260063" y="113346"/>
                  </a:lnTo>
                  <a:lnTo>
                    <a:pt x="298683" y="107456"/>
                  </a:lnTo>
                  <a:lnTo>
                    <a:pt x="334440" y="102003"/>
                  </a:lnTo>
                  <a:lnTo>
                    <a:pt x="367728" y="96927"/>
                  </a:lnTo>
                  <a:lnTo>
                    <a:pt x="398868" y="92178"/>
                  </a:lnTo>
                  <a:lnTo>
                    <a:pt x="428119" y="87717"/>
                  </a:lnTo>
                  <a:lnTo>
                    <a:pt x="455698" y="83512"/>
                  </a:lnTo>
                  <a:lnTo>
                    <a:pt x="481785" y="79533"/>
                  </a:lnTo>
                  <a:lnTo>
                    <a:pt x="506534" y="75759"/>
                  </a:lnTo>
                  <a:lnTo>
                    <a:pt x="530075" y="72169"/>
                  </a:lnTo>
                  <a:lnTo>
                    <a:pt x="552520" y="68746"/>
                  </a:lnTo>
                  <a:lnTo>
                    <a:pt x="573968" y="65475"/>
                  </a:lnTo>
                  <a:lnTo>
                    <a:pt x="594503" y="62344"/>
                  </a:lnTo>
                  <a:lnTo>
                    <a:pt x="614199" y="59340"/>
                  </a:lnTo>
                  <a:lnTo>
                    <a:pt x="633123" y="56454"/>
                  </a:lnTo>
                  <a:lnTo>
                    <a:pt x="651333" y="53677"/>
                  </a:lnTo>
                  <a:lnTo>
                    <a:pt x="668880" y="51001"/>
                  </a:lnTo>
                  <a:lnTo>
                    <a:pt x="685811" y="48419"/>
                  </a:lnTo>
                  <a:lnTo>
                    <a:pt x="702169" y="45925"/>
                  </a:lnTo>
                  <a:lnTo>
                    <a:pt x="717989" y="43512"/>
                  </a:lnTo>
                  <a:lnTo>
                    <a:pt x="733308" y="41176"/>
                  </a:lnTo>
                  <a:lnTo>
                    <a:pt x="748155" y="38912"/>
                  </a:lnTo>
                  <a:lnTo>
                    <a:pt x="762559" y="36715"/>
                  </a:lnTo>
                  <a:lnTo>
                    <a:pt x="776546" y="34582"/>
                  </a:lnTo>
                  <a:lnTo>
                    <a:pt x="790138" y="32510"/>
                  </a:lnTo>
                  <a:lnTo>
                    <a:pt x="803358" y="30494"/>
                  </a:lnTo>
                  <a:lnTo>
                    <a:pt x="816225" y="28531"/>
                  </a:lnTo>
                  <a:lnTo>
                    <a:pt x="828758" y="26620"/>
                  </a:lnTo>
                  <a:lnTo>
                    <a:pt x="840974" y="24757"/>
                  </a:lnTo>
                  <a:lnTo>
                    <a:pt x="852888" y="22940"/>
                  </a:lnTo>
                  <a:lnTo>
                    <a:pt x="864515" y="21167"/>
                  </a:lnTo>
                  <a:lnTo>
                    <a:pt x="875868" y="19436"/>
                  </a:lnTo>
                  <a:lnTo>
                    <a:pt x="886960" y="17744"/>
                  </a:lnTo>
                  <a:lnTo>
                    <a:pt x="897804" y="16091"/>
                  </a:lnTo>
                  <a:lnTo>
                    <a:pt x="908408" y="14473"/>
                  </a:lnTo>
                  <a:lnTo>
                    <a:pt x="918785" y="12891"/>
                  </a:lnTo>
                  <a:lnTo>
                    <a:pt x="928943" y="11342"/>
                  </a:lnTo>
                  <a:lnTo>
                    <a:pt x="938892" y="9825"/>
                  </a:lnTo>
                  <a:lnTo>
                    <a:pt x="948639" y="8338"/>
                  </a:lnTo>
                  <a:lnTo>
                    <a:pt x="958194" y="6881"/>
                  </a:lnTo>
                  <a:lnTo>
                    <a:pt x="967563" y="5452"/>
                  </a:lnTo>
                  <a:lnTo>
                    <a:pt x="976754" y="4051"/>
                  </a:lnTo>
                  <a:lnTo>
                    <a:pt x="985773" y="2675"/>
                  </a:lnTo>
                  <a:lnTo>
                    <a:pt x="994626" y="1325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8481" y="3130894"/>
              <a:ext cx="1003320" cy="195272"/>
            </a:xfrm>
            <a:custGeom>
              <a:avLst/>
              <a:pathLst>
                <a:path w="1003320" h="195272">
                  <a:moveTo>
                    <a:pt x="0" y="0"/>
                  </a:moveTo>
                  <a:lnTo>
                    <a:pt x="64428" y="12539"/>
                  </a:lnTo>
                  <a:lnTo>
                    <a:pt x="121257" y="23599"/>
                  </a:lnTo>
                  <a:lnTo>
                    <a:pt x="172093" y="33493"/>
                  </a:lnTo>
                  <a:lnTo>
                    <a:pt x="218080" y="42444"/>
                  </a:lnTo>
                  <a:lnTo>
                    <a:pt x="260063" y="50615"/>
                  </a:lnTo>
                  <a:lnTo>
                    <a:pt x="298683" y="58131"/>
                  </a:lnTo>
                  <a:lnTo>
                    <a:pt x="334440" y="65090"/>
                  </a:lnTo>
                  <a:lnTo>
                    <a:pt x="367728" y="71569"/>
                  </a:lnTo>
                  <a:lnTo>
                    <a:pt x="398868" y="77630"/>
                  </a:lnTo>
                  <a:lnTo>
                    <a:pt x="428119" y="83323"/>
                  </a:lnTo>
                  <a:lnTo>
                    <a:pt x="455698" y="88690"/>
                  </a:lnTo>
                  <a:lnTo>
                    <a:pt x="481785" y="93768"/>
                  </a:lnTo>
                  <a:lnTo>
                    <a:pt x="506534" y="98584"/>
                  </a:lnTo>
                  <a:lnTo>
                    <a:pt x="530075" y="103166"/>
                  </a:lnTo>
                  <a:lnTo>
                    <a:pt x="552520" y="107535"/>
                  </a:lnTo>
                  <a:lnTo>
                    <a:pt x="573968" y="111709"/>
                  </a:lnTo>
                  <a:lnTo>
                    <a:pt x="594503" y="115705"/>
                  </a:lnTo>
                  <a:lnTo>
                    <a:pt x="614199" y="119539"/>
                  </a:lnTo>
                  <a:lnTo>
                    <a:pt x="633123" y="123222"/>
                  </a:lnTo>
                  <a:lnTo>
                    <a:pt x="651333" y="126766"/>
                  </a:lnTo>
                  <a:lnTo>
                    <a:pt x="668880" y="130181"/>
                  </a:lnTo>
                  <a:lnTo>
                    <a:pt x="685811" y="133476"/>
                  </a:lnTo>
                  <a:lnTo>
                    <a:pt x="702169" y="136660"/>
                  </a:lnTo>
                  <a:lnTo>
                    <a:pt x="717989" y="139739"/>
                  </a:lnTo>
                  <a:lnTo>
                    <a:pt x="733308" y="142721"/>
                  </a:lnTo>
                  <a:lnTo>
                    <a:pt x="748155" y="145610"/>
                  </a:lnTo>
                  <a:lnTo>
                    <a:pt x="762559" y="148414"/>
                  </a:lnTo>
                  <a:lnTo>
                    <a:pt x="776546" y="151136"/>
                  </a:lnTo>
                  <a:lnTo>
                    <a:pt x="790138" y="153781"/>
                  </a:lnTo>
                  <a:lnTo>
                    <a:pt x="803358" y="156354"/>
                  </a:lnTo>
                  <a:lnTo>
                    <a:pt x="816225" y="158858"/>
                  </a:lnTo>
                  <a:lnTo>
                    <a:pt x="828758" y="161298"/>
                  </a:lnTo>
                  <a:lnTo>
                    <a:pt x="840974" y="163675"/>
                  </a:lnTo>
                  <a:lnTo>
                    <a:pt x="852888" y="165994"/>
                  </a:lnTo>
                  <a:lnTo>
                    <a:pt x="864515" y="168257"/>
                  </a:lnTo>
                  <a:lnTo>
                    <a:pt x="875868" y="170466"/>
                  </a:lnTo>
                  <a:lnTo>
                    <a:pt x="886960" y="172625"/>
                  </a:lnTo>
                  <a:lnTo>
                    <a:pt x="897804" y="174736"/>
                  </a:lnTo>
                  <a:lnTo>
                    <a:pt x="908408" y="176800"/>
                  </a:lnTo>
                  <a:lnTo>
                    <a:pt x="918785" y="178819"/>
                  </a:lnTo>
                  <a:lnTo>
                    <a:pt x="928943" y="180796"/>
                  </a:lnTo>
                  <a:lnTo>
                    <a:pt x="938892" y="182733"/>
                  </a:lnTo>
                  <a:lnTo>
                    <a:pt x="948639" y="184630"/>
                  </a:lnTo>
                  <a:lnTo>
                    <a:pt x="958194" y="186489"/>
                  </a:lnTo>
                  <a:lnTo>
                    <a:pt x="967563" y="188313"/>
                  </a:lnTo>
                  <a:lnTo>
                    <a:pt x="976754" y="190101"/>
                  </a:lnTo>
                  <a:lnTo>
                    <a:pt x="985773" y="191857"/>
                  </a:lnTo>
                  <a:lnTo>
                    <a:pt x="994626" y="193580"/>
                  </a:lnTo>
                  <a:lnTo>
                    <a:pt x="1003320" y="19527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8481" y="3178234"/>
              <a:ext cx="1003320" cy="184384"/>
            </a:xfrm>
            <a:custGeom>
              <a:avLst/>
              <a:pathLst>
                <a:path w="1003320" h="184384">
                  <a:moveTo>
                    <a:pt x="0" y="184384"/>
                  </a:moveTo>
                  <a:lnTo>
                    <a:pt x="64428" y="172544"/>
                  </a:lnTo>
                  <a:lnTo>
                    <a:pt x="121257" y="162100"/>
                  </a:lnTo>
                  <a:lnTo>
                    <a:pt x="172093" y="152757"/>
                  </a:lnTo>
                  <a:lnTo>
                    <a:pt x="218080" y="144306"/>
                  </a:lnTo>
                  <a:lnTo>
                    <a:pt x="260063" y="136591"/>
                  </a:lnTo>
                  <a:lnTo>
                    <a:pt x="298683" y="129494"/>
                  </a:lnTo>
                  <a:lnTo>
                    <a:pt x="334440" y="122922"/>
                  </a:lnTo>
                  <a:lnTo>
                    <a:pt x="367728" y="116805"/>
                  </a:lnTo>
                  <a:lnTo>
                    <a:pt x="398868" y="111082"/>
                  </a:lnTo>
                  <a:lnTo>
                    <a:pt x="428119" y="105707"/>
                  </a:lnTo>
                  <a:lnTo>
                    <a:pt x="455698" y="100638"/>
                  </a:lnTo>
                  <a:lnTo>
                    <a:pt x="481785" y="95844"/>
                  </a:lnTo>
                  <a:lnTo>
                    <a:pt x="506534" y="91296"/>
                  </a:lnTo>
                  <a:lnTo>
                    <a:pt x="530075" y="86970"/>
                  </a:lnTo>
                  <a:lnTo>
                    <a:pt x="552520" y="82845"/>
                  </a:lnTo>
                  <a:lnTo>
                    <a:pt x="573968" y="78903"/>
                  </a:lnTo>
                  <a:lnTo>
                    <a:pt x="594503" y="75130"/>
                  </a:lnTo>
                  <a:lnTo>
                    <a:pt x="614199" y="71510"/>
                  </a:lnTo>
                  <a:lnTo>
                    <a:pt x="633123" y="68032"/>
                  </a:lnTo>
                  <a:lnTo>
                    <a:pt x="651333" y="64686"/>
                  </a:lnTo>
                  <a:lnTo>
                    <a:pt x="668880" y="61461"/>
                  </a:lnTo>
                  <a:lnTo>
                    <a:pt x="685811" y="58349"/>
                  </a:lnTo>
                  <a:lnTo>
                    <a:pt x="702169" y="55343"/>
                  </a:lnTo>
                  <a:lnTo>
                    <a:pt x="717989" y="52436"/>
                  </a:lnTo>
                  <a:lnTo>
                    <a:pt x="733308" y="49621"/>
                  </a:lnTo>
                  <a:lnTo>
                    <a:pt x="748155" y="46892"/>
                  </a:lnTo>
                  <a:lnTo>
                    <a:pt x="762559" y="44245"/>
                  </a:lnTo>
                  <a:lnTo>
                    <a:pt x="776546" y="41675"/>
                  </a:lnTo>
                  <a:lnTo>
                    <a:pt x="790138" y="39177"/>
                  </a:lnTo>
                  <a:lnTo>
                    <a:pt x="803358" y="36747"/>
                  </a:lnTo>
                  <a:lnTo>
                    <a:pt x="816225" y="34383"/>
                  </a:lnTo>
                  <a:lnTo>
                    <a:pt x="828758" y="32079"/>
                  </a:lnTo>
                  <a:lnTo>
                    <a:pt x="840974" y="29835"/>
                  </a:lnTo>
                  <a:lnTo>
                    <a:pt x="852888" y="27645"/>
                  </a:lnTo>
                  <a:lnTo>
                    <a:pt x="864515" y="25508"/>
                  </a:lnTo>
                  <a:lnTo>
                    <a:pt x="875868" y="23422"/>
                  </a:lnTo>
                  <a:lnTo>
                    <a:pt x="886960" y="21383"/>
                  </a:lnTo>
                  <a:lnTo>
                    <a:pt x="897804" y="19391"/>
                  </a:lnTo>
                  <a:lnTo>
                    <a:pt x="908408" y="17442"/>
                  </a:lnTo>
                  <a:lnTo>
                    <a:pt x="918785" y="15535"/>
                  </a:lnTo>
                  <a:lnTo>
                    <a:pt x="928943" y="13668"/>
                  </a:lnTo>
                  <a:lnTo>
                    <a:pt x="938892" y="11840"/>
                  </a:lnTo>
                  <a:lnTo>
                    <a:pt x="948639" y="10048"/>
                  </a:lnTo>
                  <a:lnTo>
                    <a:pt x="958194" y="8292"/>
                  </a:lnTo>
                  <a:lnTo>
                    <a:pt x="967563" y="6571"/>
                  </a:lnTo>
                  <a:lnTo>
                    <a:pt x="976754" y="4882"/>
                  </a:lnTo>
                  <a:lnTo>
                    <a:pt x="985773" y="3224"/>
                  </a:lnTo>
                  <a:lnTo>
                    <a:pt x="994626" y="1597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8481" y="3324809"/>
              <a:ext cx="1003320" cy="69510"/>
            </a:xfrm>
            <a:custGeom>
              <a:avLst/>
              <a:pathLst>
                <a:path w="1003320" h="69510">
                  <a:moveTo>
                    <a:pt x="0" y="0"/>
                  </a:moveTo>
                  <a:lnTo>
                    <a:pt x="64428" y="4463"/>
                  </a:lnTo>
                  <a:lnTo>
                    <a:pt x="121257" y="8400"/>
                  </a:lnTo>
                  <a:lnTo>
                    <a:pt x="172093" y="11922"/>
                  </a:lnTo>
                  <a:lnTo>
                    <a:pt x="218080" y="15108"/>
                  </a:lnTo>
                  <a:lnTo>
                    <a:pt x="260063" y="18017"/>
                  </a:lnTo>
                  <a:lnTo>
                    <a:pt x="298683" y="20692"/>
                  </a:lnTo>
                  <a:lnTo>
                    <a:pt x="334440" y="23170"/>
                  </a:lnTo>
                  <a:lnTo>
                    <a:pt x="367728" y="25476"/>
                  </a:lnTo>
                  <a:lnTo>
                    <a:pt x="398868" y="27633"/>
                  </a:lnTo>
                  <a:lnTo>
                    <a:pt x="428119" y="29660"/>
                  </a:lnTo>
                  <a:lnTo>
                    <a:pt x="455698" y="31570"/>
                  </a:lnTo>
                  <a:lnTo>
                    <a:pt x="481785" y="33378"/>
                  </a:lnTo>
                  <a:lnTo>
                    <a:pt x="506534" y="35092"/>
                  </a:lnTo>
                  <a:lnTo>
                    <a:pt x="530075" y="36723"/>
                  </a:lnTo>
                  <a:lnTo>
                    <a:pt x="552520" y="38278"/>
                  </a:lnTo>
                  <a:lnTo>
                    <a:pt x="573968" y="39764"/>
                  </a:lnTo>
                  <a:lnTo>
                    <a:pt x="594503" y="41187"/>
                  </a:lnTo>
                  <a:lnTo>
                    <a:pt x="614199" y="42552"/>
                  </a:lnTo>
                  <a:lnTo>
                    <a:pt x="633123" y="43863"/>
                  </a:lnTo>
                  <a:lnTo>
                    <a:pt x="651333" y="45124"/>
                  </a:lnTo>
                  <a:lnTo>
                    <a:pt x="668880" y="46340"/>
                  </a:lnTo>
                  <a:lnTo>
                    <a:pt x="685811" y="47513"/>
                  </a:lnTo>
                  <a:lnTo>
                    <a:pt x="702169" y="48646"/>
                  </a:lnTo>
                  <a:lnTo>
                    <a:pt x="717989" y="49742"/>
                  </a:lnTo>
                  <a:lnTo>
                    <a:pt x="733308" y="50803"/>
                  </a:lnTo>
                  <a:lnTo>
                    <a:pt x="748155" y="51832"/>
                  </a:lnTo>
                  <a:lnTo>
                    <a:pt x="762559" y="52830"/>
                  </a:lnTo>
                  <a:lnTo>
                    <a:pt x="776546" y="53799"/>
                  </a:lnTo>
                  <a:lnTo>
                    <a:pt x="790138" y="54741"/>
                  </a:lnTo>
                  <a:lnTo>
                    <a:pt x="803358" y="55657"/>
                  </a:lnTo>
                  <a:lnTo>
                    <a:pt x="816225" y="56548"/>
                  </a:lnTo>
                  <a:lnTo>
                    <a:pt x="828758" y="57416"/>
                  </a:lnTo>
                  <a:lnTo>
                    <a:pt x="840974" y="58263"/>
                  </a:lnTo>
                  <a:lnTo>
                    <a:pt x="852888" y="59088"/>
                  </a:lnTo>
                  <a:lnTo>
                    <a:pt x="864515" y="59894"/>
                  </a:lnTo>
                  <a:lnTo>
                    <a:pt x="875868" y="60680"/>
                  </a:lnTo>
                  <a:lnTo>
                    <a:pt x="886960" y="61449"/>
                  </a:lnTo>
                  <a:lnTo>
                    <a:pt x="897804" y="62200"/>
                  </a:lnTo>
                  <a:lnTo>
                    <a:pt x="908408" y="62934"/>
                  </a:lnTo>
                  <a:lnTo>
                    <a:pt x="918785" y="63653"/>
                  </a:lnTo>
                  <a:lnTo>
                    <a:pt x="928943" y="64357"/>
                  </a:lnTo>
                  <a:lnTo>
                    <a:pt x="938892" y="65046"/>
                  </a:lnTo>
                  <a:lnTo>
                    <a:pt x="948639" y="65722"/>
                  </a:lnTo>
                  <a:lnTo>
                    <a:pt x="958194" y="66384"/>
                  </a:lnTo>
                  <a:lnTo>
                    <a:pt x="967563" y="67033"/>
                  </a:lnTo>
                  <a:lnTo>
                    <a:pt x="976754" y="67669"/>
                  </a:lnTo>
                  <a:lnTo>
                    <a:pt x="985773" y="68294"/>
                  </a:lnTo>
                  <a:lnTo>
                    <a:pt x="994626" y="68908"/>
                  </a:lnTo>
                  <a:lnTo>
                    <a:pt x="1003320" y="6951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8481" y="3154314"/>
              <a:ext cx="1003320" cy="138353"/>
            </a:xfrm>
            <a:custGeom>
              <a:avLst/>
              <a:pathLst>
                <a:path w="1003320" h="138353">
                  <a:moveTo>
                    <a:pt x="0" y="138353"/>
                  </a:moveTo>
                  <a:lnTo>
                    <a:pt x="64428" y="129469"/>
                  </a:lnTo>
                  <a:lnTo>
                    <a:pt x="121257" y="121632"/>
                  </a:lnTo>
                  <a:lnTo>
                    <a:pt x="172093" y="114622"/>
                  </a:lnTo>
                  <a:lnTo>
                    <a:pt x="218080" y="108281"/>
                  </a:lnTo>
                  <a:lnTo>
                    <a:pt x="260063" y="102492"/>
                  </a:lnTo>
                  <a:lnTo>
                    <a:pt x="298683" y="97166"/>
                  </a:lnTo>
                  <a:lnTo>
                    <a:pt x="334440" y="92235"/>
                  </a:lnTo>
                  <a:lnTo>
                    <a:pt x="367728" y="87645"/>
                  </a:lnTo>
                  <a:lnTo>
                    <a:pt x="398868" y="83351"/>
                  </a:lnTo>
                  <a:lnTo>
                    <a:pt x="428119" y="79317"/>
                  </a:lnTo>
                  <a:lnTo>
                    <a:pt x="455698" y="75514"/>
                  </a:lnTo>
                  <a:lnTo>
                    <a:pt x="481785" y="71917"/>
                  </a:lnTo>
                  <a:lnTo>
                    <a:pt x="506534" y="68504"/>
                  </a:lnTo>
                  <a:lnTo>
                    <a:pt x="530075" y="65258"/>
                  </a:lnTo>
                  <a:lnTo>
                    <a:pt x="552520" y="62163"/>
                  </a:lnTo>
                  <a:lnTo>
                    <a:pt x="573968" y="59205"/>
                  </a:lnTo>
                  <a:lnTo>
                    <a:pt x="594503" y="56374"/>
                  </a:lnTo>
                  <a:lnTo>
                    <a:pt x="614199" y="53658"/>
                  </a:lnTo>
                  <a:lnTo>
                    <a:pt x="633123" y="51048"/>
                  </a:lnTo>
                  <a:lnTo>
                    <a:pt x="651333" y="48537"/>
                  </a:lnTo>
                  <a:lnTo>
                    <a:pt x="668880" y="46117"/>
                  </a:lnTo>
                  <a:lnTo>
                    <a:pt x="685811" y="43783"/>
                  </a:lnTo>
                  <a:lnTo>
                    <a:pt x="702169" y="41527"/>
                  </a:lnTo>
                  <a:lnTo>
                    <a:pt x="717989" y="39345"/>
                  </a:lnTo>
                  <a:lnTo>
                    <a:pt x="733308" y="37233"/>
                  </a:lnTo>
                  <a:lnTo>
                    <a:pt x="748155" y="35186"/>
                  </a:lnTo>
                  <a:lnTo>
                    <a:pt x="762559" y="33199"/>
                  </a:lnTo>
                  <a:lnTo>
                    <a:pt x="776546" y="31271"/>
                  </a:lnTo>
                  <a:lnTo>
                    <a:pt x="790138" y="29396"/>
                  </a:lnTo>
                  <a:lnTo>
                    <a:pt x="803358" y="27574"/>
                  </a:lnTo>
                  <a:lnTo>
                    <a:pt x="816225" y="25799"/>
                  </a:lnTo>
                  <a:lnTo>
                    <a:pt x="828758" y="24071"/>
                  </a:lnTo>
                  <a:lnTo>
                    <a:pt x="840974" y="22386"/>
                  </a:lnTo>
                  <a:lnTo>
                    <a:pt x="852888" y="20743"/>
                  </a:lnTo>
                  <a:lnTo>
                    <a:pt x="864515" y="19140"/>
                  </a:lnTo>
                  <a:lnTo>
                    <a:pt x="875868" y="17575"/>
                  </a:lnTo>
                  <a:lnTo>
                    <a:pt x="886960" y="16045"/>
                  </a:lnTo>
                  <a:lnTo>
                    <a:pt x="897804" y="14550"/>
                  </a:lnTo>
                  <a:lnTo>
                    <a:pt x="908408" y="13087"/>
                  </a:lnTo>
                  <a:lnTo>
                    <a:pt x="918785" y="11657"/>
                  </a:lnTo>
                  <a:lnTo>
                    <a:pt x="928943" y="10256"/>
                  </a:lnTo>
                  <a:lnTo>
                    <a:pt x="938892" y="8884"/>
                  </a:lnTo>
                  <a:lnTo>
                    <a:pt x="948639" y="7540"/>
                  </a:lnTo>
                  <a:lnTo>
                    <a:pt x="958194" y="6222"/>
                  </a:lnTo>
                  <a:lnTo>
                    <a:pt x="967563" y="4930"/>
                  </a:lnTo>
                  <a:lnTo>
                    <a:pt x="976754" y="3663"/>
                  </a:lnTo>
                  <a:lnTo>
                    <a:pt x="985773" y="2419"/>
                  </a:lnTo>
                  <a:lnTo>
                    <a:pt x="994626" y="1198"/>
                  </a:lnTo>
                  <a:lnTo>
                    <a:pt x="100332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8481" y="3073365"/>
              <a:ext cx="1003320" cy="65116"/>
            </a:xfrm>
            <a:custGeom>
              <a:avLst/>
              <a:pathLst>
                <a:path w="1003320" h="65116">
                  <a:moveTo>
                    <a:pt x="0" y="0"/>
                  </a:moveTo>
                  <a:lnTo>
                    <a:pt x="64428" y="4181"/>
                  </a:lnTo>
                  <a:lnTo>
                    <a:pt x="121257" y="7869"/>
                  </a:lnTo>
                  <a:lnTo>
                    <a:pt x="172093" y="11169"/>
                  </a:lnTo>
                  <a:lnTo>
                    <a:pt x="218080" y="14153"/>
                  </a:lnTo>
                  <a:lnTo>
                    <a:pt x="260063" y="16878"/>
                  </a:lnTo>
                  <a:lnTo>
                    <a:pt x="298683" y="19384"/>
                  </a:lnTo>
                  <a:lnTo>
                    <a:pt x="334440" y="21705"/>
                  </a:lnTo>
                  <a:lnTo>
                    <a:pt x="367728" y="23865"/>
                  </a:lnTo>
                  <a:lnTo>
                    <a:pt x="398868" y="25886"/>
                  </a:lnTo>
                  <a:lnTo>
                    <a:pt x="428119" y="27785"/>
                  </a:lnTo>
                  <a:lnTo>
                    <a:pt x="455698" y="29575"/>
                  </a:lnTo>
                  <a:lnTo>
                    <a:pt x="481785" y="31268"/>
                  </a:lnTo>
                  <a:lnTo>
                    <a:pt x="506534" y="32874"/>
                  </a:lnTo>
                  <a:lnTo>
                    <a:pt x="530075" y="34402"/>
                  </a:lnTo>
                  <a:lnTo>
                    <a:pt x="552520" y="35859"/>
                  </a:lnTo>
                  <a:lnTo>
                    <a:pt x="573968" y="37251"/>
                  </a:lnTo>
                  <a:lnTo>
                    <a:pt x="594503" y="38583"/>
                  </a:lnTo>
                  <a:lnTo>
                    <a:pt x="614199" y="39862"/>
                  </a:lnTo>
                  <a:lnTo>
                    <a:pt x="633123" y="41090"/>
                  </a:lnTo>
                  <a:lnTo>
                    <a:pt x="651333" y="42272"/>
                  </a:lnTo>
                  <a:lnTo>
                    <a:pt x="668880" y="43410"/>
                  </a:lnTo>
                  <a:lnTo>
                    <a:pt x="685811" y="44509"/>
                  </a:lnTo>
                  <a:lnTo>
                    <a:pt x="702169" y="45571"/>
                  </a:lnTo>
                  <a:lnTo>
                    <a:pt x="717989" y="46598"/>
                  </a:lnTo>
                  <a:lnTo>
                    <a:pt x="733308" y="47592"/>
                  </a:lnTo>
                  <a:lnTo>
                    <a:pt x="748155" y="48556"/>
                  </a:lnTo>
                  <a:lnTo>
                    <a:pt x="762559" y="49490"/>
                  </a:lnTo>
                  <a:lnTo>
                    <a:pt x="776546" y="50398"/>
                  </a:lnTo>
                  <a:lnTo>
                    <a:pt x="790138" y="51280"/>
                  </a:lnTo>
                  <a:lnTo>
                    <a:pt x="803358" y="52138"/>
                  </a:lnTo>
                  <a:lnTo>
                    <a:pt x="816225" y="52973"/>
                  </a:lnTo>
                  <a:lnTo>
                    <a:pt x="828758" y="53787"/>
                  </a:lnTo>
                  <a:lnTo>
                    <a:pt x="840974" y="54580"/>
                  </a:lnTo>
                  <a:lnTo>
                    <a:pt x="852888" y="55353"/>
                  </a:lnTo>
                  <a:lnTo>
                    <a:pt x="864515" y="56107"/>
                  </a:lnTo>
                  <a:lnTo>
                    <a:pt x="875868" y="56844"/>
                  </a:lnTo>
                  <a:lnTo>
                    <a:pt x="886960" y="57564"/>
                  </a:lnTo>
                  <a:lnTo>
                    <a:pt x="897804" y="58268"/>
                  </a:lnTo>
                  <a:lnTo>
                    <a:pt x="908408" y="58956"/>
                  </a:lnTo>
                  <a:lnTo>
                    <a:pt x="918785" y="59630"/>
                  </a:lnTo>
                  <a:lnTo>
                    <a:pt x="928943" y="60289"/>
                  </a:lnTo>
                  <a:lnTo>
                    <a:pt x="938892" y="60935"/>
                  </a:lnTo>
                  <a:lnTo>
                    <a:pt x="948639" y="61567"/>
                  </a:lnTo>
                  <a:lnTo>
                    <a:pt x="958194" y="62187"/>
                  </a:lnTo>
                  <a:lnTo>
                    <a:pt x="967563" y="62795"/>
                  </a:lnTo>
                  <a:lnTo>
                    <a:pt x="976754" y="63392"/>
                  </a:lnTo>
                  <a:lnTo>
                    <a:pt x="985773" y="63977"/>
                  </a:lnTo>
                  <a:lnTo>
                    <a:pt x="994626" y="64552"/>
                  </a:lnTo>
                  <a:lnTo>
                    <a:pt x="1003320" y="6511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85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383" y="34551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383" y="32091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383" y="29630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383" y="27169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85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848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4292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736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1180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852" y="2439157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97600" y="32383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323504" y="27974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300483" y="306610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305329" y="32593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94292" y="31540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318975" y="31616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329634" y="29191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86572" y="32557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308025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24936" y="32286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62936" y="3345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56218" y="26271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21115" y="31208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4196" y="33074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21903" y="32429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34505" y="31972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21660" y="32610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17077" y="33686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62520" y="3067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30451" y="31661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35213" y="29626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24936" y="32280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49424" y="30021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58143" y="31223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53451" y="32614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62727" y="30596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29610" y="29153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24062" y="27195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79610" y="32864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82016" y="32199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74571" y="30443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52687" y="31993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94356" y="31401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56766" y="33460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69658" y="33090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77245" y="31571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78584" y="31394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67345" y="28897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88551" y="32276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73994" y="29033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86131" y="32627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63934" y="33654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72494" y="31024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94058" y="30181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92186" y="33031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58948" y="31059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60277" y="28904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64068" y="30942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27507" y="30616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295318" y="31133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01111" y="32115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29419" y="32530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06029" y="32492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286996" y="32231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29017" y="30114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25122" y="30798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12637" y="30245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05868" y="28366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00385" y="32588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287249" y="29344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26486" y="27680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12575" y="33302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07473" y="30460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10427" y="326944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292371" y="27140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12338" y="30629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288903" y="29831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11585" y="31505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298926" y="30762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06051" y="32369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10748" y="30204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00281" y="32641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4703" y="3159115"/>
              <a:ext cx="1001754" cy="128121"/>
            </a:xfrm>
            <a:custGeom>
              <a:avLst/>
              <a:pathLst>
                <a:path w="1001754" h="128121">
                  <a:moveTo>
                    <a:pt x="0" y="128121"/>
                  </a:moveTo>
                  <a:lnTo>
                    <a:pt x="64327" y="119894"/>
                  </a:lnTo>
                  <a:lnTo>
                    <a:pt x="121068" y="112636"/>
                  </a:lnTo>
                  <a:lnTo>
                    <a:pt x="171825" y="106145"/>
                  </a:lnTo>
                  <a:lnTo>
                    <a:pt x="217740" y="100273"/>
                  </a:lnTo>
                  <a:lnTo>
                    <a:pt x="259657" y="94911"/>
                  </a:lnTo>
                  <a:lnTo>
                    <a:pt x="298217" y="89980"/>
                  </a:lnTo>
                  <a:lnTo>
                    <a:pt x="333918" y="85414"/>
                  </a:lnTo>
                  <a:lnTo>
                    <a:pt x="367155" y="81163"/>
                  </a:lnTo>
                  <a:lnTo>
                    <a:pt x="398246" y="77186"/>
                  </a:lnTo>
                  <a:lnTo>
                    <a:pt x="427451" y="73451"/>
                  </a:lnTo>
                  <a:lnTo>
                    <a:pt x="454987" y="69929"/>
                  </a:lnTo>
                  <a:lnTo>
                    <a:pt x="481033" y="66598"/>
                  </a:lnTo>
                  <a:lnTo>
                    <a:pt x="505743" y="63438"/>
                  </a:lnTo>
                  <a:lnTo>
                    <a:pt x="529247" y="60432"/>
                  </a:lnTo>
                  <a:lnTo>
                    <a:pt x="551658" y="57565"/>
                  </a:lnTo>
                  <a:lnTo>
                    <a:pt x="573072" y="54827"/>
                  </a:lnTo>
                  <a:lnTo>
                    <a:pt x="593575" y="52204"/>
                  </a:lnTo>
                  <a:lnTo>
                    <a:pt x="613241" y="49689"/>
                  </a:lnTo>
                  <a:lnTo>
                    <a:pt x="632135" y="47273"/>
                  </a:lnTo>
                  <a:lnTo>
                    <a:pt x="650316" y="44947"/>
                  </a:lnTo>
                  <a:lnTo>
                    <a:pt x="667836" y="42707"/>
                  </a:lnTo>
                  <a:lnTo>
                    <a:pt x="684741" y="40545"/>
                  </a:lnTo>
                  <a:lnTo>
                    <a:pt x="701073" y="38456"/>
                  </a:lnTo>
                  <a:lnTo>
                    <a:pt x="716869" y="36435"/>
                  </a:lnTo>
                  <a:lnTo>
                    <a:pt x="732164" y="34479"/>
                  </a:lnTo>
                  <a:lnTo>
                    <a:pt x="746988" y="32583"/>
                  </a:lnTo>
                  <a:lnTo>
                    <a:pt x="761369" y="30744"/>
                  </a:lnTo>
                  <a:lnTo>
                    <a:pt x="775334" y="28958"/>
                  </a:lnTo>
                  <a:lnTo>
                    <a:pt x="788905" y="27222"/>
                  </a:lnTo>
                  <a:lnTo>
                    <a:pt x="802104" y="25534"/>
                  </a:lnTo>
                  <a:lnTo>
                    <a:pt x="814951" y="23891"/>
                  </a:lnTo>
                  <a:lnTo>
                    <a:pt x="827465" y="22291"/>
                  </a:lnTo>
                  <a:lnTo>
                    <a:pt x="839662" y="20731"/>
                  </a:lnTo>
                  <a:lnTo>
                    <a:pt x="851557" y="19209"/>
                  </a:lnTo>
                  <a:lnTo>
                    <a:pt x="863166" y="17725"/>
                  </a:lnTo>
                  <a:lnTo>
                    <a:pt x="874501" y="16275"/>
                  </a:lnTo>
                  <a:lnTo>
                    <a:pt x="885576" y="14858"/>
                  </a:lnTo>
                  <a:lnTo>
                    <a:pt x="896403" y="13474"/>
                  </a:lnTo>
                  <a:lnTo>
                    <a:pt x="906991" y="12119"/>
                  </a:lnTo>
                  <a:lnTo>
                    <a:pt x="917351" y="10794"/>
                  </a:lnTo>
                  <a:lnTo>
                    <a:pt x="927494" y="9497"/>
                  </a:lnTo>
                  <a:lnTo>
                    <a:pt x="937427" y="8227"/>
                  </a:lnTo>
                  <a:lnTo>
                    <a:pt x="947159" y="6982"/>
                  </a:lnTo>
                  <a:lnTo>
                    <a:pt x="956699" y="5762"/>
                  </a:lnTo>
                  <a:lnTo>
                    <a:pt x="966053" y="4566"/>
                  </a:lnTo>
                  <a:lnTo>
                    <a:pt x="975230" y="3392"/>
                  </a:lnTo>
                  <a:lnTo>
                    <a:pt x="984235" y="2240"/>
                  </a:lnTo>
                  <a:lnTo>
                    <a:pt x="993074" y="1110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4703" y="3018891"/>
              <a:ext cx="1001754" cy="304561"/>
            </a:xfrm>
            <a:custGeom>
              <a:avLst/>
              <a:pathLst>
                <a:path w="1001754" h="304561">
                  <a:moveTo>
                    <a:pt x="0" y="304561"/>
                  </a:moveTo>
                  <a:lnTo>
                    <a:pt x="64327" y="285004"/>
                  </a:lnTo>
                  <a:lnTo>
                    <a:pt x="121068" y="267753"/>
                  </a:lnTo>
                  <a:lnTo>
                    <a:pt x="171825" y="252321"/>
                  </a:lnTo>
                  <a:lnTo>
                    <a:pt x="217740" y="238362"/>
                  </a:lnTo>
                  <a:lnTo>
                    <a:pt x="259657" y="225618"/>
                  </a:lnTo>
                  <a:lnTo>
                    <a:pt x="298217" y="213895"/>
                  </a:lnTo>
                  <a:lnTo>
                    <a:pt x="333918" y="203041"/>
                  </a:lnTo>
                  <a:lnTo>
                    <a:pt x="367155" y="192936"/>
                  </a:lnTo>
                  <a:lnTo>
                    <a:pt x="398246" y="183483"/>
                  </a:lnTo>
                  <a:lnTo>
                    <a:pt x="427451" y="174604"/>
                  </a:lnTo>
                  <a:lnTo>
                    <a:pt x="454987" y="166232"/>
                  </a:lnTo>
                  <a:lnTo>
                    <a:pt x="481033" y="158313"/>
                  </a:lnTo>
                  <a:lnTo>
                    <a:pt x="505743" y="150801"/>
                  </a:lnTo>
                  <a:lnTo>
                    <a:pt x="529247" y="143655"/>
                  </a:lnTo>
                  <a:lnTo>
                    <a:pt x="551658" y="136841"/>
                  </a:lnTo>
                  <a:lnTo>
                    <a:pt x="573072" y="130331"/>
                  </a:lnTo>
                  <a:lnTo>
                    <a:pt x="593575" y="124097"/>
                  </a:lnTo>
                  <a:lnTo>
                    <a:pt x="613241" y="118119"/>
                  </a:lnTo>
                  <a:lnTo>
                    <a:pt x="632135" y="112374"/>
                  </a:lnTo>
                  <a:lnTo>
                    <a:pt x="650316" y="106847"/>
                  </a:lnTo>
                  <a:lnTo>
                    <a:pt x="667836" y="101520"/>
                  </a:lnTo>
                  <a:lnTo>
                    <a:pt x="684741" y="96380"/>
                  </a:lnTo>
                  <a:lnTo>
                    <a:pt x="701073" y="91415"/>
                  </a:lnTo>
                  <a:lnTo>
                    <a:pt x="716869" y="86613"/>
                  </a:lnTo>
                  <a:lnTo>
                    <a:pt x="732164" y="81963"/>
                  </a:lnTo>
                  <a:lnTo>
                    <a:pt x="746988" y="77456"/>
                  </a:lnTo>
                  <a:lnTo>
                    <a:pt x="761369" y="73083"/>
                  </a:lnTo>
                  <a:lnTo>
                    <a:pt x="775334" y="68838"/>
                  </a:lnTo>
                  <a:lnTo>
                    <a:pt x="788905" y="64712"/>
                  </a:lnTo>
                  <a:lnTo>
                    <a:pt x="802104" y="60699"/>
                  </a:lnTo>
                  <a:lnTo>
                    <a:pt x="814951" y="56793"/>
                  </a:lnTo>
                  <a:lnTo>
                    <a:pt x="827465" y="52988"/>
                  </a:lnTo>
                  <a:lnTo>
                    <a:pt x="839662" y="49280"/>
                  </a:lnTo>
                  <a:lnTo>
                    <a:pt x="851557" y="45664"/>
                  </a:lnTo>
                  <a:lnTo>
                    <a:pt x="863166" y="42134"/>
                  </a:lnTo>
                  <a:lnTo>
                    <a:pt x="874501" y="38688"/>
                  </a:lnTo>
                  <a:lnTo>
                    <a:pt x="885576" y="35321"/>
                  </a:lnTo>
                  <a:lnTo>
                    <a:pt x="896403" y="32029"/>
                  </a:lnTo>
                  <a:lnTo>
                    <a:pt x="906991" y="28810"/>
                  </a:lnTo>
                  <a:lnTo>
                    <a:pt x="917351" y="25660"/>
                  </a:lnTo>
                  <a:lnTo>
                    <a:pt x="927494" y="22577"/>
                  </a:lnTo>
                  <a:lnTo>
                    <a:pt x="937427" y="19557"/>
                  </a:lnTo>
                  <a:lnTo>
                    <a:pt x="947159" y="16598"/>
                  </a:lnTo>
                  <a:lnTo>
                    <a:pt x="956699" y="13698"/>
                  </a:lnTo>
                  <a:lnTo>
                    <a:pt x="966053" y="10854"/>
                  </a:lnTo>
                  <a:lnTo>
                    <a:pt x="975230" y="8064"/>
                  </a:lnTo>
                  <a:lnTo>
                    <a:pt x="984235" y="5326"/>
                  </a:lnTo>
                  <a:lnTo>
                    <a:pt x="993074" y="2639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4703" y="3087503"/>
              <a:ext cx="1001754" cy="7161"/>
            </a:xfrm>
            <a:custGeom>
              <a:avLst/>
              <a:pathLst>
                <a:path w="1001754" h="7161">
                  <a:moveTo>
                    <a:pt x="0" y="0"/>
                  </a:moveTo>
                  <a:lnTo>
                    <a:pt x="64327" y="459"/>
                  </a:lnTo>
                  <a:lnTo>
                    <a:pt x="121068" y="865"/>
                  </a:lnTo>
                  <a:lnTo>
                    <a:pt x="171825" y="1228"/>
                  </a:lnTo>
                  <a:lnTo>
                    <a:pt x="217740" y="1556"/>
                  </a:lnTo>
                  <a:lnTo>
                    <a:pt x="259657" y="1856"/>
                  </a:lnTo>
                  <a:lnTo>
                    <a:pt x="298217" y="2131"/>
                  </a:lnTo>
                  <a:lnTo>
                    <a:pt x="333918" y="2387"/>
                  </a:lnTo>
                  <a:lnTo>
                    <a:pt x="367155" y="2624"/>
                  </a:lnTo>
                  <a:lnTo>
                    <a:pt x="398246" y="2847"/>
                  </a:lnTo>
                  <a:lnTo>
                    <a:pt x="427451" y="3055"/>
                  </a:lnTo>
                  <a:lnTo>
                    <a:pt x="454987" y="3252"/>
                  </a:lnTo>
                  <a:lnTo>
                    <a:pt x="481033" y="3438"/>
                  </a:lnTo>
                  <a:lnTo>
                    <a:pt x="505743" y="3615"/>
                  </a:lnTo>
                  <a:lnTo>
                    <a:pt x="529247" y="3783"/>
                  </a:lnTo>
                  <a:lnTo>
                    <a:pt x="551658" y="3943"/>
                  </a:lnTo>
                  <a:lnTo>
                    <a:pt x="573072" y="4096"/>
                  </a:lnTo>
                  <a:lnTo>
                    <a:pt x="593575" y="4243"/>
                  </a:lnTo>
                  <a:lnTo>
                    <a:pt x="613241" y="4384"/>
                  </a:lnTo>
                  <a:lnTo>
                    <a:pt x="632135" y="4519"/>
                  </a:lnTo>
                  <a:lnTo>
                    <a:pt x="650316" y="4649"/>
                  </a:lnTo>
                  <a:lnTo>
                    <a:pt x="667836" y="4774"/>
                  </a:lnTo>
                  <a:lnTo>
                    <a:pt x="684741" y="4895"/>
                  </a:lnTo>
                  <a:lnTo>
                    <a:pt x="701073" y="5012"/>
                  </a:lnTo>
                  <a:lnTo>
                    <a:pt x="716869" y="5124"/>
                  </a:lnTo>
                  <a:lnTo>
                    <a:pt x="732164" y="5234"/>
                  </a:lnTo>
                  <a:lnTo>
                    <a:pt x="746988" y="5340"/>
                  </a:lnTo>
                  <a:lnTo>
                    <a:pt x="761369" y="5443"/>
                  </a:lnTo>
                  <a:lnTo>
                    <a:pt x="775334" y="5542"/>
                  </a:lnTo>
                  <a:lnTo>
                    <a:pt x="788905" y="5639"/>
                  </a:lnTo>
                  <a:lnTo>
                    <a:pt x="802104" y="5734"/>
                  </a:lnTo>
                  <a:lnTo>
                    <a:pt x="814951" y="5826"/>
                  </a:lnTo>
                  <a:lnTo>
                    <a:pt x="827465" y="5915"/>
                  </a:lnTo>
                  <a:lnTo>
                    <a:pt x="839662" y="6002"/>
                  </a:lnTo>
                  <a:lnTo>
                    <a:pt x="851557" y="6087"/>
                  </a:lnTo>
                  <a:lnTo>
                    <a:pt x="863166" y="6170"/>
                  </a:lnTo>
                  <a:lnTo>
                    <a:pt x="874501" y="6251"/>
                  </a:lnTo>
                  <a:lnTo>
                    <a:pt x="885576" y="6331"/>
                  </a:lnTo>
                  <a:lnTo>
                    <a:pt x="896403" y="6408"/>
                  </a:lnTo>
                  <a:lnTo>
                    <a:pt x="906991" y="6484"/>
                  </a:lnTo>
                  <a:lnTo>
                    <a:pt x="917351" y="6558"/>
                  </a:lnTo>
                  <a:lnTo>
                    <a:pt x="927494" y="6630"/>
                  </a:lnTo>
                  <a:lnTo>
                    <a:pt x="937427" y="6701"/>
                  </a:lnTo>
                  <a:lnTo>
                    <a:pt x="947159" y="6771"/>
                  </a:lnTo>
                  <a:lnTo>
                    <a:pt x="956699" y="6839"/>
                  </a:lnTo>
                  <a:lnTo>
                    <a:pt x="966053" y="6906"/>
                  </a:lnTo>
                  <a:lnTo>
                    <a:pt x="975230" y="6971"/>
                  </a:lnTo>
                  <a:lnTo>
                    <a:pt x="984235" y="7036"/>
                  </a:lnTo>
                  <a:lnTo>
                    <a:pt x="993074" y="7099"/>
                  </a:lnTo>
                  <a:lnTo>
                    <a:pt x="1001754" y="716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4703" y="2806746"/>
              <a:ext cx="1001754" cy="283602"/>
            </a:xfrm>
            <a:custGeom>
              <a:avLst/>
              <a:pathLst>
                <a:path w="1001754" h="283602">
                  <a:moveTo>
                    <a:pt x="0" y="283602"/>
                  </a:moveTo>
                  <a:lnTo>
                    <a:pt x="64327" y="265390"/>
                  </a:lnTo>
                  <a:lnTo>
                    <a:pt x="121068" y="249326"/>
                  </a:lnTo>
                  <a:lnTo>
                    <a:pt x="171825" y="234957"/>
                  </a:lnTo>
                  <a:lnTo>
                    <a:pt x="217740" y="221958"/>
                  </a:lnTo>
                  <a:lnTo>
                    <a:pt x="259657" y="210091"/>
                  </a:lnTo>
                  <a:lnTo>
                    <a:pt x="298217" y="199175"/>
                  </a:lnTo>
                  <a:lnTo>
                    <a:pt x="333918" y="189068"/>
                  </a:lnTo>
                  <a:lnTo>
                    <a:pt x="367155" y="179658"/>
                  </a:lnTo>
                  <a:lnTo>
                    <a:pt x="398246" y="170856"/>
                  </a:lnTo>
                  <a:lnTo>
                    <a:pt x="427451" y="162588"/>
                  </a:lnTo>
                  <a:lnTo>
                    <a:pt x="454987" y="154792"/>
                  </a:lnTo>
                  <a:lnTo>
                    <a:pt x="481033" y="147418"/>
                  </a:lnTo>
                  <a:lnTo>
                    <a:pt x="505743" y="140423"/>
                  </a:lnTo>
                  <a:lnTo>
                    <a:pt x="529247" y="133769"/>
                  </a:lnTo>
                  <a:lnTo>
                    <a:pt x="551658" y="127424"/>
                  </a:lnTo>
                  <a:lnTo>
                    <a:pt x="573072" y="121362"/>
                  </a:lnTo>
                  <a:lnTo>
                    <a:pt x="593575" y="115557"/>
                  </a:lnTo>
                  <a:lnTo>
                    <a:pt x="613241" y="109990"/>
                  </a:lnTo>
                  <a:lnTo>
                    <a:pt x="632135" y="104641"/>
                  </a:lnTo>
                  <a:lnTo>
                    <a:pt x="650316" y="99493"/>
                  </a:lnTo>
                  <a:lnTo>
                    <a:pt x="667836" y="94534"/>
                  </a:lnTo>
                  <a:lnTo>
                    <a:pt x="684741" y="89748"/>
                  </a:lnTo>
                  <a:lnTo>
                    <a:pt x="701073" y="85124"/>
                  </a:lnTo>
                  <a:lnTo>
                    <a:pt x="716869" y="80652"/>
                  </a:lnTo>
                  <a:lnTo>
                    <a:pt x="732164" y="76322"/>
                  </a:lnTo>
                  <a:lnTo>
                    <a:pt x="746988" y="72125"/>
                  </a:lnTo>
                  <a:lnTo>
                    <a:pt x="761369" y="68054"/>
                  </a:lnTo>
                  <a:lnTo>
                    <a:pt x="775334" y="64100"/>
                  </a:lnTo>
                  <a:lnTo>
                    <a:pt x="788905" y="60258"/>
                  </a:lnTo>
                  <a:lnTo>
                    <a:pt x="802104" y="56522"/>
                  </a:lnTo>
                  <a:lnTo>
                    <a:pt x="814951" y="52884"/>
                  </a:lnTo>
                  <a:lnTo>
                    <a:pt x="827465" y="49342"/>
                  </a:lnTo>
                  <a:lnTo>
                    <a:pt x="839662" y="45889"/>
                  </a:lnTo>
                  <a:lnTo>
                    <a:pt x="851557" y="42521"/>
                  </a:lnTo>
                  <a:lnTo>
                    <a:pt x="863166" y="39235"/>
                  </a:lnTo>
                  <a:lnTo>
                    <a:pt x="874501" y="36025"/>
                  </a:lnTo>
                  <a:lnTo>
                    <a:pt x="885576" y="32890"/>
                  </a:lnTo>
                  <a:lnTo>
                    <a:pt x="896403" y="29825"/>
                  </a:lnTo>
                  <a:lnTo>
                    <a:pt x="906991" y="26828"/>
                  </a:lnTo>
                  <a:lnTo>
                    <a:pt x="917351" y="23894"/>
                  </a:lnTo>
                  <a:lnTo>
                    <a:pt x="927494" y="21023"/>
                  </a:lnTo>
                  <a:lnTo>
                    <a:pt x="937427" y="18211"/>
                  </a:lnTo>
                  <a:lnTo>
                    <a:pt x="947159" y="15456"/>
                  </a:lnTo>
                  <a:lnTo>
                    <a:pt x="956699" y="12755"/>
                  </a:lnTo>
                  <a:lnTo>
                    <a:pt x="966053" y="10107"/>
                  </a:lnTo>
                  <a:lnTo>
                    <a:pt x="975230" y="7509"/>
                  </a:lnTo>
                  <a:lnTo>
                    <a:pt x="984235" y="4959"/>
                  </a:lnTo>
                  <a:lnTo>
                    <a:pt x="993074" y="2457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4703" y="3123668"/>
              <a:ext cx="1001754" cy="49143"/>
            </a:xfrm>
            <a:custGeom>
              <a:avLst/>
              <a:pathLst>
                <a:path w="1001754" h="49143">
                  <a:moveTo>
                    <a:pt x="0" y="49143"/>
                  </a:moveTo>
                  <a:lnTo>
                    <a:pt x="64327" y="45987"/>
                  </a:lnTo>
                  <a:lnTo>
                    <a:pt x="121068" y="43203"/>
                  </a:lnTo>
                  <a:lnTo>
                    <a:pt x="171825" y="40713"/>
                  </a:lnTo>
                  <a:lnTo>
                    <a:pt x="217740" y="38461"/>
                  </a:lnTo>
                  <a:lnTo>
                    <a:pt x="259657" y="36405"/>
                  </a:lnTo>
                  <a:lnTo>
                    <a:pt x="298217" y="34513"/>
                  </a:lnTo>
                  <a:lnTo>
                    <a:pt x="333918" y="32762"/>
                  </a:lnTo>
                  <a:lnTo>
                    <a:pt x="367155" y="31131"/>
                  </a:lnTo>
                  <a:lnTo>
                    <a:pt x="398246" y="29606"/>
                  </a:lnTo>
                  <a:lnTo>
                    <a:pt x="427451" y="28173"/>
                  </a:lnTo>
                  <a:lnTo>
                    <a:pt x="454987" y="26822"/>
                  </a:lnTo>
                  <a:lnTo>
                    <a:pt x="481033" y="25545"/>
                  </a:lnTo>
                  <a:lnTo>
                    <a:pt x="505743" y="24332"/>
                  </a:lnTo>
                  <a:lnTo>
                    <a:pt x="529247" y="23179"/>
                  </a:lnTo>
                  <a:lnTo>
                    <a:pt x="551658" y="22080"/>
                  </a:lnTo>
                  <a:lnTo>
                    <a:pt x="573072" y="21029"/>
                  </a:lnTo>
                  <a:lnTo>
                    <a:pt x="593575" y="20024"/>
                  </a:lnTo>
                  <a:lnTo>
                    <a:pt x="613241" y="19059"/>
                  </a:lnTo>
                  <a:lnTo>
                    <a:pt x="632135" y="18132"/>
                  </a:lnTo>
                  <a:lnTo>
                    <a:pt x="650316" y="17240"/>
                  </a:lnTo>
                  <a:lnTo>
                    <a:pt x="667836" y="16381"/>
                  </a:lnTo>
                  <a:lnTo>
                    <a:pt x="684741" y="15551"/>
                  </a:lnTo>
                  <a:lnTo>
                    <a:pt x="701073" y="14750"/>
                  </a:lnTo>
                  <a:lnTo>
                    <a:pt x="716869" y="13975"/>
                  </a:lnTo>
                  <a:lnTo>
                    <a:pt x="732164" y="13225"/>
                  </a:lnTo>
                  <a:lnTo>
                    <a:pt x="746988" y="12498"/>
                  </a:lnTo>
                  <a:lnTo>
                    <a:pt x="761369" y="11792"/>
                  </a:lnTo>
                  <a:lnTo>
                    <a:pt x="775334" y="11107"/>
                  </a:lnTo>
                  <a:lnTo>
                    <a:pt x="788905" y="10441"/>
                  </a:lnTo>
                  <a:lnTo>
                    <a:pt x="802104" y="9794"/>
                  </a:lnTo>
                  <a:lnTo>
                    <a:pt x="814951" y="9163"/>
                  </a:lnTo>
                  <a:lnTo>
                    <a:pt x="827465" y="8550"/>
                  </a:lnTo>
                  <a:lnTo>
                    <a:pt x="839662" y="7951"/>
                  </a:lnTo>
                  <a:lnTo>
                    <a:pt x="851557" y="7368"/>
                  </a:lnTo>
                  <a:lnTo>
                    <a:pt x="863166" y="6798"/>
                  </a:lnTo>
                  <a:lnTo>
                    <a:pt x="874501" y="6242"/>
                  </a:lnTo>
                  <a:lnTo>
                    <a:pt x="885576" y="5699"/>
                  </a:lnTo>
                  <a:lnTo>
                    <a:pt x="896403" y="5168"/>
                  </a:lnTo>
                  <a:lnTo>
                    <a:pt x="906991" y="4648"/>
                  </a:lnTo>
                  <a:lnTo>
                    <a:pt x="917351" y="4140"/>
                  </a:lnTo>
                  <a:lnTo>
                    <a:pt x="927494" y="3643"/>
                  </a:lnTo>
                  <a:lnTo>
                    <a:pt x="937427" y="3155"/>
                  </a:lnTo>
                  <a:lnTo>
                    <a:pt x="947159" y="2678"/>
                  </a:lnTo>
                  <a:lnTo>
                    <a:pt x="956699" y="2210"/>
                  </a:lnTo>
                  <a:lnTo>
                    <a:pt x="966053" y="1751"/>
                  </a:lnTo>
                  <a:lnTo>
                    <a:pt x="975230" y="1301"/>
                  </a:lnTo>
                  <a:lnTo>
                    <a:pt x="984235" y="859"/>
                  </a:lnTo>
                  <a:lnTo>
                    <a:pt x="993074" y="425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4703" y="3055506"/>
              <a:ext cx="1001754" cy="151622"/>
            </a:xfrm>
            <a:custGeom>
              <a:avLst/>
              <a:pathLst>
                <a:path w="1001754" h="151622">
                  <a:moveTo>
                    <a:pt x="0" y="151622"/>
                  </a:moveTo>
                  <a:lnTo>
                    <a:pt x="64327" y="141885"/>
                  </a:lnTo>
                  <a:lnTo>
                    <a:pt x="121068" y="133297"/>
                  </a:lnTo>
                  <a:lnTo>
                    <a:pt x="171825" y="125615"/>
                  </a:lnTo>
                  <a:lnTo>
                    <a:pt x="217740" y="118665"/>
                  </a:lnTo>
                  <a:lnTo>
                    <a:pt x="259657" y="112321"/>
                  </a:lnTo>
                  <a:lnTo>
                    <a:pt x="298217" y="106485"/>
                  </a:lnTo>
                  <a:lnTo>
                    <a:pt x="333918" y="101081"/>
                  </a:lnTo>
                  <a:lnTo>
                    <a:pt x="367155" y="96050"/>
                  </a:lnTo>
                  <a:lnTo>
                    <a:pt x="398246" y="91345"/>
                  </a:lnTo>
                  <a:lnTo>
                    <a:pt x="427451" y="86924"/>
                  </a:lnTo>
                  <a:lnTo>
                    <a:pt x="454987" y="82756"/>
                  </a:lnTo>
                  <a:lnTo>
                    <a:pt x="481033" y="78814"/>
                  </a:lnTo>
                  <a:lnTo>
                    <a:pt x="505743" y="75074"/>
                  </a:lnTo>
                  <a:lnTo>
                    <a:pt x="529247" y="71517"/>
                  </a:lnTo>
                  <a:lnTo>
                    <a:pt x="551658" y="68125"/>
                  </a:lnTo>
                  <a:lnTo>
                    <a:pt x="573072" y="64883"/>
                  </a:lnTo>
                  <a:lnTo>
                    <a:pt x="593575" y="61780"/>
                  </a:lnTo>
                  <a:lnTo>
                    <a:pt x="613241" y="58804"/>
                  </a:lnTo>
                  <a:lnTo>
                    <a:pt x="632135" y="55944"/>
                  </a:lnTo>
                  <a:lnTo>
                    <a:pt x="650316" y="53192"/>
                  </a:lnTo>
                  <a:lnTo>
                    <a:pt x="667836" y="50540"/>
                  </a:lnTo>
                  <a:lnTo>
                    <a:pt x="684741" y="47982"/>
                  </a:lnTo>
                  <a:lnTo>
                    <a:pt x="701073" y="45510"/>
                  </a:lnTo>
                  <a:lnTo>
                    <a:pt x="716869" y="43119"/>
                  </a:lnTo>
                  <a:lnTo>
                    <a:pt x="732164" y="40804"/>
                  </a:lnTo>
                  <a:lnTo>
                    <a:pt x="746988" y="38560"/>
                  </a:lnTo>
                  <a:lnTo>
                    <a:pt x="761369" y="36383"/>
                  </a:lnTo>
                  <a:lnTo>
                    <a:pt x="775334" y="34270"/>
                  </a:lnTo>
                  <a:lnTo>
                    <a:pt x="788905" y="32216"/>
                  </a:lnTo>
                  <a:lnTo>
                    <a:pt x="802104" y="30218"/>
                  </a:lnTo>
                  <a:lnTo>
                    <a:pt x="814951" y="28273"/>
                  </a:lnTo>
                  <a:lnTo>
                    <a:pt x="827465" y="26379"/>
                  </a:lnTo>
                  <a:lnTo>
                    <a:pt x="839662" y="24533"/>
                  </a:lnTo>
                  <a:lnTo>
                    <a:pt x="851557" y="22733"/>
                  </a:lnTo>
                  <a:lnTo>
                    <a:pt x="863166" y="20976"/>
                  </a:lnTo>
                  <a:lnTo>
                    <a:pt x="874501" y="19260"/>
                  </a:lnTo>
                  <a:lnTo>
                    <a:pt x="885576" y="17584"/>
                  </a:lnTo>
                  <a:lnTo>
                    <a:pt x="896403" y="15945"/>
                  </a:lnTo>
                  <a:lnTo>
                    <a:pt x="906991" y="14343"/>
                  </a:lnTo>
                  <a:lnTo>
                    <a:pt x="917351" y="12774"/>
                  </a:lnTo>
                  <a:lnTo>
                    <a:pt x="927494" y="11239"/>
                  </a:lnTo>
                  <a:lnTo>
                    <a:pt x="937427" y="9736"/>
                  </a:lnTo>
                  <a:lnTo>
                    <a:pt x="947159" y="8263"/>
                  </a:lnTo>
                  <a:lnTo>
                    <a:pt x="956699" y="6819"/>
                  </a:lnTo>
                  <a:lnTo>
                    <a:pt x="966053" y="5403"/>
                  </a:lnTo>
                  <a:lnTo>
                    <a:pt x="975230" y="4014"/>
                  </a:lnTo>
                  <a:lnTo>
                    <a:pt x="984235" y="2651"/>
                  </a:lnTo>
                  <a:lnTo>
                    <a:pt x="993074" y="1313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4703" y="3193287"/>
              <a:ext cx="1001754" cy="36750"/>
            </a:xfrm>
            <a:custGeom>
              <a:avLst/>
              <a:pathLst>
                <a:path w="1001754" h="36750">
                  <a:moveTo>
                    <a:pt x="0" y="0"/>
                  </a:moveTo>
                  <a:lnTo>
                    <a:pt x="64327" y="2359"/>
                  </a:lnTo>
                  <a:lnTo>
                    <a:pt x="121068" y="4441"/>
                  </a:lnTo>
                  <a:lnTo>
                    <a:pt x="171825" y="6303"/>
                  </a:lnTo>
                  <a:lnTo>
                    <a:pt x="217740" y="7987"/>
                  </a:lnTo>
                  <a:lnTo>
                    <a:pt x="259657" y="9525"/>
                  </a:lnTo>
                  <a:lnTo>
                    <a:pt x="298217" y="10940"/>
                  </a:lnTo>
                  <a:lnTo>
                    <a:pt x="333918" y="12250"/>
                  </a:lnTo>
                  <a:lnTo>
                    <a:pt x="367155" y="13469"/>
                  </a:lnTo>
                  <a:lnTo>
                    <a:pt x="398246" y="14609"/>
                  </a:lnTo>
                  <a:lnTo>
                    <a:pt x="427451" y="15681"/>
                  </a:lnTo>
                  <a:lnTo>
                    <a:pt x="454987" y="16691"/>
                  </a:lnTo>
                  <a:lnTo>
                    <a:pt x="481033" y="17647"/>
                  </a:lnTo>
                  <a:lnTo>
                    <a:pt x="505743" y="18553"/>
                  </a:lnTo>
                  <a:lnTo>
                    <a:pt x="529247" y="19415"/>
                  </a:lnTo>
                  <a:lnTo>
                    <a:pt x="551658" y="20238"/>
                  </a:lnTo>
                  <a:lnTo>
                    <a:pt x="573072" y="21023"/>
                  </a:lnTo>
                  <a:lnTo>
                    <a:pt x="593575" y="21775"/>
                  </a:lnTo>
                  <a:lnTo>
                    <a:pt x="613241" y="22497"/>
                  </a:lnTo>
                  <a:lnTo>
                    <a:pt x="632135" y="23190"/>
                  </a:lnTo>
                  <a:lnTo>
                    <a:pt x="650316" y="23857"/>
                  </a:lnTo>
                  <a:lnTo>
                    <a:pt x="667836" y="24500"/>
                  </a:lnTo>
                  <a:lnTo>
                    <a:pt x="684741" y="25120"/>
                  </a:lnTo>
                  <a:lnTo>
                    <a:pt x="701073" y="25719"/>
                  </a:lnTo>
                  <a:lnTo>
                    <a:pt x="716869" y="26298"/>
                  </a:lnTo>
                  <a:lnTo>
                    <a:pt x="732164" y="26860"/>
                  </a:lnTo>
                  <a:lnTo>
                    <a:pt x="746988" y="27403"/>
                  </a:lnTo>
                  <a:lnTo>
                    <a:pt x="761369" y="27931"/>
                  </a:lnTo>
                  <a:lnTo>
                    <a:pt x="775334" y="28443"/>
                  </a:lnTo>
                  <a:lnTo>
                    <a:pt x="788905" y="28941"/>
                  </a:lnTo>
                  <a:lnTo>
                    <a:pt x="802104" y="29425"/>
                  </a:lnTo>
                  <a:lnTo>
                    <a:pt x="814951" y="29897"/>
                  </a:lnTo>
                  <a:lnTo>
                    <a:pt x="827465" y="30356"/>
                  </a:lnTo>
                  <a:lnTo>
                    <a:pt x="839662" y="30803"/>
                  </a:lnTo>
                  <a:lnTo>
                    <a:pt x="851557" y="31240"/>
                  </a:lnTo>
                  <a:lnTo>
                    <a:pt x="863166" y="31665"/>
                  </a:lnTo>
                  <a:lnTo>
                    <a:pt x="874501" y="32081"/>
                  </a:lnTo>
                  <a:lnTo>
                    <a:pt x="885576" y="32488"/>
                  </a:lnTo>
                  <a:lnTo>
                    <a:pt x="896403" y="32885"/>
                  </a:lnTo>
                  <a:lnTo>
                    <a:pt x="906991" y="33273"/>
                  </a:lnTo>
                  <a:lnTo>
                    <a:pt x="917351" y="33653"/>
                  </a:lnTo>
                  <a:lnTo>
                    <a:pt x="927494" y="34025"/>
                  </a:lnTo>
                  <a:lnTo>
                    <a:pt x="937427" y="34390"/>
                  </a:lnTo>
                  <a:lnTo>
                    <a:pt x="947159" y="34747"/>
                  </a:lnTo>
                  <a:lnTo>
                    <a:pt x="956699" y="35097"/>
                  </a:lnTo>
                  <a:lnTo>
                    <a:pt x="966053" y="35440"/>
                  </a:lnTo>
                  <a:lnTo>
                    <a:pt x="975230" y="35777"/>
                  </a:lnTo>
                  <a:lnTo>
                    <a:pt x="984235" y="36107"/>
                  </a:lnTo>
                  <a:lnTo>
                    <a:pt x="993074" y="36431"/>
                  </a:lnTo>
                  <a:lnTo>
                    <a:pt x="1001754" y="3675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4703" y="3297088"/>
              <a:ext cx="1001754" cy="43350"/>
            </a:xfrm>
            <a:custGeom>
              <a:avLst/>
              <a:pathLst>
                <a:path w="1001754" h="43350">
                  <a:moveTo>
                    <a:pt x="0" y="43350"/>
                  </a:moveTo>
                  <a:lnTo>
                    <a:pt x="64327" y="40566"/>
                  </a:lnTo>
                  <a:lnTo>
                    <a:pt x="121068" y="38111"/>
                  </a:lnTo>
                  <a:lnTo>
                    <a:pt x="171825" y="35914"/>
                  </a:lnTo>
                  <a:lnTo>
                    <a:pt x="217740" y="33927"/>
                  </a:lnTo>
                  <a:lnTo>
                    <a:pt x="259657" y="32113"/>
                  </a:lnTo>
                  <a:lnTo>
                    <a:pt x="298217" y="30445"/>
                  </a:lnTo>
                  <a:lnTo>
                    <a:pt x="333918" y="28900"/>
                  </a:lnTo>
                  <a:lnTo>
                    <a:pt x="367155" y="27461"/>
                  </a:lnTo>
                  <a:lnTo>
                    <a:pt x="398246" y="26116"/>
                  </a:lnTo>
                  <a:lnTo>
                    <a:pt x="427451" y="24852"/>
                  </a:lnTo>
                  <a:lnTo>
                    <a:pt x="454987" y="23661"/>
                  </a:lnTo>
                  <a:lnTo>
                    <a:pt x="481033" y="22533"/>
                  </a:lnTo>
                  <a:lnTo>
                    <a:pt x="505743" y="21464"/>
                  </a:lnTo>
                  <a:lnTo>
                    <a:pt x="529247" y="20447"/>
                  </a:lnTo>
                  <a:lnTo>
                    <a:pt x="551658" y="19477"/>
                  </a:lnTo>
                  <a:lnTo>
                    <a:pt x="573072" y="18550"/>
                  </a:lnTo>
                  <a:lnTo>
                    <a:pt x="593575" y="17663"/>
                  </a:lnTo>
                  <a:lnTo>
                    <a:pt x="613241" y="16812"/>
                  </a:lnTo>
                  <a:lnTo>
                    <a:pt x="632135" y="15995"/>
                  </a:lnTo>
                  <a:lnTo>
                    <a:pt x="650316" y="15208"/>
                  </a:lnTo>
                  <a:lnTo>
                    <a:pt x="667836" y="14450"/>
                  </a:lnTo>
                  <a:lnTo>
                    <a:pt x="684741" y="13718"/>
                  </a:lnTo>
                  <a:lnTo>
                    <a:pt x="701073" y="13011"/>
                  </a:lnTo>
                  <a:lnTo>
                    <a:pt x="716869" y="12328"/>
                  </a:lnTo>
                  <a:lnTo>
                    <a:pt x="732164" y="11666"/>
                  </a:lnTo>
                  <a:lnTo>
                    <a:pt x="746988" y="11024"/>
                  </a:lnTo>
                  <a:lnTo>
                    <a:pt x="761369" y="10402"/>
                  </a:lnTo>
                  <a:lnTo>
                    <a:pt x="775334" y="9798"/>
                  </a:lnTo>
                  <a:lnTo>
                    <a:pt x="788905" y="9210"/>
                  </a:lnTo>
                  <a:lnTo>
                    <a:pt x="802104" y="8639"/>
                  </a:lnTo>
                  <a:lnTo>
                    <a:pt x="814951" y="8083"/>
                  </a:lnTo>
                  <a:lnTo>
                    <a:pt x="827465" y="7542"/>
                  </a:lnTo>
                  <a:lnTo>
                    <a:pt x="839662" y="7014"/>
                  </a:lnTo>
                  <a:lnTo>
                    <a:pt x="851557" y="6499"/>
                  </a:lnTo>
                  <a:lnTo>
                    <a:pt x="863166" y="5997"/>
                  </a:lnTo>
                  <a:lnTo>
                    <a:pt x="874501" y="5506"/>
                  </a:lnTo>
                  <a:lnTo>
                    <a:pt x="885576" y="5027"/>
                  </a:lnTo>
                  <a:lnTo>
                    <a:pt x="896403" y="4559"/>
                  </a:lnTo>
                  <a:lnTo>
                    <a:pt x="906991" y="4100"/>
                  </a:lnTo>
                  <a:lnTo>
                    <a:pt x="917351" y="3652"/>
                  </a:lnTo>
                  <a:lnTo>
                    <a:pt x="927494" y="3213"/>
                  </a:lnTo>
                  <a:lnTo>
                    <a:pt x="937427" y="2783"/>
                  </a:lnTo>
                  <a:lnTo>
                    <a:pt x="947159" y="2362"/>
                  </a:lnTo>
                  <a:lnTo>
                    <a:pt x="956699" y="1949"/>
                  </a:lnTo>
                  <a:lnTo>
                    <a:pt x="966053" y="1544"/>
                  </a:lnTo>
                  <a:lnTo>
                    <a:pt x="975230" y="1147"/>
                  </a:lnTo>
                  <a:lnTo>
                    <a:pt x="984235" y="758"/>
                  </a:lnTo>
                  <a:lnTo>
                    <a:pt x="993074" y="375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4703" y="2816950"/>
              <a:ext cx="1001754" cy="423769"/>
            </a:xfrm>
            <a:custGeom>
              <a:avLst/>
              <a:pathLst>
                <a:path w="1001754" h="423769">
                  <a:moveTo>
                    <a:pt x="0" y="0"/>
                  </a:moveTo>
                  <a:lnTo>
                    <a:pt x="64327" y="27212"/>
                  </a:lnTo>
                  <a:lnTo>
                    <a:pt x="121068" y="51215"/>
                  </a:lnTo>
                  <a:lnTo>
                    <a:pt x="171825" y="72686"/>
                  </a:lnTo>
                  <a:lnTo>
                    <a:pt x="217740" y="92110"/>
                  </a:lnTo>
                  <a:lnTo>
                    <a:pt x="259657" y="109842"/>
                  </a:lnTo>
                  <a:lnTo>
                    <a:pt x="298217" y="126154"/>
                  </a:lnTo>
                  <a:lnTo>
                    <a:pt x="333918" y="141256"/>
                  </a:lnTo>
                  <a:lnTo>
                    <a:pt x="367155" y="155316"/>
                  </a:lnTo>
                  <a:lnTo>
                    <a:pt x="398246" y="168468"/>
                  </a:lnTo>
                  <a:lnTo>
                    <a:pt x="427451" y="180823"/>
                  </a:lnTo>
                  <a:lnTo>
                    <a:pt x="454987" y="192471"/>
                  </a:lnTo>
                  <a:lnTo>
                    <a:pt x="481033" y="203490"/>
                  </a:lnTo>
                  <a:lnTo>
                    <a:pt x="505743" y="213943"/>
                  </a:lnTo>
                  <a:lnTo>
                    <a:pt x="529247" y="223886"/>
                  </a:lnTo>
                  <a:lnTo>
                    <a:pt x="551658" y="233366"/>
                  </a:lnTo>
                  <a:lnTo>
                    <a:pt x="573072" y="242425"/>
                  </a:lnTo>
                  <a:lnTo>
                    <a:pt x="593575" y="251098"/>
                  </a:lnTo>
                  <a:lnTo>
                    <a:pt x="613241" y="259417"/>
                  </a:lnTo>
                  <a:lnTo>
                    <a:pt x="632135" y="267410"/>
                  </a:lnTo>
                  <a:lnTo>
                    <a:pt x="650316" y="275101"/>
                  </a:lnTo>
                  <a:lnTo>
                    <a:pt x="667836" y="282513"/>
                  </a:lnTo>
                  <a:lnTo>
                    <a:pt x="684741" y="289664"/>
                  </a:lnTo>
                  <a:lnTo>
                    <a:pt x="701073" y="296573"/>
                  </a:lnTo>
                  <a:lnTo>
                    <a:pt x="716869" y="303255"/>
                  </a:lnTo>
                  <a:lnTo>
                    <a:pt x="732164" y="309725"/>
                  </a:lnTo>
                  <a:lnTo>
                    <a:pt x="746988" y="315996"/>
                  </a:lnTo>
                  <a:lnTo>
                    <a:pt x="761369" y="322080"/>
                  </a:lnTo>
                  <a:lnTo>
                    <a:pt x="775334" y="327987"/>
                  </a:lnTo>
                  <a:lnTo>
                    <a:pt x="788905" y="333728"/>
                  </a:lnTo>
                  <a:lnTo>
                    <a:pt x="802104" y="339312"/>
                  </a:lnTo>
                  <a:lnTo>
                    <a:pt x="814951" y="344746"/>
                  </a:lnTo>
                  <a:lnTo>
                    <a:pt x="827465" y="350040"/>
                  </a:lnTo>
                  <a:lnTo>
                    <a:pt x="839662" y="355199"/>
                  </a:lnTo>
                  <a:lnTo>
                    <a:pt x="851557" y="360232"/>
                  </a:lnTo>
                  <a:lnTo>
                    <a:pt x="863166" y="365142"/>
                  </a:lnTo>
                  <a:lnTo>
                    <a:pt x="874501" y="369938"/>
                  </a:lnTo>
                  <a:lnTo>
                    <a:pt x="885576" y="374623"/>
                  </a:lnTo>
                  <a:lnTo>
                    <a:pt x="896403" y="379203"/>
                  </a:lnTo>
                  <a:lnTo>
                    <a:pt x="906991" y="383682"/>
                  </a:lnTo>
                  <a:lnTo>
                    <a:pt x="917351" y="388064"/>
                  </a:lnTo>
                  <a:lnTo>
                    <a:pt x="927494" y="392355"/>
                  </a:lnTo>
                  <a:lnTo>
                    <a:pt x="937427" y="396557"/>
                  </a:lnTo>
                  <a:lnTo>
                    <a:pt x="947159" y="400674"/>
                  </a:lnTo>
                  <a:lnTo>
                    <a:pt x="956699" y="404710"/>
                  </a:lnTo>
                  <a:lnTo>
                    <a:pt x="966053" y="408667"/>
                  </a:lnTo>
                  <a:lnTo>
                    <a:pt x="975230" y="412549"/>
                  </a:lnTo>
                  <a:lnTo>
                    <a:pt x="984235" y="416358"/>
                  </a:lnTo>
                  <a:lnTo>
                    <a:pt x="993074" y="420097"/>
                  </a:lnTo>
                  <a:lnTo>
                    <a:pt x="1001754" y="42376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4703" y="2927927"/>
              <a:ext cx="1001754" cy="5679"/>
            </a:xfrm>
            <a:custGeom>
              <a:avLst/>
              <a:pathLst>
                <a:path w="1001754" h="5679">
                  <a:moveTo>
                    <a:pt x="0" y="5679"/>
                  </a:moveTo>
                  <a:lnTo>
                    <a:pt x="64327" y="5314"/>
                  </a:lnTo>
                  <a:lnTo>
                    <a:pt x="121068" y="4993"/>
                  </a:lnTo>
                  <a:lnTo>
                    <a:pt x="171825" y="4705"/>
                  </a:lnTo>
                  <a:lnTo>
                    <a:pt x="217740" y="4445"/>
                  </a:lnTo>
                  <a:lnTo>
                    <a:pt x="259657" y="4207"/>
                  </a:lnTo>
                  <a:lnTo>
                    <a:pt x="298217" y="3988"/>
                  </a:lnTo>
                  <a:lnTo>
                    <a:pt x="333918" y="3786"/>
                  </a:lnTo>
                  <a:lnTo>
                    <a:pt x="367155" y="3597"/>
                  </a:lnTo>
                  <a:lnTo>
                    <a:pt x="398246" y="3421"/>
                  </a:lnTo>
                  <a:lnTo>
                    <a:pt x="427451" y="3256"/>
                  </a:lnTo>
                  <a:lnTo>
                    <a:pt x="454987" y="3100"/>
                  </a:lnTo>
                  <a:lnTo>
                    <a:pt x="481033" y="2952"/>
                  </a:lnTo>
                  <a:lnTo>
                    <a:pt x="505743" y="2812"/>
                  </a:lnTo>
                  <a:lnTo>
                    <a:pt x="529247" y="2678"/>
                  </a:lnTo>
                  <a:lnTo>
                    <a:pt x="551658" y="2551"/>
                  </a:lnTo>
                  <a:lnTo>
                    <a:pt x="573072" y="2430"/>
                  </a:lnTo>
                  <a:lnTo>
                    <a:pt x="593575" y="2314"/>
                  </a:lnTo>
                  <a:lnTo>
                    <a:pt x="613241" y="2202"/>
                  </a:lnTo>
                  <a:lnTo>
                    <a:pt x="632135" y="2095"/>
                  </a:lnTo>
                  <a:lnTo>
                    <a:pt x="650316" y="1992"/>
                  </a:lnTo>
                  <a:lnTo>
                    <a:pt x="667836" y="1893"/>
                  </a:lnTo>
                  <a:lnTo>
                    <a:pt x="684741" y="1797"/>
                  </a:lnTo>
                  <a:lnTo>
                    <a:pt x="701073" y="1704"/>
                  </a:lnTo>
                  <a:lnTo>
                    <a:pt x="716869" y="1615"/>
                  </a:lnTo>
                  <a:lnTo>
                    <a:pt x="732164" y="1528"/>
                  </a:lnTo>
                  <a:lnTo>
                    <a:pt x="746988" y="1444"/>
                  </a:lnTo>
                  <a:lnTo>
                    <a:pt x="761369" y="1362"/>
                  </a:lnTo>
                  <a:lnTo>
                    <a:pt x="775334" y="1283"/>
                  </a:lnTo>
                  <a:lnTo>
                    <a:pt x="788905" y="1206"/>
                  </a:lnTo>
                  <a:lnTo>
                    <a:pt x="802104" y="1131"/>
                  </a:lnTo>
                  <a:lnTo>
                    <a:pt x="814951" y="1059"/>
                  </a:lnTo>
                  <a:lnTo>
                    <a:pt x="827465" y="988"/>
                  </a:lnTo>
                  <a:lnTo>
                    <a:pt x="839662" y="919"/>
                  </a:lnTo>
                  <a:lnTo>
                    <a:pt x="851557" y="851"/>
                  </a:lnTo>
                  <a:lnTo>
                    <a:pt x="863166" y="785"/>
                  </a:lnTo>
                  <a:lnTo>
                    <a:pt x="874501" y="721"/>
                  </a:lnTo>
                  <a:lnTo>
                    <a:pt x="885576" y="658"/>
                  </a:lnTo>
                  <a:lnTo>
                    <a:pt x="896403" y="597"/>
                  </a:lnTo>
                  <a:lnTo>
                    <a:pt x="906991" y="537"/>
                  </a:lnTo>
                  <a:lnTo>
                    <a:pt x="917351" y="478"/>
                  </a:lnTo>
                  <a:lnTo>
                    <a:pt x="927494" y="421"/>
                  </a:lnTo>
                  <a:lnTo>
                    <a:pt x="937427" y="364"/>
                  </a:lnTo>
                  <a:lnTo>
                    <a:pt x="947159" y="309"/>
                  </a:lnTo>
                  <a:lnTo>
                    <a:pt x="956699" y="255"/>
                  </a:lnTo>
                  <a:lnTo>
                    <a:pt x="966053" y="202"/>
                  </a:lnTo>
                  <a:lnTo>
                    <a:pt x="975230" y="150"/>
                  </a:lnTo>
                  <a:lnTo>
                    <a:pt x="984235" y="99"/>
                  </a:lnTo>
                  <a:lnTo>
                    <a:pt x="993074" y="49"/>
                  </a:lnTo>
                  <a:lnTo>
                    <a:pt x="100175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50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4034" y="32721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4034" y="3026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4034" y="27817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50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4703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862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2540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645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502" y="2439157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68272" y="44073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43612" y="45510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44019" y="453395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29270" y="42290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34367" y="45887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65998" y="44944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40764" y="46688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65309" y="46341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44020" y="43510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69445" y="44715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95419" y="45761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73655" y="437598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805863" y="44241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98111" y="47131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802228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88791" y="40834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93799" y="45684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98119" y="47170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806008" y="46834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88599" y="45621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67059" y="45255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94698" y="46501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86182" y="46087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06446" y="45701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68106" y="46586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71240" y="44991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94365" y="46378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70539" y="45417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09775" y="44164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096913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16656" y="45202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018" y="46334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16350" y="43077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07833" y="45405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3865" y="43721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12471" y="45957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27644" y="44778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29969" y="45624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093485" y="46131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30465" y="41738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12530" y="45598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07103" y="46564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09209" y="42299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34893" y="43299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31423" y="44869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00288" y="46912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5346" y="45570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122511" y="447234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28502" y="45289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36606" y="45268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54934" y="45446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57933" y="46125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39934" y="45087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57785" y="44833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70397" y="44629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32016" y="45257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43765" y="46183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58787" y="43947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56292" y="46321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61844" y="45411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36772" y="45925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71939" y="47034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70655" y="46116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62547" y="46497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49143" y="46001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1637" y="44943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32483" y="46263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47723" y="44596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72117" y="45700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25251" y="44717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68921" y="45361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43217" y="46570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81101" y="4273885"/>
              <a:ext cx="995553" cy="259197"/>
            </a:xfrm>
            <a:custGeom>
              <a:avLst/>
              <a:pathLst>
                <a:path w="995553" h="259197">
                  <a:moveTo>
                    <a:pt x="0" y="0"/>
                  </a:moveTo>
                  <a:lnTo>
                    <a:pt x="63929" y="16644"/>
                  </a:lnTo>
                  <a:lnTo>
                    <a:pt x="120319" y="31325"/>
                  </a:lnTo>
                  <a:lnTo>
                    <a:pt x="170761" y="44458"/>
                  </a:lnTo>
                  <a:lnTo>
                    <a:pt x="216392" y="56338"/>
                  </a:lnTo>
                  <a:lnTo>
                    <a:pt x="258050" y="67184"/>
                  </a:lnTo>
                  <a:lnTo>
                    <a:pt x="296371" y="77161"/>
                  </a:lnTo>
                  <a:lnTo>
                    <a:pt x="331851" y="86399"/>
                  </a:lnTo>
                  <a:lnTo>
                    <a:pt x="364882" y="94999"/>
                  </a:lnTo>
                  <a:lnTo>
                    <a:pt x="395780" y="103043"/>
                  </a:lnTo>
                  <a:lnTo>
                    <a:pt x="424805" y="110600"/>
                  </a:lnTo>
                  <a:lnTo>
                    <a:pt x="452170" y="117725"/>
                  </a:lnTo>
                  <a:lnTo>
                    <a:pt x="478055" y="124464"/>
                  </a:lnTo>
                  <a:lnTo>
                    <a:pt x="502613" y="130858"/>
                  </a:lnTo>
                  <a:lnTo>
                    <a:pt x="525971" y="136939"/>
                  </a:lnTo>
                  <a:lnTo>
                    <a:pt x="548243" y="142738"/>
                  </a:lnTo>
                  <a:lnTo>
                    <a:pt x="569525" y="148279"/>
                  </a:lnTo>
                  <a:lnTo>
                    <a:pt x="589901" y="153584"/>
                  </a:lnTo>
                  <a:lnTo>
                    <a:pt x="609445" y="158672"/>
                  </a:lnTo>
                  <a:lnTo>
                    <a:pt x="628222" y="163561"/>
                  </a:lnTo>
                  <a:lnTo>
                    <a:pt x="646291" y="168265"/>
                  </a:lnTo>
                  <a:lnTo>
                    <a:pt x="663702" y="172798"/>
                  </a:lnTo>
                  <a:lnTo>
                    <a:pt x="680502" y="177172"/>
                  </a:lnTo>
                  <a:lnTo>
                    <a:pt x="696733" y="181398"/>
                  </a:lnTo>
                  <a:lnTo>
                    <a:pt x="712431" y="185485"/>
                  </a:lnTo>
                  <a:lnTo>
                    <a:pt x="727632" y="189442"/>
                  </a:lnTo>
                  <a:lnTo>
                    <a:pt x="742364" y="193278"/>
                  </a:lnTo>
                  <a:lnTo>
                    <a:pt x="756656" y="196999"/>
                  </a:lnTo>
                  <a:lnTo>
                    <a:pt x="770534" y="200612"/>
                  </a:lnTo>
                  <a:lnTo>
                    <a:pt x="784021" y="204124"/>
                  </a:lnTo>
                  <a:lnTo>
                    <a:pt x="797139" y="207539"/>
                  </a:lnTo>
                  <a:lnTo>
                    <a:pt x="809907" y="210863"/>
                  </a:lnTo>
                  <a:lnTo>
                    <a:pt x="822343" y="214101"/>
                  </a:lnTo>
                  <a:lnTo>
                    <a:pt x="834464" y="217257"/>
                  </a:lnTo>
                  <a:lnTo>
                    <a:pt x="846286" y="220335"/>
                  </a:lnTo>
                  <a:lnTo>
                    <a:pt x="857823" y="223338"/>
                  </a:lnTo>
                  <a:lnTo>
                    <a:pt x="869088" y="226271"/>
                  </a:lnTo>
                  <a:lnTo>
                    <a:pt x="880094" y="229137"/>
                  </a:lnTo>
                  <a:lnTo>
                    <a:pt x="890854" y="231938"/>
                  </a:lnTo>
                  <a:lnTo>
                    <a:pt x="901376" y="234678"/>
                  </a:lnTo>
                  <a:lnTo>
                    <a:pt x="911673" y="237359"/>
                  </a:lnTo>
                  <a:lnTo>
                    <a:pt x="921752" y="239983"/>
                  </a:lnTo>
                  <a:lnTo>
                    <a:pt x="931624" y="242553"/>
                  </a:lnTo>
                  <a:lnTo>
                    <a:pt x="941296" y="245071"/>
                  </a:lnTo>
                  <a:lnTo>
                    <a:pt x="950777" y="247540"/>
                  </a:lnTo>
                  <a:lnTo>
                    <a:pt x="960073" y="249960"/>
                  </a:lnTo>
                  <a:lnTo>
                    <a:pt x="969193" y="252334"/>
                  </a:lnTo>
                  <a:lnTo>
                    <a:pt x="978142" y="254664"/>
                  </a:lnTo>
                  <a:lnTo>
                    <a:pt x="986927" y="256951"/>
                  </a:lnTo>
                  <a:lnTo>
                    <a:pt x="995553" y="25919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81101" y="4204800"/>
              <a:ext cx="995553" cy="343090"/>
            </a:xfrm>
            <a:custGeom>
              <a:avLst/>
              <a:pathLst>
                <a:path w="995553" h="343090">
                  <a:moveTo>
                    <a:pt x="0" y="0"/>
                  </a:moveTo>
                  <a:lnTo>
                    <a:pt x="63929" y="22031"/>
                  </a:lnTo>
                  <a:lnTo>
                    <a:pt x="120319" y="41464"/>
                  </a:lnTo>
                  <a:lnTo>
                    <a:pt x="170761" y="58848"/>
                  </a:lnTo>
                  <a:lnTo>
                    <a:pt x="216392" y="74573"/>
                  </a:lnTo>
                  <a:lnTo>
                    <a:pt x="258050" y="88929"/>
                  </a:lnTo>
                  <a:lnTo>
                    <a:pt x="296371" y="102136"/>
                  </a:lnTo>
                  <a:lnTo>
                    <a:pt x="331851" y="114363"/>
                  </a:lnTo>
                  <a:lnTo>
                    <a:pt x="364882" y="125746"/>
                  </a:lnTo>
                  <a:lnTo>
                    <a:pt x="395780" y="136394"/>
                  </a:lnTo>
                  <a:lnTo>
                    <a:pt x="424805" y="146397"/>
                  </a:lnTo>
                  <a:lnTo>
                    <a:pt x="452170" y="155828"/>
                  </a:lnTo>
                  <a:lnTo>
                    <a:pt x="478055" y="164748"/>
                  </a:lnTo>
                  <a:lnTo>
                    <a:pt x="502613" y="173211"/>
                  </a:lnTo>
                  <a:lnTo>
                    <a:pt x="525971" y="181261"/>
                  </a:lnTo>
                  <a:lnTo>
                    <a:pt x="548243" y="188937"/>
                  </a:lnTo>
                  <a:lnTo>
                    <a:pt x="569525" y="196271"/>
                  </a:lnTo>
                  <a:lnTo>
                    <a:pt x="589901" y="203293"/>
                  </a:lnTo>
                  <a:lnTo>
                    <a:pt x="609445" y="210028"/>
                  </a:lnTo>
                  <a:lnTo>
                    <a:pt x="628222" y="216499"/>
                  </a:lnTo>
                  <a:lnTo>
                    <a:pt x="646291" y="222726"/>
                  </a:lnTo>
                  <a:lnTo>
                    <a:pt x="663702" y="228726"/>
                  </a:lnTo>
                  <a:lnTo>
                    <a:pt x="680502" y="234516"/>
                  </a:lnTo>
                  <a:lnTo>
                    <a:pt x="696733" y="240109"/>
                  </a:lnTo>
                  <a:lnTo>
                    <a:pt x="712431" y="245520"/>
                  </a:lnTo>
                  <a:lnTo>
                    <a:pt x="727632" y="250758"/>
                  </a:lnTo>
                  <a:lnTo>
                    <a:pt x="742364" y="255835"/>
                  </a:lnTo>
                  <a:lnTo>
                    <a:pt x="756656" y="260760"/>
                  </a:lnTo>
                  <a:lnTo>
                    <a:pt x="770534" y="265543"/>
                  </a:lnTo>
                  <a:lnTo>
                    <a:pt x="784021" y="270191"/>
                  </a:lnTo>
                  <a:lnTo>
                    <a:pt x="797139" y="274712"/>
                  </a:lnTo>
                  <a:lnTo>
                    <a:pt x="809907" y="279112"/>
                  </a:lnTo>
                  <a:lnTo>
                    <a:pt x="822343" y="283397"/>
                  </a:lnTo>
                  <a:lnTo>
                    <a:pt x="834464" y="287575"/>
                  </a:lnTo>
                  <a:lnTo>
                    <a:pt x="846286" y="291649"/>
                  </a:lnTo>
                  <a:lnTo>
                    <a:pt x="857823" y="295625"/>
                  </a:lnTo>
                  <a:lnTo>
                    <a:pt x="869088" y="299507"/>
                  </a:lnTo>
                  <a:lnTo>
                    <a:pt x="880094" y="303300"/>
                  </a:lnTo>
                  <a:lnTo>
                    <a:pt x="890854" y="307008"/>
                  </a:lnTo>
                  <a:lnTo>
                    <a:pt x="901376" y="310634"/>
                  </a:lnTo>
                  <a:lnTo>
                    <a:pt x="911673" y="314182"/>
                  </a:lnTo>
                  <a:lnTo>
                    <a:pt x="921752" y="317656"/>
                  </a:lnTo>
                  <a:lnTo>
                    <a:pt x="931624" y="321058"/>
                  </a:lnTo>
                  <a:lnTo>
                    <a:pt x="941296" y="324391"/>
                  </a:lnTo>
                  <a:lnTo>
                    <a:pt x="950777" y="327659"/>
                  </a:lnTo>
                  <a:lnTo>
                    <a:pt x="960073" y="330862"/>
                  </a:lnTo>
                  <a:lnTo>
                    <a:pt x="969193" y="334005"/>
                  </a:lnTo>
                  <a:lnTo>
                    <a:pt x="978142" y="337089"/>
                  </a:lnTo>
                  <a:lnTo>
                    <a:pt x="986927" y="340117"/>
                  </a:lnTo>
                  <a:lnTo>
                    <a:pt x="995553" y="34309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81101" y="4550277"/>
              <a:ext cx="995553" cy="10003"/>
            </a:xfrm>
            <a:custGeom>
              <a:avLst/>
              <a:pathLst>
                <a:path w="995553" h="10003">
                  <a:moveTo>
                    <a:pt x="0" y="10003"/>
                  </a:moveTo>
                  <a:lnTo>
                    <a:pt x="63929" y="9360"/>
                  </a:lnTo>
                  <a:lnTo>
                    <a:pt x="120319" y="8794"/>
                  </a:lnTo>
                  <a:lnTo>
                    <a:pt x="170761" y="8287"/>
                  </a:lnTo>
                  <a:lnTo>
                    <a:pt x="216392" y="7828"/>
                  </a:lnTo>
                  <a:lnTo>
                    <a:pt x="258050" y="7410"/>
                  </a:lnTo>
                  <a:lnTo>
                    <a:pt x="296371" y="7025"/>
                  </a:lnTo>
                  <a:lnTo>
                    <a:pt x="331851" y="6668"/>
                  </a:lnTo>
                  <a:lnTo>
                    <a:pt x="364882" y="6336"/>
                  </a:lnTo>
                  <a:lnTo>
                    <a:pt x="395780" y="6026"/>
                  </a:lnTo>
                  <a:lnTo>
                    <a:pt x="424805" y="5734"/>
                  </a:lnTo>
                  <a:lnTo>
                    <a:pt x="452170" y="5459"/>
                  </a:lnTo>
                  <a:lnTo>
                    <a:pt x="478055" y="5199"/>
                  </a:lnTo>
                  <a:lnTo>
                    <a:pt x="502613" y="4953"/>
                  </a:lnTo>
                  <a:lnTo>
                    <a:pt x="525971" y="4718"/>
                  </a:lnTo>
                  <a:lnTo>
                    <a:pt x="548243" y="4494"/>
                  </a:lnTo>
                  <a:lnTo>
                    <a:pt x="569525" y="4280"/>
                  </a:lnTo>
                  <a:lnTo>
                    <a:pt x="589901" y="4075"/>
                  </a:lnTo>
                  <a:lnTo>
                    <a:pt x="609445" y="3879"/>
                  </a:lnTo>
                  <a:lnTo>
                    <a:pt x="628222" y="3690"/>
                  </a:lnTo>
                  <a:lnTo>
                    <a:pt x="646291" y="3509"/>
                  </a:lnTo>
                  <a:lnTo>
                    <a:pt x="663702" y="3334"/>
                  </a:lnTo>
                  <a:lnTo>
                    <a:pt x="680502" y="3165"/>
                  </a:lnTo>
                  <a:lnTo>
                    <a:pt x="696733" y="3002"/>
                  </a:lnTo>
                  <a:lnTo>
                    <a:pt x="712431" y="2844"/>
                  </a:lnTo>
                  <a:lnTo>
                    <a:pt x="727632" y="2692"/>
                  </a:lnTo>
                  <a:lnTo>
                    <a:pt x="742364" y="2544"/>
                  </a:lnTo>
                  <a:lnTo>
                    <a:pt x="756656" y="2400"/>
                  </a:lnTo>
                  <a:lnTo>
                    <a:pt x="770534" y="2260"/>
                  </a:lnTo>
                  <a:lnTo>
                    <a:pt x="784021" y="2125"/>
                  </a:lnTo>
                  <a:lnTo>
                    <a:pt x="797139" y="1993"/>
                  </a:lnTo>
                  <a:lnTo>
                    <a:pt x="809907" y="1865"/>
                  </a:lnTo>
                  <a:lnTo>
                    <a:pt x="822343" y="1740"/>
                  </a:lnTo>
                  <a:lnTo>
                    <a:pt x="834464" y="1618"/>
                  </a:lnTo>
                  <a:lnTo>
                    <a:pt x="846286" y="1499"/>
                  </a:lnTo>
                  <a:lnTo>
                    <a:pt x="857823" y="1383"/>
                  </a:lnTo>
                  <a:lnTo>
                    <a:pt x="869088" y="1270"/>
                  </a:lnTo>
                  <a:lnTo>
                    <a:pt x="880094" y="1160"/>
                  </a:lnTo>
                  <a:lnTo>
                    <a:pt x="890854" y="1052"/>
                  </a:lnTo>
                  <a:lnTo>
                    <a:pt x="901376" y="946"/>
                  </a:lnTo>
                  <a:lnTo>
                    <a:pt x="911673" y="842"/>
                  </a:lnTo>
                  <a:lnTo>
                    <a:pt x="921752" y="741"/>
                  </a:lnTo>
                  <a:lnTo>
                    <a:pt x="931624" y="642"/>
                  </a:lnTo>
                  <a:lnTo>
                    <a:pt x="941296" y="545"/>
                  </a:lnTo>
                  <a:lnTo>
                    <a:pt x="950777" y="449"/>
                  </a:lnTo>
                  <a:lnTo>
                    <a:pt x="960073" y="356"/>
                  </a:lnTo>
                  <a:lnTo>
                    <a:pt x="969193" y="264"/>
                  </a:lnTo>
                  <a:lnTo>
                    <a:pt x="978142" y="174"/>
                  </a:lnTo>
                  <a:lnTo>
                    <a:pt x="986927" y="86"/>
                  </a:lnTo>
                  <a:lnTo>
                    <a:pt x="99555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81101" y="4573516"/>
              <a:ext cx="995553" cy="10574"/>
            </a:xfrm>
            <a:custGeom>
              <a:avLst/>
              <a:pathLst>
                <a:path w="995553" h="10574">
                  <a:moveTo>
                    <a:pt x="0" y="10574"/>
                  </a:moveTo>
                  <a:lnTo>
                    <a:pt x="63929" y="9895"/>
                  </a:lnTo>
                  <a:lnTo>
                    <a:pt x="120319" y="9296"/>
                  </a:lnTo>
                  <a:lnTo>
                    <a:pt x="170761" y="8760"/>
                  </a:lnTo>
                  <a:lnTo>
                    <a:pt x="216392" y="8276"/>
                  </a:lnTo>
                  <a:lnTo>
                    <a:pt x="258050" y="7833"/>
                  </a:lnTo>
                  <a:lnTo>
                    <a:pt x="296371" y="7426"/>
                  </a:lnTo>
                  <a:lnTo>
                    <a:pt x="331851" y="7049"/>
                  </a:lnTo>
                  <a:lnTo>
                    <a:pt x="364882" y="6698"/>
                  </a:lnTo>
                  <a:lnTo>
                    <a:pt x="395780" y="6370"/>
                  </a:lnTo>
                  <a:lnTo>
                    <a:pt x="424805" y="6062"/>
                  </a:lnTo>
                  <a:lnTo>
                    <a:pt x="452170" y="5771"/>
                  </a:lnTo>
                  <a:lnTo>
                    <a:pt x="478055" y="5496"/>
                  </a:lnTo>
                  <a:lnTo>
                    <a:pt x="502613" y="5235"/>
                  </a:lnTo>
                  <a:lnTo>
                    <a:pt x="525971" y="4987"/>
                  </a:lnTo>
                  <a:lnTo>
                    <a:pt x="548243" y="4751"/>
                  </a:lnTo>
                  <a:lnTo>
                    <a:pt x="569525" y="4525"/>
                  </a:lnTo>
                  <a:lnTo>
                    <a:pt x="589901" y="4308"/>
                  </a:lnTo>
                  <a:lnTo>
                    <a:pt x="609445" y="4101"/>
                  </a:lnTo>
                  <a:lnTo>
                    <a:pt x="628222" y="3901"/>
                  </a:lnTo>
                  <a:lnTo>
                    <a:pt x="646291" y="3709"/>
                  </a:lnTo>
                  <a:lnTo>
                    <a:pt x="663702" y="3524"/>
                  </a:lnTo>
                  <a:lnTo>
                    <a:pt x="680502" y="3346"/>
                  </a:lnTo>
                  <a:lnTo>
                    <a:pt x="696733" y="3174"/>
                  </a:lnTo>
                  <a:lnTo>
                    <a:pt x="712431" y="3007"/>
                  </a:lnTo>
                  <a:lnTo>
                    <a:pt x="727632" y="2845"/>
                  </a:lnTo>
                  <a:lnTo>
                    <a:pt x="742364" y="2689"/>
                  </a:lnTo>
                  <a:lnTo>
                    <a:pt x="756656" y="2537"/>
                  </a:lnTo>
                  <a:lnTo>
                    <a:pt x="770534" y="2390"/>
                  </a:lnTo>
                  <a:lnTo>
                    <a:pt x="784021" y="2246"/>
                  </a:lnTo>
                  <a:lnTo>
                    <a:pt x="797139" y="2107"/>
                  </a:lnTo>
                  <a:lnTo>
                    <a:pt x="809907" y="1971"/>
                  </a:lnTo>
                  <a:lnTo>
                    <a:pt x="822343" y="1839"/>
                  </a:lnTo>
                  <a:lnTo>
                    <a:pt x="834464" y="1711"/>
                  </a:lnTo>
                  <a:lnTo>
                    <a:pt x="846286" y="1585"/>
                  </a:lnTo>
                  <a:lnTo>
                    <a:pt x="857823" y="1462"/>
                  </a:lnTo>
                  <a:lnTo>
                    <a:pt x="869088" y="1343"/>
                  </a:lnTo>
                  <a:lnTo>
                    <a:pt x="880094" y="1226"/>
                  </a:lnTo>
                  <a:lnTo>
                    <a:pt x="890854" y="1112"/>
                  </a:lnTo>
                  <a:lnTo>
                    <a:pt x="901376" y="1000"/>
                  </a:lnTo>
                  <a:lnTo>
                    <a:pt x="911673" y="890"/>
                  </a:lnTo>
                  <a:lnTo>
                    <a:pt x="921752" y="783"/>
                  </a:lnTo>
                  <a:lnTo>
                    <a:pt x="931624" y="679"/>
                  </a:lnTo>
                  <a:lnTo>
                    <a:pt x="941296" y="576"/>
                  </a:lnTo>
                  <a:lnTo>
                    <a:pt x="950777" y="475"/>
                  </a:lnTo>
                  <a:lnTo>
                    <a:pt x="960073" y="376"/>
                  </a:lnTo>
                  <a:lnTo>
                    <a:pt x="969193" y="279"/>
                  </a:lnTo>
                  <a:lnTo>
                    <a:pt x="978142" y="184"/>
                  </a:lnTo>
                  <a:lnTo>
                    <a:pt x="986927" y="91"/>
                  </a:lnTo>
                  <a:lnTo>
                    <a:pt x="99555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81101" y="4557609"/>
              <a:ext cx="995553" cy="76259"/>
            </a:xfrm>
            <a:custGeom>
              <a:avLst/>
              <a:pathLst>
                <a:path w="995553" h="76259">
                  <a:moveTo>
                    <a:pt x="0" y="76259"/>
                  </a:moveTo>
                  <a:lnTo>
                    <a:pt x="63929" y="71362"/>
                  </a:lnTo>
                  <a:lnTo>
                    <a:pt x="120319" y="67042"/>
                  </a:lnTo>
                  <a:lnTo>
                    <a:pt x="170761" y="63178"/>
                  </a:lnTo>
                  <a:lnTo>
                    <a:pt x="216392" y="59683"/>
                  </a:lnTo>
                  <a:lnTo>
                    <a:pt x="258050" y="56492"/>
                  </a:lnTo>
                  <a:lnTo>
                    <a:pt x="296371" y="53557"/>
                  </a:lnTo>
                  <a:lnTo>
                    <a:pt x="331851" y="50839"/>
                  </a:lnTo>
                  <a:lnTo>
                    <a:pt x="364882" y="48309"/>
                  </a:lnTo>
                  <a:lnTo>
                    <a:pt x="395780" y="45942"/>
                  </a:lnTo>
                  <a:lnTo>
                    <a:pt x="424805" y="43719"/>
                  </a:lnTo>
                  <a:lnTo>
                    <a:pt x="452170" y="41623"/>
                  </a:lnTo>
                  <a:lnTo>
                    <a:pt x="478055" y="39640"/>
                  </a:lnTo>
                  <a:lnTo>
                    <a:pt x="502613" y="37759"/>
                  </a:lnTo>
                  <a:lnTo>
                    <a:pt x="525971" y="35969"/>
                  </a:lnTo>
                  <a:lnTo>
                    <a:pt x="548243" y="34263"/>
                  </a:lnTo>
                  <a:lnTo>
                    <a:pt x="569525" y="32633"/>
                  </a:lnTo>
                  <a:lnTo>
                    <a:pt x="589901" y="31072"/>
                  </a:lnTo>
                  <a:lnTo>
                    <a:pt x="609445" y="29575"/>
                  </a:lnTo>
                  <a:lnTo>
                    <a:pt x="628222" y="28137"/>
                  </a:lnTo>
                  <a:lnTo>
                    <a:pt x="646291" y="26753"/>
                  </a:lnTo>
                  <a:lnTo>
                    <a:pt x="663702" y="25419"/>
                  </a:lnTo>
                  <a:lnTo>
                    <a:pt x="680502" y="24132"/>
                  </a:lnTo>
                  <a:lnTo>
                    <a:pt x="696733" y="22889"/>
                  </a:lnTo>
                  <a:lnTo>
                    <a:pt x="712431" y="21687"/>
                  </a:lnTo>
                  <a:lnTo>
                    <a:pt x="727632" y="20522"/>
                  </a:lnTo>
                  <a:lnTo>
                    <a:pt x="742364" y="19394"/>
                  </a:lnTo>
                  <a:lnTo>
                    <a:pt x="756656" y="18299"/>
                  </a:lnTo>
                  <a:lnTo>
                    <a:pt x="770534" y="17236"/>
                  </a:lnTo>
                  <a:lnTo>
                    <a:pt x="784021" y="16203"/>
                  </a:lnTo>
                  <a:lnTo>
                    <a:pt x="797139" y="15198"/>
                  </a:lnTo>
                  <a:lnTo>
                    <a:pt x="809907" y="14220"/>
                  </a:lnTo>
                  <a:lnTo>
                    <a:pt x="822343" y="13267"/>
                  </a:lnTo>
                  <a:lnTo>
                    <a:pt x="834464" y="12339"/>
                  </a:lnTo>
                  <a:lnTo>
                    <a:pt x="846286" y="11433"/>
                  </a:lnTo>
                  <a:lnTo>
                    <a:pt x="857823" y="10550"/>
                  </a:lnTo>
                  <a:lnTo>
                    <a:pt x="869088" y="9687"/>
                  </a:lnTo>
                  <a:lnTo>
                    <a:pt x="880094" y="8844"/>
                  </a:lnTo>
                  <a:lnTo>
                    <a:pt x="890854" y="8019"/>
                  </a:lnTo>
                  <a:lnTo>
                    <a:pt x="901376" y="7213"/>
                  </a:lnTo>
                  <a:lnTo>
                    <a:pt x="911673" y="6425"/>
                  </a:lnTo>
                  <a:lnTo>
                    <a:pt x="921752" y="5653"/>
                  </a:lnTo>
                  <a:lnTo>
                    <a:pt x="931624" y="4896"/>
                  </a:lnTo>
                  <a:lnTo>
                    <a:pt x="941296" y="4156"/>
                  </a:lnTo>
                  <a:lnTo>
                    <a:pt x="950777" y="3429"/>
                  </a:lnTo>
                  <a:lnTo>
                    <a:pt x="960073" y="2717"/>
                  </a:lnTo>
                  <a:lnTo>
                    <a:pt x="969193" y="2019"/>
                  </a:lnTo>
                  <a:lnTo>
                    <a:pt x="978142" y="1333"/>
                  </a:lnTo>
                  <a:lnTo>
                    <a:pt x="986927" y="660"/>
                  </a:lnTo>
                  <a:lnTo>
                    <a:pt x="99555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81101" y="4471051"/>
              <a:ext cx="995553" cy="83093"/>
            </a:xfrm>
            <a:custGeom>
              <a:avLst/>
              <a:pathLst>
                <a:path w="995553" h="83093">
                  <a:moveTo>
                    <a:pt x="0" y="83093"/>
                  </a:moveTo>
                  <a:lnTo>
                    <a:pt x="63929" y="77757"/>
                  </a:lnTo>
                  <a:lnTo>
                    <a:pt x="120319" y="73051"/>
                  </a:lnTo>
                  <a:lnTo>
                    <a:pt x="170761" y="68841"/>
                  </a:lnTo>
                  <a:lnTo>
                    <a:pt x="216392" y="65032"/>
                  </a:lnTo>
                  <a:lnTo>
                    <a:pt x="258050" y="61555"/>
                  </a:lnTo>
                  <a:lnTo>
                    <a:pt x="296371" y="58357"/>
                  </a:lnTo>
                  <a:lnTo>
                    <a:pt x="331851" y="55395"/>
                  </a:lnTo>
                  <a:lnTo>
                    <a:pt x="364882" y="52638"/>
                  </a:lnTo>
                  <a:lnTo>
                    <a:pt x="395780" y="50059"/>
                  </a:lnTo>
                  <a:lnTo>
                    <a:pt x="424805" y="47637"/>
                  </a:lnTo>
                  <a:lnTo>
                    <a:pt x="452170" y="45353"/>
                  </a:lnTo>
                  <a:lnTo>
                    <a:pt x="478055" y="43192"/>
                  </a:lnTo>
                  <a:lnTo>
                    <a:pt x="502613" y="41143"/>
                  </a:lnTo>
                  <a:lnTo>
                    <a:pt x="525971" y="39193"/>
                  </a:lnTo>
                  <a:lnTo>
                    <a:pt x="548243" y="37334"/>
                  </a:lnTo>
                  <a:lnTo>
                    <a:pt x="569525" y="35558"/>
                  </a:lnTo>
                  <a:lnTo>
                    <a:pt x="589901" y="33857"/>
                  </a:lnTo>
                  <a:lnTo>
                    <a:pt x="609445" y="32226"/>
                  </a:lnTo>
                  <a:lnTo>
                    <a:pt x="628222" y="30659"/>
                  </a:lnTo>
                  <a:lnTo>
                    <a:pt x="646291" y="29151"/>
                  </a:lnTo>
                  <a:lnTo>
                    <a:pt x="663702" y="27697"/>
                  </a:lnTo>
                  <a:lnTo>
                    <a:pt x="680502" y="26295"/>
                  </a:lnTo>
                  <a:lnTo>
                    <a:pt x="696733" y="24940"/>
                  </a:lnTo>
                  <a:lnTo>
                    <a:pt x="712431" y="23630"/>
                  </a:lnTo>
                  <a:lnTo>
                    <a:pt x="727632" y="22362"/>
                  </a:lnTo>
                  <a:lnTo>
                    <a:pt x="742364" y="21132"/>
                  </a:lnTo>
                  <a:lnTo>
                    <a:pt x="756656" y="19939"/>
                  </a:lnTo>
                  <a:lnTo>
                    <a:pt x="770534" y="18781"/>
                  </a:lnTo>
                  <a:lnTo>
                    <a:pt x="784021" y="17655"/>
                  </a:lnTo>
                  <a:lnTo>
                    <a:pt x="797139" y="16560"/>
                  </a:lnTo>
                  <a:lnTo>
                    <a:pt x="809907" y="15494"/>
                  </a:lnTo>
                  <a:lnTo>
                    <a:pt x="822343" y="14456"/>
                  </a:lnTo>
                  <a:lnTo>
                    <a:pt x="834464" y="13445"/>
                  </a:lnTo>
                  <a:lnTo>
                    <a:pt x="846286" y="12458"/>
                  </a:lnTo>
                  <a:lnTo>
                    <a:pt x="857823" y="11495"/>
                  </a:lnTo>
                  <a:lnTo>
                    <a:pt x="869088" y="10555"/>
                  </a:lnTo>
                  <a:lnTo>
                    <a:pt x="880094" y="9636"/>
                  </a:lnTo>
                  <a:lnTo>
                    <a:pt x="890854" y="8738"/>
                  </a:lnTo>
                  <a:lnTo>
                    <a:pt x="901376" y="7860"/>
                  </a:lnTo>
                  <a:lnTo>
                    <a:pt x="911673" y="7001"/>
                  </a:lnTo>
                  <a:lnTo>
                    <a:pt x="921752" y="6159"/>
                  </a:lnTo>
                  <a:lnTo>
                    <a:pt x="931624" y="5335"/>
                  </a:lnTo>
                  <a:lnTo>
                    <a:pt x="941296" y="4528"/>
                  </a:lnTo>
                  <a:lnTo>
                    <a:pt x="950777" y="3737"/>
                  </a:lnTo>
                  <a:lnTo>
                    <a:pt x="960073" y="2961"/>
                  </a:lnTo>
                  <a:lnTo>
                    <a:pt x="969193" y="2200"/>
                  </a:lnTo>
                  <a:lnTo>
                    <a:pt x="978142" y="1453"/>
                  </a:lnTo>
                  <a:lnTo>
                    <a:pt x="986927" y="720"/>
                  </a:lnTo>
                  <a:lnTo>
                    <a:pt x="99555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81101" y="4494792"/>
              <a:ext cx="995553" cy="71067"/>
            </a:xfrm>
            <a:custGeom>
              <a:avLst/>
              <a:pathLst>
                <a:path w="995553" h="71067">
                  <a:moveTo>
                    <a:pt x="0" y="0"/>
                  </a:moveTo>
                  <a:lnTo>
                    <a:pt x="63929" y="4563"/>
                  </a:lnTo>
                  <a:lnTo>
                    <a:pt x="120319" y="8589"/>
                  </a:lnTo>
                  <a:lnTo>
                    <a:pt x="170761" y="12189"/>
                  </a:lnTo>
                  <a:lnTo>
                    <a:pt x="216392" y="15447"/>
                  </a:lnTo>
                  <a:lnTo>
                    <a:pt x="258050" y="18420"/>
                  </a:lnTo>
                  <a:lnTo>
                    <a:pt x="296371" y="21156"/>
                  </a:lnTo>
                  <a:lnTo>
                    <a:pt x="331851" y="23689"/>
                  </a:lnTo>
                  <a:lnTo>
                    <a:pt x="364882" y="26047"/>
                  </a:lnTo>
                  <a:lnTo>
                    <a:pt x="395780" y="28252"/>
                  </a:lnTo>
                  <a:lnTo>
                    <a:pt x="424805" y="30324"/>
                  </a:lnTo>
                  <a:lnTo>
                    <a:pt x="452170" y="32278"/>
                  </a:lnTo>
                  <a:lnTo>
                    <a:pt x="478055" y="34126"/>
                  </a:lnTo>
                  <a:lnTo>
                    <a:pt x="502613" y="35879"/>
                  </a:lnTo>
                  <a:lnTo>
                    <a:pt x="525971" y="37546"/>
                  </a:lnTo>
                  <a:lnTo>
                    <a:pt x="548243" y="39136"/>
                  </a:lnTo>
                  <a:lnTo>
                    <a:pt x="569525" y="40655"/>
                  </a:lnTo>
                  <a:lnTo>
                    <a:pt x="589901" y="42110"/>
                  </a:lnTo>
                  <a:lnTo>
                    <a:pt x="609445" y="43505"/>
                  </a:lnTo>
                  <a:lnTo>
                    <a:pt x="628222" y="44845"/>
                  </a:lnTo>
                  <a:lnTo>
                    <a:pt x="646291" y="46135"/>
                  </a:lnTo>
                  <a:lnTo>
                    <a:pt x="663702" y="47378"/>
                  </a:lnTo>
                  <a:lnTo>
                    <a:pt x="680502" y="48577"/>
                  </a:lnTo>
                  <a:lnTo>
                    <a:pt x="696733" y="49736"/>
                  </a:lnTo>
                  <a:lnTo>
                    <a:pt x="712431" y="50857"/>
                  </a:lnTo>
                  <a:lnTo>
                    <a:pt x="727632" y="51942"/>
                  </a:lnTo>
                  <a:lnTo>
                    <a:pt x="742364" y="52993"/>
                  </a:lnTo>
                  <a:lnTo>
                    <a:pt x="756656" y="54013"/>
                  </a:lnTo>
                  <a:lnTo>
                    <a:pt x="770534" y="55004"/>
                  </a:lnTo>
                  <a:lnTo>
                    <a:pt x="784021" y="55967"/>
                  </a:lnTo>
                  <a:lnTo>
                    <a:pt x="797139" y="56903"/>
                  </a:lnTo>
                  <a:lnTo>
                    <a:pt x="809907" y="57815"/>
                  </a:lnTo>
                  <a:lnTo>
                    <a:pt x="822343" y="58703"/>
                  </a:lnTo>
                  <a:lnTo>
                    <a:pt x="834464" y="59568"/>
                  </a:lnTo>
                  <a:lnTo>
                    <a:pt x="846286" y="60412"/>
                  </a:lnTo>
                  <a:lnTo>
                    <a:pt x="857823" y="61235"/>
                  </a:lnTo>
                  <a:lnTo>
                    <a:pt x="869088" y="62039"/>
                  </a:lnTo>
                  <a:lnTo>
                    <a:pt x="880094" y="62825"/>
                  </a:lnTo>
                  <a:lnTo>
                    <a:pt x="890854" y="63593"/>
                  </a:lnTo>
                  <a:lnTo>
                    <a:pt x="901376" y="64344"/>
                  </a:lnTo>
                  <a:lnTo>
                    <a:pt x="911673" y="65079"/>
                  </a:lnTo>
                  <a:lnTo>
                    <a:pt x="921752" y="65799"/>
                  </a:lnTo>
                  <a:lnTo>
                    <a:pt x="931624" y="66504"/>
                  </a:lnTo>
                  <a:lnTo>
                    <a:pt x="941296" y="67194"/>
                  </a:lnTo>
                  <a:lnTo>
                    <a:pt x="950777" y="67871"/>
                  </a:lnTo>
                  <a:lnTo>
                    <a:pt x="960073" y="68534"/>
                  </a:lnTo>
                  <a:lnTo>
                    <a:pt x="969193" y="69185"/>
                  </a:lnTo>
                  <a:lnTo>
                    <a:pt x="978142" y="69824"/>
                  </a:lnTo>
                  <a:lnTo>
                    <a:pt x="986927" y="70451"/>
                  </a:lnTo>
                  <a:lnTo>
                    <a:pt x="995553" y="7106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81101" y="4588126"/>
              <a:ext cx="995553" cy="128312"/>
            </a:xfrm>
            <a:custGeom>
              <a:avLst/>
              <a:pathLst>
                <a:path w="995553" h="128312">
                  <a:moveTo>
                    <a:pt x="0" y="0"/>
                  </a:moveTo>
                  <a:lnTo>
                    <a:pt x="63929" y="8239"/>
                  </a:lnTo>
                  <a:lnTo>
                    <a:pt x="120319" y="15507"/>
                  </a:lnTo>
                  <a:lnTo>
                    <a:pt x="170761" y="22008"/>
                  </a:lnTo>
                  <a:lnTo>
                    <a:pt x="216392" y="27889"/>
                  </a:lnTo>
                  <a:lnTo>
                    <a:pt x="258050" y="33258"/>
                  </a:lnTo>
                  <a:lnTo>
                    <a:pt x="296371" y="38197"/>
                  </a:lnTo>
                  <a:lnTo>
                    <a:pt x="331851" y="42770"/>
                  </a:lnTo>
                  <a:lnTo>
                    <a:pt x="364882" y="47027"/>
                  </a:lnTo>
                  <a:lnTo>
                    <a:pt x="395780" y="51010"/>
                  </a:lnTo>
                  <a:lnTo>
                    <a:pt x="424805" y="54751"/>
                  </a:lnTo>
                  <a:lnTo>
                    <a:pt x="452170" y="58278"/>
                  </a:lnTo>
                  <a:lnTo>
                    <a:pt x="478055" y="61614"/>
                  </a:lnTo>
                  <a:lnTo>
                    <a:pt x="502613" y="64779"/>
                  </a:lnTo>
                  <a:lnTo>
                    <a:pt x="525971" y="67789"/>
                  </a:lnTo>
                  <a:lnTo>
                    <a:pt x="548243" y="70660"/>
                  </a:lnTo>
                  <a:lnTo>
                    <a:pt x="569525" y="73403"/>
                  </a:lnTo>
                  <a:lnTo>
                    <a:pt x="589901" y="76029"/>
                  </a:lnTo>
                  <a:lnTo>
                    <a:pt x="609445" y="78548"/>
                  </a:lnTo>
                  <a:lnTo>
                    <a:pt x="628222" y="80968"/>
                  </a:lnTo>
                  <a:lnTo>
                    <a:pt x="646291" y="83297"/>
                  </a:lnTo>
                  <a:lnTo>
                    <a:pt x="663702" y="85541"/>
                  </a:lnTo>
                  <a:lnTo>
                    <a:pt x="680502" y="87706"/>
                  </a:lnTo>
                  <a:lnTo>
                    <a:pt x="696733" y="89798"/>
                  </a:lnTo>
                  <a:lnTo>
                    <a:pt x="712431" y="91821"/>
                  </a:lnTo>
                  <a:lnTo>
                    <a:pt x="727632" y="93780"/>
                  </a:lnTo>
                  <a:lnTo>
                    <a:pt x="742364" y="95679"/>
                  </a:lnTo>
                  <a:lnTo>
                    <a:pt x="756656" y="97521"/>
                  </a:lnTo>
                  <a:lnTo>
                    <a:pt x="770534" y="99310"/>
                  </a:lnTo>
                  <a:lnTo>
                    <a:pt x="784021" y="101048"/>
                  </a:lnTo>
                  <a:lnTo>
                    <a:pt x="797139" y="102739"/>
                  </a:lnTo>
                  <a:lnTo>
                    <a:pt x="809907" y="104385"/>
                  </a:lnTo>
                  <a:lnTo>
                    <a:pt x="822343" y="105987"/>
                  </a:lnTo>
                  <a:lnTo>
                    <a:pt x="834464" y="107550"/>
                  </a:lnTo>
                  <a:lnTo>
                    <a:pt x="846286" y="109073"/>
                  </a:lnTo>
                  <a:lnTo>
                    <a:pt x="857823" y="110560"/>
                  </a:lnTo>
                  <a:lnTo>
                    <a:pt x="869088" y="112012"/>
                  </a:lnTo>
                  <a:lnTo>
                    <a:pt x="880094" y="113431"/>
                  </a:lnTo>
                  <a:lnTo>
                    <a:pt x="890854" y="114817"/>
                  </a:lnTo>
                  <a:lnTo>
                    <a:pt x="901376" y="116174"/>
                  </a:lnTo>
                  <a:lnTo>
                    <a:pt x="911673" y="117501"/>
                  </a:lnTo>
                  <a:lnTo>
                    <a:pt x="921752" y="118800"/>
                  </a:lnTo>
                  <a:lnTo>
                    <a:pt x="931624" y="120072"/>
                  </a:lnTo>
                  <a:lnTo>
                    <a:pt x="941296" y="121319"/>
                  </a:lnTo>
                  <a:lnTo>
                    <a:pt x="950777" y="122541"/>
                  </a:lnTo>
                  <a:lnTo>
                    <a:pt x="960073" y="123739"/>
                  </a:lnTo>
                  <a:lnTo>
                    <a:pt x="969193" y="124914"/>
                  </a:lnTo>
                  <a:lnTo>
                    <a:pt x="978142" y="126068"/>
                  </a:lnTo>
                  <a:lnTo>
                    <a:pt x="986927" y="127200"/>
                  </a:lnTo>
                  <a:lnTo>
                    <a:pt x="995553" y="12831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81101" y="4553950"/>
              <a:ext cx="995553" cy="4200"/>
            </a:xfrm>
            <a:custGeom>
              <a:avLst/>
              <a:pathLst>
                <a:path w="995553" h="4200">
                  <a:moveTo>
                    <a:pt x="0" y="4200"/>
                  </a:moveTo>
                  <a:lnTo>
                    <a:pt x="63929" y="3930"/>
                  </a:lnTo>
                  <a:lnTo>
                    <a:pt x="120319" y="3692"/>
                  </a:lnTo>
                  <a:lnTo>
                    <a:pt x="170761" y="3480"/>
                  </a:lnTo>
                  <a:lnTo>
                    <a:pt x="216392" y="3287"/>
                  </a:lnTo>
                  <a:lnTo>
                    <a:pt x="258050" y="3111"/>
                  </a:lnTo>
                  <a:lnTo>
                    <a:pt x="296371" y="2950"/>
                  </a:lnTo>
                  <a:lnTo>
                    <a:pt x="331851" y="2800"/>
                  </a:lnTo>
                  <a:lnTo>
                    <a:pt x="364882" y="2661"/>
                  </a:lnTo>
                  <a:lnTo>
                    <a:pt x="395780" y="2530"/>
                  </a:lnTo>
                  <a:lnTo>
                    <a:pt x="424805" y="2408"/>
                  </a:lnTo>
                  <a:lnTo>
                    <a:pt x="452170" y="2292"/>
                  </a:lnTo>
                  <a:lnTo>
                    <a:pt x="478055" y="2183"/>
                  </a:lnTo>
                  <a:lnTo>
                    <a:pt x="502613" y="2079"/>
                  </a:lnTo>
                  <a:lnTo>
                    <a:pt x="525971" y="1981"/>
                  </a:lnTo>
                  <a:lnTo>
                    <a:pt x="548243" y="1887"/>
                  </a:lnTo>
                  <a:lnTo>
                    <a:pt x="569525" y="1797"/>
                  </a:lnTo>
                  <a:lnTo>
                    <a:pt x="589901" y="1711"/>
                  </a:lnTo>
                  <a:lnTo>
                    <a:pt x="609445" y="1629"/>
                  </a:lnTo>
                  <a:lnTo>
                    <a:pt x="628222" y="1549"/>
                  </a:lnTo>
                  <a:lnTo>
                    <a:pt x="646291" y="1473"/>
                  </a:lnTo>
                  <a:lnTo>
                    <a:pt x="663702" y="1400"/>
                  </a:lnTo>
                  <a:lnTo>
                    <a:pt x="680502" y="1329"/>
                  </a:lnTo>
                  <a:lnTo>
                    <a:pt x="696733" y="1260"/>
                  </a:lnTo>
                  <a:lnTo>
                    <a:pt x="712431" y="1194"/>
                  </a:lnTo>
                  <a:lnTo>
                    <a:pt x="727632" y="1130"/>
                  </a:lnTo>
                  <a:lnTo>
                    <a:pt x="742364" y="1068"/>
                  </a:lnTo>
                  <a:lnTo>
                    <a:pt x="756656" y="1007"/>
                  </a:lnTo>
                  <a:lnTo>
                    <a:pt x="770534" y="949"/>
                  </a:lnTo>
                  <a:lnTo>
                    <a:pt x="784021" y="892"/>
                  </a:lnTo>
                  <a:lnTo>
                    <a:pt x="797139" y="837"/>
                  </a:lnTo>
                  <a:lnTo>
                    <a:pt x="809907" y="783"/>
                  </a:lnTo>
                  <a:lnTo>
                    <a:pt x="822343" y="730"/>
                  </a:lnTo>
                  <a:lnTo>
                    <a:pt x="834464" y="679"/>
                  </a:lnTo>
                  <a:lnTo>
                    <a:pt x="846286" y="629"/>
                  </a:lnTo>
                  <a:lnTo>
                    <a:pt x="857823" y="581"/>
                  </a:lnTo>
                  <a:lnTo>
                    <a:pt x="869088" y="533"/>
                  </a:lnTo>
                  <a:lnTo>
                    <a:pt x="880094" y="487"/>
                  </a:lnTo>
                  <a:lnTo>
                    <a:pt x="890854" y="441"/>
                  </a:lnTo>
                  <a:lnTo>
                    <a:pt x="901376" y="397"/>
                  </a:lnTo>
                  <a:lnTo>
                    <a:pt x="911673" y="353"/>
                  </a:lnTo>
                  <a:lnTo>
                    <a:pt x="921752" y="311"/>
                  </a:lnTo>
                  <a:lnTo>
                    <a:pt x="931624" y="269"/>
                  </a:lnTo>
                  <a:lnTo>
                    <a:pt x="941296" y="228"/>
                  </a:lnTo>
                  <a:lnTo>
                    <a:pt x="950777" y="188"/>
                  </a:lnTo>
                  <a:lnTo>
                    <a:pt x="960073" y="149"/>
                  </a:lnTo>
                  <a:lnTo>
                    <a:pt x="969193" y="111"/>
                  </a:lnTo>
                  <a:lnTo>
                    <a:pt x="978142" y="73"/>
                  </a:lnTo>
                  <a:lnTo>
                    <a:pt x="986927" y="36"/>
                  </a:lnTo>
                  <a:lnTo>
                    <a:pt x="99555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81101" y="4574862"/>
              <a:ext cx="995553" cy="54969"/>
            </a:xfrm>
            <a:custGeom>
              <a:avLst/>
              <a:pathLst>
                <a:path w="995553" h="54969">
                  <a:moveTo>
                    <a:pt x="0" y="0"/>
                  </a:moveTo>
                  <a:lnTo>
                    <a:pt x="63929" y="3529"/>
                  </a:lnTo>
                  <a:lnTo>
                    <a:pt x="120319" y="6643"/>
                  </a:lnTo>
                  <a:lnTo>
                    <a:pt x="170761" y="9428"/>
                  </a:lnTo>
                  <a:lnTo>
                    <a:pt x="216392" y="11948"/>
                  </a:lnTo>
                  <a:lnTo>
                    <a:pt x="258050" y="14248"/>
                  </a:lnTo>
                  <a:lnTo>
                    <a:pt x="296371" y="16364"/>
                  </a:lnTo>
                  <a:lnTo>
                    <a:pt x="331851" y="18323"/>
                  </a:lnTo>
                  <a:lnTo>
                    <a:pt x="364882" y="20147"/>
                  </a:lnTo>
                  <a:lnTo>
                    <a:pt x="395780" y="21853"/>
                  </a:lnTo>
                  <a:lnTo>
                    <a:pt x="424805" y="23455"/>
                  </a:lnTo>
                  <a:lnTo>
                    <a:pt x="452170" y="24966"/>
                  </a:lnTo>
                  <a:lnTo>
                    <a:pt x="478055" y="26396"/>
                  </a:lnTo>
                  <a:lnTo>
                    <a:pt x="502613" y="27751"/>
                  </a:lnTo>
                  <a:lnTo>
                    <a:pt x="525971" y="29041"/>
                  </a:lnTo>
                  <a:lnTo>
                    <a:pt x="548243" y="30271"/>
                  </a:lnTo>
                  <a:lnTo>
                    <a:pt x="569525" y="31446"/>
                  </a:lnTo>
                  <a:lnTo>
                    <a:pt x="589901" y="32571"/>
                  </a:lnTo>
                  <a:lnTo>
                    <a:pt x="609445" y="33650"/>
                  </a:lnTo>
                  <a:lnTo>
                    <a:pt x="628222" y="34687"/>
                  </a:lnTo>
                  <a:lnTo>
                    <a:pt x="646291" y="35685"/>
                  </a:lnTo>
                  <a:lnTo>
                    <a:pt x="663702" y="36646"/>
                  </a:lnTo>
                  <a:lnTo>
                    <a:pt x="680502" y="37574"/>
                  </a:lnTo>
                  <a:lnTo>
                    <a:pt x="696733" y="38470"/>
                  </a:lnTo>
                  <a:lnTo>
                    <a:pt x="712431" y="39337"/>
                  </a:lnTo>
                  <a:lnTo>
                    <a:pt x="727632" y="40176"/>
                  </a:lnTo>
                  <a:lnTo>
                    <a:pt x="742364" y="40989"/>
                  </a:lnTo>
                  <a:lnTo>
                    <a:pt x="756656" y="41779"/>
                  </a:lnTo>
                  <a:lnTo>
                    <a:pt x="770534" y="42545"/>
                  </a:lnTo>
                  <a:lnTo>
                    <a:pt x="784021" y="43290"/>
                  </a:lnTo>
                  <a:lnTo>
                    <a:pt x="797139" y="44014"/>
                  </a:lnTo>
                  <a:lnTo>
                    <a:pt x="809907" y="44719"/>
                  </a:lnTo>
                  <a:lnTo>
                    <a:pt x="822343" y="45405"/>
                  </a:lnTo>
                  <a:lnTo>
                    <a:pt x="834464" y="46075"/>
                  </a:lnTo>
                  <a:lnTo>
                    <a:pt x="846286" y="46727"/>
                  </a:lnTo>
                  <a:lnTo>
                    <a:pt x="857823" y="47365"/>
                  </a:lnTo>
                  <a:lnTo>
                    <a:pt x="869088" y="47987"/>
                  </a:lnTo>
                  <a:lnTo>
                    <a:pt x="880094" y="48594"/>
                  </a:lnTo>
                  <a:lnTo>
                    <a:pt x="890854" y="49188"/>
                  </a:lnTo>
                  <a:lnTo>
                    <a:pt x="901376" y="49769"/>
                  </a:lnTo>
                  <a:lnTo>
                    <a:pt x="911673" y="50338"/>
                  </a:lnTo>
                  <a:lnTo>
                    <a:pt x="921752" y="50894"/>
                  </a:lnTo>
                  <a:lnTo>
                    <a:pt x="931624" y="51439"/>
                  </a:lnTo>
                  <a:lnTo>
                    <a:pt x="941296" y="51974"/>
                  </a:lnTo>
                  <a:lnTo>
                    <a:pt x="950777" y="52497"/>
                  </a:lnTo>
                  <a:lnTo>
                    <a:pt x="960073" y="53010"/>
                  </a:lnTo>
                  <a:lnTo>
                    <a:pt x="969193" y="53514"/>
                  </a:lnTo>
                  <a:lnTo>
                    <a:pt x="978142" y="54008"/>
                  </a:lnTo>
                  <a:lnTo>
                    <a:pt x="986927" y="54493"/>
                  </a:lnTo>
                  <a:lnTo>
                    <a:pt x="995553" y="5496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5201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634" y="470060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634" y="442393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634" y="41472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732" y="47370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732" y="44603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732" y="41836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5201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8110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295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4803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665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5284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469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6548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4840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696354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315" y="433391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5201" y="3767799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69656" y="43364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903831" y="41373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98251" y="436614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902034" y="43443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85419" y="40370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85754" y="43148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57921" y="45896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80988" y="45002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99322" y="43535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73873" y="39925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93595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99479" y="43016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33380" y="43736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4146" y="46691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04372" y="43803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11064" y="44920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94186" y="45533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2523" y="4606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04096" y="44459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35402" y="42235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215904" y="41870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04185" y="45507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93232" y="44334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31949" y="44667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91563" y="43816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91087" y="41484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06014" y="45100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94982" y="40379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66232" y="41172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56891" y="44177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70157" y="43603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58180" y="44984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63096" y="44811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70125" y="45600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39075" y="43074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42747" y="42229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30932" y="42319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29904" y="42675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28041" y="43854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50285" y="40664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64476" y="45742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26371" y="46542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34619" y="43368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66087" y="41819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55195" y="43887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56849" y="46577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40845" y="39558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36326" y="42874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79319" y="45095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74716" y="43860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86862" y="4501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58287" y="44866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71054" y="45517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93335" y="43352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79037" y="44626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84459" y="47203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62553" y="43899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85906" y="45460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89084" y="45551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63311" y="44404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888207" y="43651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66659" y="46172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00768" y="45615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85499" y="45777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886286" y="41925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69250" y="42971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92003" y="45827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94295" y="44320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76393" y="43251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67238" y="43497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82243" y="43018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69003" y="44979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909029" y="4386864"/>
              <a:ext cx="999331" cy="10782"/>
            </a:xfrm>
            <a:custGeom>
              <a:avLst/>
              <a:pathLst>
                <a:path w="999331" h="10782">
                  <a:moveTo>
                    <a:pt x="0" y="0"/>
                  </a:moveTo>
                  <a:lnTo>
                    <a:pt x="64172" y="692"/>
                  </a:lnTo>
                  <a:lnTo>
                    <a:pt x="120775" y="1303"/>
                  </a:lnTo>
                  <a:lnTo>
                    <a:pt x="171409" y="1849"/>
                  </a:lnTo>
                  <a:lnTo>
                    <a:pt x="217213" y="2343"/>
                  </a:lnTo>
                  <a:lnTo>
                    <a:pt x="259029" y="2794"/>
                  </a:lnTo>
                  <a:lnTo>
                    <a:pt x="297495" y="3209"/>
                  </a:lnTo>
                  <a:lnTo>
                    <a:pt x="333110" y="3594"/>
                  </a:lnTo>
                  <a:lnTo>
                    <a:pt x="366266" y="3951"/>
                  </a:lnTo>
                  <a:lnTo>
                    <a:pt x="397282" y="4286"/>
                  </a:lnTo>
                  <a:lnTo>
                    <a:pt x="426417" y="4600"/>
                  </a:lnTo>
                  <a:lnTo>
                    <a:pt x="453886" y="4897"/>
                  </a:lnTo>
                  <a:lnTo>
                    <a:pt x="479869" y="5177"/>
                  </a:lnTo>
                  <a:lnTo>
                    <a:pt x="504520" y="5443"/>
                  </a:lnTo>
                  <a:lnTo>
                    <a:pt x="527967" y="5696"/>
                  </a:lnTo>
                  <a:lnTo>
                    <a:pt x="550323" y="5937"/>
                  </a:lnTo>
                  <a:lnTo>
                    <a:pt x="571686" y="6168"/>
                  </a:lnTo>
                  <a:lnTo>
                    <a:pt x="592139" y="6389"/>
                  </a:lnTo>
                  <a:lnTo>
                    <a:pt x="611757" y="6600"/>
                  </a:lnTo>
                  <a:lnTo>
                    <a:pt x="630606" y="6804"/>
                  </a:lnTo>
                  <a:lnTo>
                    <a:pt x="648743" y="6999"/>
                  </a:lnTo>
                  <a:lnTo>
                    <a:pt x="666220" y="7188"/>
                  </a:lnTo>
                  <a:lnTo>
                    <a:pt x="683084" y="7370"/>
                  </a:lnTo>
                  <a:lnTo>
                    <a:pt x="699377" y="7546"/>
                  </a:lnTo>
                  <a:lnTo>
                    <a:pt x="715135" y="7716"/>
                  </a:lnTo>
                  <a:lnTo>
                    <a:pt x="730392" y="7880"/>
                  </a:lnTo>
                  <a:lnTo>
                    <a:pt x="745181" y="8040"/>
                  </a:lnTo>
                  <a:lnTo>
                    <a:pt x="759527" y="8195"/>
                  </a:lnTo>
                  <a:lnTo>
                    <a:pt x="773458" y="8345"/>
                  </a:lnTo>
                  <a:lnTo>
                    <a:pt x="786996" y="8491"/>
                  </a:lnTo>
                  <a:lnTo>
                    <a:pt x="800164" y="8633"/>
                  </a:lnTo>
                  <a:lnTo>
                    <a:pt x="812980" y="8771"/>
                  </a:lnTo>
                  <a:lnTo>
                    <a:pt x="825463" y="8906"/>
                  </a:lnTo>
                  <a:lnTo>
                    <a:pt x="837630" y="9037"/>
                  </a:lnTo>
                  <a:lnTo>
                    <a:pt x="849497" y="9165"/>
                  </a:lnTo>
                  <a:lnTo>
                    <a:pt x="861077" y="9290"/>
                  </a:lnTo>
                  <a:lnTo>
                    <a:pt x="872386" y="9412"/>
                  </a:lnTo>
                  <a:lnTo>
                    <a:pt x="883434" y="9532"/>
                  </a:lnTo>
                  <a:lnTo>
                    <a:pt x="894234" y="9648"/>
                  </a:lnTo>
                  <a:lnTo>
                    <a:pt x="904796" y="9762"/>
                  </a:lnTo>
                  <a:lnTo>
                    <a:pt x="915132" y="9874"/>
                  </a:lnTo>
                  <a:lnTo>
                    <a:pt x="925250" y="9983"/>
                  </a:lnTo>
                  <a:lnTo>
                    <a:pt x="935159" y="10090"/>
                  </a:lnTo>
                  <a:lnTo>
                    <a:pt x="944868" y="10194"/>
                  </a:lnTo>
                  <a:lnTo>
                    <a:pt x="954384" y="10297"/>
                  </a:lnTo>
                  <a:lnTo>
                    <a:pt x="963716" y="10398"/>
                  </a:lnTo>
                  <a:lnTo>
                    <a:pt x="972870" y="10497"/>
                  </a:lnTo>
                  <a:lnTo>
                    <a:pt x="981853" y="10594"/>
                  </a:lnTo>
                  <a:lnTo>
                    <a:pt x="990672" y="10689"/>
                  </a:lnTo>
                  <a:lnTo>
                    <a:pt x="999331" y="1078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909029" y="4378171"/>
              <a:ext cx="999331" cy="6147"/>
            </a:xfrm>
            <a:custGeom>
              <a:avLst/>
              <a:pathLst>
                <a:path w="999331" h="6147">
                  <a:moveTo>
                    <a:pt x="0" y="6147"/>
                  </a:moveTo>
                  <a:lnTo>
                    <a:pt x="64172" y="5752"/>
                  </a:lnTo>
                  <a:lnTo>
                    <a:pt x="120775" y="5404"/>
                  </a:lnTo>
                  <a:lnTo>
                    <a:pt x="171409" y="5093"/>
                  </a:lnTo>
                  <a:lnTo>
                    <a:pt x="217213" y="4811"/>
                  </a:lnTo>
                  <a:lnTo>
                    <a:pt x="259029" y="4554"/>
                  </a:lnTo>
                  <a:lnTo>
                    <a:pt x="297495" y="4317"/>
                  </a:lnTo>
                  <a:lnTo>
                    <a:pt x="333110" y="4098"/>
                  </a:lnTo>
                  <a:lnTo>
                    <a:pt x="366266" y="3894"/>
                  </a:lnTo>
                  <a:lnTo>
                    <a:pt x="397282" y="3703"/>
                  </a:lnTo>
                  <a:lnTo>
                    <a:pt x="426417" y="3524"/>
                  </a:lnTo>
                  <a:lnTo>
                    <a:pt x="453886" y="3355"/>
                  </a:lnTo>
                  <a:lnTo>
                    <a:pt x="479869" y="3195"/>
                  </a:lnTo>
                  <a:lnTo>
                    <a:pt x="504520" y="3043"/>
                  </a:lnTo>
                  <a:lnTo>
                    <a:pt x="527967" y="2899"/>
                  </a:lnTo>
                  <a:lnTo>
                    <a:pt x="550323" y="2762"/>
                  </a:lnTo>
                  <a:lnTo>
                    <a:pt x="571686" y="2630"/>
                  </a:lnTo>
                  <a:lnTo>
                    <a:pt x="592139" y="2504"/>
                  </a:lnTo>
                  <a:lnTo>
                    <a:pt x="611757" y="2384"/>
                  </a:lnTo>
                  <a:lnTo>
                    <a:pt x="630606" y="2268"/>
                  </a:lnTo>
                  <a:lnTo>
                    <a:pt x="648743" y="2156"/>
                  </a:lnTo>
                  <a:lnTo>
                    <a:pt x="666220" y="2049"/>
                  </a:lnTo>
                  <a:lnTo>
                    <a:pt x="683084" y="1945"/>
                  </a:lnTo>
                  <a:lnTo>
                    <a:pt x="699377" y="1845"/>
                  </a:lnTo>
                  <a:lnTo>
                    <a:pt x="715135" y="1748"/>
                  </a:lnTo>
                  <a:lnTo>
                    <a:pt x="730392" y="1654"/>
                  </a:lnTo>
                  <a:lnTo>
                    <a:pt x="745181" y="1563"/>
                  </a:lnTo>
                  <a:lnTo>
                    <a:pt x="759527" y="1475"/>
                  </a:lnTo>
                  <a:lnTo>
                    <a:pt x="773458" y="1389"/>
                  </a:lnTo>
                  <a:lnTo>
                    <a:pt x="786996" y="1306"/>
                  </a:lnTo>
                  <a:lnTo>
                    <a:pt x="800164" y="1225"/>
                  </a:lnTo>
                  <a:lnTo>
                    <a:pt x="812980" y="1146"/>
                  </a:lnTo>
                  <a:lnTo>
                    <a:pt x="825463" y="1069"/>
                  </a:lnTo>
                  <a:lnTo>
                    <a:pt x="837630" y="994"/>
                  </a:lnTo>
                  <a:lnTo>
                    <a:pt x="849497" y="921"/>
                  </a:lnTo>
                  <a:lnTo>
                    <a:pt x="861077" y="850"/>
                  </a:lnTo>
                  <a:lnTo>
                    <a:pt x="872386" y="780"/>
                  </a:lnTo>
                  <a:lnTo>
                    <a:pt x="883434" y="712"/>
                  </a:lnTo>
                  <a:lnTo>
                    <a:pt x="894234" y="646"/>
                  </a:lnTo>
                  <a:lnTo>
                    <a:pt x="904796" y="581"/>
                  </a:lnTo>
                  <a:lnTo>
                    <a:pt x="915132" y="517"/>
                  </a:lnTo>
                  <a:lnTo>
                    <a:pt x="925250" y="455"/>
                  </a:lnTo>
                  <a:lnTo>
                    <a:pt x="935159" y="394"/>
                  </a:lnTo>
                  <a:lnTo>
                    <a:pt x="944868" y="335"/>
                  </a:lnTo>
                  <a:lnTo>
                    <a:pt x="954384" y="276"/>
                  </a:lnTo>
                  <a:lnTo>
                    <a:pt x="963716" y="219"/>
                  </a:lnTo>
                  <a:lnTo>
                    <a:pt x="972870" y="162"/>
                  </a:lnTo>
                  <a:lnTo>
                    <a:pt x="981853" y="107"/>
                  </a:lnTo>
                  <a:lnTo>
                    <a:pt x="990672" y="53"/>
                  </a:lnTo>
                  <a:lnTo>
                    <a:pt x="99933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909029" y="4342341"/>
              <a:ext cx="999331" cy="302516"/>
            </a:xfrm>
            <a:custGeom>
              <a:avLst/>
              <a:pathLst>
                <a:path w="999331" h="302516">
                  <a:moveTo>
                    <a:pt x="0" y="0"/>
                  </a:moveTo>
                  <a:lnTo>
                    <a:pt x="64172" y="19426"/>
                  </a:lnTo>
                  <a:lnTo>
                    <a:pt x="120775" y="36561"/>
                  </a:lnTo>
                  <a:lnTo>
                    <a:pt x="171409" y="51888"/>
                  </a:lnTo>
                  <a:lnTo>
                    <a:pt x="217213" y="65754"/>
                  </a:lnTo>
                  <a:lnTo>
                    <a:pt x="259029" y="78412"/>
                  </a:lnTo>
                  <a:lnTo>
                    <a:pt x="297495" y="90057"/>
                  </a:lnTo>
                  <a:lnTo>
                    <a:pt x="333110" y="100838"/>
                  </a:lnTo>
                  <a:lnTo>
                    <a:pt x="366266" y="110875"/>
                  </a:lnTo>
                  <a:lnTo>
                    <a:pt x="397282" y="120264"/>
                  </a:lnTo>
                  <a:lnTo>
                    <a:pt x="426417" y="129084"/>
                  </a:lnTo>
                  <a:lnTo>
                    <a:pt x="453886" y="137399"/>
                  </a:lnTo>
                  <a:lnTo>
                    <a:pt x="479869" y="145265"/>
                  </a:lnTo>
                  <a:lnTo>
                    <a:pt x="504520" y="152727"/>
                  </a:lnTo>
                  <a:lnTo>
                    <a:pt x="527967" y="159825"/>
                  </a:lnTo>
                  <a:lnTo>
                    <a:pt x="550323" y="166593"/>
                  </a:lnTo>
                  <a:lnTo>
                    <a:pt x="571686" y="173060"/>
                  </a:lnTo>
                  <a:lnTo>
                    <a:pt x="592139" y="179251"/>
                  </a:lnTo>
                  <a:lnTo>
                    <a:pt x="611757" y="185190"/>
                  </a:lnTo>
                  <a:lnTo>
                    <a:pt x="630606" y="190896"/>
                  </a:lnTo>
                  <a:lnTo>
                    <a:pt x="648743" y="196386"/>
                  </a:lnTo>
                  <a:lnTo>
                    <a:pt x="666220" y="201677"/>
                  </a:lnTo>
                  <a:lnTo>
                    <a:pt x="683084" y="206782"/>
                  </a:lnTo>
                  <a:lnTo>
                    <a:pt x="699377" y="211714"/>
                  </a:lnTo>
                  <a:lnTo>
                    <a:pt x="715135" y="216484"/>
                  </a:lnTo>
                  <a:lnTo>
                    <a:pt x="730392" y="221103"/>
                  </a:lnTo>
                  <a:lnTo>
                    <a:pt x="745181" y="225580"/>
                  </a:lnTo>
                  <a:lnTo>
                    <a:pt x="759527" y="229923"/>
                  </a:lnTo>
                  <a:lnTo>
                    <a:pt x="773458" y="234140"/>
                  </a:lnTo>
                  <a:lnTo>
                    <a:pt x="786996" y="238238"/>
                  </a:lnTo>
                  <a:lnTo>
                    <a:pt x="800164" y="242224"/>
                  </a:lnTo>
                  <a:lnTo>
                    <a:pt x="812980" y="246104"/>
                  </a:lnTo>
                  <a:lnTo>
                    <a:pt x="825463" y="249883"/>
                  </a:lnTo>
                  <a:lnTo>
                    <a:pt x="837630" y="253566"/>
                  </a:lnTo>
                  <a:lnTo>
                    <a:pt x="849497" y="257158"/>
                  </a:lnTo>
                  <a:lnTo>
                    <a:pt x="861077" y="260664"/>
                  </a:lnTo>
                  <a:lnTo>
                    <a:pt x="872386" y="264087"/>
                  </a:lnTo>
                  <a:lnTo>
                    <a:pt x="883434" y="267431"/>
                  </a:lnTo>
                  <a:lnTo>
                    <a:pt x="894234" y="270701"/>
                  </a:lnTo>
                  <a:lnTo>
                    <a:pt x="904796" y="273898"/>
                  </a:lnTo>
                  <a:lnTo>
                    <a:pt x="915132" y="277027"/>
                  </a:lnTo>
                  <a:lnTo>
                    <a:pt x="925250" y="280090"/>
                  </a:lnTo>
                  <a:lnTo>
                    <a:pt x="935159" y="283089"/>
                  </a:lnTo>
                  <a:lnTo>
                    <a:pt x="944868" y="286029"/>
                  </a:lnTo>
                  <a:lnTo>
                    <a:pt x="954384" y="288909"/>
                  </a:lnTo>
                  <a:lnTo>
                    <a:pt x="963716" y="291734"/>
                  </a:lnTo>
                  <a:lnTo>
                    <a:pt x="972870" y="294505"/>
                  </a:lnTo>
                  <a:lnTo>
                    <a:pt x="981853" y="297225"/>
                  </a:lnTo>
                  <a:lnTo>
                    <a:pt x="990672" y="299894"/>
                  </a:lnTo>
                  <a:lnTo>
                    <a:pt x="999331" y="30251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909029" y="4059355"/>
              <a:ext cx="999331" cy="214796"/>
            </a:xfrm>
            <a:custGeom>
              <a:avLst/>
              <a:pathLst>
                <a:path w="999331" h="214796">
                  <a:moveTo>
                    <a:pt x="0" y="0"/>
                  </a:moveTo>
                  <a:lnTo>
                    <a:pt x="64172" y="13793"/>
                  </a:lnTo>
                  <a:lnTo>
                    <a:pt x="120775" y="25959"/>
                  </a:lnTo>
                  <a:lnTo>
                    <a:pt x="171409" y="36842"/>
                  </a:lnTo>
                  <a:lnTo>
                    <a:pt x="217213" y="46687"/>
                  </a:lnTo>
                  <a:lnTo>
                    <a:pt x="259029" y="55675"/>
                  </a:lnTo>
                  <a:lnTo>
                    <a:pt x="297495" y="63943"/>
                  </a:lnTo>
                  <a:lnTo>
                    <a:pt x="333110" y="71598"/>
                  </a:lnTo>
                  <a:lnTo>
                    <a:pt x="366266" y="78725"/>
                  </a:lnTo>
                  <a:lnTo>
                    <a:pt x="397282" y="85391"/>
                  </a:lnTo>
                  <a:lnTo>
                    <a:pt x="426417" y="91654"/>
                  </a:lnTo>
                  <a:lnTo>
                    <a:pt x="453886" y="97558"/>
                  </a:lnTo>
                  <a:lnTo>
                    <a:pt x="479869" y="103143"/>
                  </a:lnTo>
                  <a:lnTo>
                    <a:pt x="504520" y="108441"/>
                  </a:lnTo>
                  <a:lnTo>
                    <a:pt x="527967" y="113481"/>
                  </a:lnTo>
                  <a:lnTo>
                    <a:pt x="550323" y="118286"/>
                  </a:lnTo>
                  <a:lnTo>
                    <a:pt x="571686" y="122878"/>
                  </a:lnTo>
                  <a:lnTo>
                    <a:pt x="592139" y="127274"/>
                  </a:lnTo>
                  <a:lnTo>
                    <a:pt x="611757" y="131491"/>
                  </a:lnTo>
                  <a:lnTo>
                    <a:pt x="630606" y="135542"/>
                  </a:lnTo>
                  <a:lnTo>
                    <a:pt x="648743" y="139440"/>
                  </a:lnTo>
                  <a:lnTo>
                    <a:pt x="666220" y="143197"/>
                  </a:lnTo>
                  <a:lnTo>
                    <a:pt x="683084" y="146822"/>
                  </a:lnTo>
                  <a:lnTo>
                    <a:pt x="699377" y="150324"/>
                  </a:lnTo>
                  <a:lnTo>
                    <a:pt x="715135" y="153711"/>
                  </a:lnTo>
                  <a:lnTo>
                    <a:pt x="730392" y="156990"/>
                  </a:lnTo>
                  <a:lnTo>
                    <a:pt x="745181" y="160169"/>
                  </a:lnTo>
                  <a:lnTo>
                    <a:pt x="759527" y="163252"/>
                  </a:lnTo>
                  <a:lnTo>
                    <a:pt x="773458" y="166247"/>
                  </a:lnTo>
                  <a:lnTo>
                    <a:pt x="786996" y="169157"/>
                  </a:lnTo>
                  <a:lnTo>
                    <a:pt x="800164" y="171987"/>
                  </a:lnTo>
                  <a:lnTo>
                    <a:pt x="812980" y="174741"/>
                  </a:lnTo>
                  <a:lnTo>
                    <a:pt x="825463" y="177425"/>
                  </a:lnTo>
                  <a:lnTo>
                    <a:pt x="837630" y="180040"/>
                  </a:lnTo>
                  <a:lnTo>
                    <a:pt x="849497" y="182590"/>
                  </a:lnTo>
                  <a:lnTo>
                    <a:pt x="861077" y="185080"/>
                  </a:lnTo>
                  <a:lnTo>
                    <a:pt x="872386" y="187510"/>
                  </a:lnTo>
                  <a:lnTo>
                    <a:pt x="883434" y="189885"/>
                  </a:lnTo>
                  <a:lnTo>
                    <a:pt x="894234" y="192206"/>
                  </a:lnTo>
                  <a:lnTo>
                    <a:pt x="904796" y="194477"/>
                  </a:lnTo>
                  <a:lnTo>
                    <a:pt x="915132" y="196698"/>
                  </a:lnTo>
                  <a:lnTo>
                    <a:pt x="925250" y="198873"/>
                  </a:lnTo>
                  <a:lnTo>
                    <a:pt x="935159" y="201003"/>
                  </a:lnTo>
                  <a:lnTo>
                    <a:pt x="944868" y="203089"/>
                  </a:lnTo>
                  <a:lnTo>
                    <a:pt x="954384" y="205135"/>
                  </a:lnTo>
                  <a:lnTo>
                    <a:pt x="963716" y="207141"/>
                  </a:lnTo>
                  <a:lnTo>
                    <a:pt x="972870" y="209108"/>
                  </a:lnTo>
                  <a:lnTo>
                    <a:pt x="981853" y="211039"/>
                  </a:lnTo>
                  <a:lnTo>
                    <a:pt x="990672" y="212935"/>
                  </a:lnTo>
                  <a:lnTo>
                    <a:pt x="999331" y="214796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909029" y="4427640"/>
              <a:ext cx="999331" cy="31509"/>
            </a:xfrm>
            <a:custGeom>
              <a:avLst/>
              <a:pathLst>
                <a:path w="999331" h="31509">
                  <a:moveTo>
                    <a:pt x="0" y="0"/>
                  </a:moveTo>
                  <a:lnTo>
                    <a:pt x="64172" y="2023"/>
                  </a:lnTo>
                  <a:lnTo>
                    <a:pt x="120775" y="3808"/>
                  </a:lnTo>
                  <a:lnTo>
                    <a:pt x="171409" y="5404"/>
                  </a:lnTo>
                  <a:lnTo>
                    <a:pt x="217213" y="6848"/>
                  </a:lnTo>
                  <a:lnTo>
                    <a:pt x="259029" y="8167"/>
                  </a:lnTo>
                  <a:lnTo>
                    <a:pt x="297495" y="9380"/>
                  </a:lnTo>
                  <a:lnTo>
                    <a:pt x="333110" y="10503"/>
                  </a:lnTo>
                  <a:lnTo>
                    <a:pt x="366266" y="11548"/>
                  </a:lnTo>
                  <a:lnTo>
                    <a:pt x="397282" y="12526"/>
                  </a:lnTo>
                  <a:lnTo>
                    <a:pt x="426417" y="13445"/>
                  </a:lnTo>
                  <a:lnTo>
                    <a:pt x="453886" y="14311"/>
                  </a:lnTo>
                  <a:lnTo>
                    <a:pt x="479869" y="15130"/>
                  </a:lnTo>
                  <a:lnTo>
                    <a:pt x="504520" y="15907"/>
                  </a:lnTo>
                  <a:lnTo>
                    <a:pt x="527967" y="16647"/>
                  </a:lnTo>
                  <a:lnTo>
                    <a:pt x="550323" y="17352"/>
                  </a:lnTo>
                  <a:lnTo>
                    <a:pt x="571686" y="18025"/>
                  </a:lnTo>
                  <a:lnTo>
                    <a:pt x="592139" y="18670"/>
                  </a:lnTo>
                  <a:lnTo>
                    <a:pt x="611757" y="19289"/>
                  </a:lnTo>
                  <a:lnTo>
                    <a:pt x="630606" y="19883"/>
                  </a:lnTo>
                  <a:lnTo>
                    <a:pt x="648743" y="20455"/>
                  </a:lnTo>
                  <a:lnTo>
                    <a:pt x="666220" y="21006"/>
                  </a:lnTo>
                  <a:lnTo>
                    <a:pt x="683084" y="21538"/>
                  </a:lnTo>
                  <a:lnTo>
                    <a:pt x="699377" y="22051"/>
                  </a:lnTo>
                  <a:lnTo>
                    <a:pt x="715135" y="22548"/>
                  </a:lnTo>
                  <a:lnTo>
                    <a:pt x="730392" y="23029"/>
                  </a:lnTo>
                  <a:lnTo>
                    <a:pt x="745181" y="23496"/>
                  </a:lnTo>
                  <a:lnTo>
                    <a:pt x="759527" y="23948"/>
                  </a:lnTo>
                  <a:lnTo>
                    <a:pt x="773458" y="24387"/>
                  </a:lnTo>
                  <a:lnTo>
                    <a:pt x="786996" y="24814"/>
                  </a:lnTo>
                  <a:lnTo>
                    <a:pt x="800164" y="25229"/>
                  </a:lnTo>
                  <a:lnTo>
                    <a:pt x="812980" y="25633"/>
                  </a:lnTo>
                  <a:lnTo>
                    <a:pt x="825463" y="26027"/>
                  </a:lnTo>
                  <a:lnTo>
                    <a:pt x="837630" y="26411"/>
                  </a:lnTo>
                  <a:lnTo>
                    <a:pt x="849497" y="26785"/>
                  </a:lnTo>
                  <a:lnTo>
                    <a:pt x="861077" y="27150"/>
                  </a:lnTo>
                  <a:lnTo>
                    <a:pt x="872386" y="27506"/>
                  </a:lnTo>
                  <a:lnTo>
                    <a:pt x="883434" y="27855"/>
                  </a:lnTo>
                  <a:lnTo>
                    <a:pt x="894234" y="28195"/>
                  </a:lnTo>
                  <a:lnTo>
                    <a:pt x="904796" y="28528"/>
                  </a:lnTo>
                  <a:lnTo>
                    <a:pt x="915132" y="28854"/>
                  </a:lnTo>
                  <a:lnTo>
                    <a:pt x="925250" y="29173"/>
                  </a:lnTo>
                  <a:lnTo>
                    <a:pt x="935159" y="29486"/>
                  </a:lnTo>
                  <a:lnTo>
                    <a:pt x="944868" y="29792"/>
                  </a:lnTo>
                  <a:lnTo>
                    <a:pt x="954384" y="30092"/>
                  </a:lnTo>
                  <a:lnTo>
                    <a:pt x="963716" y="30386"/>
                  </a:lnTo>
                  <a:lnTo>
                    <a:pt x="972870" y="30675"/>
                  </a:lnTo>
                  <a:lnTo>
                    <a:pt x="981853" y="30958"/>
                  </a:lnTo>
                  <a:lnTo>
                    <a:pt x="990672" y="31236"/>
                  </a:lnTo>
                  <a:lnTo>
                    <a:pt x="999331" y="3150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909029" y="4243624"/>
              <a:ext cx="999331" cy="189486"/>
            </a:xfrm>
            <a:custGeom>
              <a:avLst/>
              <a:pathLst>
                <a:path w="999331" h="189486">
                  <a:moveTo>
                    <a:pt x="0" y="0"/>
                  </a:moveTo>
                  <a:lnTo>
                    <a:pt x="64172" y="12167"/>
                  </a:lnTo>
                  <a:lnTo>
                    <a:pt x="120775" y="22900"/>
                  </a:lnTo>
                  <a:lnTo>
                    <a:pt x="171409" y="32501"/>
                  </a:lnTo>
                  <a:lnTo>
                    <a:pt x="217213" y="41186"/>
                  </a:lnTo>
                  <a:lnTo>
                    <a:pt x="259029" y="49115"/>
                  </a:lnTo>
                  <a:lnTo>
                    <a:pt x="297495" y="56409"/>
                  </a:lnTo>
                  <a:lnTo>
                    <a:pt x="333110" y="63162"/>
                  </a:lnTo>
                  <a:lnTo>
                    <a:pt x="366266" y="69448"/>
                  </a:lnTo>
                  <a:lnTo>
                    <a:pt x="397282" y="75329"/>
                  </a:lnTo>
                  <a:lnTo>
                    <a:pt x="426417" y="80854"/>
                  </a:lnTo>
                  <a:lnTo>
                    <a:pt x="453886" y="86062"/>
                  </a:lnTo>
                  <a:lnTo>
                    <a:pt x="479869" y="90989"/>
                  </a:lnTo>
                  <a:lnTo>
                    <a:pt x="504520" y="95663"/>
                  </a:lnTo>
                  <a:lnTo>
                    <a:pt x="527967" y="100109"/>
                  </a:lnTo>
                  <a:lnTo>
                    <a:pt x="550323" y="104348"/>
                  </a:lnTo>
                  <a:lnTo>
                    <a:pt x="571686" y="108399"/>
                  </a:lnTo>
                  <a:lnTo>
                    <a:pt x="592139" y="112277"/>
                  </a:lnTo>
                  <a:lnTo>
                    <a:pt x="611757" y="115997"/>
                  </a:lnTo>
                  <a:lnTo>
                    <a:pt x="630606" y="119571"/>
                  </a:lnTo>
                  <a:lnTo>
                    <a:pt x="648743" y="123010"/>
                  </a:lnTo>
                  <a:lnTo>
                    <a:pt x="666220" y="126324"/>
                  </a:lnTo>
                  <a:lnTo>
                    <a:pt x="683084" y="129521"/>
                  </a:lnTo>
                  <a:lnTo>
                    <a:pt x="699377" y="132611"/>
                  </a:lnTo>
                  <a:lnTo>
                    <a:pt x="715135" y="135599"/>
                  </a:lnTo>
                  <a:lnTo>
                    <a:pt x="730392" y="138492"/>
                  </a:lnTo>
                  <a:lnTo>
                    <a:pt x="745181" y="141296"/>
                  </a:lnTo>
                  <a:lnTo>
                    <a:pt x="759527" y="144016"/>
                  </a:lnTo>
                  <a:lnTo>
                    <a:pt x="773458" y="146657"/>
                  </a:lnTo>
                  <a:lnTo>
                    <a:pt x="786996" y="149224"/>
                  </a:lnTo>
                  <a:lnTo>
                    <a:pt x="800164" y="151721"/>
                  </a:lnTo>
                  <a:lnTo>
                    <a:pt x="812980" y="154151"/>
                  </a:lnTo>
                  <a:lnTo>
                    <a:pt x="825463" y="156518"/>
                  </a:lnTo>
                  <a:lnTo>
                    <a:pt x="837630" y="158825"/>
                  </a:lnTo>
                  <a:lnTo>
                    <a:pt x="849497" y="161075"/>
                  </a:lnTo>
                  <a:lnTo>
                    <a:pt x="861077" y="163271"/>
                  </a:lnTo>
                  <a:lnTo>
                    <a:pt x="872386" y="165415"/>
                  </a:lnTo>
                  <a:lnTo>
                    <a:pt x="883434" y="167510"/>
                  </a:lnTo>
                  <a:lnTo>
                    <a:pt x="894234" y="169558"/>
                  </a:lnTo>
                  <a:lnTo>
                    <a:pt x="904796" y="171561"/>
                  </a:lnTo>
                  <a:lnTo>
                    <a:pt x="915132" y="173521"/>
                  </a:lnTo>
                  <a:lnTo>
                    <a:pt x="925250" y="175439"/>
                  </a:lnTo>
                  <a:lnTo>
                    <a:pt x="935159" y="177318"/>
                  </a:lnTo>
                  <a:lnTo>
                    <a:pt x="944868" y="179159"/>
                  </a:lnTo>
                  <a:lnTo>
                    <a:pt x="954384" y="180963"/>
                  </a:lnTo>
                  <a:lnTo>
                    <a:pt x="963716" y="182733"/>
                  </a:lnTo>
                  <a:lnTo>
                    <a:pt x="972870" y="184469"/>
                  </a:lnTo>
                  <a:lnTo>
                    <a:pt x="981853" y="186172"/>
                  </a:lnTo>
                  <a:lnTo>
                    <a:pt x="990672" y="187844"/>
                  </a:lnTo>
                  <a:lnTo>
                    <a:pt x="999331" y="18948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909029" y="4226305"/>
              <a:ext cx="999331" cy="369018"/>
            </a:xfrm>
            <a:custGeom>
              <a:avLst/>
              <a:pathLst>
                <a:path w="999331" h="369018">
                  <a:moveTo>
                    <a:pt x="0" y="0"/>
                  </a:moveTo>
                  <a:lnTo>
                    <a:pt x="64172" y="23696"/>
                  </a:lnTo>
                  <a:lnTo>
                    <a:pt x="120775" y="44598"/>
                  </a:lnTo>
                  <a:lnTo>
                    <a:pt x="171409" y="63295"/>
                  </a:lnTo>
                  <a:lnTo>
                    <a:pt x="217213" y="80209"/>
                  </a:lnTo>
                  <a:lnTo>
                    <a:pt x="259029" y="95650"/>
                  </a:lnTo>
                  <a:lnTo>
                    <a:pt x="297495" y="109854"/>
                  </a:lnTo>
                  <a:lnTo>
                    <a:pt x="333110" y="123006"/>
                  </a:lnTo>
                  <a:lnTo>
                    <a:pt x="366266" y="135249"/>
                  </a:lnTo>
                  <a:lnTo>
                    <a:pt x="397282" y="146702"/>
                  </a:lnTo>
                  <a:lnTo>
                    <a:pt x="426417" y="157460"/>
                  </a:lnTo>
                  <a:lnTo>
                    <a:pt x="453886" y="167604"/>
                  </a:lnTo>
                  <a:lnTo>
                    <a:pt x="479869" y="177199"/>
                  </a:lnTo>
                  <a:lnTo>
                    <a:pt x="504520" y="186301"/>
                  </a:lnTo>
                  <a:lnTo>
                    <a:pt x="527967" y="194959"/>
                  </a:lnTo>
                  <a:lnTo>
                    <a:pt x="550323" y="203215"/>
                  </a:lnTo>
                  <a:lnTo>
                    <a:pt x="571686" y="211103"/>
                  </a:lnTo>
                  <a:lnTo>
                    <a:pt x="592139" y="218656"/>
                  </a:lnTo>
                  <a:lnTo>
                    <a:pt x="611757" y="225900"/>
                  </a:lnTo>
                  <a:lnTo>
                    <a:pt x="630606" y="232860"/>
                  </a:lnTo>
                  <a:lnTo>
                    <a:pt x="648743" y="239558"/>
                  </a:lnTo>
                  <a:lnTo>
                    <a:pt x="666220" y="246012"/>
                  </a:lnTo>
                  <a:lnTo>
                    <a:pt x="683084" y="252239"/>
                  </a:lnTo>
                  <a:lnTo>
                    <a:pt x="699377" y="258255"/>
                  </a:lnTo>
                  <a:lnTo>
                    <a:pt x="715135" y="264074"/>
                  </a:lnTo>
                  <a:lnTo>
                    <a:pt x="730392" y="269708"/>
                  </a:lnTo>
                  <a:lnTo>
                    <a:pt x="745181" y="275169"/>
                  </a:lnTo>
                  <a:lnTo>
                    <a:pt x="759527" y="280466"/>
                  </a:lnTo>
                  <a:lnTo>
                    <a:pt x="773458" y="285611"/>
                  </a:lnTo>
                  <a:lnTo>
                    <a:pt x="786996" y="290610"/>
                  </a:lnTo>
                  <a:lnTo>
                    <a:pt x="800164" y="295472"/>
                  </a:lnTo>
                  <a:lnTo>
                    <a:pt x="812980" y="300205"/>
                  </a:lnTo>
                  <a:lnTo>
                    <a:pt x="825463" y="304814"/>
                  </a:lnTo>
                  <a:lnTo>
                    <a:pt x="837630" y="309307"/>
                  </a:lnTo>
                  <a:lnTo>
                    <a:pt x="849497" y="313689"/>
                  </a:lnTo>
                  <a:lnTo>
                    <a:pt x="861077" y="317965"/>
                  </a:lnTo>
                  <a:lnTo>
                    <a:pt x="872386" y="322141"/>
                  </a:lnTo>
                  <a:lnTo>
                    <a:pt x="883434" y="326221"/>
                  </a:lnTo>
                  <a:lnTo>
                    <a:pt x="894234" y="330209"/>
                  </a:lnTo>
                  <a:lnTo>
                    <a:pt x="904796" y="334109"/>
                  </a:lnTo>
                  <a:lnTo>
                    <a:pt x="915132" y="337926"/>
                  </a:lnTo>
                  <a:lnTo>
                    <a:pt x="925250" y="341662"/>
                  </a:lnTo>
                  <a:lnTo>
                    <a:pt x="935159" y="345321"/>
                  </a:lnTo>
                  <a:lnTo>
                    <a:pt x="944868" y="348906"/>
                  </a:lnTo>
                  <a:lnTo>
                    <a:pt x="954384" y="352420"/>
                  </a:lnTo>
                  <a:lnTo>
                    <a:pt x="963716" y="355866"/>
                  </a:lnTo>
                  <a:lnTo>
                    <a:pt x="972870" y="359247"/>
                  </a:lnTo>
                  <a:lnTo>
                    <a:pt x="981853" y="362564"/>
                  </a:lnTo>
                  <a:lnTo>
                    <a:pt x="990672" y="365820"/>
                  </a:lnTo>
                  <a:lnTo>
                    <a:pt x="999331" y="36901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909029" y="4561716"/>
              <a:ext cx="999331" cy="7502"/>
            </a:xfrm>
            <a:custGeom>
              <a:avLst/>
              <a:pathLst>
                <a:path w="999331" h="7502">
                  <a:moveTo>
                    <a:pt x="0" y="0"/>
                  </a:moveTo>
                  <a:lnTo>
                    <a:pt x="64172" y="481"/>
                  </a:lnTo>
                  <a:lnTo>
                    <a:pt x="120775" y="906"/>
                  </a:lnTo>
                  <a:lnTo>
                    <a:pt x="171409" y="1286"/>
                  </a:lnTo>
                  <a:lnTo>
                    <a:pt x="217213" y="1630"/>
                  </a:lnTo>
                  <a:lnTo>
                    <a:pt x="259029" y="1944"/>
                  </a:lnTo>
                  <a:lnTo>
                    <a:pt x="297495" y="2233"/>
                  </a:lnTo>
                  <a:lnTo>
                    <a:pt x="333110" y="2500"/>
                  </a:lnTo>
                  <a:lnTo>
                    <a:pt x="366266" y="2749"/>
                  </a:lnTo>
                  <a:lnTo>
                    <a:pt x="397282" y="2982"/>
                  </a:lnTo>
                  <a:lnTo>
                    <a:pt x="426417" y="3201"/>
                  </a:lnTo>
                  <a:lnTo>
                    <a:pt x="453886" y="3407"/>
                  </a:lnTo>
                  <a:lnTo>
                    <a:pt x="479869" y="3602"/>
                  </a:lnTo>
                  <a:lnTo>
                    <a:pt x="504520" y="3787"/>
                  </a:lnTo>
                  <a:lnTo>
                    <a:pt x="527967" y="3963"/>
                  </a:lnTo>
                  <a:lnTo>
                    <a:pt x="550323" y="4131"/>
                  </a:lnTo>
                  <a:lnTo>
                    <a:pt x="571686" y="4292"/>
                  </a:lnTo>
                  <a:lnTo>
                    <a:pt x="592139" y="4445"/>
                  </a:lnTo>
                  <a:lnTo>
                    <a:pt x="611757" y="4593"/>
                  </a:lnTo>
                  <a:lnTo>
                    <a:pt x="630606" y="4734"/>
                  </a:lnTo>
                  <a:lnTo>
                    <a:pt x="648743" y="4870"/>
                  </a:lnTo>
                  <a:lnTo>
                    <a:pt x="666220" y="5001"/>
                  </a:lnTo>
                  <a:lnTo>
                    <a:pt x="683084" y="5128"/>
                  </a:lnTo>
                  <a:lnTo>
                    <a:pt x="699377" y="5250"/>
                  </a:lnTo>
                  <a:lnTo>
                    <a:pt x="715135" y="5369"/>
                  </a:lnTo>
                  <a:lnTo>
                    <a:pt x="730392" y="5483"/>
                  </a:lnTo>
                  <a:lnTo>
                    <a:pt x="745181" y="5594"/>
                  </a:lnTo>
                  <a:lnTo>
                    <a:pt x="759527" y="5702"/>
                  </a:lnTo>
                  <a:lnTo>
                    <a:pt x="773458" y="5807"/>
                  </a:lnTo>
                  <a:lnTo>
                    <a:pt x="786996" y="5908"/>
                  </a:lnTo>
                  <a:lnTo>
                    <a:pt x="800164" y="6007"/>
                  </a:lnTo>
                  <a:lnTo>
                    <a:pt x="812980" y="6103"/>
                  </a:lnTo>
                  <a:lnTo>
                    <a:pt x="825463" y="6197"/>
                  </a:lnTo>
                  <a:lnTo>
                    <a:pt x="837630" y="6288"/>
                  </a:lnTo>
                  <a:lnTo>
                    <a:pt x="849497" y="6377"/>
                  </a:lnTo>
                  <a:lnTo>
                    <a:pt x="861077" y="6464"/>
                  </a:lnTo>
                  <a:lnTo>
                    <a:pt x="872386" y="6549"/>
                  </a:lnTo>
                  <a:lnTo>
                    <a:pt x="883434" y="6632"/>
                  </a:lnTo>
                  <a:lnTo>
                    <a:pt x="894234" y="6713"/>
                  </a:lnTo>
                  <a:lnTo>
                    <a:pt x="904796" y="6793"/>
                  </a:lnTo>
                  <a:lnTo>
                    <a:pt x="915132" y="6870"/>
                  </a:lnTo>
                  <a:lnTo>
                    <a:pt x="925250" y="6946"/>
                  </a:lnTo>
                  <a:lnTo>
                    <a:pt x="935159" y="7021"/>
                  </a:lnTo>
                  <a:lnTo>
                    <a:pt x="944868" y="7093"/>
                  </a:lnTo>
                  <a:lnTo>
                    <a:pt x="954384" y="7165"/>
                  </a:lnTo>
                  <a:lnTo>
                    <a:pt x="963716" y="7235"/>
                  </a:lnTo>
                  <a:lnTo>
                    <a:pt x="972870" y="7304"/>
                  </a:lnTo>
                  <a:lnTo>
                    <a:pt x="981853" y="7371"/>
                  </a:lnTo>
                  <a:lnTo>
                    <a:pt x="990672" y="7437"/>
                  </a:lnTo>
                  <a:lnTo>
                    <a:pt x="999331" y="750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909029" y="4400933"/>
              <a:ext cx="999331" cy="54092"/>
            </a:xfrm>
            <a:custGeom>
              <a:avLst/>
              <a:pathLst>
                <a:path w="999331" h="54092">
                  <a:moveTo>
                    <a:pt x="0" y="54092"/>
                  </a:moveTo>
                  <a:lnTo>
                    <a:pt x="64172" y="50618"/>
                  </a:lnTo>
                  <a:lnTo>
                    <a:pt x="120775" y="47555"/>
                  </a:lnTo>
                  <a:lnTo>
                    <a:pt x="171409" y="44814"/>
                  </a:lnTo>
                  <a:lnTo>
                    <a:pt x="217213" y="42335"/>
                  </a:lnTo>
                  <a:lnTo>
                    <a:pt x="259029" y="40071"/>
                  </a:lnTo>
                  <a:lnTo>
                    <a:pt x="297495" y="37989"/>
                  </a:lnTo>
                  <a:lnTo>
                    <a:pt x="333110" y="36061"/>
                  </a:lnTo>
                  <a:lnTo>
                    <a:pt x="366266" y="34266"/>
                  </a:lnTo>
                  <a:lnTo>
                    <a:pt x="397282" y="32588"/>
                  </a:lnTo>
                  <a:lnTo>
                    <a:pt x="426417" y="31011"/>
                  </a:lnTo>
                  <a:lnTo>
                    <a:pt x="453886" y="29524"/>
                  </a:lnTo>
                  <a:lnTo>
                    <a:pt x="479869" y="28117"/>
                  </a:lnTo>
                  <a:lnTo>
                    <a:pt x="504520" y="26783"/>
                  </a:lnTo>
                  <a:lnTo>
                    <a:pt x="527967" y="25514"/>
                  </a:lnTo>
                  <a:lnTo>
                    <a:pt x="550323" y="24304"/>
                  </a:lnTo>
                  <a:lnTo>
                    <a:pt x="571686" y="23147"/>
                  </a:lnTo>
                  <a:lnTo>
                    <a:pt x="592139" y="22040"/>
                  </a:lnTo>
                  <a:lnTo>
                    <a:pt x="611757" y="20978"/>
                  </a:lnTo>
                  <a:lnTo>
                    <a:pt x="630606" y="19958"/>
                  </a:lnTo>
                  <a:lnTo>
                    <a:pt x="648743" y="18976"/>
                  </a:lnTo>
                  <a:lnTo>
                    <a:pt x="666220" y="18030"/>
                  </a:lnTo>
                  <a:lnTo>
                    <a:pt x="683084" y="17118"/>
                  </a:lnTo>
                  <a:lnTo>
                    <a:pt x="699377" y="16236"/>
                  </a:lnTo>
                  <a:lnTo>
                    <a:pt x="715135" y="15383"/>
                  </a:lnTo>
                  <a:lnTo>
                    <a:pt x="730392" y="14557"/>
                  </a:lnTo>
                  <a:lnTo>
                    <a:pt x="745181" y="13756"/>
                  </a:lnTo>
                  <a:lnTo>
                    <a:pt x="759527" y="12980"/>
                  </a:lnTo>
                  <a:lnTo>
                    <a:pt x="773458" y="12226"/>
                  </a:lnTo>
                  <a:lnTo>
                    <a:pt x="786996" y="11493"/>
                  </a:lnTo>
                  <a:lnTo>
                    <a:pt x="800164" y="10780"/>
                  </a:lnTo>
                  <a:lnTo>
                    <a:pt x="812980" y="10086"/>
                  </a:lnTo>
                  <a:lnTo>
                    <a:pt x="825463" y="9411"/>
                  </a:lnTo>
                  <a:lnTo>
                    <a:pt x="837630" y="8752"/>
                  </a:lnTo>
                  <a:lnTo>
                    <a:pt x="849497" y="8110"/>
                  </a:lnTo>
                  <a:lnTo>
                    <a:pt x="861077" y="7483"/>
                  </a:lnTo>
                  <a:lnTo>
                    <a:pt x="872386" y="6871"/>
                  </a:lnTo>
                  <a:lnTo>
                    <a:pt x="883434" y="6273"/>
                  </a:lnTo>
                  <a:lnTo>
                    <a:pt x="894234" y="5688"/>
                  </a:lnTo>
                  <a:lnTo>
                    <a:pt x="904796" y="5117"/>
                  </a:lnTo>
                  <a:lnTo>
                    <a:pt x="915132" y="4557"/>
                  </a:lnTo>
                  <a:lnTo>
                    <a:pt x="925250" y="4009"/>
                  </a:lnTo>
                  <a:lnTo>
                    <a:pt x="935159" y="3473"/>
                  </a:lnTo>
                  <a:lnTo>
                    <a:pt x="944868" y="2948"/>
                  </a:lnTo>
                  <a:lnTo>
                    <a:pt x="954384" y="2432"/>
                  </a:lnTo>
                  <a:lnTo>
                    <a:pt x="963716" y="1927"/>
                  </a:lnTo>
                  <a:lnTo>
                    <a:pt x="972870" y="1432"/>
                  </a:lnTo>
                  <a:lnTo>
                    <a:pt x="981853" y="946"/>
                  </a:lnTo>
                  <a:lnTo>
                    <a:pt x="990672" y="468"/>
                  </a:lnTo>
                  <a:lnTo>
                    <a:pt x="99933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909029" y="4179238"/>
              <a:ext cx="999331" cy="237768"/>
            </a:xfrm>
            <a:custGeom>
              <a:avLst/>
              <a:pathLst>
                <a:path w="999331" h="237768">
                  <a:moveTo>
                    <a:pt x="0" y="0"/>
                  </a:moveTo>
                  <a:lnTo>
                    <a:pt x="64172" y="15268"/>
                  </a:lnTo>
                  <a:lnTo>
                    <a:pt x="120775" y="28735"/>
                  </a:lnTo>
                  <a:lnTo>
                    <a:pt x="171409" y="40783"/>
                  </a:lnTo>
                  <a:lnTo>
                    <a:pt x="217213" y="51681"/>
                  </a:lnTo>
                  <a:lnTo>
                    <a:pt x="259029" y="61630"/>
                  </a:lnTo>
                  <a:lnTo>
                    <a:pt x="297495" y="70782"/>
                  </a:lnTo>
                  <a:lnTo>
                    <a:pt x="333110" y="79256"/>
                  </a:lnTo>
                  <a:lnTo>
                    <a:pt x="366266" y="87145"/>
                  </a:lnTo>
                  <a:lnTo>
                    <a:pt x="397282" y="94524"/>
                  </a:lnTo>
                  <a:lnTo>
                    <a:pt x="426417" y="101456"/>
                  </a:lnTo>
                  <a:lnTo>
                    <a:pt x="453886" y="107992"/>
                  </a:lnTo>
                  <a:lnTo>
                    <a:pt x="479869" y="114174"/>
                  </a:lnTo>
                  <a:lnTo>
                    <a:pt x="504520" y="120039"/>
                  </a:lnTo>
                  <a:lnTo>
                    <a:pt x="527967" y="125618"/>
                  </a:lnTo>
                  <a:lnTo>
                    <a:pt x="550323" y="130937"/>
                  </a:lnTo>
                  <a:lnTo>
                    <a:pt x="571686" y="136020"/>
                  </a:lnTo>
                  <a:lnTo>
                    <a:pt x="592139" y="140886"/>
                  </a:lnTo>
                  <a:lnTo>
                    <a:pt x="611757" y="145554"/>
                  </a:lnTo>
                  <a:lnTo>
                    <a:pt x="630606" y="150038"/>
                  </a:lnTo>
                  <a:lnTo>
                    <a:pt x="648743" y="154354"/>
                  </a:lnTo>
                  <a:lnTo>
                    <a:pt x="666220" y="158512"/>
                  </a:lnTo>
                  <a:lnTo>
                    <a:pt x="683084" y="162525"/>
                  </a:lnTo>
                  <a:lnTo>
                    <a:pt x="699377" y="166401"/>
                  </a:lnTo>
                  <a:lnTo>
                    <a:pt x="715135" y="170150"/>
                  </a:lnTo>
                  <a:lnTo>
                    <a:pt x="730392" y="173780"/>
                  </a:lnTo>
                  <a:lnTo>
                    <a:pt x="745181" y="177299"/>
                  </a:lnTo>
                  <a:lnTo>
                    <a:pt x="759527" y="180712"/>
                  </a:lnTo>
                  <a:lnTo>
                    <a:pt x="773458" y="184027"/>
                  </a:lnTo>
                  <a:lnTo>
                    <a:pt x="786996" y="187248"/>
                  </a:lnTo>
                  <a:lnTo>
                    <a:pt x="800164" y="190381"/>
                  </a:lnTo>
                  <a:lnTo>
                    <a:pt x="812980" y="193430"/>
                  </a:lnTo>
                  <a:lnTo>
                    <a:pt x="825463" y="196400"/>
                  </a:lnTo>
                  <a:lnTo>
                    <a:pt x="837630" y="199295"/>
                  </a:lnTo>
                  <a:lnTo>
                    <a:pt x="849497" y="202119"/>
                  </a:lnTo>
                  <a:lnTo>
                    <a:pt x="861077" y="204874"/>
                  </a:lnTo>
                  <a:lnTo>
                    <a:pt x="872386" y="207565"/>
                  </a:lnTo>
                  <a:lnTo>
                    <a:pt x="883434" y="210193"/>
                  </a:lnTo>
                  <a:lnTo>
                    <a:pt x="894234" y="212763"/>
                  </a:lnTo>
                  <a:lnTo>
                    <a:pt x="904796" y="215276"/>
                  </a:lnTo>
                  <a:lnTo>
                    <a:pt x="915132" y="217735"/>
                  </a:lnTo>
                  <a:lnTo>
                    <a:pt x="925250" y="220142"/>
                  </a:lnTo>
                  <a:lnTo>
                    <a:pt x="935159" y="222500"/>
                  </a:lnTo>
                  <a:lnTo>
                    <a:pt x="944868" y="224810"/>
                  </a:lnTo>
                  <a:lnTo>
                    <a:pt x="954384" y="227074"/>
                  </a:lnTo>
                  <a:lnTo>
                    <a:pt x="963716" y="229295"/>
                  </a:lnTo>
                  <a:lnTo>
                    <a:pt x="972870" y="231473"/>
                  </a:lnTo>
                  <a:lnTo>
                    <a:pt x="981853" y="233610"/>
                  </a:lnTo>
                  <a:lnTo>
                    <a:pt x="990672" y="235708"/>
                  </a:lnTo>
                  <a:lnTo>
                    <a:pt x="999331" y="23776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85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383" y="4747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383" y="44737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383" y="41998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85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90902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4213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7525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836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8077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1388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699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8010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25005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852" y="3767799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305358" y="46256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06746" y="45336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95318" y="464224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86572" y="40688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303818" y="44572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98873" y="43178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10936" y="47472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307908" y="45280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320019" y="44459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329644" y="42122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29007" y="44198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27402" y="42528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53272" y="46298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53590" y="46748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52687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37643" y="40862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52564" y="47160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47796" y="46538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19320" y="46840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43157" y="46201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27654" y="45912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28356" y="46967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52301" y="45151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53901" y="45404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38477" y="43712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56994" y="44500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21126" y="46999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58333" y="46076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57273" y="46301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57477" y="45943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76209" y="459371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64557" y="45731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83105" y="45797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61259" y="46318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92306" y="46142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63282" y="44032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58084" y="46658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75825" y="44803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59151" y="46516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62644" y="45132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87051" y="46419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95950" y="46708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62741" y="43333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63892" y="46094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63270" y="44402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97669" y="45495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53688" y="44713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80528" y="44783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15548" y="46962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288079" y="45622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06583" y="44394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27926" y="45559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284362" y="446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17646" y="46073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288529" y="45326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11233" y="46177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00657" y="44130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10222" y="44269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299438" y="45674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20008" y="46419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22162" y="45273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286664" y="46505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11824" y="45184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08691" y="46858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11912" y="435074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297587" y="46401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29419" y="46088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291507" y="45318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10038" y="44765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294736" y="45410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291248" y="45787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287394" y="46278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8601" y="4457812"/>
              <a:ext cx="996475" cy="160673"/>
            </a:xfrm>
            <a:custGeom>
              <a:avLst/>
              <a:pathLst>
                <a:path w="996475" h="160673">
                  <a:moveTo>
                    <a:pt x="0" y="0"/>
                  </a:moveTo>
                  <a:lnTo>
                    <a:pt x="63988" y="10317"/>
                  </a:lnTo>
                  <a:lnTo>
                    <a:pt x="120430" y="19418"/>
                  </a:lnTo>
                  <a:lnTo>
                    <a:pt x="170919" y="27559"/>
                  </a:lnTo>
                  <a:lnTo>
                    <a:pt x="216592" y="34923"/>
                  </a:lnTo>
                  <a:lnTo>
                    <a:pt x="258289" y="41646"/>
                  </a:lnTo>
                  <a:lnTo>
                    <a:pt x="296645" y="47831"/>
                  </a:lnTo>
                  <a:lnTo>
                    <a:pt x="332158" y="53557"/>
                  </a:lnTo>
                  <a:lnTo>
                    <a:pt x="365220" y="58888"/>
                  </a:lnTo>
                  <a:lnTo>
                    <a:pt x="396147" y="63875"/>
                  </a:lnTo>
                  <a:lnTo>
                    <a:pt x="425198" y="68559"/>
                  </a:lnTo>
                  <a:lnTo>
                    <a:pt x="452589" y="72976"/>
                  </a:lnTo>
                  <a:lnTo>
                    <a:pt x="478498" y="77153"/>
                  </a:lnTo>
                  <a:lnTo>
                    <a:pt x="503078" y="81117"/>
                  </a:lnTo>
                  <a:lnTo>
                    <a:pt x="526458" y="84887"/>
                  </a:lnTo>
                  <a:lnTo>
                    <a:pt x="548751" y="88481"/>
                  </a:lnTo>
                  <a:lnTo>
                    <a:pt x="570052" y="91916"/>
                  </a:lnTo>
                  <a:lnTo>
                    <a:pt x="590447" y="95204"/>
                  </a:lnTo>
                  <a:lnTo>
                    <a:pt x="610009" y="98358"/>
                  </a:lnTo>
                  <a:lnTo>
                    <a:pt x="628804" y="101389"/>
                  </a:lnTo>
                  <a:lnTo>
                    <a:pt x="646889" y="104305"/>
                  </a:lnTo>
                  <a:lnTo>
                    <a:pt x="664317" y="107115"/>
                  </a:lnTo>
                  <a:lnTo>
                    <a:pt x="681133" y="109826"/>
                  </a:lnTo>
                  <a:lnTo>
                    <a:pt x="697378" y="112446"/>
                  </a:lnTo>
                  <a:lnTo>
                    <a:pt x="713091" y="114980"/>
                  </a:lnTo>
                  <a:lnTo>
                    <a:pt x="728305" y="117433"/>
                  </a:lnTo>
                  <a:lnTo>
                    <a:pt x="743051" y="119810"/>
                  </a:lnTo>
                  <a:lnTo>
                    <a:pt x="757357" y="122117"/>
                  </a:lnTo>
                  <a:lnTo>
                    <a:pt x="771248" y="124357"/>
                  </a:lnTo>
                  <a:lnTo>
                    <a:pt x="784747" y="126533"/>
                  </a:lnTo>
                  <a:lnTo>
                    <a:pt x="797877" y="128651"/>
                  </a:lnTo>
                  <a:lnTo>
                    <a:pt x="810657" y="130711"/>
                  </a:lnTo>
                  <a:lnTo>
                    <a:pt x="823104" y="132718"/>
                  </a:lnTo>
                  <a:lnTo>
                    <a:pt x="835237" y="134674"/>
                  </a:lnTo>
                  <a:lnTo>
                    <a:pt x="847069" y="136582"/>
                  </a:lnTo>
                  <a:lnTo>
                    <a:pt x="858617" y="138444"/>
                  </a:lnTo>
                  <a:lnTo>
                    <a:pt x="869893" y="140262"/>
                  </a:lnTo>
                  <a:lnTo>
                    <a:pt x="880909" y="142039"/>
                  </a:lnTo>
                  <a:lnTo>
                    <a:pt x="891679" y="143775"/>
                  </a:lnTo>
                  <a:lnTo>
                    <a:pt x="902211" y="145473"/>
                  </a:lnTo>
                  <a:lnTo>
                    <a:pt x="912517" y="147135"/>
                  </a:lnTo>
                  <a:lnTo>
                    <a:pt x="922606" y="148762"/>
                  </a:lnTo>
                  <a:lnTo>
                    <a:pt x="932486" y="150355"/>
                  </a:lnTo>
                  <a:lnTo>
                    <a:pt x="942168" y="151916"/>
                  </a:lnTo>
                  <a:lnTo>
                    <a:pt x="951657" y="153446"/>
                  </a:lnTo>
                  <a:lnTo>
                    <a:pt x="960962" y="154947"/>
                  </a:lnTo>
                  <a:lnTo>
                    <a:pt x="970090" y="156418"/>
                  </a:lnTo>
                  <a:lnTo>
                    <a:pt x="979048" y="157863"/>
                  </a:lnTo>
                  <a:lnTo>
                    <a:pt x="987841" y="159281"/>
                  </a:lnTo>
                  <a:lnTo>
                    <a:pt x="996475" y="16067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8601" y="4146539"/>
              <a:ext cx="996475" cy="525303"/>
            </a:xfrm>
            <a:custGeom>
              <a:avLst/>
              <a:pathLst>
                <a:path w="996475" h="525303">
                  <a:moveTo>
                    <a:pt x="0" y="0"/>
                  </a:moveTo>
                  <a:lnTo>
                    <a:pt x="63988" y="33732"/>
                  </a:lnTo>
                  <a:lnTo>
                    <a:pt x="120430" y="63486"/>
                  </a:lnTo>
                  <a:lnTo>
                    <a:pt x="170919" y="90102"/>
                  </a:lnTo>
                  <a:lnTo>
                    <a:pt x="216592" y="114179"/>
                  </a:lnTo>
                  <a:lnTo>
                    <a:pt x="258289" y="136159"/>
                  </a:lnTo>
                  <a:lnTo>
                    <a:pt x="296645" y="156380"/>
                  </a:lnTo>
                  <a:lnTo>
                    <a:pt x="332158" y="175101"/>
                  </a:lnTo>
                  <a:lnTo>
                    <a:pt x="365220" y="192529"/>
                  </a:lnTo>
                  <a:lnTo>
                    <a:pt x="396147" y="208833"/>
                  </a:lnTo>
                  <a:lnTo>
                    <a:pt x="425198" y="224148"/>
                  </a:lnTo>
                  <a:lnTo>
                    <a:pt x="452589" y="238587"/>
                  </a:lnTo>
                  <a:lnTo>
                    <a:pt x="478498" y="252245"/>
                  </a:lnTo>
                  <a:lnTo>
                    <a:pt x="503078" y="265203"/>
                  </a:lnTo>
                  <a:lnTo>
                    <a:pt x="526458" y="277528"/>
                  </a:lnTo>
                  <a:lnTo>
                    <a:pt x="548751" y="289280"/>
                  </a:lnTo>
                  <a:lnTo>
                    <a:pt x="570052" y="300509"/>
                  </a:lnTo>
                  <a:lnTo>
                    <a:pt x="590447" y="311260"/>
                  </a:lnTo>
                  <a:lnTo>
                    <a:pt x="610009" y="321573"/>
                  </a:lnTo>
                  <a:lnTo>
                    <a:pt x="628804" y="331481"/>
                  </a:lnTo>
                  <a:lnTo>
                    <a:pt x="646889" y="341015"/>
                  </a:lnTo>
                  <a:lnTo>
                    <a:pt x="664317" y="350202"/>
                  </a:lnTo>
                  <a:lnTo>
                    <a:pt x="681133" y="359066"/>
                  </a:lnTo>
                  <a:lnTo>
                    <a:pt x="697378" y="367630"/>
                  </a:lnTo>
                  <a:lnTo>
                    <a:pt x="713091" y="375914"/>
                  </a:lnTo>
                  <a:lnTo>
                    <a:pt x="728305" y="383934"/>
                  </a:lnTo>
                  <a:lnTo>
                    <a:pt x="743051" y="391707"/>
                  </a:lnTo>
                  <a:lnTo>
                    <a:pt x="757357" y="399249"/>
                  </a:lnTo>
                  <a:lnTo>
                    <a:pt x="771248" y="406572"/>
                  </a:lnTo>
                  <a:lnTo>
                    <a:pt x="784747" y="413688"/>
                  </a:lnTo>
                  <a:lnTo>
                    <a:pt x="797877" y="420609"/>
                  </a:lnTo>
                  <a:lnTo>
                    <a:pt x="810657" y="427346"/>
                  </a:lnTo>
                  <a:lnTo>
                    <a:pt x="823104" y="433908"/>
                  </a:lnTo>
                  <a:lnTo>
                    <a:pt x="835237" y="440304"/>
                  </a:lnTo>
                  <a:lnTo>
                    <a:pt x="847069" y="446542"/>
                  </a:lnTo>
                  <a:lnTo>
                    <a:pt x="858617" y="452629"/>
                  </a:lnTo>
                  <a:lnTo>
                    <a:pt x="869893" y="458573"/>
                  </a:lnTo>
                  <a:lnTo>
                    <a:pt x="880909" y="464381"/>
                  </a:lnTo>
                  <a:lnTo>
                    <a:pt x="891679" y="470058"/>
                  </a:lnTo>
                  <a:lnTo>
                    <a:pt x="902211" y="475610"/>
                  </a:lnTo>
                  <a:lnTo>
                    <a:pt x="912517" y="481043"/>
                  </a:lnTo>
                  <a:lnTo>
                    <a:pt x="922606" y="486362"/>
                  </a:lnTo>
                  <a:lnTo>
                    <a:pt x="932486" y="491570"/>
                  </a:lnTo>
                  <a:lnTo>
                    <a:pt x="942168" y="496674"/>
                  </a:lnTo>
                  <a:lnTo>
                    <a:pt x="951657" y="501676"/>
                  </a:lnTo>
                  <a:lnTo>
                    <a:pt x="960962" y="506582"/>
                  </a:lnTo>
                  <a:lnTo>
                    <a:pt x="970090" y="511394"/>
                  </a:lnTo>
                  <a:lnTo>
                    <a:pt x="979048" y="516116"/>
                  </a:lnTo>
                  <a:lnTo>
                    <a:pt x="987841" y="520751"/>
                  </a:lnTo>
                  <a:lnTo>
                    <a:pt x="996475" y="52530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8601" y="4632016"/>
              <a:ext cx="996475" cy="31412"/>
            </a:xfrm>
            <a:custGeom>
              <a:avLst/>
              <a:pathLst>
                <a:path w="996475" h="31412">
                  <a:moveTo>
                    <a:pt x="0" y="31412"/>
                  </a:moveTo>
                  <a:lnTo>
                    <a:pt x="63988" y="29395"/>
                  </a:lnTo>
                  <a:lnTo>
                    <a:pt x="120430" y="27616"/>
                  </a:lnTo>
                  <a:lnTo>
                    <a:pt x="170919" y="26024"/>
                  </a:lnTo>
                  <a:lnTo>
                    <a:pt x="216592" y="24584"/>
                  </a:lnTo>
                  <a:lnTo>
                    <a:pt x="258289" y="23270"/>
                  </a:lnTo>
                  <a:lnTo>
                    <a:pt x="296645" y="22061"/>
                  </a:lnTo>
                  <a:lnTo>
                    <a:pt x="332158" y="20941"/>
                  </a:lnTo>
                  <a:lnTo>
                    <a:pt x="365220" y="19899"/>
                  </a:lnTo>
                  <a:lnTo>
                    <a:pt x="396147" y="18924"/>
                  </a:lnTo>
                  <a:lnTo>
                    <a:pt x="425198" y="18008"/>
                  </a:lnTo>
                  <a:lnTo>
                    <a:pt x="452589" y="17145"/>
                  </a:lnTo>
                  <a:lnTo>
                    <a:pt x="478498" y="16328"/>
                  </a:lnTo>
                  <a:lnTo>
                    <a:pt x="503078" y="15553"/>
                  </a:lnTo>
                  <a:lnTo>
                    <a:pt x="526458" y="14816"/>
                  </a:lnTo>
                  <a:lnTo>
                    <a:pt x="548751" y="14113"/>
                  </a:lnTo>
                  <a:lnTo>
                    <a:pt x="570052" y="13442"/>
                  </a:lnTo>
                  <a:lnTo>
                    <a:pt x="590447" y="12799"/>
                  </a:lnTo>
                  <a:lnTo>
                    <a:pt x="610009" y="12182"/>
                  </a:lnTo>
                  <a:lnTo>
                    <a:pt x="628804" y="11590"/>
                  </a:lnTo>
                  <a:lnTo>
                    <a:pt x="646889" y="11020"/>
                  </a:lnTo>
                  <a:lnTo>
                    <a:pt x="664317" y="10470"/>
                  </a:lnTo>
                  <a:lnTo>
                    <a:pt x="681133" y="9940"/>
                  </a:lnTo>
                  <a:lnTo>
                    <a:pt x="697378" y="9428"/>
                  </a:lnTo>
                  <a:lnTo>
                    <a:pt x="713091" y="8933"/>
                  </a:lnTo>
                  <a:lnTo>
                    <a:pt x="728305" y="8453"/>
                  </a:lnTo>
                  <a:lnTo>
                    <a:pt x="743051" y="7988"/>
                  </a:lnTo>
                  <a:lnTo>
                    <a:pt x="757357" y="7537"/>
                  </a:lnTo>
                  <a:lnTo>
                    <a:pt x="771248" y="7100"/>
                  </a:lnTo>
                  <a:lnTo>
                    <a:pt x="784747" y="6674"/>
                  </a:lnTo>
                  <a:lnTo>
                    <a:pt x="797877" y="6260"/>
                  </a:lnTo>
                  <a:lnTo>
                    <a:pt x="810657" y="5857"/>
                  </a:lnTo>
                  <a:lnTo>
                    <a:pt x="823104" y="5465"/>
                  </a:lnTo>
                  <a:lnTo>
                    <a:pt x="835237" y="5082"/>
                  </a:lnTo>
                  <a:lnTo>
                    <a:pt x="847069" y="4709"/>
                  </a:lnTo>
                  <a:lnTo>
                    <a:pt x="858617" y="4345"/>
                  </a:lnTo>
                  <a:lnTo>
                    <a:pt x="869893" y="3990"/>
                  </a:lnTo>
                  <a:lnTo>
                    <a:pt x="880909" y="3643"/>
                  </a:lnTo>
                  <a:lnTo>
                    <a:pt x="891679" y="3303"/>
                  </a:lnTo>
                  <a:lnTo>
                    <a:pt x="902211" y="2971"/>
                  </a:lnTo>
                  <a:lnTo>
                    <a:pt x="912517" y="2646"/>
                  </a:lnTo>
                  <a:lnTo>
                    <a:pt x="922606" y="2328"/>
                  </a:lnTo>
                  <a:lnTo>
                    <a:pt x="932486" y="2017"/>
                  </a:lnTo>
                  <a:lnTo>
                    <a:pt x="942168" y="1711"/>
                  </a:lnTo>
                  <a:lnTo>
                    <a:pt x="951657" y="1412"/>
                  </a:lnTo>
                  <a:lnTo>
                    <a:pt x="960962" y="1119"/>
                  </a:lnTo>
                  <a:lnTo>
                    <a:pt x="970090" y="831"/>
                  </a:lnTo>
                  <a:lnTo>
                    <a:pt x="979048" y="549"/>
                  </a:lnTo>
                  <a:lnTo>
                    <a:pt x="987841" y="272"/>
                  </a:lnTo>
                  <a:lnTo>
                    <a:pt x="99647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8601" y="4434237"/>
              <a:ext cx="996475" cy="134631"/>
            </a:xfrm>
            <a:custGeom>
              <a:avLst/>
              <a:pathLst>
                <a:path w="996475" h="134631">
                  <a:moveTo>
                    <a:pt x="0" y="134631"/>
                  </a:moveTo>
                  <a:lnTo>
                    <a:pt x="63988" y="125986"/>
                  </a:lnTo>
                  <a:lnTo>
                    <a:pt x="120430" y="118360"/>
                  </a:lnTo>
                  <a:lnTo>
                    <a:pt x="170919" y="111538"/>
                  </a:lnTo>
                  <a:lnTo>
                    <a:pt x="216592" y="105368"/>
                  </a:lnTo>
                  <a:lnTo>
                    <a:pt x="258289" y="99734"/>
                  </a:lnTo>
                  <a:lnTo>
                    <a:pt x="296645" y="94552"/>
                  </a:lnTo>
                  <a:lnTo>
                    <a:pt x="332158" y="89754"/>
                  </a:lnTo>
                  <a:lnTo>
                    <a:pt x="365220" y="85287"/>
                  </a:lnTo>
                  <a:lnTo>
                    <a:pt x="396147" y="81109"/>
                  </a:lnTo>
                  <a:lnTo>
                    <a:pt x="425198" y="77183"/>
                  </a:lnTo>
                  <a:lnTo>
                    <a:pt x="452589" y="73483"/>
                  </a:lnTo>
                  <a:lnTo>
                    <a:pt x="478498" y="69982"/>
                  </a:lnTo>
                  <a:lnTo>
                    <a:pt x="503078" y="66661"/>
                  </a:lnTo>
                  <a:lnTo>
                    <a:pt x="526458" y="63502"/>
                  </a:lnTo>
                  <a:lnTo>
                    <a:pt x="548751" y="60491"/>
                  </a:lnTo>
                  <a:lnTo>
                    <a:pt x="570052" y="57613"/>
                  </a:lnTo>
                  <a:lnTo>
                    <a:pt x="590447" y="54857"/>
                  </a:lnTo>
                  <a:lnTo>
                    <a:pt x="610009" y="52214"/>
                  </a:lnTo>
                  <a:lnTo>
                    <a:pt x="628804" y="49675"/>
                  </a:lnTo>
                  <a:lnTo>
                    <a:pt x="646889" y="47231"/>
                  </a:lnTo>
                  <a:lnTo>
                    <a:pt x="664317" y="44877"/>
                  </a:lnTo>
                  <a:lnTo>
                    <a:pt x="681133" y="42605"/>
                  </a:lnTo>
                  <a:lnTo>
                    <a:pt x="697378" y="40410"/>
                  </a:lnTo>
                  <a:lnTo>
                    <a:pt x="713091" y="38287"/>
                  </a:lnTo>
                  <a:lnTo>
                    <a:pt x="728305" y="36231"/>
                  </a:lnTo>
                  <a:lnTo>
                    <a:pt x="743051" y="34239"/>
                  </a:lnTo>
                  <a:lnTo>
                    <a:pt x="757357" y="32306"/>
                  </a:lnTo>
                  <a:lnTo>
                    <a:pt x="771248" y="30429"/>
                  </a:lnTo>
                  <a:lnTo>
                    <a:pt x="784747" y="28606"/>
                  </a:lnTo>
                  <a:lnTo>
                    <a:pt x="797877" y="26832"/>
                  </a:lnTo>
                  <a:lnTo>
                    <a:pt x="810657" y="25105"/>
                  </a:lnTo>
                  <a:lnTo>
                    <a:pt x="823104" y="23423"/>
                  </a:lnTo>
                  <a:lnTo>
                    <a:pt x="835237" y="21784"/>
                  </a:lnTo>
                  <a:lnTo>
                    <a:pt x="847069" y="20185"/>
                  </a:lnTo>
                  <a:lnTo>
                    <a:pt x="858617" y="18625"/>
                  </a:lnTo>
                  <a:lnTo>
                    <a:pt x="869893" y="17102"/>
                  </a:lnTo>
                  <a:lnTo>
                    <a:pt x="880909" y="15613"/>
                  </a:lnTo>
                  <a:lnTo>
                    <a:pt x="891679" y="14158"/>
                  </a:lnTo>
                  <a:lnTo>
                    <a:pt x="902211" y="12735"/>
                  </a:lnTo>
                  <a:lnTo>
                    <a:pt x="912517" y="11343"/>
                  </a:lnTo>
                  <a:lnTo>
                    <a:pt x="922606" y="9980"/>
                  </a:lnTo>
                  <a:lnTo>
                    <a:pt x="932486" y="8645"/>
                  </a:lnTo>
                  <a:lnTo>
                    <a:pt x="942168" y="7337"/>
                  </a:lnTo>
                  <a:lnTo>
                    <a:pt x="951657" y="6055"/>
                  </a:lnTo>
                  <a:lnTo>
                    <a:pt x="960962" y="4798"/>
                  </a:lnTo>
                  <a:lnTo>
                    <a:pt x="970090" y="3564"/>
                  </a:lnTo>
                  <a:lnTo>
                    <a:pt x="979048" y="2354"/>
                  </a:lnTo>
                  <a:lnTo>
                    <a:pt x="987841" y="1166"/>
                  </a:lnTo>
                  <a:lnTo>
                    <a:pt x="99647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8601" y="4468843"/>
              <a:ext cx="996475" cy="74854"/>
            </a:xfrm>
            <a:custGeom>
              <a:avLst/>
              <a:pathLst>
                <a:path w="996475" h="74854">
                  <a:moveTo>
                    <a:pt x="0" y="74854"/>
                  </a:moveTo>
                  <a:lnTo>
                    <a:pt x="63988" y="70047"/>
                  </a:lnTo>
                  <a:lnTo>
                    <a:pt x="120430" y="65807"/>
                  </a:lnTo>
                  <a:lnTo>
                    <a:pt x="170919" y="62015"/>
                  </a:lnTo>
                  <a:lnTo>
                    <a:pt x="216592" y="58584"/>
                  </a:lnTo>
                  <a:lnTo>
                    <a:pt x="258289" y="55452"/>
                  </a:lnTo>
                  <a:lnTo>
                    <a:pt x="296645" y="52570"/>
                  </a:lnTo>
                  <a:lnTo>
                    <a:pt x="332158" y="49903"/>
                  </a:lnTo>
                  <a:lnTo>
                    <a:pt x="365220" y="47419"/>
                  </a:lnTo>
                  <a:lnTo>
                    <a:pt x="396147" y="45096"/>
                  </a:lnTo>
                  <a:lnTo>
                    <a:pt x="425198" y="42913"/>
                  </a:lnTo>
                  <a:lnTo>
                    <a:pt x="452589" y="40856"/>
                  </a:lnTo>
                  <a:lnTo>
                    <a:pt x="478498" y="38910"/>
                  </a:lnTo>
                  <a:lnTo>
                    <a:pt x="503078" y="37063"/>
                  </a:lnTo>
                  <a:lnTo>
                    <a:pt x="526458" y="35307"/>
                  </a:lnTo>
                  <a:lnTo>
                    <a:pt x="548751" y="33632"/>
                  </a:lnTo>
                  <a:lnTo>
                    <a:pt x="570052" y="32032"/>
                  </a:lnTo>
                  <a:lnTo>
                    <a:pt x="590447" y="30500"/>
                  </a:lnTo>
                  <a:lnTo>
                    <a:pt x="610009" y="29031"/>
                  </a:lnTo>
                  <a:lnTo>
                    <a:pt x="628804" y="27619"/>
                  </a:lnTo>
                  <a:lnTo>
                    <a:pt x="646889" y="26260"/>
                  </a:lnTo>
                  <a:lnTo>
                    <a:pt x="664317" y="24951"/>
                  </a:lnTo>
                  <a:lnTo>
                    <a:pt x="681133" y="23688"/>
                  </a:lnTo>
                  <a:lnTo>
                    <a:pt x="697378" y="22467"/>
                  </a:lnTo>
                  <a:lnTo>
                    <a:pt x="713091" y="21287"/>
                  </a:lnTo>
                  <a:lnTo>
                    <a:pt x="728305" y="20144"/>
                  </a:lnTo>
                  <a:lnTo>
                    <a:pt x="743051" y="19037"/>
                  </a:lnTo>
                  <a:lnTo>
                    <a:pt x="757357" y="17962"/>
                  </a:lnTo>
                  <a:lnTo>
                    <a:pt x="771248" y="16918"/>
                  </a:lnTo>
                  <a:lnTo>
                    <a:pt x="784747" y="15904"/>
                  </a:lnTo>
                  <a:lnTo>
                    <a:pt x="797877" y="14918"/>
                  </a:lnTo>
                  <a:lnTo>
                    <a:pt x="810657" y="13958"/>
                  </a:lnTo>
                  <a:lnTo>
                    <a:pt x="823104" y="13023"/>
                  </a:lnTo>
                  <a:lnTo>
                    <a:pt x="835237" y="12112"/>
                  </a:lnTo>
                  <a:lnTo>
                    <a:pt x="847069" y="11223"/>
                  </a:lnTo>
                  <a:lnTo>
                    <a:pt x="858617" y="10355"/>
                  </a:lnTo>
                  <a:lnTo>
                    <a:pt x="869893" y="9508"/>
                  </a:lnTo>
                  <a:lnTo>
                    <a:pt x="880909" y="8681"/>
                  </a:lnTo>
                  <a:lnTo>
                    <a:pt x="891679" y="7872"/>
                  </a:lnTo>
                  <a:lnTo>
                    <a:pt x="902211" y="7081"/>
                  </a:lnTo>
                  <a:lnTo>
                    <a:pt x="912517" y="6306"/>
                  </a:lnTo>
                  <a:lnTo>
                    <a:pt x="922606" y="5549"/>
                  </a:lnTo>
                  <a:lnTo>
                    <a:pt x="932486" y="4806"/>
                  </a:lnTo>
                  <a:lnTo>
                    <a:pt x="942168" y="4079"/>
                  </a:lnTo>
                  <a:lnTo>
                    <a:pt x="951657" y="3366"/>
                  </a:lnTo>
                  <a:lnTo>
                    <a:pt x="960962" y="2667"/>
                  </a:lnTo>
                  <a:lnTo>
                    <a:pt x="970090" y="1982"/>
                  </a:lnTo>
                  <a:lnTo>
                    <a:pt x="979048" y="1309"/>
                  </a:lnTo>
                  <a:lnTo>
                    <a:pt x="987841" y="648"/>
                  </a:lnTo>
                  <a:lnTo>
                    <a:pt x="99647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8601" y="4462965"/>
              <a:ext cx="996475" cy="91788"/>
            </a:xfrm>
            <a:custGeom>
              <a:avLst/>
              <a:pathLst>
                <a:path w="996475" h="91788">
                  <a:moveTo>
                    <a:pt x="0" y="0"/>
                  </a:moveTo>
                  <a:lnTo>
                    <a:pt x="63988" y="5894"/>
                  </a:lnTo>
                  <a:lnTo>
                    <a:pt x="120430" y="11093"/>
                  </a:lnTo>
                  <a:lnTo>
                    <a:pt x="170919" y="15744"/>
                  </a:lnTo>
                  <a:lnTo>
                    <a:pt x="216592" y="19951"/>
                  </a:lnTo>
                  <a:lnTo>
                    <a:pt x="258289" y="23791"/>
                  </a:lnTo>
                  <a:lnTo>
                    <a:pt x="296645" y="27325"/>
                  </a:lnTo>
                  <a:lnTo>
                    <a:pt x="332158" y="30596"/>
                  </a:lnTo>
                  <a:lnTo>
                    <a:pt x="365220" y="33641"/>
                  </a:lnTo>
                  <a:lnTo>
                    <a:pt x="396147" y="36490"/>
                  </a:lnTo>
                  <a:lnTo>
                    <a:pt x="425198" y="39166"/>
                  </a:lnTo>
                  <a:lnTo>
                    <a:pt x="452589" y="41689"/>
                  </a:lnTo>
                  <a:lnTo>
                    <a:pt x="478498" y="44076"/>
                  </a:lnTo>
                  <a:lnTo>
                    <a:pt x="503078" y="46340"/>
                  </a:lnTo>
                  <a:lnTo>
                    <a:pt x="526458" y="48494"/>
                  </a:lnTo>
                  <a:lnTo>
                    <a:pt x="548751" y="50547"/>
                  </a:lnTo>
                  <a:lnTo>
                    <a:pt x="570052" y="52509"/>
                  </a:lnTo>
                  <a:lnTo>
                    <a:pt x="590447" y="54388"/>
                  </a:lnTo>
                  <a:lnTo>
                    <a:pt x="610009" y="56190"/>
                  </a:lnTo>
                  <a:lnTo>
                    <a:pt x="628804" y="57921"/>
                  </a:lnTo>
                  <a:lnTo>
                    <a:pt x="646889" y="59587"/>
                  </a:lnTo>
                  <a:lnTo>
                    <a:pt x="664317" y="61192"/>
                  </a:lnTo>
                  <a:lnTo>
                    <a:pt x="681133" y="62741"/>
                  </a:lnTo>
                  <a:lnTo>
                    <a:pt x="697378" y="64238"/>
                  </a:lnTo>
                  <a:lnTo>
                    <a:pt x="713091" y="65685"/>
                  </a:lnTo>
                  <a:lnTo>
                    <a:pt x="728305" y="67086"/>
                  </a:lnTo>
                  <a:lnTo>
                    <a:pt x="743051" y="68445"/>
                  </a:lnTo>
                  <a:lnTo>
                    <a:pt x="757357" y="69762"/>
                  </a:lnTo>
                  <a:lnTo>
                    <a:pt x="771248" y="71042"/>
                  </a:lnTo>
                  <a:lnTo>
                    <a:pt x="784747" y="72285"/>
                  </a:lnTo>
                  <a:lnTo>
                    <a:pt x="797877" y="73495"/>
                  </a:lnTo>
                  <a:lnTo>
                    <a:pt x="810657" y="74672"/>
                  </a:lnTo>
                  <a:lnTo>
                    <a:pt x="823104" y="75819"/>
                  </a:lnTo>
                  <a:lnTo>
                    <a:pt x="835237" y="76936"/>
                  </a:lnTo>
                  <a:lnTo>
                    <a:pt x="847069" y="78026"/>
                  </a:lnTo>
                  <a:lnTo>
                    <a:pt x="858617" y="79090"/>
                  </a:lnTo>
                  <a:lnTo>
                    <a:pt x="869893" y="80129"/>
                  </a:lnTo>
                  <a:lnTo>
                    <a:pt x="880909" y="81143"/>
                  </a:lnTo>
                  <a:lnTo>
                    <a:pt x="891679" y="82135"/>
                  </a:lnTo>
                  <a:lnTo>
                    <a:pt x="902211" y="83105"/>
                  </a:lnTo>
                  <a:lnTo>
                    <a:pt x="912517" y="84055"/>
                  </a:lnTo>
                  <a:lnTo>
                    <a:pt x="922606" y="84984"/>
                  </a:lnTo>
                  <a:lnTo>
                    <a:pt x="932486" y="85894"/>
                  </a:lnTo>
                  <a:lnTo>
                    <a:pt x="942168" y="86786"/>
                  </a:lnTo>
                  <a:lnTo>
                    <a:pt x="951657" y="87660"/>
                  </a:lnTo>
                  <a:lnTo>
                    <a:pt x="960962" y="88517"/>
                  </a:lnTo>
                  <a:lnTo>
                    <a:pt x="970090" y="89358"/>
                  </a:lnTo>
                  <a:lnTo>
                    <a:pt x="979048" y="90183"/>
                  </a:lnTo>
                  <a:lnTo>
                    <a:pt x="987841" y="90993"/>
                  </a:lnTo>
                  <a:lnTo>
                    <a:pt x="996475" y="9178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8601" y="4452673"/>
              <a:ext cx="996475" cy="157896"/>
            </a:xfrm>
            <a:custGeom>
              <a:avLst/>
              <a:pathLst>
                <a:path w="996475" h="157896">
                  <a:moveTo>
                    <a:pt x="0" y="0"/>
                  </a:moveTo>
                  <a:lnTo>
                    <a:pt x="63988" y="10139"/>
                  </a:lnTo>
                  <a:lnTo>
                    <a:pt x="120430" y="19082"/>
                  </a:lnTo>
                  <a:lnTo>
                    <a:pt x="170919" y="27083"/>
                  </a:lnTo>
                  <a:lnTo>
                    <a:pt x="216592" y="34320"/>
                  </a:lnTo>
                  <a:lnTo>
                    <a:pt x="258289" y="40927"/>
                  </a:lnTo>
                  <a:lnTo>
                    <a:pt x="296645" y="47004"/>
                  </a:lnTo>
                  <a:lnTo>
                    <a:pt x="332158" y="52632"/>
                  </a:lnTo>
                  <a:lnTo>
                    <a:pt x="365220" y="57870"/>
                  </a:lnTo>
                  <a:lnTo>
                    <a:pt x="396147" y="62771"/>
                  </a:lnTo>
                  <a:lnTo>
                    <a:pt x="425198" y="67374"/>
                  </a:lnTo>
                  <a:lnTo>
                    <a:pt x="452589" y="71714"/>
                  </a:lnTo>
                  <a:lnTo>
                    <a:pt x="478498" y="75820"/>
                  </a:lnTo>
                  <a:lnTo>
                    <a:pt x="503078" y="79715"/>
                  </a:lnTo>
                  <a:lnTo>
                    <a:pt x="526458" y="83419"/>
                  </a:lnTo>
                  <a:lnTo>
                    <a:pt x="548751" y="86952"/>
                  </a:lnTo>
                  <a:lnTo>
                    <a:pt x="570052" y="90327"/>
                  </a:lnTo>
                  <a:lnTo>
                    <a:pt x="590447" y="93559"/>
                  </a:lnTo>
                  <a:lnTo>
                    <a:pt x="610009" y="96658"/>
                  </a:lnTo>
                  <a:lnTo>
                    <a:pt x="628804" y="99636"/>
                  </a:lnTo>
                  <a:lnTo>
                    <a:pt x="646889" y="102502"/>
                  </a:lnTo>
                  <a:lnTo>
                    <a:pt x="664317" y="105264"/>
                  </a:lnTo>
                  <a:lnTo>
                    <a:pt x="681133" y="107928"/>
                  </a:lnTo>
                  <a:lnTo>
                    <a:pt x="697378" y="110502"/>
                  </a:lnTo>
                  <a:lnTo>
                    <a:pt x="713091" y="112992"/>
                  </a:lnTo>
                  <a:lnTo>
                    <a:pt x="728305" y="115403"/>
                  </a:lnTo>
                  <a:lnTo>
                    <a:pt x="743051" y="117739"/>
                  </a:lnTo>
                  <a:lnTo>
                    <a:pt x="757357" y="120006"/>
                  </a:lnTo>
                  <a:lnTo>
                    <a:pt x="771248" y="122207"/>
                  </a:lnTo>
                  <a:lnTo>
                    <a:pt x="784747" y="124346"/>
                  </a:lnTo>
                  <a:lnTo>
                    <a:pt x="797877" y="126427"/>
                  </a:lnTo>
                  <a:lnTo>
                    <a:pt x="810657" y="128452"/>
                  </a:lnTo>
                  <a:lnTo>
                    <a:pt x="823104" y="130424"/>
                  </a:lnTo>
                  <a:lnTo>
                    <a:pt x="835237" y="132347"/>
                  </a:lnTo>
                  <a:lnTo>
                    <a:pt x="847069" y="134221"/>
                  </a:lnTo>
                  <a:lnTo>
                    <a:pt x="858617" y="136051"/>
                  </a:lnTo>
                  <a:lnTo>
                    <a:pt x="869893" y="137838"/>
                  </a:lnTo>
                  <a:lnTo>
                    <a:pt x="880909" y="139584"/>
                  </a:lnTo>
                  <a:lnTo>
                    <a:pt x="891679" y="141290"/>
                  </a:lnTo>
                  <a:lnTo>
                    <a:pt x="902211" y="142959"/>
                  </a:lnTo>
                  <a:lnTo>
                    <a:pt x="912517" y="144592"/>
                  </a:lnTo>
                  <a:lnTo>
                    <a:pt x="922606" y="146191"/>
                  </a:lnTo>
                  <a:lnTo>
                    <a:pt x="932486" y="147756"/>
                  </a:lnTo>
                  <a:lnTo>
                    <a:pt x="942168" y="149290"/>
                  </a:lnTo>
                  <a:lnTo>
                    <a:pt x="951657" y="150794"/>
                  </a:lnTo>
                  <a:lnTo>
                    <a:pt x="960962" y="152268"/>
                  </a:lnTo>
                  <a:lnTo>
                    <a:pt x="970090" y="153715"/>
                  </a:lnTo>
                  <a:lnTo>
                    <a:pt x="979048" y="155134"/>
                  </a:lnTo>
                  <a:lnTo>
                    <a:pt x="987841" y="156527"/>
                  </a:lnTo>
                  <a:lnTo>
                    <a:pt x="996475" y="15789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8601" y="4599112"/>
              <a:ext cx="996475" cy="72917"/>
            </a:xfrm>
            <a:custGeom>
              <a:avLst/>
              <a:pathLst>
                <a:path w="996475" h="72917">
                  <a:moveTo>
                    <a:pt x="0" y="0"/>
                  </a:moveTo>
                  <a:lnTo>
                    <a:pt x="63988" y="4682"/>
                  </a:lnTo>
                  <a:lnTo>
                    <a:pt x="120430" y="8812"/>
                  </a:lnTo>
                  <a:lnTo>
                    <a:pt x="170919" y="12507"/>
                  </a:lnTo>
                  <a:lnTo>
                    <a:pt x="216592" y="15849"/>
                  </a:lnTo>
                  <a:lnTo>
                    <a:pt x="258289" y="18900"/>
                  </a:lnTo>
                  <a:lnTo>
                    <a:pt x="296645" y="21707"/>
                  </a:lnTo>
                  <a:lnTo>
                    <a:pt x="332158" y="24305"/>
                  </a:lnTo>
                  <a:lnTo>
                    <a:pt x="365220" y="26725"/>
                  </a:lnTo>
                  <a:lnTo>
                    <a:pt x="396147" y="28988"/>
                  </a:lnTo>
                  <a:lnTo>
                    <a:pt x="425198" y="31114"/>
                  </a:lnTo>
                  <a:lnTo>
                    <a:pt x="452589" y="33118"/>
                  </a:lnTo>
                  <a:lnTo>
                    <a:pt x="478498" y="35014"/>
                  </a:lnTo>
                  <a:lnTo>
                    <a:pt x="503078" y="36812"/>
                  </a:lnTo>
                  <a:lnTo>
                    <a:pt x="526458" y="38523"/>
                  </a:lnTo>
                  <a:lnTo>
                    <a:pt x="548751" y="40155"/>
                  </a:lnTo>
                  <a:lnTo>
                    <a:pt x="570052" y="41713"/>
                  </a:lnTo>
                  <a:lnTo>
                    <a:pt x="590447" y="43206"/>
                  </a:lnTo>
                  <a:lnTo>
                    <a:pt x="610009" y="44637"/>
                  </a:lnTo>
                  <a:lnTo>
                    <a:pt x="628804" y="46012"/>
                  </a:lnTo>
                  <a:lnTo>
                    <a:pt x="646889" y="47336"/>
                  </a:lnTo>
                  <a:lnTo>
                    <a:pt x="664317" y="48611"/>
                  </a:lnTo>
                  <a:lnTo>
                    <a:pt x="681133" y="49842"/>
                  </a:lnTo>
                  <a:lnTo>
                    <a:pt x="697378" y="51030"/>
                  </a:lnTo>
                  <a:lnTo>
                    <a:pt x="713091" y="52180"/>
                  </a:lnTo>
                  <a:lnTo>
                    <a:pt x="728305" y="53294"/>
                  </a:lnTo>
                  <a:lnTo>
                    <a:pt x="743051" y="54373"/>
                  </a:lnTo>
                  <a:lnTo>
                    <a:pt x="757357" y="55419"/>
                  </a:lnTo>
                  <a:lnTo>
                    <a:pt x="771248" y="56436"/>
                  </a:lnTo>
                  <a:lnTo>
                    <a:pt x="784747" y="57424"/>
                  </a:lnTo>
                  <a:lnTo>
                    <a:pt x="797877" y="58384"/>
                  </a:lnTo>
                  <a:lnTo>
                    <a:pt x="810657" y="59320"/>
                  </a:lnTo>
                  <a:lnTo>
                    <a:pt x="823104" y="60230"/>
                  </a:lnTo>
                  <a:lnTo>
                    <a:pt x="835237" y="61118"/>
                  </a:lnTo>
                  <a:lnTo>
                    <a:pt x="847069" y="61984"/>
                  </a:lnTo>
                  <a:lnTo>
                    <a:pt x="858617" y="62829"/>
                  </a:lnTo>
                  <a:lnTo>
                    <a:pt x="869893" y="63654"/>
                  </a:lnTo>
                  <a:lnTo>
                    <a:pt x="880909" y="64460"/>
                  </a:lnTo>
                  <a:lnTo>
                    <a:pt x="891679" y="65248"/>
                  </a:lnTo>
                  <a:lnTo>
                    <a:pt x="902211" y="66019"/>
                  </a:lnTo>
                  <a:lnTo>
                    <a:pt x="912517" y="66773"/>
                  </a:lnTo>
                  <a:lnTo>
                    <a:pt x="922606" y="67511"/>
                  </a:lnTo>
                  <a:lnTo>
                    <a:pt x="932486" y="68235"/>
                  </a:lnTo>
                  <a:lnTo>
                    <a:pt x="942168" y="68943"/>
                  </a:lnTo>
                  <a:lnTo>
                    <a:pt x="951657" y="69637"/>
                  </a:lnTo>
                  <a:lnTo>
                    <a:pt x="960962" y="70318"/>
                  </a:lnTo>
                  <a:lnTo>
                    <a:pt x="970090" y="70986"/>
                  </a:lnTo>
                  <a:lnTo>
                    <a:pt x="979048" y="71642"/>
                  </a:lnTo>
                  <a:lnTo>
                    <a:pt x="987841" y="72285"/>
                  </a:lnTo>
                  <a:lnTo>
                    <a:pt x="996475" y="7291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8601" y="4583553"/>
              <a:ext cx="996475" cy="33648"/>
            </a:xfrm>
            <a:custGeom>
              <a:avLst/>
              <a:pathLst>
                <a:path w="996475" h="33648">
                  <a:moveTo>
                    <a:pt x="0" y="0"/>
                  </a:moveTo>
                  <a:lnTo>
                    <a:pt x="63988" y="2160"/>
                  </a:lnTo>
                  <a:lnTo>
                    <a:pt x="120430" y="4066"/>
                  </a:lnTo>
                  <a:lnTo>
                    <a:pt x="170919" y="5771"/>
                  </a:lnTo>
                  <a:lnTo>
                    <a:pt x="216592" y="7313"/>
                  </a:lnTo>
                  <a:lnTo>
                    <a:pt x="258289" y="8721"/>
                  </a:lnTo>
                  <a:lnTo>
                    <a:pt x="296645" y="10016"/>
                  </a:lnTo>
                  <a:lnTo>
                    <a:pt x="332158" y="11216"/>
                  </a:lnTo>
                  <a:lnTo>
                    <a:pt x="365220" y="12332"/>
                  </a:lnTo>
                  <a:lnTo>
                    <a:pt x="396147" y="13376"/>
                  </a:lnTo>
                  <a:lnTo>
                    <a:pt x="425198" y="14357"/>
                  </a:lnTo>
                  <a:lnTo>
                    <a:pt x="452589" y="15282"/>
                  </a:lnTo>
                  <a:lnTo>
                    <a:pt x="478498" y="16157"/>
                  </a:lnTo>
                  <a:lnTo>
                    <a:pt x="503078" y="16987"/>
                  </a:lnTo>
                  <a:lnTo>
                    <a:pt x="526458" y="17777"/>
                  </a:lnTo>
                  <a:lnTo>
                    <a:pt x="548751" y="18529"/>
                  </a:lnTo>
                  <a:lnTo>
                    <a:pt x="570052" y="19249"/>
                  </a:lnTo>
                  <a:lnTo>
                    <a:pt x="590447" y="19937"/>
                  </a:lnTo>
                  <a:lnTo>
                    <a:pt x="610009" y="20598"/>
                  </a:lnTo>
                  <a:lnTo>
                    <a:pt x="628804" y="21232"/>
                  </a:lnTo>
                  <a:lnTo>
                    <a:pt x="646889" y="21843"/>
                  </a:lnTo>
                  <a:lnTo>
                    <a:pt x="664317" y="22432"/>
                  </a:lnTo>
                  <a:lnTo>
                    <a:pt x="681133" y="22999"/>
                  </a:lnTo>
                  <a:lnTo>
                    <a:pt x="697378" y="23548"/>
                  </a:lnTo>
                  <a:lnTo>
                    <a:pt x="713091" y="24079"/>
                  </a:lnTo>
                  <a:lnTo>
                    <a:pt x="728305" y="24592"/>
                  </a:lnTo>
                  <a:lnTo>
                    <a:pt x="743051" y="25090"/>
                  </a:lnTo>
                  <a:lnTo>
                    <a:pt x="757357" y="25573"/>
                  </a:lnTo>
                  <a:lnTo>
                    <a:pt x="771248" y="26042"/>
                  </a:lnTo>
                  <a:lnTo>
                    <a:pt x="784747" y="26498"/>
                  </a:lnTo>
                  <a:lnTo>
                    <a:pt x="797877" y="26942"/>
                  </a:lnTo>
                  <a:lnTo>
                    <a:pt x="810657" y="27373"/>
                  </a:lnTo>
                  <a:lnTo>
                    <a:pt x="823104" y="27793"/>
                  </a:lnTo>
                  <a:lnTo>
                    <a:pt x="835237" y="28203"/>
                  </a:lnTo>
                  <a:lnTo>
                    <a:pt x="847069" y="28603"/>
                  </a:lnTo>
                  <a:lnTo>
                    <a:pt x="858617" y="28993"/>
                  </a:lnTo>
                  <a:lnTo>
                    <a:pt x="869893" y="29373"/>
                  </a:lnTo>
                  <a:lnTo>
                    <a:pt x="880909" y="29745"/>
                  </a:lnTo>
                  <a:lnTo>
                    <a:pt x="891679" y="30109"/>
                  </a:lnTo>
                  <a:lnTo>
                    <a:pt x="902211" y="30465"/>
                  </a:lnTo>
                  <a:lnTo>
                    <a:pt x="912517" y="30813"/>
                  </a:lnTo>
                  <a:lnTo>
                    <a:pt x="922606" y="31153"/>
                  </a:lnTo>
                  <a:lnTo>
                    <a:pt x="932486" y="31487"/>
                  </a:lnTo>
                  <a:lnTo>
                    <a:pt x="942168" y="31814"/>
                  </a:lnTo>
                  <a:lnTo>
                    <a:pt x="951657" y="32134"/>
                  </a:lnTo>
                  <a:lnTo>
                    <a:pt x="960962" y="32449"/>
                  </a:lnTo>
                  <a:lnTo>
                    <a:pt x="970090" y="32757"/>
                  </a:lnTo>
                  <a:lnTo>
                    <a:pt x="979048" y="33059"/>
                  </a:lnTo>
                  <a:lnTo>
                    <a:pt x="987841" y="33356"/>
                  </a:lnTo>
                  <a:lnTo>
                    <a:pt x="996475" y="3364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8601" y="4573001"/>
              <a:ext cx="996475" cy="6504"/>
            </a:xfrm>
            <a:custGeom>
              <a:avLst/>
              <a:pathLst>
                <a:path w="996475" h="6504">
                  <a:moveTo>
                    <a:pt x="0" y="0"/>
                  </a:moveTo>
                  <a:lnTo>
                    <a:pt x="63988" y="417"/>
                  </a:lnTo>
                  <a:lnTo>
                    <a:pt x="120430" y="786"/>
                  </a:lnTo>
                  <a:lnTo>
                    <a:pt x="170919" y="1115"/>
                  </a:lnTo>
                  <a:lnTo>
                    <a:pt x="216592" y="1413"/>
                  </a:lnTo>
                  <a:lnTo>
                    <a:pt x="258289" y="1685"/>
                  </a:lnTo>
                  <a:lnTo>
                    <a:pt x="296645" y="1936"/>
                  </a:lnTo>
                  <a:lnTo>
                    <a:pt x="332158" y="2168"/>
                  </a:lnTo>
                  <a:lnTo>
                    <a:pt x="365220" y="2383"/>
                  </a:lnTo>
                  <a:lnTo>
                    <a:pt x="396147" y="2585"/>
                  </a:lnTo>
                  <a:lnTo>
                    <a:pt x="425198" y="2775"/>
                  </a:lnTo>
                  <a:lnTo>
                    <a:pt x="452589" y="2954"/>
                  </a:lnTo>
                  <a:lnTo>
                    <a:pt x="478498" y="3123"/>
                  </a:lnTo>
                  <a:lnTo>
                    <a:pt x="503078" y="3283"/>
                  </a:lnTo>
                  <a:lnTo>
                    <a:pt x="526458" y="3436"/>
                  </a:lnTo>
                  <a:lnTo>
                    <a:pt x="548751" y="3581"/>
                  </a:lnTo>
                  <a:lnTo>
                    <a:pt x="570052" y="3720"/>
                  </a:lnTo>
                  <a:lnTo>
                    <a:pt x="590447" y="3853"/>
                  </a:lnTo>
                  <a:lnTo>
                    <a:pt x="610009" y="3981"/>
                  </a:lnTo>
                  <a:lnTo>
                    <a:pt x="628804" y="4104"/>
                  </a:lnTo>
                  <a:lnTo>
                    <a:pt x="646889" y="4222"/>
                  </a:lnTo>
                  <a:lnTo>
                    <a:pt x="664317" y="4336"/>
                  </a:lnTo>
                  <a:lnTo>
                    <a:pt x="681133" y="4445"/>
                  </a:lnTo>
                  <a:lnTo>
                    <a:pt x="697378" y="4551"/>
                  </a:lnTo>
                  <a:lnTo>
                    <a:pt x="713091" y="4654"/>
                  </a:lnTo>
                  <a:lnTo>
                    <a:pt x="728305" y="4753"/>
                  </a:lnTo>
                  <a:lnTo>
                    <a:pt x="743051" y="4850"/>
                  </a:lnTo>
                  <a:lnTo>
                    <a:pt x="757357" y="4943"/>
                  </a:lnTo>
                  <a:lnTo>
                    <a:pt x="771248" y="5034"/>
                  </a:lnTo>
                  <a:lnTo>
                    <a:pt x="784747" y="5122"/>
                  </a:lnTo>
                  <a:lnTo>
                    <a:pt x="797877" y="5207"/>
                  </a:lnTo>
                  <a:lnTo>
                    <a:pt x="810657" y="5291"/>
                  </a:lnTo>
                  <a:lnTo>
                    <a:pt x="823104" y="5372"/>
                  </a:lnTo>
                  <a:lnTo>
                    <a:pt x="835237" y="5451"/>
                  </a:lnTo>
                  <a:lnTo>
                    <a:pt x="847069" y="5528"/>
                  </a:lnTo>
                  <a:lnTo>
                    <a:pt x="858617" y="5604"/>
                  </a:lnTo>
                  <a:lnTo>
                    <a:pt x="869893" y="5677"/>
                  </a:lnTo>
                  <a:lnTo>
                    <a:pt x="880909" y="5749"/>
                  </a:lnTo>
                  <a:lnTo>
                    <a:pt x="891679" y="5820"/>
                  </a:lnTo>
                  <a:lnTo>
                    <a:pt x="902211" y="5888"/>
                  </a:lnTo>
                  <a:lnTo>
                    <a:pt x="912517" y="5956"/>
                  </a:lnTo>
                  <a:lnTo>
                    <a:pt x="922606" y="6022"/>
                  </a:lnTo>
                  <a:lnTo>
                    <a:pt x="932486" y="6086"/>
                  </a:lnTo>
                  <a:lnTo>
                    <a:pt x="942168" y="6149"/>
                  </a:lnTo>
                  <a:lnTo>
                    <a:pt x="951657" y="6211"/>
                  </a:lnTo>
                  <a:lnTo>
                    <a:pt x="960962" y="6272"/>
                  </a:lnTo>
                  <a:lnTo>
                    <a:pt x="970090" y="6331"/>
                  </a:lnTo>
                  <a:lnTo>
                    <a:pt x="979048" y="6390"/>
                  </a:lnTo>
                  <a:lnTo>
                    <a:pt x="987841" y="6447"/>
                  </a:lnTo>
                  <a:lnTo>
                    <a:pt x="996475" y="650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50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4034" y="47312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4034" y="4541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4034" y="4352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4034" y="41633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4034" y="39740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50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860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7076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0291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507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1034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4250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466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682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53656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502" y="3767799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15223" y="45304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51862" y="45823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46198" y="46257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42040" y="43286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49222" y="45576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41653" y="43468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41450" y="47314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35842" y="46215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37625" y="43639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18232" y="42958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8363" y="44768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49788" y="43314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79054" y="46020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87247" y="47234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47840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52331" y="40215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77043" y="46786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65838" y="47451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87090" y="47361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54679" y="46510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60910" y="46866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80340" y="47160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84917" y="46917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78747" y="46874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88168" y="46495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8030" y="45833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52684" y="47351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56761" y="46100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381745" y="46005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01009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04556" y="468212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13214" y="47055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19207" y="45306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397736" y="46370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386865" y="44951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380632" y="46005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22939" y="46443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397381" y="45616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00539" y="47138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01062" y="43684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13431" y="46778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10285" y="47200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12069" y="43153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00126" y="45508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17815" y="44872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14304" y="46704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397885" y="46040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422862" y="44970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47341" y="46521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58070" y="46235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44260" y="45585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24455" y="46469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42333" y="45289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43727" y="46081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22536" y="45606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42858" y="458413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43399" y="46211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14919" y="44215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33540" y="47012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48889" y="46330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43772" y="46311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46472" y="47233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44011" y="45979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45700" y="472366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33463" y="452102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23236" y="46253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56444" y="463343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21950" y="45737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57487" y="46091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30574" y="45915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26789" y="46155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42909" y="4708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56158" y="4344090"/>
              <a:ext cx="1009173" cy="280865"/>
            </a:xfrm>
            <a:custGeom>
              <a:avLst/>
              <a:pathLst>
                <a:path w="1009173" h="280865">
                  <a:moveTo>
                    <a:pt x="0" y="0"/>
                  </a:moveTo>
                  <a:lnTo>
                    <a:pt x="64804" y="18035"/>
                  </a:lnTo>
                  <a:lnTo>
                    <a:pt x="121965" y="33944"/>
                  </a:lnTo>
                  <a:lnTo>
                    <a:pt x="173097" y="48175"/>
                  </a:lnTo>
                  <a:lnTo>
                    <a:pt x="219352" y="61048"/>
                  </a:lnTo>
                  <a:lnTo>
                    <a:pt x="261580" y="72801"/>
                  </a:lnTo>
                  <a:lnTo>
                    <a:pt x="300425" y="83612"/>
                  </a:lnTo>
                  <a:lnTo>
                    <a:pt x="336391" y="93621"/>
                  </a:lnTo>
                  <a:lnTo>
                    <a:pt x="369874" y="102940"/>
                  </a:lnTo>
                  <a:lnTo>
                    <a:pt x="401195" y="111657"/>
                  </a:lnTo>
                  <a:lnTo>
                    <a:pt x="430617" y="119846"/>
                  </a:lnTo>
                  <a:lnTo>
                    <a:pt x="458356" y="127566"/>
                  </a:lnTo>
                  <a:lnTo>
                    <a:pt x="484595" y="134868"/>
                  </a:lnTo>
                  <a:lnTo>
                    <a:pt x="509489" y="141797"/>
                  </a:lnTo>
                  <a:lnTo>
                    <a:pt x="533167" y="148387"/>
                  </a:lnTo>
                  <a:lnTo>
                    <a:pt x="555744" y="154670"/>
                  </a:lnTo>
                  <a:lnTo>
                    <a:pt x="577316" y="160674"/>
                  </a:lnTo>
                  <a:lnTo>
                    <a:pt x="597971" y="166422"/>
                  </a:lnTo>
                  <a:lnTo>
                    <a:pt x="617782" y="171936"/>
                  </a:lnTo>
                  <a:lnTo>
                    <a:pt x="636817" y="177233"/>
                  </a:lnTo>
                  <a:lnTo>
                    <a:pt x="655132" y="182331"/>
                  </a:lnTo>
                  <a:lnTo>
                    <a:pt x="672782" y="187243"/>
                  </a:lnTo>
                  <a:lnTo>
                    <a:pt x="689812" y="191983"/>
                  </a:lnTo>
                  <a:lnTo>
                    <a:pt x="706265" y="196562"/>
                  </a:lnTo>
                  <a:lnTo>
                    <a:pt x="722178" y="200991"/>
                  </a:lnTo>
                  <a:lnTo>
                    <a:pt x="737586" y="205279"/>
                  </a:lnTo>
                  <a:lnTo>
                    <a:pt x="752520" y="209435"/>
                  </a:lnTo>
                  <a:lnTo>
                    <a:pt x="767008" y="213467"/>
                  </a:lnTo>
                  <a:lnTo>
                    <a:pt x="781076" y="217383"/>
                  </a:lnTo>
                  <a:lnTo>
                    <a:pt x="794747" y="221188"/>
                  </a:lnTo>
                  <a:lnTo>
                    <a:pt x="808044" y="224888"/>
                  </a:lnTo>
                  <a:lnTo>
                    <a:pt x="820987" y="228490"/>
                  </a:lnTo>
                  <a:lnTo>
                    <a:pt x="833593" y="231999"/>
                  </a:lnTo>
                  <a:lnTo>
                    <a:pt x="845880" y="235418"/>
                  </a:lnTo>
                  <a:lnTo>
                    <a:pt x="857863" y="238754"/>
                  </a:lnTo>
                  <a:lnTo>
                    <a:pt x="869558" y="242008"/>
                  </a:lnTo>
                  <a:lnTo>
                    <a:pt x="880978" y="245187"/>
                  </a:lnTo>
                  <a:lnTo>
                    <a:pt x="892135" y="248292"/>
                  </a:lnTo>
                  <a:lnTo>
                    <a:pt x="903041" y="251327"/>
                  </a:lnTo>
                  <a:lnTo>
                    <a:pt x="913708" y="254296"/>
                  </a:lnTo>
                  <a:lnTo>
                    <a:pt x="924145" y="257200"/>
                  </a:lnTo>
                  <a:lnTo>
                    <a:pt x="934362" y="260044"/>
                  </a:lnTo>
                  <a:lnTo>
                    <a:pt x="944369" y="262829"/>
                  </a:lnTo>
                  <a:lnTo>
                    <a:pt x="954174" y="265558"/>
                  </a:lnTo>
                  <a:lnTo>
                    <a:pt x="963784" y="268233"/>
                  </a:lnTo>
                  <a:lnTo>
                    <a:pt x="973208" y="270855"/>
                  </a:lnTo>
                  <a:lnTo>
                    <a:pt x="982452" y="273428"/>
                  </a:lnTo>
                  <a:lnTo>
                    <a:pt x="991524" y="275953"/>
                  </a:lnTo>
                  <a:lnTo>
                    <a:pt x="1000429" y="278431"/>
                  </a:lnTo>
                  <a:lnTo>
                    <a:pt x="1009173" y="28086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56158" y="4277328"/>
              <a:ext cx="1009173" cy="367771"/>
            </a:xfrm>
            <a:custGeom>
              <a:avLst/>
              <a:pathLst>
                <a:path w="1009173" h="367771">
                  <a:moveTo>
                    <a:pt x="0" y="0"/>
                  </a:moveTo>
                  <a:lnTo>
                    <a:pt x="64804" y="23616"/>
                  </a:lnTo>
                  <a:lnTo>
                    <a:pt x="121965" y="44447"/>
                  </a:lnTo>
                  <a:lnTo>
                    <a:pt x="173097" y="63081"/>
                  </a:lnTo>
                  <a:lnTo>
                    <a:pt x="219352" y="79938"/>
                  </a:lnTo>
                  <a:lnTo>
                    <a:pt x="261580" y="95327"/>
                  </a:lnTo>
                  <a:lnTo>
                    <a:pt x="300425" y="109483"/>
                  </a:lnTo>
                  <a:lnTo>
                    <a:pt x="336391" y="122590"/>
                  </a:lnTo>
                  <a:lnTo>
                    <a:pt x="369874" y="134792"/>
                  </a:lnTo>
                  <a:lnTo>
                    <a:pt x="401195" y="146206"/>
                  </a:lnTo>
                  <a:lnTo>
                    <a:pt x="430617" y="156928"/>
                  </a:lnTo>
                  <a:lnTo>
                    <a:pt x="458356" y="167038"/>
                  </a:lnTo>
                  <a:lnTo>
                    <a:pt x="484595" y="176600"/>
                  </a:lnTo>
                  <a:lnTo>
                    <a:pt x="509489" y="185672"/>
                  </a:lnTo>
                  <a:lnTo>
                    <a:pt x="533167" y="194301"/>
                  </a:lnTo>
                  <a:lnTo>
                    <a:pt x="555744" y="202528"/>
                  </a:lnTo>
                  <a:lnTo>
                    <a:pt x="577316" y="210390"/>
                  </a:lnTo>
                  <a:lnTo>
                    <a:pt x="597971" y="217917"/>
                  </a:lnTo>
                  <a:lnTo>
                    <a:pt x="617782" y="225137"/>
                  </a:lnTo>
                  <a:lnTo>
                    <a:pt x="636817" y="232074"/>
                  </a:lnTo>
                  <a:lnTo>
                    <a:pt x="655132" y="238748"/>
                  </a:lnTo>
                  <a:lnTo>
                    <a:pt x="672782" y="245180"/>
                  </a:lnTo>
                  <a:lnTo>
                    <a:pt x="689812" y="251387"/>
                  </a:lnTo>
                  <a:lnTo>
                    <a:pt x="706265" y="257382"/>
                  </a:lnTo>
                  <a:lnTo>
                    <a:pt x="722178" y="263182"/>
                  </a:lnTo>
                  <a:lnTo>
                    <a:pt x="737586" y="268797"/>
                  </a:lnTo>
                  <a:lnTo>
                    <a:pt x="752520" y="274239"/>
                  </a:lnTo>
                  <a:lnTo>
                    <a:pt x="767008" y="279519"/>
                  </a:lnTo>
                  <a:lnTo>
                    <a:pt x="781076" y="284646"/>
                  </a:lnTo>
                  <a:lnTo>
                    <a:pt x="794747" y="289628"/>
                  </a:lnTo>
                  <a:lnTo>
                    <a:pt x="808044" y="294474"/>
                  </a:lnTo>
                  <a:lnTo>
                    <a:pt x="820987" y="299190"/>
                  </a:lnTo>
                  <a:lnTo>
                    <a:pt x="833593" y="303784"/>
                  </a:lnTo>
                  <a:lnTo>
                    <a:pt x="845880" y="308262"/>
                  </a:lnTo>
                  <a:lnTo>
                    <a:pt x="857863" y="312629"/>
                  </a:lnTo>
                  <a:lnTo>
                    <a:pt x="869558" y="316891"/>
                  </a:lnTo>
                  <a:lnTo>
                    <a:pt x="880978" y="321053"/>
                  </a:lnTo>
                  <a:lnTo>
                    <a:pt x="892135" y="325119"/>
                  </a:lnTo>
                  <a:lnTo>
                    <a:pt x="903041" y="329093"/>
                  </a:lnTo>
                  <a:lnTo>
                    <a:pt x="913708" y="332980"/>
                  </a:lnTo>
                  <a:lnTo>
                    <a:pt x="924145" y="336784"/>
                  </a:lnTo>
                  <a:lnTo>
                    <a:pt x="934362" y="340508"/>
                  </a:lnTo>
                  <a:lnTo>
                    <a:pt x="944369" y="344154"/>
                  </a:lnTo>
                  <a:lnTo>
                    <a:pt x="954174" y="347727"/>
                  </a:lnTo>
                  <a:lnTo>
                    <a:pt x="963784" y="351230"/>
                  </a:lnTo>
                  <a:lnTo>
                    <a:pt x="973208" y="354664"/>
                  </a:lnTo>
                  <a:lnTo>
                    <a:pt x="982452" y="358033"/>
                  </a:lnTo>
                  <a:lnTo>
                    <a:pt x="991524" y="361339"/>
                  </a:lnTo>
                  <a:lnTo>
                    <a:pt x="1000429" y="364584"/>
                  </a:lnTo>
                  <a:lnTo>
                    <a:pt x="1009173" y="36777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56158" y="4648261"/>
              <a:ext cx="1009173" cy="23585"/>
            </a:xfrm>
            <a:custGeom>
              <a:avLst/>
              <a:pathLst>
                <a:path w="1009173" h="23585">
                  <a:moveTo>
                    <a:pt x="0" y="23585"/>
                  </a:moveTo>
                  <a:lnTo>
                    <a:pt x="64804" y="22070"/>
                  </a:lnTo>
                  <a:lnTo>
                    <a:pt x="121965" y="20734"/>
                  </a:lnTo>
                  <a:lnTo>
                    <a:pt x="173097" y="19539"/>
                  </a:lnTo>
                  <a:lnTo>
                    <a:pt x="219352" y="18458"/>
                  </a:lnTo>
                  <a:lnTo>
                    <a:pt x="261580" y="17471"/>
                  </a:lnTo>
                  <a:lnTo>
                    <a:pt x="300425" y="16564"/>
                  </a:lnTo>
                  <a:lnTo>
                    <a:pt x="336391" y="15723"/>
                  </a:lnTo>
                  <a:lnTo>
                    <a:pt x="369874" y="14941"/>
                  </a:lnTo>
                  <a:lnTo>
                    <a:pt x="401195" y="14209"/>
                  </a:lnTo>
                  <a:lnTo>
                    <a:pt x="430617" y="13521"/>
                  </a:lnTo>
                  <a:lnTo>
                    <a:pt x="458356" y="12873"/>
                  </a:lnTo>
                  <a:lnTo>
                    <a:pt x="484595" y="12259"/>
                  </a:lnTo>
                  <a:lnTo>
                    <a:pt x="509489" y="11678"/>
                  </a:lnTo>
                  <a:lnTo>
                    <a:pt x="533167" y="11124"/>
                  </a:lnTo>
                  <a:lnTo>
                    <a:pt x="555744" y="10597"/>
                  </a:lnTo>
                  <a:lnTo>
                    <a:pt x="577316" y="10092"/>
                  </a:lnTo>
                  <a:lnTo>
                    <a:pt x="597971" y="9610"/>
                  </a:lnTo>
                  <a:lnTo>
                    <a:pt x="617782" y="9147"/>
                  </a:lnTo>
                  <a:lnTo>
                    <a:pt x="636817" y="8702"/>
                  </a:lnTo>
                  <a:lnTo>
                    <a:pt x="655132" y="8274"/>
                  </a:lnTo>
                  <a:lnTo>
                    <a:pt x="672782" y="7861"/>
                  </a:lnTo>
                  <a:lnTo>
                    <a:pt x="689812" y="7463"/>
                  </a:lnTo>
                  <a:lnTo>
                    <a:pt x="706265" y="7079"/>
                  </a:lnTo>
                  <a:lnTo>
                    <a:pt x="722178" y="6707"/>
                  </a:lnTo>
                  <a:lnTo>
                    <a:pt x="737586" y="6347"/>
                  </a:lnTo>
                  <a:lnTo>
                    <a:pt x="752520" y="5998"/>
                  </a:lnTo>
                  <a:lnTo>
                    <a:pt x="767008" y="5659"/>
                  </a:lnTo>
                  <a:lnTo>
                    <a:pt x="781076" y="5330"/>
                  </a:lnTo>
                  <a:lnTo>
                    <a:pt x="794747" y="5011"/>
                  </a:lnTo>
                  <a:lnTo>
                    <a:pt x="808044" y="4700"/>
                  </a:lnTo>
                  <a:lnTo>
                    <a:pt x="820987" y="4398"/>
                  </a:lnTo>
                  <a:lnTo>
                    <a:pt x="833593" y="4103"/>
                  </a:lnTo>
                  <a:lnTo>
                    <a:pt x="845880" y="3816"/>
                  </a:lnTo>
                  <a:lnTo>
                    <a:pt x="857863" y="3536"/>
                  </a:lnTo>
                  <a:lnTo>
                    <a:pt x="869558" y="3262"/>
                  </a:lnTo>
                  <a:lnTo>
                    <a:pt x="880978" y="2996"/>
                  </a:lnTo>
                  <a:lnTo>
                    <a:pt x="892135" y="2735"/>
                  </a:lnTo>
                  <a:lnTo>
                    <a:pt x="903041" y="2480"/>
                  </a:lnTo>
                  <a:lnTo>
                    <a:pt x="913708" y="2231"/>
                  </a:lnTo>
                  <a:lnTo>
                    <a:pt x="924145" y="1987"/>
                  </a:lnTo>
                  <a:lnTo>
                    <a:pt x="934362" y="1748"/>
                  </a:lnTo>
                  <a:lnTo>
                    <a:pt x="944369" y="1514"/>
                  </a:lnTo>
                  <a:lnTo>
                    <a:pt x="954174" y="1285"/>
                  </a:lnTo>
                  <a:lnTo>
                    <a:pt x="963784" y="1060"/>
                  </a:lnTo>
                  <a:lnTo>
                    <a:pt x="973208" y="840"/>
                  </a:lnTo>
                  <a:lnTo>
                    <a:pt x="982452" y="624"/>
                  </a:lnTo>
                  <a:lnTo>
                    <a:pt x="991524" y="412"/>
                  </a:lnTo>
                  <a:lnTo>
                    <a:pt x="1000429" y="204"/>
                  </a:lnTo>
                  <a:lnTo>
                    <a:pt x="100917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56158" y="4541075"/>
              <a:ext cx="1009173" cy="66886"/>
            </a:xfrm>
            <a:custGeom>
              <a:avLst/>
              <a:pathLst>
                <a:path w="1009173" h="66886">
                  <a:moveTo>
                    <a:pt x="0" y="66886"/>
                  </a:moveTo>
                  <a:lnTo>
                    <a:pt x="64804" y="62591"/>
                  </a:lnTo>
                  <a:lnTo>
                    <a:pt x="121965" y="58803"/>
                  </a:lnTo>
                  <a:lnTo>
                    <a:pt x="173097" y="55414"/>
                  </a:lnTo>
                  <a:lnTo>
                    <a:pt x="219352" y="52348"/>
                  </a:lnTo>
                  <a:lnTo>
                    <a:pt x="261580" y="49549"/>
                  </a:lnTo>
                  <a:lnTo>
                    <a:pt x="300425" y="46974"/>
                  </a:lnTo>
                  <a:lnTo>
                    <a:pt x="336391" y="44591"/>
                  </a:lnTo>
                  <a:lnTo>
                    <a:pt x="369874" y="42372"/>
                  </a:lnTo>
                  <a:lnTo>
                    <a:pt x="401195" y="40296"/>
                  </a:lnTo>
                  <a:lnTo>
                    <a:pt x="430617" y="38346"/>
                  </a:lnTo>
                  <a:lnTo>
                    <a:pt x="458356" y="36507"/>
                  </a:lnTo>
                  <a:lnTo>
                    <a:pt x="484595" y="34768"/>
                  </a:lnTo>
                  <a:lnTo>
                    <a:pt x="509489" y="33118"/>
                  </a:lnTo>
                  <a:lnTo>
                    <a:pt x="533167" y="31549"/>
                  </a:lnTo>
                  <a:lnTo>
                    <a:pt x="555744" y="30052"/>
                  </a:lnTo>
                  <a:lnTo>
                    <a:pt x="577316" y="28622"/>
                  </a:lnTo>
                  <a:lnTo>
                    <a:pt x="597971" y="27253"/>
                  </a:lnTo>
                  <a:lnTo>
                    <a:pt x="617782" y="25940"/>
                  </a:lnTo>
                  <a:lnTo>
                    <a:pt x="636817" y="24679"/>
                  </a:lnTo>
                  <a:lnTo>
                    <a:pt x="655132" y="23465"/>
                  </a:lnTo>
                  <a:lnTo>
                    <a:pt x="672782" y="22295"/>
                  </a:lnTo>
                  <a:lnTo>
                    <a:pt x="689812" y="21166"/>
                  </a:lnTo>
                  <a:lnTo>
                    <a:pt x="706265" y="20076"/>
                  </a:lnTo>
                  <a:lnTo>
                    <a:pt x="722178" y="19021"/>
                  </a:lnTo>
                  <a:lnTo>
                    <a:pt x="737586" y="18000"/>
                  </a:lnTo>
                  <a:lnTo>
                    <a:pt x="752520" y="17010"/>
                  </a:lnTo>
                  <a:lnTo>
                    <a:pt x="767008" y="16050"/>
                  </a:lnTo>
                  <a:lnTo>
                    <a:pt x="781076" y="15118"/>
                  </a:lnTo>
                  <a:lnTo>
                    <a:pt x="794747" y="14211"/>
                  </a:lnTo>
                  <a:lnTo>
                    <a:pt x="808044" y="13330"/>
                  </a:lnTo>
                  <a:lnTo>
                    <a:pt x="820987" y="12472"/>
                  </a:lnTo>
                  <a:lnTo>
                    <a:pt x="833593" y="11637"/>
                  </a:lnTo>
                  <a:lnTo>
                    <a:pt x="845880" y="10822"/>
                  </a:lnTo>
                  <a:lnTo>
                    <a:pt x="857863" y="10028"/>
                  </a:lnTo>
                  <a:lnTo>
                    <a:pt x="869558" y="9253"/>
                  </a:lnTo>
                  <a:lnTo>
                    <a:pt x="880978" y="8496"/>
                  </a:lnTo>
                  <a:lnTo>
                    <a:pt x="892135" y="7757"/>
                  </a:lnTo>
                  <a:lnTo>
                    <a:pt x="903041" y="7034"/>
                  </a:lnTo>
                  <a:lnTo>
                    <a:pt x="913708" y="6327"/>
                  </a:lnTo>
                  <a:lnTo>
                    <a:pt x="924145" y="5635"/>
                  </a:lnTo>
                  <a:lnTo>
                    <a:pt x="934362" y="4958"/>
                  </a:lnTo>
                  <a:lnTo>
                    <a:pt x="944369" y="4295"/>
                  </a:lnTo>
                  <a:lnTo>
                    <a:pt x="954174" y="3645"/>
                  </a:lnTo>
                  <a:lnTo>
                    <a:pt x="963784" y="3008"/>
                  </a:lnTo>
                  <a:lnTo>
                    <a:pt x="973208" y="2383"/>
                  </a:lnTo>
                  <a:lnTo>
                    <a:pt x="982452" y="1771"/>
                  </a:lnTo>
                  <a:lnTo>
                    <a:pt x="991524" y="1169"/>
                  </a:lnTo>
                  <a:lnTo>
                    <a:pt x="1000429" y="579"/>
                  </a:lnTo>
                  <a:lnTo>
                    <a:pt x="100917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56158" y="4587420"/>
              <a:ext cx="1009173" cy="98303"/>
            </a:xfrm>
            <a:custGeom>
              <a:avLst/>
              <a:pathLst>
                <a:path w="1009173" h="98303">
                  <a:moveTo>
                    <a:pt x="0" y="98303"/>
                  </a:moveTo>
                  <a:lnTo>
                    <a:pt x="64804" y="91990"/>
                  </a:lnTo>
                  <a:lnTo>
                    <a:pt x="121965" y="86422"/>
                  </a:lnTo>
                  <a:lnTo>
                    <a:pt x="173097" y="81441"/>
                  </a:lnTo>
                  <a:lnTo>
                    <a:pt x="219352" y="76936"/>
                  </a:lnTo>
                  <a:lnTo>
                    <a:pt x="261580" y="72822"/>
                  </a:lnTo>
                  <a:lnTo>
                    <a:pt x="300425" y="69038"/>
                  </a:lnTo>
                  <a:lnTo>
                    <a:pt x="336391" y="65535"/>
                  </a:lnTo>
                  <a:lnTo>
                    <a:pt x="369874" y="62273"/>
                  </a:lnTo>
                  <a:lnTo>
                    <a:pt x="401195" y="59222"/>
                  </a:lnTo>
                  <a:lnTo>
                    <a:pt x="430617" y="56356"/>
                  </a:lnTo>
                  <a:lnTo>
                    <a:pt x="458356" y="53654"/>
                  </a:lnTo>
                  <a:lnTo>
                    <a:pt x="484595" y="51098"/>
                  </a:lnTo>
                  <a:lnTo>
                    <a:pt x="509489" y="48674"/>
                  </a:lnTo>
                  <a:lnTo>
                    <a:pt x="533167" y="46367"/>
                  </a:lnTo>
                  <a:lnTo>
                    <a:pt x="555744" y="44168"/>
                  </a:lnTo>
                  <a:lnTo>
                    <a:pt x="577316" y="42066"/>
                  </a:lnTo>
                  <a:lnTo>
                    <a:pt x="597971" y="40055"/>
                  </a:lnTo>
                  <a:lnTo>
                    <a:pt x="617782" y="38125"/>
                  </a:lnTo>
                  <a:lnTo>
                    <a:pt x="636817" y="36271"/>
                  </a:lnTo>
                  <a:lnTo>
                    <a:pt x="655132" y="34486"/>
                  </a:lnTo>
                  <a:lnTo>
                    <a:pt x="672782" y="32767"/>
                  </a:lnTo>
                  <a:lnTo>
                    <a:pt x="689812" y="31108"/>
                  </a:lnTo>
                  <a:lnTo>
                    <a:pt x="706265" y="29506"/>
                  </a:lnTo>
                  <a:lnTo>
                    <a:pt x="722178" y="27956"/>
                  </a:lnTo>
                  <a:lnTo>
                    <a:pt x="737586" y="26455"/>
                  </a:lnTo>
                  <a:lnTo>
                    <a:pt x="752520" y="25000"/>
                  </a:lnTo>
                  <a:lnTo>
                    <a:pt x="767008" y="23589"/>
                  </a:lnTo>
                  <a:lnTo>
                    <a:pt x="781076" y="22218"/>
                  </a:lnTo>
                  <a:lnTo>
                    <a:pt x="794747" y="20887"/>
                  </a:lnTo>
                  <a:lnTo>
                    <a:pt x="808044" y="19591"/>
                  </a:lnTo>
                  <a:lnTo>
                    <a:pt x="820987" y="18331"/>
                  </a:lnTo>
                  <a:lnTo>
                    <a:pt x="833593" y="17103"/>
                  </a:lnTo>
                  <a:lnTo>
                    <a:pt x="845880" y="15906"/>
                  </a:lnTo>
                  <a:lnTo>
                    <a:pt x="857863" y="14739"/>
                  </a:lnTo>
                  <a:lnTo>
                    <a:pt x="869558" y="13599"/>
                  </a:lnTo>
                  <a:lnTo>
                    <a:pt x="880978" y="12487"/>
                  </a:lnTo>
                  <a:lnTo>
                    <a:pt x="892135" y="11400"/>
                  </a:lnTo>
                  <a:lnTo>
                    <a:pt x="903041" y="10338"/>
                  </a:lnTo>
                  <a:lnTo>
                    <a:pt x="913708" y="9299"/>
                  </a:lnTo>
                  <a:lnTo>
                    <a:pt x="924145" y="8282"/>
                  </a:lnTo>
                  <a:lnTo>
                    <a:pt x="934362" y="7287"/>
                  </a:lnTo>
                  <a:lnTo>
                    <a:pt x="944369" y="6312"/>
                  </a:lnTo>
                  <a:lnTo>
                    <a:pt x="954174" y="5357"/>
                  </a:lnTo>
                  <a:lnTo>
                    <a:pt x="963784" y="4421"/>
                  </a:lnTo>
                  <a:lnTo>
                    <a:pt x="973208" y="3503"/>
                  </a:lnTo>
                  <a:lnTo>
                    <a:pt x="982452" y="2602"/>
                  </a:lnTo>
                  <a:lnTo>
                    <a:pt x="991524" y="1719"/>
                  </a:lnTo>
                  <a:lnTo>
                    <a:pt x="1000429" y="851"/>
                  </a:lnTo>
                  <a:lnTo>
                    <a:pt x="100917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56158" y="4492250"/>
              <a:ext cx="1009173" cy="85879"/>
            </a:xfrm>
            <a:custGeom>
              <a:avLst/>
              <a:pathLst>
                <a:path w="1009173" h="85879">
                  <a:moveTo>
                    <a:pt x="0" y="0"/>
                  </a:moveTo>
                  <a:lnTo>
                    <a:pt x="64804" y="5514"/>
                  </a:lnTo>
                  <a:lnTo>
                    <a:pt x="121965" y="10379"/>
                  </a:lnTo>
                  <a:lnTo>
                    <a:pt x="173097" y="14730"/>
                  </a:lnTo>
                  <a:lnTo>
                    <a:pt x="219352" y="18666"/>
                  </a:lnTo>
                  <a:lnTo>
                    <a:pt x="261580" y="22260"/>
                  </a:lnTo>
                  <a:lnTo>
                    <a:pt x="300425" y="25565"/>
                  </a:lnTo>
                  <a:lnTo>
                    <a:pt x="336391" y="28626"/>
                  </a:lnTo>
                  <a:lnTo>
                    <a:pt x="369874" y="31475"/>
                  </a:lnTo>
                  <a:lnTo>
                    <a:pt x="401195" y="34141"/>
                  </a:lnTo>
                  <a:lnTo>
                    <a:pt x="430617" y="36644"/>
                  </a:lnTo>
                  <a:lnTo>
                    <a:pt x="458356" y="39005"/>
                  </a:lnTo>
                  <a:lnTo>
                    <a:pt x="484595" y="41238"/>
                  </a:lnTo>
                  <a:lnTo>
                    <a:pt x="509489" y="43356"/>
                  </a:lnTo>
                  <a:lnTo>
                    <a:pt x="533167" y="45371"/>
                  </a:lnTo>
                  <a:lnTo>
                    <a:pt x="555744" y="47292"/>
                  </a:lnTo>
                  <a:lnTo>
                    <a:pt x="577316" y="49128"/>
                  </a:lnTo>
                  <a:lnTo>
                    <a:pt x="597971" y="50886"/>
                  </a:lnTo>
                  <a:lnTo>
                    <a:pt x="617782" y="52572"/>
                  </a:lnTo>
                  <a:lnTo>
                    <a:pt x="636817" y="54192"/>
                  </a:lnTo>
                  <a:lnTo>
                    <a:pt x="655132" y="55750"/>
                  </a:lnTo>
                  <a:lnTo>
                    <a:pt x="672782" y="57252"/>
                  </a:lnTo>
                  <a:lnTo>
                    <a:pt x="689812" y="58702"/>
                  </a:lnTo>
                  <a:lnTo>
                    <a:pt x="706265" y="60102"/>
                  </a:lnTo>
                  <a:lnTo>
                    <a:pt x="722178" y="61456"/>
                  </a:lnTo>
                  <a:lnTo>
                    <a:pt x="737586" y="62767"/>
                  </a:lnTo>
                  <a:lnTo>
                    <a:pt x="752520" y="64038"/>
                  </a:lnTo>
                  <a:lnTo>
                    <a:pt x="767008" y="65271"/>
                  </a:lnTo>
                  <a:lnTo>
                    <a:pt x="781076" y="66468"/>
                  </a:lnTo>
                  <a:lnTo>
                    <a:pt x="794747" y="67631"/>
                  </a:lnTo>
                  <a:lnTo>
                    <a:pt x="808044" y="68763"/>
                  </a:lnTo>
                  <a:lnTo>
                    <a:pt x="820987" y="69864"/>
                  </a:lnTo>
                  <a:lnTo>
                    <a:pt x="833593" y="70937"/>
                  </a:lnTo>
                  <a:lnTo>
                    <a:pt x="845880" y="71983"/>
                  </a:lnTo>
                  <a:lnTo>
                    <a:pt x="857863" y="73002"/>
                  </a:lnTo>
                  <a:lnTo>
                    <a:pt x="869558" y="73998"/>
                  </a:lnTo>
                  <a:lnTo>
                    <a:pt x="880978" y="74969"/>
                  </a:lnTo>
                  <a:lnTo>
                    <a:pt x="892135" y="75919"/>
                  </a:lnTo>
                  <a:lnTo>
                    <a:pt x="903041" y="76847"/>
                  </a:lnTo>
                  <a:lnTo>
                    <a:pt x="913708" y="77755"/>
                  </a:lnTo>
                  <a:lnTo>
                    <a:pt x="924145" y="78643"/>
                  </a:lnTo>
                  <a:lnTo>
                    <a:pt x="934362" y="79512"/>
                  </a:lnTo>
                  <a:lnTo>
                    <a:pt x="944369" y="80364"/>
                  </a:lnTo>
                  <a:lnTo>
                    <a:pt x="954174" y="81198"/>
                  </a:lnTo>
                  <a:lnTo>
                    <a:pt x="963784" y="82016"/>
                  </a:lnTo>
                  <a:lnTo>
                    <a:pt x="973208" y="82818"/>
                  </a:lnTo>
                  <a:lnTo>
                    <a:pt x="982452" y="83605"/>
                  </a:lnTo>
                  <a:lnTo>
                    <a:pt x="991524" y="84377"/>
                  </a:lnTo>
                  <a:lnTo>
                    <a:pt x="1000429" y="85134"/>
                  </a:lnTo>
                  <a:lnTo>
                    <a:pt x="1009173" y="8587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56158" y="4504841"/>
              <a:ext cx="1009173" cy="183918"/>
            </a:xfrm>
            <a:custGeom>
              <a:avLst/>
              <a:pathLst>
                <a:path w="1009173" h="183918">
                  <a:moveTo>
                    <a:pt x="0" y="0"/>
                  </a:moveTo>
                  <a:lnTo>
                    <a:pt x="64804" y="11810"/>
                  </a:lnTo>
                  <a:lnTo>
                    <a:pt x="121965" y="22227"/>
                  </a:lnTo>
                  <a:lnTo>
                    <a:pt x="173097" y="31546"/>
                  </a:lnTo>
                  <a:lnTo>
                    <a:pt x="219352" y="39976"/>
                  </a:lnTo>
                  <a:lnTo>
                    <a:pt x="261580" y="47672"/>
                  </a:lnTo>
                  <a:lnTo>
                    <a:pt x="300425" y="54751"/>
                  </a:lnTo>
                  <a:lnTo>
                    <a:pt x="336391" y="61306"/>
                  </a:lnTo>
                  <a:lnTo>
                    <a:pt x="369874" y="67408"/>
                  </a:lnTo>
                  <a:lnTo>
                    <a:pt x="401195" y="73116"/>
                  </a:lnTo>
                  <a:lnTo>
                    <a:pt x="430617" y="78478"/>
                  </a:lnTo>
                  <a:lnTo>
                    <a:pt x="458356" y="83533"/>
                  </a:lnTo>
                  <a:lnTo>
                    <a:pt x="484595" y="88315"/>
                  </a:lnTo>
                  <a:lnTo>
                    <a:pt x="509489" y="92852"/>
                  </a:lnTo>
                  <a:lnTo>
                    <a:pt x="533167" y="97167"/>
                  </a:lnTo>
                  <a:lnTo>
                    <a:pt x="555744" y="101282"/>
                  </a:lnTo>
                  <a:lnTo>
                    <a:pt x="577316" y="105214"/>
                  </a:lnTo>
                  <a:lnTo>
                    <a:pt x="597971" y="108978"/>
                  </a:lnTo>
                  <a:lnTo>
                    <a:pt x="617782" y="112588"/>
                  </a:lnTo>
                  <a:lnTo>
                    <a:pt x="636817" y="116057"/>
                  </a:lnTo>
                  <a:lnTo>
                    <a:pt x="655132" y="119395"/>
                  </a:lnTo>
                  <a:lnTo>
                    <a:pt x="672782" y="122612"/>
                  </a:lnTo>
                  <a:lnTo>
                    <a:pt x="689812" y="125716"/>
                  </a:lnTo>
                  <a:lnTo>
                    <a:pt x="706265" y="128714"/>
                  </a:lnTo>
                  <a:lnTo>
                    <a:pt x="722178" y="131614"/>
                  </a:lnTo>
                  <a:lnTo>
                    <a:pt x="737586" y="134422"/>
                  </a:lnTo>
                  <a:lnTo>
                    <a:pt x="752520" y="137144"/>
                  </a:lnTo>
                  <a:lnTo>
                    <a:pt x="767008" y="139784"/>
                  </a:lnTo>
                  <a:lnTo>
                    <a:pt x="781076" y="142348"/>
                  </a:lnTo>
                  <a:lnTo>
                    <a:pt x="794747" y="144840"/>
                  </a:lnTo>
                  <a:lnTo>
                    <a:pt x="808044" y="147263"/>
                  </a:lnTo>
                  <a:lnTo>
                    <a:pt x="820987" y="149622"/>
                  </a:lnTo>
                  <a:lnTo>
                    <a:pt x="833593" y="151919"/>
                  </a:lnTo>
                  <a:lnTo>
                    <a:pt x="845880" y="154158"/>
                  </a:lnTo>
                  <a:lnTo>
                    <a:pt x="857863" y="156342"/>
                  </a:lnTo>
                  <a:lnTo>
                    <a:pt x="869558" y="158474"/>
                  </a:lnTo>
                  <a:lnTo>
                    <a:pt x="880978" y="160555"/>
                  </a:lnTo>
                  <a:lnTo>
                    <a:pt x="892135" y="162588"/>
                  </a:lnTo>
                  <a:lnTo>
                    <a:pt x="903041" y="164576"/>
                  </a:lnTo>
                  <a:lnTo>
                    <a:pt x="913708" y="166520"/>
                  </a:lnTo>
                  <a:lnTo>
                    <a:pt x="924145" y="168422"/>
                  </a:lnTo>
                  <a:lnTo>
                    <a:pt x="934362" y="170284"/>
                  </a:lnTo>
                  <a:lnTo>
                    <a:pt x="944369" y="172108"/>
                  </a:lnTo>
                  <a:lnTo>
                    <a:pt x="954174" y="173895"/>
                  </a:lnTo>
                  <a:lnTo>
                    <a:pt x="963784" y="175646"/>
                  </a:lnTo>
                  <a:lnTo>
                    <a:pt x="973208" y="177363"/>
                  </a:lnTo>
                  <a:lnTo>
                    <a:pt x="982452" y="179048"/>
                  </a:lnTo>
                  <a:lnTo>
                    <a:pt x="991524" y="180701"/>
                  </a:lnTo>
                  <a:lnTo>
                    <a:pt x="1000429" y="182324"/>
                  </a:lnTo>
                  <a:lnTo>
                    <a:pt x="1009173" y="18391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56158" y="4597125"/>
              <a:ext cx="1009173" cy="171900"/>
            </a:xfrm>
            <a:custGeom>
              <a:avLst/>
              <a:pathLst>
                <a:path w="1009173" h="171900">
                  <a:moveTo>
                    <a:pt x="0" y="0"/>
                  </a:moveTo>
                  <a:lnTo>
                    <a:pt x="64804" y="11038"/>
                  </a:lnTo>
                  <a:lnTo>
                    <a:pt x="121965" y="20775"/>
                  </a:lnTo>
                  <a:lnTo>
                    <a:pt x="173097" y="29485"/>
                  </a:lnTo>
                  <a:lnTo>
                    <a:pt x="219352" y="37364"/>
                  </a:lnTo>
                  <a:lnTo>
                    <a:pt x="261580" y="44556"/>
                  </a:lnTo>
                  <a:lnTo>
                    <a:pt x="300425" y="51173"/>
                  </a:lnTo>
                  <a:lnTo>
                    <a:pt x="336391" y="57300"/>
                  </a:lnTo>
                  <a:lnTo>
                    <a:pt x="369874" y="63003"/>
                  </a:lnTo>
                  <a:lnTo>
                    <a:pt x="401195" y="68338"/>
                  </a:lnTo>
                  <a:lnTo>
                    <a:pt x="430617" y="73350"/>
                  </a:lnTo>
                  <a:lnTo>
                    <a:pt x="458356" y="78075"/>
                  </a:lnTo>
                  <a:lnTo>
                    <a:pt x="484595" y="82544"/>
                  </a:lnTo>
                  <a:lnTo>
                    <a:pt x="509489" y="86785"/>
                  </a:lnTo>
                  <a:lnTo>
                    <a:pt x="533167" y="90818"/>
                  </a:lnTo>
                  <a:lnTo>
                    <a:pt x="555744" y="94664"/>
                  </a:lnTo>
                  <a:lnTo>
                    <a:pt x="577316" y="98338"/>
                  </a:lnTo>
                  <a:lnTo>
                    <a:pt x="597971" y="101857"/>
                  </a:lnTo>
                  <a:lnTo>
                    <a:pt x="617782" y="105231"/>
                  </a:lnTo>
                  <a:lnTo>
                    <a:pt x="636817" y="108473"/>
                  </a:lnTo>
                  <a:lnTo>
                    <a:pt x="655132" y="111593"/>
                  </a:lnTo>
                  <a:lnTo>
                    <a:pt x="672782" y="114600"/>
                  </a:lnTo>
                  <a:lnTo>
                    <a:pt x="689812" y="117501"/>
                  </a:lnTo>
                  <a:lnTo>
                    <a:pt x="706265" y="120303"/>
                  </a:lnTo>
                  <a:lnTo>
                    <a:pt x="722178" y="123014"/>
                  </a:lnTo>
                  <a:lnTo>
                    <a:pt x="737586" y="125638"/>
                  </a:lnTo>
                  <a:lnTo>
                    <a:pt x="752520" y="128182"/>
                  </a:lnTo>
                  <a:lnTo>
                    <a:pt x="767008" y="130650"/>
                  </a:lnTo>
                  <a:lnTo>
                    <a:pt x="781076" y="133046"/>
                  </a:lnTo>
                  <a:lnTo>
                    <a:pt x="794747" y="135375"/>
                  </a:lnTo>
                  <a:lnTo>
                    <a:pt x="808044" y="137640"/>
                  </a:lnTo>
                  <a:lnTo>
                    <a:pt x="820987" y="139845"/>
                  </a:lnTo>
                  <a:lnTo>
                    <a:pt x="833593" y="141992"/>
                  </a:lnTo>
                  <a:lnTo>
                    <a:pt x="845880" y="144085"/>
                  </a:lnTo>
                  <a:lnTo>
                    <a:pt x="857863" y="146126"/>
                  </a:lnTo>
                  <a:lnTo>
                    <a:pt x="869558" y="148118"/>
                  </a:lnTo>
                  <a:lnTo>
                    <a:pt x="880978" y="150063"/>
                  </a:lnTo>
                  <a:lnTo>
                    <a:pt x="892135" y="151964"/>
                  </a:lnTo>
                  <a:lnTo>
                    <a:pt x="903041" y="153821"/>
                  </a:lnTo>
                  <a:lnTo>
                    <a:pt x="913708" y="155638"/>
                  </a:lnTo>
                  <a:lnTo>
                    <a:pt x="924145" y="157416"/>
                  </a:lnTo>
                  <a:lnTo>
                    <a:pt x="934362" y="159157"/>
                  </a:lnTo>
                  <a:lnTo>
                    <a:pt x="944369" y="160861"/>
                  </a:lnTo>
                  <a:lnTo>
                    <a:pt x="954174" y="162531"/>
                  </a:lnTo>
                  <a:lnTo>
                    <a:pt x="963784" y="164168"/>
                  </a:lnTo>
                  <a:lnTo>
                    <a:pt x="973208" y="165774"/>
                  </a:lnTo>
                  <a:lnTo>
                    <a:pt x="982452" y="167348"/>
                  </a:lnTo>
                  <a:lnTo>
                    <a:pt x="991524" y="168893"/>
                  </a:lnTo>
                  <a:lnTo>
                    <a:pt x="1000429" y="170410"/>
                  </a:lnTo>
                  <a:lnTo>
                    <a:pt x="1009173" y="17190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56158" y="4589179"/>
              <a:ext cx="1009173" cy="68402"/>
            </a:xfrm>
            <a:custGeom>
              <a:avLst/>
              <a:pathLst>
                <a:path w="1009173" h="68402">
                  <a:moveTo>
                    <a:pt x="0" y="0"/>
                  </a:moveTo>
                  <a:lnTo>
                    <a:pt x="64804" y="4392"/>
                  </a:lnTo>
                  <a:lnTo>
                    <a:pt x="121965" y="8266"/>
                  </a:lnTo>
                  <a:lnTo>
                    <a:pt x="173097" y="11732"/>
                  </a:lnTo>
                  <a:lnTo>
                    <a:pt x="219352" y="14867"/>
                  </a:lnTo>
                  <a:lnTo>
                    <a:pt x="261580" y="17730"/>
                  </a:lnTo>
                  <a:lnTo>
                    <a:pt x="300425" y="20363"/>
                  </a:lnTo>
                  <a:lnTo>
                    <a:pt x="336391" y="22800"/>
                  </a:lnTo>
                  <a:lnTo>
                    <a:pt x="369874" y="25070"/>
                  </a:lnTo>
                  <a:lnTo>
                    <a:pt x="401195" y="27193"/>
                  </a:lnTo>
                  <a:lnTo>
                    <a:pt x="430617" y="29187"/>
                  </a:lnTo>
                  <a:lnTo>
                    <a:pt x="458356" y="31067"/>
                  </a:lnTo>
                  <a:lnTo>
                    <a:pt x="484595" y="32846"/>
                  </a:lnTo>
                  <a:lnTo>
                    <a:pt x="509489" y="34533"/>
                  </a:lnTo>
                  <a:lnTo>
                    <a:pt x="533167" y="36138"/>
                  </a:lnTo>
                  <a:lnTo>
                    <a:pt x="555744" y="37668"/>
                  </a:lnTo>
                  <a:lnTo>
                    <a:pt x="577316" y="39130"/>
                  </a:lnTo>
                  <a:lnTo>
                    <a:pt x="597971" y="40530"/>
                  </a:lnTo>
                  <a:lnTo>
                    <a:pt x="617782" y="41873"/>
                  </a:lnTo>
                  <a:lnTo>
                    <a:pt x="636817" y="43163"/>
                  </a:lnTo>
                  <a:lnTo>
                    <a:pt x="655132" y="44405"/>
                  </a:lnTo>
                  <a:lnTo>
                    <a:pt x="672782" y="45601"/>
                  </a:lnTo>
                  <a:lnTo>
                    <a:pt x="689812" y="46755"/>
                  </a:lnTo>
                  <a:lnTo>
                    <a:pt x="706265" y="47870"/>
                  </a:lnTo>
                  <a:lnTo>
                    <a:pt x="722178" y="48949"/>
                  </a:lnTo>
                  <a:lnTo>
                    <a:pt x="737586" y="49993"/>
                  </a:lnTo>
                  <a:lnTo>
                    <a:pt x="752520" y="51006"/>
                  </a:lnTo>
                  <a:lnTo>
                    <a:pt x="767008" y="51988"/>
                  </a:lnTo>
                  <a:lnTo>
                    <a:pt x="781076" y="52941"/>
                  </a:lnTo>
                  <a:lnTo>
                    <a:pt x="794747" y="53868"/>
                  </a:lnTo>
                  <a:lnTo>
                    <a:pt x="808044" y="54769"/>
                  </a:lnTo>
                  <a:lnTo>
                    <a:pt x="820987" y="55646"/>
                  </a:lnTo>
                  <a:lnTo>
                    <a:pt x="833593" y="56501"/>
                  </a:lnTo>
                  <a:lnTo>
                    <a:pt x="845880" y="57334"/>
                  </a:lnTo>
                  <a:lnTo>
                    <a:pt x="857863" y="58146"/>
                  </a:lnTo>
                  <a:lnTo>
                    <a:pt x="869558" y="58939"/>
                  </a:lnTo>
                  <a:lnTo>
                    <a:pt x="880978" y="59713"/>
                  </a:lnTo>
                  <a:lnTo>
                    <a:pt x="892135" y="60469"/>
                  </a:lnTo>
                  <a:lnTo>
                    <a:pt x="903041" y="61208"/>
                  </a:lnTo>
                  <a:lnTo>
                    <a:pt x="913708" y="61931"/>
                  </a:lnTo>
                  <a:lnTo>
                    <a:pt x="924145" y="62638"/>
                  </a:lnTo>
                  <a:lnTo>
                    <a:pt x="934362" y="63331"/>
                  </a:lnTo>
                  <a:lnTo>
                    <a:pt x="944369" y="64009"/>
                  </a:lnTo>
                  <a:lnTo>
                    <a:pt x="954174" y="64674"/>
                  </a:lnTo>
                  <a:lnTo>
                    <a:pt x="963784" y="65325"/>
                  </a:lnTo>
                  <a:lnTo>
                    <a:pt x="973208" y="65964"/>
                  </a:lnTo>
                  <a:lnTo>
                    <a:pt x="982452" y="66591"/>
                  </a:lnTo>
                  <a:lnTo>
                    <a:pt x="991524" y="67205"/>
                  </a:lnTo>
                  <a:lnTo>
                    <a:pt x="1000429" y="67809"/>
                  </a:lnTo>
                  <a:lnTo>
                    <a:pt x="1009173" y="6840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56158" y="4647724"/>
              <a:ext cx="1009173" cy="15479"/>
            </a:xfrm>
            <a:custGeom>
              <a:avLst/>
              <a:pathLst>
                <a:path w="1009173" h="15479">
                  <a:moveTo>
                    <a:pt x="0" y="0"/>
                  </a:moveTo>
                  <a:lnTo>
                    <a:pt x="64804" y="994"/>
                  </a:lnTo>
                  <a:lnTo>
                    <a:pt x="121965" y="1870"/>
                  </a:lnTo>
                  <a:lnTo>
                    <a:pt x="173097" y="2655"/>
                  </a:lnTo>
                  <a:lnTo>
                    <a:pt x="219352" y="3364"/>
                  </a:lnTo>
                  <a:lnTo>
                    <a:pt x="261580" y="4012"/>
                  </a:lnTo>
                  <a:lnTo>
                    <a:pt x="300425" y="4608"/>
                  </a:lnTo>
                  <a:lnTo>
                    <a:pt x="336391" y="5159"/>
                  </a:lnTo>
                  <a:lnTo>
                    <a:pt x="369874" y="5673"/>
                  </a:lnTo>
                  <a:lnTo>
                    <a:pt x="401195" y="6153"/>
                  </a:lnTo>
                  <a:lnTo>
                    <a:pt x="430617" y="6605"/>
                  </a:lnTo>
                  <a:lnTo>
                    <a:pt x="458356" y="7030"/>
                  </a:lnTo>
                  <a:lnTo>
                    <a:pt x="484595" y="7433"/>
                  </a:lnTo>
                  <a:lnTo>
                    <a:pt x="509489" y="7814"/>
                  </a:lnTo>
                  <a:lnTo>
                    <a:pt x="533167" y="8178"/>
                  </a:lnTo>
                  <a:lnTo>
                    <a:pt x="555744" y="8524"/>
                  </a:lnTo>
                  <a:lnTo>
                    <a:pt x="577316" y="8855"/>
                  </a:lnTo>
                  <a:lnTo>
                    <a:pt x="597971" y="9172"/>
                  </a:lnTo>
                  <a:lnTo>
                    <a:pt x="617782" y="9475"/>
                  </a:lnTo>
                  <a:lnTo>
                    <a:pt x="636817" y="9767"/>
                  </a:lnTo>
                  <a:lnTo>
                    <a:pt x="655132" y="10048"/>
                  </a:lnTo>
                  <a:lnTo>
                    <a:pt x="672782" y="10319"/>
                  </a:lnTo>
                  <a:lnTo>
                    <a:pt x="689812" y="10580"/>
                  </a:lnTo>
                  <a:lnTo>
                    <a:pt x="706265" y="10833"/>
                  </a:lnTo>
                  <a:lnTo>
                    <a:pt x="722178" y="11077"/>
                  </a:lnTo>
                  <a:lnTo>
                    <a:pt x="737586" y="11313"/>
                  </a:lnTo>
                  <a:lnTo>
                    <a:pt x="752520" y="11542"/>
                  </a:lnTo>
                  <a:lnTo>
                    <a:pt x="767008" y="11764"/>
                  </a:lnTo>
                  <a:lnTo>
                    <a:pt x="781076" y="11980"/>
                  </a:lnTo>
                  <a:lnTo>
                    <a:pt x="794747" y="12190"/>
                  </a:lnTo>
                  <a:lnTo>
                    <a:pt x="808044" y="12394"/>
                  </a:lnTo>
                  <a:lnTo>
                    <a:pt x="820987" y="12592"/>
                  </a:lnTo>
                  <a:lnTo>
                    <a:pt x="833593" y="12786"/>
                  </a:lnTo>
                  <a:lnTo>
                    <a:pt x="845880" y="12974"/>
                  </a:lnTo>
                  <a:lnTo>
                    <a:pt x="857863" y="13158"/>
                  </a:lnTo>
                  <a:lnTo>
                    <a:pt x="869558" y="13337"/>
                  </a:lnTo>
                  <a:lnTo>
                    <a:pt x="880978" y="13513"/>
                  </a:lnTo>
                  <a:lnTo>
                    <a:pt x="892135" y="13684"/>
                  </a:lnTo>
                  <a:lnTo>
                    <a:pt x="903041" y="13851"/>
                  </a:lnTo>
                  <a:lnTo>
                    <a:pt x="913708" y="14015"/>
                  </a:lnTo>
                  <a:lnTo>
                    <a:pt x="924145" y="14175"/>
                  </a:lnTo>
                  <a:lnTo>
                    <a:pt x="934362" y="14331"/>
                  </a:lnTo>
                  <a:lnTo>
                    <a:pt x="944369" y="14485"/>
                  </a:lnTo>
                  <a:lnTo>
                    <a:pt x="954174" y="14635"/>
                  </a:lnTo>
                  <a:lnTo>
                    <a:pt x="963784" y="14783"/>
                  </a:lnTo>
                  <a:lnTo>
                    <a:pt x="973208" y="14927"/>
                  </a:lnTo>
                  <a:lnTo>
                    <a:pt x="982452" y="15069"/>
                  </a:lnTo>
                  <a:lnTo>
                    <a:pt x="991524" y="15208"/>
                  </a:lnTo>
                  <a:lnTo>
                    <a:pt x="1000429" y="15345"/>
                  </a:lnTo>
                  <a:lnTo>
                    <a:pt x="1009173" y="1547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153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85" y="46382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85" y="43425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85" y="40469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153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5615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9255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2894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533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2790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6429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0068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3707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5982307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153" y="3767799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259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716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259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186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259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259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186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259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140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4067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140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140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4067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140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35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279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35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35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279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35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317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244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317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317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244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317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529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456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529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529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456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529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195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195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9077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9077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28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289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254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254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466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466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2026-07-20T11:00:32Z</dcterms:modified>
  <cp:category/>
</cp:coreProperties>
</file>