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19999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1726253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91264" y="952357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22106" y="952357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52947" y="952357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2426189"/>
              <a:ext cx="1726253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91264" y="2426189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22106" y="2426189"/>
              <a:ext cx="1430841" cy="1473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65010" y="3900020"/>
              <a:ext cx="1726253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91264" y="3900020"/>
              <a:ext cx="1430841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22106" y="3900020"/>
              <a:ext cx="1430841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52947" y="3900020"/>
              <a:ext cx="1430841" cy="2088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342663" y="1185068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382950" y="198294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387324" y="179852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396748" y="1887070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18379" y="161463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07901" y="227486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388149" y="187712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416902" y="208857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380770" y="195550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373181" y="173653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424820" y="189591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58918" y="178452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55023" y="166979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86512" y="165112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72428" y="191993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63798" y="186718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62500" y="173432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78212" y="183611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93966" y="203370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94080" y="196039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56255" y="162737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72227" y="165300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55333" y="190334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60632" y="196428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80635" y="209251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62168" y="195093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80990" y="179685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99918" y="194587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60584" y="181235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33050" y="178723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34763" y="181541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159410" y="1980814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77909" y="168503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59116" y="181227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38242" y="183665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165964" y="187572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43745" y="181356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144162" y="192998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40098" y="151327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48847" y="159554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46197" y="156296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79186" y="152193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77571" y="178898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167779" y="174938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44477" y="165317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128679" y="197042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147158" y="184210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157191" y="178625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50771" y="171165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512383" y="164657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547686" y="170199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510480" y="191628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515088" y="172730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539561" y="188330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524783" y="197869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537000" y="179987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503301" y="177904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519885" y="172185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515739" y="187626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527953" y="174254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550276" y="128407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549386" y="189718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506851" y="13849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529766" y="180825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506689" y="155006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544507" y="151610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542083" y="153554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547195" y="186984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553172" y="169978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546284" y="183840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522925" y="175662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526576" y="141855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552970" y="120983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428440" y="1816307"/>
              <a:ext cx="1129730" cy="141669"/>
            </a:xfrm>
            <a:custGeom>
              <a:avLst/>
              <a:pathLst>
                <a:path w="1129730" h="141669">
                  <a:moveTo>
                    <a:pt x="0" y="141669"/>
                  </a:moveTo>
                  <a:lnTo>
                    <a:pt x="72545" y="132571"/>
                  </a:lnTo>
                  <a:lnTo>
                    <a:pt x="136535" y="124547"/>
                  </a:lnTo>
                  <a:lnTo>
                    <a:pt x="193776" y="117369"/>
                  </a:lnTo>
                  <a:lnTo>
                    <a:pt x="245557" y="110876"/>
                  </a:lnTo>
                  <a:lnTo>
                    <a:pt x="292829" y="104948"/>
                  </a:lnTo>
                  <a:lnTo>
                    <a:pt x="336315" y="99494"/>
                  </a:lnTo>
                  <a:lnTo>
                    <a:pt x="376576" y="94446"/>
                  </a:lnTo>
                  <a:lnTo>
                    <a:pt x="414059" y="89745"/>
                  </a:lnTo>
                  <a:lnTo>
                    <a:pt x="449122" y="85348"/>
                  </a:lnTo>
                  <a:lnTo>
                    <a:pt x="482059" y="81218"/>
                  </a:lnTo>
                  <a:lnTo>
                    <a:pt x="513112" y="77324"/>
                  </a:lnTo>
                  <a:lnTo>
                    <a:pt x="542486" y="73640"/>
                  </a:lnTo>
                  <a:lnTo>
                    <a:pt x="570353" y="70146"/>
                  </a:lnTo>
                  <a:lnTo>
                    <a:pt x="596860" y="66822"/>
                  </a:lnTo>
                  <a:lnTo>
                    <a:pt x="622133" y="63653"/>
                  </a:lnTo>
                  <a:lnTo>
                    <a:pt x="646283" y="60624"/>
                  </a:lnTo>
                  <a:lnTo>
                    <a:pt x="669405" y="57725"/>
                  </a:lnTo>
                  <a:lnTo>
                    <a:pt x="691583" y="54943"/>
                  </a:lnTo>
                  <a:lnTo>
                    <a:pt x="712891" y="52271"/>
                  </a:lnTo>
                  <a:lnTo>
                    <a:pt x="733395" y="49700"/>
                  </a:lnTo>
                  <a:lnTo>
                    <a:pt x="753153" y="47223"/>
                  </a:lnTo>
                  <a:lnTo>
                    <a:pt x="772218" y="44832"/>
                  </a:lnTo>
                  <a:lnTo>
                    <a:pt x="790636" y="42522"/>
                  </a:lnTo>
                  <a:lnTo>
                    <a:pt x="808450" y="40288"/>
                  </a:lnTo>
                  <a:lnTo>
                    <a:pt x="825699" y="38125"/>
                  </a:lnTo>
                  <a:lnTo>
                    <a:pt x="842417" y="36029"/>
                  </a:lnTo>
                  <a:lnTo>
                    <a:pt x="858635" y="33995"/>
                  </a:lnTo>
                  <a:lnTo>
                    <a:pt x="874384" y="32020"/>
                  </a:lnTo>
                  <a:lnTo>
                    <a:pt x="889689" y="30101"/>
                  </a:lnTo>
                  <a:lnTo>
                    <a:pt x="904574" y="28234"/>
                  </a:lnTo>
                  <a:lnTo>
                    <a:pt x="919063" y="26417"/>
                  </a:lnTo>
                  <a:lnTo>
                    <a:pt x="933175" y="24648"/>
                  </a:lnTo>
                  <a:lnTo>
                    <a:pt x="946930" y="22923"/>
                  </a:lnTo>
                  <a:lnTo>
                    <a:pt x="960345" y="21241"/>
                  </a:lnTo>
                  <a:lnTo>
                    <a:pt x="973437" y="19599"/>
                  </a:lnTo>
                  <a:lnTo>
                    <a:pt x="986220" y="17996"/>
                  </a:lnTo>
                  <a:lnTo>
                    <a:pt x="998710" y="16429"/>
                  </a:lnTo>
                  <a:lnTo>
                    <a:pt x="1010919" y="14898"/>
                  </a:lnTo>
                  <a:lnTo>
                    <a:pt x="1022860" y="13401"/>
                  </a:lnTo>
                  <a:lnTo>
                    <a:pt x="1034544" y="11936"/>
                  </a:lnTo>
                  <a:lnTo>
                    <a:pt x="1045982" y="10502"/>
                  </a:lnTo>
                  <a:lnTo>
                    <a:pt x="1057185" y="9097"/>
                  </a:lnTo>
                  <a:lnTo>
                    <a:pt x="1068160" y="7720"/>
                  </a:lnTo>
                  <a:lnTo>
                    <a:pt x="1078919" y="6371"/>
                  </a:lnTo>
                  <a:lnTo>
                    <a:pt x="1089468" y="5048"/>
                  </a:lnTo>
                  <a:lnTo>
                    <a:pt x="1099817" y="3751"/>
                  </a:lnTo>
                  <a:lnTo>
                    <a:pt x="1109972" y="2477"/>
                  </a:lnTo>
                  <a:lnTo>
                    <a:pt x="1119941" y="1227"/>
                  </a:lnTo>
                  <a:lnTo>
                    <a:pt x="112973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28440" y="1538129"/>
              <a:ext cx="1129730" cy="322129"/>
            </a:xfrm>
            <a:custGeom>
              <a:avLst/>
              <a:pathLst>
                <a:path w="1129730" h="322129">
                  <a:moveTo>
                    <a:pt x="0" y="322129"/>
                  </a:moveTo>
                  <a:lnTo>
                    <a:pt x="72545" y="301444"/>
                  </a:lnTo>
                  <a:lnTo>
                    <a:pt x="136535" y="283198"/>
                  </a:lnTo>
                  <a:lnTo>
                    <a:pt x="193776" y="266876"/>
                  </a:lnTo>
                  <a:lnTo>
                    <a:pt x="245557" y="252112"/>
                  </a:lnTo>
                  <a:lnTo>
                    <a:pt x="292829" y="238633"/>
                  </a:lnTo>
                  <a:lnTo>
                    <a:pt x="336315" y="226233"/>
                  </a:lnTo>
                  <a:lnTo>
                    <a:pt x="376576" y="214753"/>
                  </a:lnTo>
                  <a:lnTo>
                    <a:pt x="414059" y="204065"/>
                  </a:lnTo>
                  <a:lnTo>
                    <a:pt x="449122" y="194067"/>
                  </a:lnTo>
                  <a:lnTo>
                    <a:pt x="482059" y="184676"/>
                  </a:lnTo>
                  <a:lnTo>
                    <a:pt x="513112" y="175821"/>
                  </a:lnTo>
                  <a:lnTo>
                    <a:pt x="542486" y="167446"/>
                  </a:lnTo>
                  <a:lnTo>
                    <a:pt x="570353" y="159500"/>
                  </a:lnTo>
                  <a:lnTo>
                    <a:pt x="596860" y="151941"/>
                  </a:lnTo>
                  <a:lnTo>
                    <a:pt x="622133" y="144735"/>
                  </a:lnTo>
                  <a:lnTo>
                    <a:pt x="646283" y="137849"/>
                  </a:lnTo>
                  <a:lnTo>
                    <a:pt x="669405" y="131256"/>
                  </a:lnTo>
                  <a:lnTo>
                    <a:pt x="691583" y="124932"/>
                  </a:lnTo>
                  <a:lnTo>
                    <a:pt x="712891" y="118856"/>
                  </a:lnTo>
                  <a:lnTo>
                    <a:pt x="733395" y="113010"/>
                  </a:lnTo>
                  <a:lnTo>
                    <a:pt x="753153" y="107376"/>
                  </a:lnTo>
                  <a:lnTo>
                    <a:pt x="772218" y="101940"/>
                  </a:lnTo>
                  <a:lnTo>
                    <a:pt x="790636" y="96688"/>
                  </a:lnTo>
                  <a:lnTo>
                    <a:pt x="808450" y="91609"/>
                  </a:lnTo>
                  <a:lnTo>
                    <a:pt x="825699" y="86691"/>
                  </a:lnTo>
                  <a:lnTo>
                    <a:pt x="842417" y="81924"/>
                  </a:lnTo>
                  <a:lnTo>
                    <a:pt x="858635" y="77299"/>
                  </a:lnTo>
                  <a:lnTo>
                    <a:pt x="874384" y="72809"/>
                  </a:lnTo>
                  <a:lnTo>
                    <a:pt x="889689" y="68445"/>
                  </a:lnTo>
                  <a:lnTo>
                    <a:pt x="904574" y="64200"/>
                  </a:lnTo>
                  <a:lnTo>
                    <a:pt x="919063" y="60069"/>
                  </a:lnTo>
                  <a:lnTo>
                    <a:pt x="933175" y="56045"/>
                  </a:lnTo>
                  <a:lnTo>
                    <a:pt x="946930" y="52123"/>
                  </a:lnTo>
                  <a:lnTo>
                    <a:pt x="960345" y="48298"/>
                  </a:lnTo>
                  <a:lnTo>
                    <a:pt x="973437" y="44565"/>
                  </a:lnTo>
                  <a:lnTo>
                    <a:pt x="986220" y="40920"/>
                  </a:lnTo>
                  <a:lnTo>
                    <a:pt x="998710" y="37358"/>
                  </a:lnTo>
                  <a:lnTo>
                    <a:pt x="1010919" y="33877"/>
                  </a:lnTo>
                  <a:lnTo>
                    <a:pt x="1022860" y="30472"/>
                  </a:lnTo>
                  <a:lnTo>
                    <a:pt x="1034544" y="27141"/>
                  </a:lnTo>
                  <a:lnTo>
                    <a:pt x="1045982" y="23879"/>
                  </a:lnTo>
                  <a:lnTo>
                    <a:pt x="1057185" y="20685"/>
                  </a:lnTo>
                  <a:lnTo>
                    <a:pt x="1068160" y="17555"/>
                  </a:lnTo>
                  <a:lnTo>
                    <a:pt x="1078919" y="14488"/>
                  </a:lnTo>
                  <a:lnTo>
                    <a:pt x="1089468" y="11480"/>
                  </a:lnTo>
                  <a:lnTo>
                    <a:pt x="1099817" y="8529"/>
                  </a:lnTo>
                  <a:lnTo>
                    <a:pt x="1109972" y="5633"/>
                  </a:lnTo>
                  <a:lnTo>
                    <a:pt x="1119941" y="2791"/>
                  </a:lnTo>
                  <a:lnTo>
                    <a:pt x="112973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28440" y="1878570"/>
              <a:ext cx="1129730" cy="72516"/>
            </a:xfrm>
            <a:custGeom>
              <a:avLst/>
              <a:pathLst>
                <a:path w="1129730" h="72516">
                  <a:moveTo>
                    <a:pt x="0" y="72516"/>
                  </a:moveTo>
                  <a:lnTo>
                    <a:pt x="72545" y="67859"/>
                  </a:lnTo>
                  <a:lnTo>
                    <a:pt x="136535" y="63751"/>
                  </a:lnTo>
                  <a:lnTo>
                    <a:pt x="193776" y="60077"/>
                  </a:lnTo>
                  <a:lnTo>
                    <a:pt x="245557" y="56754"/>
                  </a:lnTo>
                  <a:lnTo>
                    <a:pt x="292829" y="53719"/>
                  </a:lnTo>
                  <a:lnTo>
                    <a:pt x="336315" y="50928"/>
                  </a:lnTo>
                  <a:lnTo>
                    <a:pt x="376576" y="48344"/>
                  </a:lnTo>
                  <a:lnTo>
                    <a:pt x="414059" y="45938"/>
                  </a:lnTo>
                  <a:lnTo>
                    <a:pt x="449122" y="43687"/>
                  </a:lnTo>
                  <a:lnTo>
                    <a:pt x="482059" y="41573"/>
                  </a:lnTo>
                  <a:lnTo>
                    <a:pt x="513112" y="39579"/>
                  </a:lnTo>
                  <a:lnTo>
                    <a:pt x="542486" y="37694"/>
                  </a:lnTo>
                  <a:lnTo>
                    <a:pt x="570353" y="35905"/>
                  </a:lnTo>
                  <a:lnTo>
                    <a:pt x="596860" y="34204"/>
                  </a:lnTo>
                  <a:lnTo>
                    <a:pt x="622133" y="32582"/>
                  </a:lnTo>
                  <a:lnTo>
                    <a:pt x="646283" y="31031"/>
                  </a:lnTo>
                  <a:lnTo>
                    <a:pt x="669405" y="29547"/>
                  </a:lnTo>
                  <a:lnTo>
                    <a:pt x="691583" y="28124"/>
                  </a:lnTo>
                  <a:lnTo>
                    <a:pt x="712891" y="26756"/>
                  </a:lnTo>
                  <a:lnTo>
                    <a:pt x="733395" y="25440"/>
                  </a:lnTo>
                  <a:lnTo>
                    <a:pt x="753153" y="24172"/>
                  </a:lnTo>
                  <a:lnTo>
                    <a:pt x="772218" y="22948"/>
                  </a:lnTo>
                  <a:lnTo>
                    <a:pt x="790636" y="21766"/>
                  </a:lnTo>
                  <a:lnTo>
                    <a:pt x="808450" y="20622"/>
                  </a:lnTo>
                  <a:lnTo>
                    <a:pt x="825699" y="19515"/>
                  </a:lnTo>
                  <a:lnTo>
                    <a:pt x="842417" y="18442"/>
                  </a:lnTo>
                  <a:lnTo>
                    <a:pt x="858635" y="17401"/>
                  </a:lnTo>
                  <a:lnTo>
                    <a:pt x="874384" y="16390"/>
                  </a:lnTo>
                  <a:lnTo>
                    <a:pt x="889689" y="15407"/>
                  </a:lnTo>
                  <a:lnTo>
                    <a:pt x="904574" y="14452"/>
                  </a:lnTo>
                  <a:lnTo>
                    <a:pt x="919063" y="13522"/>
                  </a:lnTo>
                  <a:lnTo>
                    <a:pt x="933175" y="12616"/>
                  </a:lnTo>
                  <a:lnTo>
                    <a:pt x="946930" y="11733"/>
                  </a:lnTo>
                  <a:lnTo>
                    <a:pt x="960345" y="10872"/>
                  </a:lnTo>
                  <a:lnTo>
                    <a:pt x="973437" y="10032"/>
                  </a:lnTo>
                  <a:lnTo>
                    <a:pt x="986220" y="9211"/>
                  </a:lnTo>
                  <a:lnTo>
                    <a:pt x="998710" y="8410"/>
                  </a:lnTo>
                  <a:lnTo>
                    <a:pt x="1010919" y="7626"/>
                  </a:lnTo>
                  <a:lnTo>
                    <a:pt x="1022860" y="6859"/>
                  </a:lnTo>
                  <a:lnTo>
                    <a:pt x="1034544" y="6109"/>
                  </a:lnTo>
                  <a:lnTo>
                    <a:pt x="1045982" y="5375"/>
                  </a:lnTo>
                  <a:lnTo>
                    <a:pt x="1057185" y="4656"/>
                  </a:lnTo>
                  <a:lnTo>
                    <a:pt x="1068160" y="3952"/>
                  </a:lnTo>
                  <a:lnTo>
                    <a:pt x="1078919" y="3261"/>
                  </a:lnTo>
                  <a:lnTo>
                    <a:pt x="1089468" y="2584"/>
                  </a:lnTo>
                  <a:lnTo>
                    <a:pt x="1099817" y="1920"/>
                  </a:lnTo>
                  <a:lnTo>
                    <a:pt x="1109972" y="1268"/>
                  </a:lnTo>
                  <a:lnTo>
                    <a:pt x="1119941" y="628"/>
                  </a:lnTo>
                  <a:lnTo>
                    <a:pt x="112973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28440" y="1500692"/>
              <a:ext cx="1129730" cy="713064"/>
            </a:xfrm>
            <a:custGeom>
              <a:avLst/>
              <a:pathLst>
                <a:path w="1129730" h="713064">
                  <a:moveTo>
                    <a:pt x="0" y="713064"/>
                  </a:moveTo>
                  <a:lnTo>
                    <a:pt x="72545" y="667275"/>
                  </a:lnTo>
                  <a:lnTo>
                    <a:pt x="136535" y="626886"/>
                  </a:lnTo>
                  <a:lnTo>
                    <a:pt x="193776" y="590756"/>
                  </a:lnTo>
                  <a:lnTo>
                    <a:pt x="245557" y="558073"/>
                  </a:lnTo>
                  <a:lnTo>
                    <a:pt x="292829" y="528236"/>
                  </a:lnTo>
                  <a:lnTo>
                    <a:pt x="336315" y="500788"/>
                  </a:lnTo>
                  <a:lnTo>
                    <a:pt x="376576" y="475376"/>
                  </a:lnTo>
                  <a:lnTo>
                    <a:pt x="414059" y="451718"/>
                  </a:lnTo>
                  <a:lnTo>
                    <a:pt x="449122" y="429587"/>
                  </a:lnTo>
                  <a:lnTo>
                    <a:pt x="482059" y="408798"/>
                  </a:lnTo>
                  <a:lnTo>
                    <a:pt x="513112" y="389197"/>
                  </a:lnTo>
                  <a:lnTo>
                    <a:pt x="542486" y="370657"/>
                  </a:lnTo>
                  <a:lnTo>
                    <a:pt x="570353" y="353068"/>
                  </a:lnTo>
                  <a:lnTo>
                    <a:pt x="596860" y="336337"/>
                  </a:lnTo>
                  <a:lnTo>
                    <a:pt x="622133" y="320385"/>
                  </a:lnTo>
                  <a:lnTo>
                    <a:pt x="646283" y="305142"/>
                  </a:lnTo>
                  <a:lnTo>
                    <a:pt x="669405" y="290548"/>
                  </a:lnTo>
                  <a:lnTo>
                    <a:pt x="691583" y="276549"/>
                  </a:lnTo>
                  <a:lnTo>
                    <a:pt x="712891" y="263100"/>
                  </a:lnTo>
                  <a:lnTo>
                    <a:pt x="733395" y="250159"/>
                  </a:lnTo>
                  <a:lnTo>
                    <a:pt x="753153" y="237688"/>
                  </a:lnTo>
                  <a:lnTo>
                    <a:pt x="772218" y="225655"/>
                  </a:lnTo>
                  <a:lnTo>
                    <a:pt x="790636" y="214029"/>
                  </a:lnTo>
                  <a:lnTo>
                    <a:pt x="808450" y="202785"/>
                  </a:lnTo>
                  <a:lnTo>
                    <a:pt x="825699" y="191898"/>
                  </a:lnTo>
                  <a:lnTo>
                    <a:pt x="842417" y="181346"/>
                  </a:lnTo>
                  <a:lnTo>
                    <a:pt x="858635" y="171109"/>
                  </a:lnTo>
                  <a:lnTo>
                    <a:pt x="874384" y="161169"/>
                  </a:lnTo>
                  <a:lnTo>
                    <a:pt x="889689" y="151509"/>
                  </a:lnTo>
                  <a:lnTo>
                    <a:pt x="904574" y="142114"/>
                  </a:lnTo>
                  <a:lnTo>
                    <a:pt x="919063" y="132969"/>
                  </a:lnTo>
                  <a:lnTo>
                    <a:pt x="933175" y="124062"/>
                  </a:lnTo>
                  <a:lnTo>
                    <a:pt x="946930" y="115380"/>
                  </a:lnTo>
                  <a:lnTo>
                    <a:pt x="960345" y="106912"/>
                  </a:lnTo>
                  <a:lnTo>
                    <a:pt x="973437" y="98649"/>
                  </a:lnTo>
                  <a:lnTo>
                    <a:pt x="986220" y="90580"/>
                  </a:lnTo>
                  <a:lnTo>
                    <a:pt x="998710" y="82697"/>
                  </a:lnTo>
                  <a:lnTo>
                    <a:pt x="1010919" y="74991"/>
                  </a:lnTo>
                  <a:lnTo>
                    <a:pt x="1022860" y="67454"/>
                  </a:lnTo>
                  <a:lnTo>
                    <a:pt x="1034544" y="60079"/>
                  </a:lnTo>
                  <a:lnTo>
                    <a:pt x="1045982" y="52860"/>
                  </a:lnTo>
                  <a:lnTo>
                    <a:pt x="1057185" y="45789"/>
                  </a:lnTo>
                  <a:lnTo>
                    <a:pt x="1068160" y="38861"/>
                  </a:lnTo>
                  <a:lnTo>
                    <a:pt x="1078919" y="32071"/>
                  </a:lnTo>
                  <a:lnTo>
                    <a:pt x="1089468" y="25412"/>
                  </a:lnTo>
                  <a:lnTo>
                    <a:pt x="1099817" y="18880"/>
                  </a:lnTo>
                  <a:lnTo>
                    <a:pt x="1109972" y="12470"/>
                  </a:lnTo>
                  <a:lnTo>
                    <a:pt x="1119941" y="6178"/>
                  </a:lnTo>
                  <a:lnTo>
                    <a:pt x="112973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428440" y="1822810"/>
              <a:ext cx="1129730" cy="111761"/>
            </a:xfrm>
            <a:custGeom>
              <a:avLst/>
              <a:pathLst>
                <a:path w="1129730" h="111761">
                  <a:moveTo>
                    <a:pt x="0" y="111761"/>
                  </a:moveTo>
                  <a:lnTo>
                    <a:pt x="72545" y="104584"/>
                  </a:lnTo>
                  <a:lnTo>
                    <a:pt x="136535" y="98254"/>
                  </a:lnTo>
                  <a:lnTo>
                    <a:pt x="193776" y="92591"/>
                  </a:lnTo>
                  <a:lnTo>
                    <a:pt x="245557" y="87469"/>
                  </a:lnTo>
                  <a:lnTo>
                    <a:pt x="292829" y="82792"/>
                  </a:lnTo>
                  <a:lnTo>
                    <a:pt x="336315" y="78490"/>
                  </a:lnTo>
                  <a:lnTo>
                    <a:pt x="376576" y="74507"/>
                  </a:lnTo>
                  <a:lnTo>
                    <a:pt x="414059" y="70799"/>
                  </a:lnTo>
                  <a:lnTo>
                    <a:pt x="449122" y="67330"/>
                  </a:lnTo>
                  <a:lnTo>
                    <a:pt x="482059" y="64072"/>
                  </a:lnTo>
                  <a:lnTo>
                    <a:pt x="513112" y="61000"/>
                  </a:lnTo>
                  <a:lnTo>
                    <a:pt x="542486" y="58094"/>
                  </a:lnTo>
                  <a:lnTo>
                    <a:pt x="570353" y="55337"/>
                  </a:lnTo>
                  <a:lnTo>
                    <a:pt x="596860" y="52715"/>
                  </a:lnTo>
                  <a:lnTo>
                    <a:pt x="622133" y="50215"/>
                  </a:lnTo>
                  <a:lnTo>
                    <a:pt x="646283" y="47826"/>
                  </a:lnTo>
                  <a:lnTo>
                    <a:pt x="669405" y="45538"/>
                  </a:lnTo>
                  <a:lnTo>
                    <a:pt x="691583" y="43344"/>
                  </a:lnTo>
                  <a:lnTo>
                    <a:pt x="712891" y="41236"/>
                  </a:lnTo>
                  <a:lnTo>
                    <a:pt x="733395" y="39208"/>
                  </a:lnTo>
                  <a:lnTo>
                    <a:pt x="753153" y="37253"/>
                  </a:lnTo>
                  <a:lnTo>
                    <a:pt x="772218" y="35367"/>
                  </a:lnTo>
                  <a:lnTo>
                    <a:pt x="790636" y="33545"/>
                  </a:lnTo>
                  <a:lnTo>
                    <a:pt x="808450" y="31783"/>
                  </a:lnTo>
                  <a:lnTo>
                    <a:pt x="825699" y="30077"/>
                  </a:lnTo>
                  <a:lnTo>
                    <a:pt x="842417" y="28423"/>
                  </a:lnTo>
                  <a:lnTo>
                    <a:pt x="858635" y="26818"/>
                  </a:lnTo>
                  <a:lnTo>
                    <a:pt x="874384" y="25260"/>
                  </a:lnTo>
                  <a:lnTo>
                    <a:pt x="889689" y="23746"/>
                  </a:lnTo>
                  <a:lnTo>
                    <a:pt x="904574" y="22274"/>
                  </a:lnTo>
                  <a:lnTo>
                    <a:pt x="919063" y="20840"/>
                  </a:lnTo>
                  <a:lnTo>
                    <a:pt x="933175" y="19444"/>
                  </a:lnTo>
                  <a:lnTo>
                    <a:pt x="946930" y="18084"/>
                  </a:lnTo>
                  <a:lnTo>
                    <a:pt x="960345" y="16756"/>
                  </a:lnTo>
                  <a:lnTo>
                    <a:pt x="973437" y="15461"/>
                  </a:lnTo>
                  <a:lnTo>
                    <a:pt x="986220" y="14197"/>
                  </a:lnTo>
                  <a:lnTo>
                    <a:pt x="998710" y="12961"/>
                  </a:lnTo>
                  <a:lnTo>
                    <a:pt x="1010919" y="11753"/>
                  </a:lnTo>
                  <a:lnTo>
                    <a:pt x="1022860" y="10572"/>
                  </a:lnTo>
                  <a:lnTo>
                    <a:pt x="1034544" y="9416"/>
                  </a:lnTo>
                  <a:lnTo>
                    <a:pt x="1045982" y="8284"/>
                  </a:lnTo>
                  <a:lnTo>
                    <a:pt x="1057185" y="7176"/>
                  </a:lnTo>
                  <a:lnTo>
                    <a:pt x="1068160" y="6090"/>
                  </a:lnTo>
                  <a:lnTo>
                    <a:pt x="1078919" y="5026"/>
                  </a:lnTo>
                  <a:lnTo>
                    <a:pt x="1089468" y="3983"/>
                  </a:lnTo>
                  <a:lnTo>
                    <a:pt x="1099817" y="2959"/>
                  </a:lnTo>
                  <a:lnTo>
                    <a:pt x="1109972" y="1954"/>
                  </a:lnTo>
                  <a:lnTo>
                    <a:pt x="1119941" y="968"/>
                  </a:lnTo>
                  <a:lnTo>
                    <a:pt x="112973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428440" y="1774976"/>
              <a:ext cx="1129730" cy="19154"/>
            </a:xfrm>
            <a:custGeom>
              <a:avLst/>
              <a:pathLst>
                <a:path w="1129730" h="19154">
                  <a:moveTo>
                    <a:pt x="0" y="0"/>
                  </a:moveTo>
                  <a:lnTo>
                    <a:pt x="72545" y="1230"/>
                  </a:lnTo>
                  <a:lnTo>
                    <a:pt x="136535" y="2314"/>
                  </a:lnTo>
                  <a:lnTo>
                    <a:pt x="193776" y="3285"/>
                  </a:lnTo>
                  <a:lnTo>
                    <a:pt x="245557" y="4163"/>
                  </a:lnTo>
                  <a:lnTo>
                    <a:pt x="292829" y="4964"/>
                  </a:lnTo>
                  <a:lnTo>
                    <a:pt x="336315" y="5702"/>
                  </a:lnTo>
                  <a:lnTo>
                    <a:pt x="376576" y="6384"/>
                  </a:lnTo>
                  <a:lnTo>
                    <a:pt x="414059" y="7020"/>
                  </a:lnTo>
                  <a:lnTo>
                    <a:pt x="449122" y="7614"/>
                  </a:lnTo>
                  <a:lnTo>
                    <a:pt x="482059" y="8173"/>
                  </a:lnTo>
                  <a:lnTo>
                    <a:pt x="513112" y="8699"/>
                  </a:lnTo>
                  <a:lnTo>
                    <a:pt x="542486" y="9197"/>
                  </a:lnTo>
                  <a:lnTo>
                    <a:pt x="570353" y="9670"/>
                  </a:lnTo>
                  <a:lnTo>
                    <a:pt x="596860" y="10119"/>
                  </a:lnTo>
                  <a:lnTo>
                    <a:pt x="622133" y="10548"/>
                  </a:lnTo>
                  <a:lnTo>
                    <a:pt x="646283" y="10957"/>
                  </a:lnTo>
                  <a:lnTo>
                    <a:pt x="669405" y="11349"/>
                  </a:lnTo>
                  <a:lnTo>
                    <a:pt x="691583" y="11725"/>
                  </a:lnTo>
                  <a:lnTo>
                    <a:pt x="712891" y="12087"/>
                  </a:lnTo>
                  <a:lnTo>
                    <a:pt x="733395" y="12434"/>
                  </a:lnTo>
                  <a:lnTo>
                    <a:pt x="753153" y="12769"/>
                  </a:lnTo>
                  <a:lnTo>
                    <a:pt x="772218" y="13093"/>
                  </a:lnTo>
                  <a:lnTo>
                    <a:pt x="790636" y="13405"/>
                  </a:lnTo>
                  <a:lnTo>
                    <a:pt x="808450" y="13707"/>
                  </a:lnTo>
                  <a:lnTo>
                    <a:pt x="825699" y="13999"/>
                  </a:lnTo>
                  <a:lnTo>
                    <a:pt x="842417" y="14283"/>
                  </a:lnTo>
                  <a:lnTo>
                    <a:pt x="858635" y="14558"/>
                  </a:lnTo>
                  <a:lnTo>
                    <a:pt x="874384" y="14825"/>
                  </a:lnTo>
                  <a:lnTo>
                    <a:pt x="889689" y="15084"/>
                  </a:lnTo>
                  <a:lnTo>
                    <a:pt x="904574" y="15337"/>
                  </a:lnTo>
                  <a:lnTo>
                    <a:pt x="919063" y="15582"/>
                  </a:lnTo>
                  <a:lnTo>
                    <a:pt x="933175" y="15822"/>
                  </a:lnTo>
                  <a:lnTo>
                    <a:pt x="946930" y="16055"/>
                  </a:lnTo>
                  <a:lnTo>
                    <a:pt x="960345" y="16282"/>
                  </a:lnTo>
                  <a:lnTo>
                    <a:pt x="973437" y="16504"/>
                  </a:lnTo>
                  <a:lnTo>
                    <a:pt x="986220" y="16721"/>
                  </a:lnTo>
                  <a:lnTo>
                    <a:pt x="998710" y="16933"/>
                  </a:lnTo>
                  <a:lnTo>
                    <a:pt x="1010919" y="17140"/>
                  </a:lnTo>
                  <a:lnTo>
                    <a:pt x="1022860" y="17342"/>
                  </a:lnTo>
                  <a:lnTo>
                    <a:pt x="1034544" y="17540"/>
                  </a:lnTo>
                  <a:lnTo>
                    <a:pt x="1045982" y="17734"/>
                  </a:lnTo>
                  <a:lnTo>
                    <a:pt x="1057185" y="17924"/>
                  </a:lnTo>
                  <a:lnTo>
                    <a:pt x="1068160" y="18110"/>
                  </a:lnTo>
                  <a:lnTo>
                    <a:pt x="1078919" y="18293"/>
                  </a:lnTo>
                  <a:lnTo>
                    <a:pt x="1089468" y="18472"/>
                  </a:lnTo>
                  <a:lnTo>
                    <a:pt x="1099817" y="18647"/>
                  </a:lnTo>
                  <a:lnTo>
                    <a:pt x="1109972" y="18819"/>
                  </a:lnTo>
                  <a:lnTo>
                    <a:pt x="1119941" y="18988"/>
                  </a:lnTo>
                  <a:lnTo>
                    <a:pt x="1129730" y="19154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428440" y="1758539"/>
              <a:ext cx="1129730" cy="134030"/>
            </a:xfrm>
            <a:custGeom>
              <a:avLst/>
              <a:pathLst>
                <a:path w="1129730" h="134030">
                  <a:moveTo>
                    <a:pt x="0" y="134030"/>
                  </a:moveTo>
                  <a:lnTo>
                    <a:pt x="72545" y="125423"/>
                  </a:lnTo>
                  <a:lnTo>
                    <a:pt x="136535" y="117832"/>
                  </a:lnTo>
                  <a:lnTo>
                    <a:pt x="193776" y="111041"/>
                  </a:lnTo>
                  <a:lnTo>
                    <a:pt x="245557" y="104897"/>
                  </a:lnTo>
                  <a:lnTo>
                    <a:pt x="292829" y="99289"/>
                  </a:lnTo>
                  <a:lnTo>
                    <a:pt x="336315" y="94130"/>
                  </a:lnTo>
                  <a:lnTo>
                    <a:pt x="376576" y="89353"/>
                  </a:lnTo>
                  <a:lnTo>
                    <a:pt x="414059" y="84906"/>
                  </a:lnTo>
                  <a:lnTo>
                    <a:pt x="449122" y="80747"/>
                  </a:lnTo>
                  <a:lnTo>
                    <a:pt x="482059" y="76839"/>
                  </a:lnTo>
                  <a:lnTo>
                    <a:pt x="513112" y="73155"/>
                  </a:lnTo>
                  <a:lnTo>
                    <a:pt x="542486" y="69670"/>
                  </a:lnTo>
                  <a:lnTo>
                    <a:pt x="570353" y="66364"/>
                  </a:lnTo>
                  <a:lnTo>
                    <a:pt x="596860" y="63219"/>
                  </a:lnTo>
                  <a:lnTo>
                    <a:pt x="622133" y="60221"/>
                  </a:lnTo>
                  <a:lnTo>
                    <a:pt x="646283" y="57355"/>
                  </a:lnTo>
                  <a:lnTo>
                    <a:pt x="669405" y="54612"/>
                  </a:lnTo>
                  <a:lnTo>
                    <a:pt x="691583" y="51981"/>
                  </a:lnTo>
                  <a:lnTo>
                    <a:pt x="712891" y="49453"/>
                  </a:lnTo>
                  <a:lnTo>
                    <a:pt x="733395" y="47020"/>
                  </a:lnTo>
                  <a:lnTo>
                    <a:pt x="753153" y="44676"/>
                  </a:lnTo>
                  <a:lnTo>
                    <a:pt x="772218" y="42415"/>
                  </a:lnTo>
                  <a:lnTo>
                    <a:pt x="790636" y="40229"/>
                  </a:lnTo>
                  <a:lnTo>
                    <a:pt x="808450" y="38116"/>
                  </a:lnTo>
                  <a:lnTo>
                    <a:pt x="825699" y="36070"/>
                  </a:lnTo>
                  <a:lnTo>
                    <a:pt x="842417" y="34086"/>
                  </a:lnTo>
                  <a:lnTo>
                    <a:pt x="858635" y="32162"/>
                  </a:lnTo>
                  <a:lnTo>
                    <a:pt x="874384" y="30294"/>
                  </a:lnTo>
                  <a:lnTo>
                    <a:pt x="889689" y="28478"/>
                  </a:lnTo>
                  <a:lnTo>
                    <a:pt x="904574" y="26712"/>
                  </a:lnTo>
                  <a:lnTo>
                    <a:pt x="919063" y="24993"/>
                  </a:lnTo>
                  <a:lnTo>
                    <a:pt x="933175" y="23319"/>
                  </a:lnTo>
                  <a:lnTo>
                    <a:pt x="946930" y="21687"/>
                  </a:lnTo>
                  <a:lnTo>
                    <a:pt x="960345" y="20095"/>
                  </a:lnTo>
                  <a:lnTo>
                    <a:pt x="973437" y="18542"/>
                  </a:lnTo>
                  <a:lnTo>
                    <a:pt x="986220" y="17025"/>
                  </a:lnTo>
                  <a:lnTo>
                    <a:pt x="998710" y="15544"/>
                  </a:lnTo>
                  <a:lnTo>
                    <a:pt x="1010919" y="14095"/>
                  </a:lnTo>
                  <a:lnTo>
                    <a:pt x="1022860" y="12678"/>
                  </a:lnTo>
                  <a:lnTo>
                    <a:pt x="1034544" y="11292"/>
                  </a:lnTo>
                  <a:lnTo>
                    <a:pt x="1045982" y="9935"/>
                  </a:lnTo>
                  <a:lnTo>
                    <a:pt x="1057185" y="8606"/>
                  </a:lnTo>
                  <a:lnTo>
                    <a:pt x="1068160" y="7304"/>
                  </a:lnTo>
                  <a:lnTo>
                    <a:pt x="1078919" y="6028"/>
                  </a:lnTo>
                  <a:lnTo>
                    <a:pt x="1089468" y="4776"/>
                  </a:lnTo>
                  <a:lnTo>
                    <a:pt x="1099817" y="3548"/>
                  </a:lnTo>
                  <a:lnTo>
                    <a:pt x="1109972" y="2344"/>
                  </a:lnTo>
                  <a:lnTo>
                    <a:pt x="1119941" y="1161"/>
                  </a:lnTo>
                  <a:lnTo>
                    <a:pt x="1129730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428440" y="1559589"/>
              <a:ext cx="1129730" cy="492825"/>
            </a:xfrm>
            <a:custGeom>
              <a:avLst/>
              <a:pathLst>
                <a:path w="1129730" h="492825">
                  <a:moveTo>
                    <a:pt x="0" y="492825"/>
                  </a:moveTo>
                  <a:lnTo>
                    <a:pt x="72545" y="461178"/>
                  </a:lnTo>
                  <a:lnTo>
                    <a:pt x="136535" y="433263"/>
                  </a:lnTo>
                  <a:lnTo>
                    <a:pt x="193776" y="408293"/>
                  </a:lnTo>
                  <a:lnTo>
                    <a:pt x="245557" y="385705"/>
                  </a:lnTo>
                  <a:lnTo>
                    <a:pt x="292829" y="365083"/>
                  </a:lnTo>
                  <a:lnTo>
                    <a:pt x="336315" y="346113"/>
                  </a:lnTo>
                  <a:lnTo>
                    <a:pt x="376576" y="328550"/>
                  </a:lnTo>
                  <a:lnTo>
                    <a:pt x="414059" y="312198"/>
                  </a:lnTo>
                  <a:lnTo>
                    <a:pt x="449122" y="296903"/>
                  </a:lnTo>
                  <a:lnTo>
                    <a:pt x="482059" y="282535"/>
                  </a:lnTo>
                  <a:lnTo>
                    <a:pt x="513112" y="268988"/>
                  </a:lnTo>
                  <a:lnTo>
                    <a:pt x="542486" y="256174"/>
                  </a:lnTo>
                  <a:lnTo>
                    <a:pt x="570353" y="244018"/>
                  </a:lnTo>
                  <a:lnTo>
                    <a:pt x="596860" y="232455"/>
                  </a:lnTo>
                  <a:lnTo>
                    <a:pt x="622133" y="221430"/>
                  </a:lnTo>
                  <a:lnTo>
                    <a:pt x="646283" y="210895"/>
                  </a:lnTo>
                  <a:lnTo>
                    <a:pt x="669405" y="200808"/>
                  </a:lnTo>
                  <a:lnTo>
                    <a:pt x="691583" y="191133"/>
                  </a:lnTo>
                  <a:lnTo>
                    <a:pt x="712891" y="181838"/>
                  </a:lnTo>
                  <a:lnTo>
                    <a:pt x="733395" y="172894"/>
                  </a:lnTo>
                  <a:lnTo>
                    <a:pt x="753153" y="164275"/>
                  </a:lnTo>
                  <a:lnTo>
                    <a:pt x="772218" y="155958"/>
                  </a:lnTo>
                  <a:lnTo>
                    <a:pt x="790636" y="147923"/>
                  </a:lnTo>
                  <a:lnTo>
                    <a:pt x="808450" y="140152"/>
                  </a:lnTo>
                  <a:lnTo>
                    <a:pt x="825699" y="132628"/>
                  </a:lnTo>
                  <a:lnTo>
                    <a:pt x="842417" y="125335"/>
                  </a:lnTo>
                  <a:lnTo>
                    <a:pt x="858635" y="118260"/>
                  </a:lnTo>
                  <a:lnTo>
                    <a:pt x="874384" y="111390"/>
                  </a:lnTo>
                  <a:lnTo>
                    <a:pt x="889689" y="104713"/>
                  </a:lnTo>
                  <a:lnTo>
                    <a:pt x="904574" y="98220"/>
                  </a:lnTo>
                  <a:lnTo>
                    <a:pt x="919063" y="91899"/>
                  </a:lnTo>
                  <a:lnTo>
                    <a:pt x="933175" y="85743"/>
                  </a:lnTo>
                  <a:lnTo>
                    <a:pt x="946930" y="79743"/>
                  </a:lnTo>
                  <a:lnTo>
                    <a:pt x="960345" y="73891"/>
                  </a:lnTo>
                  <a:lnTo>
                    <a:pt x="973437" y="68180"/>
                  </a:lnTo>
                  <a:lnTo>
                    <a:pt x="986220" y="62603"/>
                  </a:lnTo>
                  <a:lnTo>
                    <a:pt x="998710" y="57155"/>
                  </a:lnTo>
                  <a:lnTo>
                    <a:pt x="1010919" y="51829"/>
                  </a:lnTo>
                  <a:lnTo>
                    <a:pt x="1022860" y="46620"/>
                  </a:lnTo>
                  <a:lnTo>
                    <a:pt x="1034544" y="41523"/>
                  </a:lnTo>
                  <a:lnTo>
                    <a:pt x="1045982" y="36533"/>
                  </a:lnTo>
                  <a:lnTo>
                    <a:pt x="1057185" y="31646"/>
                  </a:lnTo>
                  <a:lnTo>
                    <a:pt x="1068160" y="26858"/>
                  </a:lnTo>
                  <a:lnTo>
                    <a:pt x="1078919" y="22165"/>
                  </a:lnTo>
                  <a:lnTo>
                    <a:pt x="1089468" y="17563"/>
                  </a:lnTo>
                  <a:lnTo>
                    <a:pt x="1099817" y="13049"/>
                  </a:lnTo>
                  <a:lnTo>
                    <a:pt x="1109972" y="8619"/>
                  </a:lnTo>
                  <a:lnTo>
                    <a:pt x="1119941" y="4270"/>
                  </a:lnTo>
                  <a:lnTo>
                    <a:pt x="112973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428440" y="1640585"/>
              <a:ext cx="1129730" cy="368574"/>
            </a:xfrm>
            <a:custGeom>
              <a:avLst/>
              <a:pathLst>
                <a:path w="1129730" h="368574">
                  <a:moveTo>
                    <a:pt x="0" y="368574"/>
                  </a:moveTo>
                  <a:lnTo>
                    <a:pt x="72545" y="344906"/>
                  </a:lnTo>
                  <a:lnTo>
                    <a:pt x="136535" y="324029"/>
                  </a:lnTo>
                  <a:lnTo>
                    <a:pt x="193776" y="305354"/>
                  </a:lnTo>
                  <a:lnTo>
                    <a:pt x="245557" y="288461"/>
                  </a:lnTo>
                  <a:lnTo>
                    <a:pt x="292829" y="273038"/>
                  </a:lnTo>
                  <a:lnTo>
                    <a:pt x="336315" y="258851"/>
                  </a:lnTo>
                  <a:lnTo>
                    <a:pt x="376576" y="245716"/>
                  </a:lnTo>
                  <a:lnTo>
                    <a:pt x="414059" y="233487"/>
                  </a:lnTo>
                  <a:lnTo>
                    <a:pt x="449122" y="222048"/>
                  </a:lnTo>
                  <a:lnTo>
                    <a:pt x="482059" y="211302"/>
                  </a:lnTo>
                  <a:lnTo>
                    <a:pt x="513112" y="201171"/>
                  </a:lnTo>
                  <a:lnTo>
                    <a:pt x="542486" y="191588"/>
                  </a:lnTo>
                  <a:lnTo>
                    <a:pt x="570353" y="182496"/>
                  </a:lnTo>
                  <a:lnTo>
                    <a:pt x="596860" y="173848"/>
                  </a:lnTo>
                  <a:lnTo>
                    <a:pt x="622133" y="165603"/>
                  </a:lnTo>
                  <a:lnTo>
                    <a:pt x="646283" y="157724"/>
                  </a:lnTo>
                  <a:lnTo>
                    <a:pt x="669405" y="150180"/>
                  </a:lnTo>
                  <a:lnTo>
                    <a:pt x="691583" y="142945"/>
                  </a:lnTo>
                  <a:lnTo>
                    <a:pt x="712891" y="135993"/>
                  </a:lnTo>
                  <a:lnTo>
                    <a:pt x="733395" y="129304"/>
                  </a:lnTo>
                  <a:lnTo>
                    <a:pt x="753153" y="122858"/>
                  </a:lnTo>
                  <a:lnTo>
                    <a:pt x="772218" y="116638"/>
                  </a:lnTo>
                  <a:lnTo>
                    <a:pt x="790636" y="110629"/>
                  </a:lnTo>
                  <a:lnTo>
                    <a:pt x="808450" y="104817"/>
                  </a:lnTo>
                  <a:lnTo>
                    <a:pt x="825699" y="99190"/>
                  </a:lnTo>
                  <a:lnTo>
                    <a:pt x="842417" y="93735"/>
                  </a:lnTo>
                  <a:lnTo>
                    <a:pt x="858635" y="88444"/>
                  </a:lnTo>
                  <a:lnTo>
                    <a:pt x="874384" y="83306"/>
                  </a:lnTo>
                  <a:lnTo>
                    <a:pt x="889689" y="78313"/>
                  </a:lnTo>
                  <a:lnTo>
                    <a:pt x="904574" y="73457"/>
                  </a:lnTo>
                  <a:lnTo>
                    <a:pt x="919063" y="68730"/>
                  </a:lnTo>
                  <a:lnTo>
                    <a:pt x="933175" y="64126"/>
                  </a:lnTo>
                  <a:lnTo>
                    <a:pt x="946930" y="59638"/>
                  </a:lnTo>
                  <a:lnTo>
                    <a:pt x="960345" y="55261"/>
                  </a:lnTo>
                  <a:lnTo>
                    <a:pt x="973437" y="50990"/>
                  </a:lnTo>
                  <a:lnTo>
                    <a:pt x="986220" y="46820"/>
                  </a:lnTo>
                  <a:lnTo>
                    <a:pt x="998710" y="42745"/>
                  </a:lnTo>
                  <a:lnTo>
                    <a:pt x="1010919" y="38761"/>
                  </a:lnTo>
                  <a:lnTo>
                    <a:pt x="1022860" y="34866"/>
                  </a:lnTo>
                  <a:lnTo>
                    <a:pt x="1034544" y="31054"/>
                  </a:lnTo>
                  <a:lnTo>
                    <a:pt x="1045982" y="27322"/>
                  </a:lnTo>
                  <a:lnTo>
                    <a:pt x="1057185" y="23668"/>
                  </a:lnTo>
                  <a:lnTo>
                    <a:pt x="1068160" y="20087"/>
                  </a:lnTo>
                  <a:lnTo>
                    <a:pt x="1078919" y="16577"/>
                  </a:lnTo>
                  <a:lnTo>
                    <a:pt x="1089468" y="13135"/>
                  </a:lnTo>
                  <a:lnTo>
                    <a:pt x="1099817" y="9759"/>
                  </a:lnTo>
                  <a:lnTo>
                    <a:pt x="1109972" y="6446"/>
                  </a:lnTo>
                  <a:lnTo>
                    <a:pt x="1119941" y="3193"/>
                  </a:lnTo>
                  <a:lnTo>
                    <a:pt x="1129730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428440" y="1849065"/>
              <a:ext cx="1129730" cy="51297"/>
            </a:xfrm>
            <a:custGeom>
              <a:avLst/>
              <a:pathLst>
                <a:path w="1129730" h="51297">
                  <a:moveTo>
                    <a:pt x="0" y="0"/>
                  </a:moveTo>
                  <a:lnTo>
                    <a:pt x="72545" y="3294"/>
                  </a:lnTo>
                  <a:lnTo>
                    <a:pt x="136535" y="6199"/>
                  </a:lnTo>
                  <a:lnTo>
                    <a:pt x="193776" y="8798"/>
                  </a:lnTo>
                  <a:lnTo>
                    <a:pt x="245557" y="11150"/>
                  </a:lnTo>
                  <a:lnTo>
                    <a:pt x="292829" y="13296"/>
                  </a:lnTo>
                  <a:lnTo>
                    <a:pt x="336315" y="15271"/>
                  </a:lnTo>
                  <a:lnTo>
                    <a:pt x="376576" y="17099"/>
                  </a:lnTo>
                  <a:lnTo>
                    <a:pt x="414059" y="18801"/>
                  </a:lnTo>
                  <a:lnTo>
                    <a:pt x="449122" y="20393"/>
                  </a:lnTo>
                  <a:lnTo>
                    <a:pt x="482059" y="21888"/>
                  </a:lnTo>
                  <a:lnTo>
                    <a:pt x="513112" y="23298"/>
                  </a:lnTo>
                  <a:lnTo>
                    <a:pt x="542486" y="24632"/>
                  </a:lnTo>
                  <a:lnTo>
                    <a:pt x="570353" y="25898"/>
                  </a:lnTo>
                  <a:lnTo>
                    <a:pt x="596860" y="27101"/>
                  </a:lnTo>
                  <a:lnTo>
                    <a:pt x="622133" y="28249"/>
                  </a:lnTo>
                  <a:lnTo>
                    <a:pt x="646283" y="29345"/>
                  </a:lnTo>
                  <a:lnTo>
                    <a:pt x="669405" y="30395"/>
                  </a:lnTo>
                  <a:lnTo>
                    <a:pt x="691583" y="31402"/>
                  </a:lnTo>
                  <a:lnTo>
                    <a:pt x="712891" y="32370"/>
                  </a:lnTo>
                  <a:lnTo>
                    <a:pt x="733395" y="33301"/>
                  </a:lnTo>
                  <a:lnTo>
                    <a:pt x="753153" y="34198"/>
                  </a:lnTo>
                  <a:lnTo>
                    <a:pt x="772218" y="35064"/>
                  </a:lnTo>
                  <a:lnTo>
                    <a:pt x="790636" y="35900"/>
                  </a:lnTo>
                  <a:lnTo>
                    <a:pt x="808450" y="36709"/>
                  </a:lnTo>
                  <a:lnTo>
                    <a:pt x="825699" y="37492"/>
                  </a:lnTo>
                  <a:lnTo>
                    <a:pt x="842417" y="38251"/>
                  </a:lnTo>
                  <a:lnTo>
                    <a:pt x="858635" y="38988"/>
                  </a:lnTo>
                  <a:lnTo>
                    <a:pt x="874384" y="39703"/>
                  </a:lnTo>
                  <a:lnTo>
                    <a:pt x="889689" y="40398"/>
                  </a:lnTo>
                  <a:lnTo>
                    <a:pt x="904574" y="41074"/>
                  </a:lnTo>
                  <a:lnTo>
                    <a:pt x="919063" y="41731"/>
                  </a:lnTo>
                  <a:lnTo>
                    <a:pt x="933175" y="42372"/>
                  </a:lnTo>
                  <a:lnTo>
                    <a:pt x="946930" y="42997"/>
                  </a:lnTo>
                  <a:lnTo>
                    <a:pt x="960345" y="43606"/>
                  </a:lnTo>
                  <a:lnTo>
                    <a:pt x="973437" y="44200"/>
                  </a:lnTo>
                  <a:lnTo>
                    <a:pt x="986220" y="44781"/>
                  </a:lnTo>
                  <a:lnTo>
                    <a:pt x="998710" y="45348"/>
                  </a:lnTo>
                  <a:lnTo>
                    <a:pt x="1010919" y="45902"/>
                  </a:lnTo>
                  <a:lnTo>
                    <a:pt x="1022860" y="46445"/>
                  </a:lnTo>
                  <a:lnTo>
                    <a:pt x="1034544" y="46975"/>
                  </a:lnTo>
                  <a:lnTo>
                    <a:pt x="1045982" y="47494"/>
                  </a:lnTo>
                  <a:lnTo>
                    <a:pt x="1057185" y="48003"/>
                  </a:lnTo>
                  <a:lnTo>
                    <a:pt x="1068160" y="48502"/>
                  </a:lnTo>
                  <a:lnTo>
                    <a:pt x="1078919" y="48990"/>
                  </a:lnTo>
                  <a:lnTo>
                    <a:pt x="1089468" y="49469"/>
                  </a:lnTo>
                  <a:lnTo>
                    <a:pt x="1099817" y="49939"/>
                  </a:lnTo>
                  <a:lnTo>
                    <a:pt x="1109972" y="50400"/>
                  </a:lnTo>
                  <a:lnTo>
                    <a:pt x="1119941" y="50853"/>
                  </a:lnTo>
                  <a:lnTo>
                    <a:pt x="1129730" y="51297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" name="rc99"/>
            <p:cNvSpPr/>
            <p:nvPr/>
          </p:nvSpPr>
          <p:spPr>
            <a:xfrm>
              <a:off x="1342663" y="1185068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342663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1"/>
            <p:cNvSpPr/>
            <p:nvPr/>
          </p:nvSpPr>
          <p:spPr>
            <a:xfrm rot="-5400000">
              <a:off x="1152636" y="227288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03" name="tx102"/>
            <p:cNvSpPr/>
            <p:nvPr/>
          </p:nvSpPr>
          <p:spPr>
            <a:xfrm rot="-5400000">
              <a:off x="1152636" y="199413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4" name="tx103"/>
            <p:cNvSpPr/>
            <p:nvPr/>
          </p:nvSpPr>
          <p:spPr>
            <a:xfrm rot="-5400000">
              <a:off x="1152636" y="171537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5" name="tx104"/>
            <p:cNvSpPr/>
            <p:nvPr/>
          </p:nvSpPr>
          <p:spPr>
            <a:xfrm rot="-5400000">
              <a:off x="1152636" y="143661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6" name="tx105"/>
            <p:cNvSpPr/>
            <p:nvPr/>
          </p:nvSpPr>
          <p:spPr>
            <a:xfrm rot="-5400000">
              <a:off x="1152636" y="115786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7" name="pl106"/>
            <p:cNvSpPr/>
            <p:nvPr/>
          </p:nvSpPr>
          <p:spPr>
            <a:xfrm>
              <a:off x="1311032" y="231390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311032" y="203514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311032" y="175638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311032" y="147762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1311032" y="119887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1342663" y="2356600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1428440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1805017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2181594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2558171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6"/>
            <p:cNvSpPr/>
            <p:nvPr/>
          </p:nvSpPr>
          <p:spPr>
            <a:xfrm>
              <a:off x="1342663" y="990315"/>
              <a:ext cx="51224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8" name="rc117"/>
            <p:cNvSpPr/>
            <p:nvPr/>
          </p:nvSpPr>
          <p:spPr>
            <a:xfrm>
              <a:off x="2773505" y="1185068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827162" y="194215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35714" y="192577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836845" y="1823186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10774" y="175944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15102" y="219500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811017" y="226162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828823" y="183381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804023" y="221622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805972" y="183269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823194" y="166695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3180244" y="184749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206675" y="188677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229051" y="132626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205441" y="182029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213083" y="141310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202869" y="173580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225884" y="167685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225346" y="193045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209097" y="184308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224919" y="209092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214579" y="210725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207200" y="204007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215492" y="226987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181452" y="214485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198112" y="219021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200877" y="201776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228682" y="211336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207865" y="186458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591907" y="147040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99974" y="193698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61195" y="166217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76093" y="191296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98709" y="174170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60306" y="191622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65212" y="141622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90125" y="173406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596886" y="181500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79035" y="205079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563338" y="182312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585688" y="130673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600497" y="167471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64058" y="191490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82895" y="192328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58907" y="204467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592745" y="224389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591477" y="211364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592615" y="207489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605931" y="171470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942030" y="166158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969355" y="157128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955400" y="179942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937618" y="188405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936752" y="227486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948574" y="188677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956743" y="227436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945932" y="1814705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944616" y="189643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966896" y="216829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952888" y="175802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942559" y="120983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966420" y="195645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966344" y="166386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937139" y="170810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938612" y="156909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980181" y="176792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943888" y="158662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975903" y="197265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956787" y="172805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945171" y="192206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978818" y="215666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984014" y="138426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958044" y="165647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2857970" y="1700899"/>
              <a:ext cx="1133912" cy="164475"/>
            </a:xfrm>
            <a:custGeom>
              <a:avLst/>
              <a:pathLst>
                <a:path w="1133912" h="164475">
                  <a:moveTo>
                    <a:pt x="0" y="164475"/>
                  </a:moveTo>
                  <a:lnTo>
                    <a:pt x="72814" y="153914"/>
                  </a:lnTo>
                  <a:lnTo>
                    <a:pt x="137040" y="144597"/>
                  </a:lnTo>
                  <a:lnTo>
                    <a:pt x="194493" y="136264"/>
                  </a:lnTo>
                  <a:lnTo>
                    <a:pt x="246465" y="128725"/>
                  </a:lnTo>
                  <a:lnTo>
                    <a:pt x="293912" y="121843"/>
                  </a:lnTo>
                  <a:lnTo>
                    <a:pt x="337559" y="115512"/>
                  </a:lnTo>
                  <a:lnTo>
                    <a:pt x="377970" y="109650"/>
                  </a:lnTo>
                  <a:lnTo>
                    <a:pt x="415592" y="104193"/>
                  </a:lnTo>
                  <a:lnTo>
                    <a:pt x="450785" y="99088"/>
                  </a:lnTo>
                  <a:lnTo>
                    <a:pt x="483843" y="94293"/>
                  </a:lnTo>
                  <a:lnTo>
                    <a:pt x="515011" y="89772"/>
                  </a:lnTo>
                  <a:lnTo>
                    <a:pt x="544494" y="85496"/>
                  </a:lnTo>
                  <a:lnTo>
                    <a:pt x="572464" y="81438"/>
                  </a:lnTo>
                  <a:lnTo>
                    <a:pt x="599069" y="77579"/>
                  </a:lnTo>
                  <a:lnTo>
                    <a:pt x="624436" y="73900"/>
                  </a:lnTo>
                  <a:lnTo>
                    <a:pt x="648676" y="70384"/>
                  </a:lnTo>
                  <a:lnTo>
                    <a:pt x="671883" y="67018"/>
                  </a:lnTo>
                  <a:lnTo>
                    <a:pt x="694143" y="63789"/>
                  </a:lnTo>
                  <a:lnTo>
                    <a:pt x="715530" y="60686"/>
                  </a:lnTo>
                  <a:lnTo>
                    <a:pt x="736110" y="57701"/>
                  </a:lnTo>
                  <a:lnTo>
                    <a:pt x="755941" y="54825"/>
                  </a:lnTo>
                  <a:lnTo>
                    <a:pt x="775076" y="52049"/>
                  </a:lnTo>
                  <a:lnTo>
                    <a:pt x="793563" y="49368"/>
                  </a:lnTo>
                  <a:lnTo>
                    <a:pt x="811443" y="46774"/>
                  </a:lnTo>
                  <a:lnTo>
                    <a:pt x="828755" y="44263"/>
                  </a:lnTo>
                  <a:lnTo>
                    <a:pt x="845535" y="41829"/>
                  </a:lnTo>
                  <a:lnTo>
                    <a:pt x="861814" y="39468"/>
                  </a:lnTo>
                  <a:lnTo>
                    <a:pt x="877621" y="37175"/>
                  </a:lnTo>
                  <a:lnTo>
                    <a:pt x="892982" y="34947"/>
                  </a:lnTo>
                  <a:lnTo>
                    <a:pt x="907923" y="32780"/>
                  </a:lnTo>
                  <a:lnTo>
                    <a:pt x="922465" y="30670"/>
                  </a:lnTo>
                  <a:lnTo>
                    <a:pt x="936629" y="28616"/>
                  </a:lnTo>
                  <a:lnTo>
                    <a:pt x="950435" y="26613"/>
                  </a:lnTo>
                  <a:lnTo>
                    <a:pt x="963900" y="24660"/>
                  </a:lnTo>
                  <a:lnTo>
                    <a:pt x="977040" y="22754"/>
                  </a:lnTo>
                  <a:lnTo>
                    <a:pt x="989871" y="20893"/>
                  </a:lnTo>
                  <a:lnTo>
                    <a:pt x="1002407" y="19075"/>
                  </a:lnTo>
                  <a:lnTo>
                    <a:pt x="1014661" y="17297"/>
                  </a:lnTo>
                  <a:lnTo>
                    <a:pt x="1026646" y="15559"/>
                  </a:lnTo>
                  <a:lnTo>
                    <a:pt x="1038374" y="13857"/>
                  </a:lnTo>
                  <a:lnTo>
                    <a:pt x="1049854" y="12192"/>
                  </a:lnTo>
                  <a:lnTo>
                    <a:pt x="1061098" y="10561"/>
                  </a:lnTo>
                  <a:lnTo>
                    <a:pt x="1072114" y="8963"/>
                  </a:lnTo>
                  <a:lnTo>
                    <a:pt x="1082912" y="7397"/>
                  </a:lnTo>
                  <a:lnTo>
                    <a:pt x="1093501" y="5861"/>
                  </a:lnTo>
                  <a:lnTo>
                    <a:pt x="1103888" y="4355"/>
                  </a:lnTo>
                  <a:lnTo>
                    <a:pt x="1114081" y="2876"/>
                  </a:lnTo>
                  <a:lnTo>
                    <a:pt x="1124086" y="1425"/>
                  </a:lnTo>
                  <a:lnTo>
                    <a:pt x="1133912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2857970" y="1440884"/>
              <a:ext cx="1133912" cy="282226"/>
            </a:xfrm>
            <a:custGeom>
              <a:avLst/>
              <a:pathLst>
                <a:path w="1133912" h="282226">
                  <a:moveTo>
                    <a:pt x="0" y="282226"/>
                  </a:moveTo>
                  <a:lnTo>
                    <a:pt x="72814" y="264103"/>
                  </a:lnTo>
                  <a:lnTo>
                    <a:pt x="137040" y="248117"/>
                  </a:lnTo>
                  <a:lnTo>
                    <a:pt x="194493" y="233817"/>
                  </a:lnTo>
                  <a:lnTo>
                    <a:pt x="246465" y="220882"/>
                  </a:lnTo>
                  <a:lnTo>
                    <a:pt x="293912" y="209072"/>
                  </a:lnTo>
                  <a:lnTo>
                    <a:pt x="337559" y="198209"/>
                  </a:lnTo>
                  <a:lnTo>
                    <a:pt x="377970" y="188151"/>
                  </a:lnTo>
                  <a:lnTo>
                    <a:pt x="415592" y="178787"/>
                  </a:lnTo>
                  <a:lnTo>
                    <a:pt x="450785" y="170027"/>
                  </a:lnTo>
                  <a:lnTo>
                    <a:pt x="483843" y="161799"/>
                  </a:lnTo>
                  <a:lnTo>
                    <a:pt x="515011" y="154042"/>
                  </a:lnTo>
                  <a:lnTo>
                    <a:pt x="544494" y="146703"/>
                  </a:lnTo>
                  <a:lnTo>
                    <a:pt x="572464" y="139742"/>
                  </a:lnTo>
                  <a:lnTo>
                    <a:pt x="599069" y="133120"/>
                  </a:lnTo>
                  <a:lnTo>
                    <a:pt x="624436" y="126806"/>
                  </a:lnTo>
                  <a:lnTo>
                    <a:pt x="648676" y="120773"/>
                  </a:lnTo>
                  <a:lnTo>
                    <a:pt x="671883" y="114997"/>
                  </a:lnTo>
                  <a:lnTo>
                    <a:pt x="694143" y="109456"/>
                  </a:lnTo>
                  <a:lnTo>
                    <a:pt x="715530" y="104133"/>
                  </a:lnTo>
                  <a:lnTo>
                    <a:pt x="736110" y="99011"/>
                  </a:lnTo>
                  <a:lnTo>
                    <a:pt x="755941" y="94075"/>
                  </a:lnTo>
                  <a:lnTo>
                    <a:pt x="775076" y="89312"/>
                  </a:lnTo>
                  <a:lnTo>
                    <a:pt x="793563" y="84711"/>
                  </a:lnTo>
                  <a:lnTo>
                    <a:pt x="811443" y="80261"/>
                  </a:lnTo>
                  <a:lnTo>
                    <a:pt x="828755" y="75952"/>
                  </a:lnTo>
                  <a:lnTo>
                    <a:pt x="845535" y="71775"/>
                  </a:lnTo>
                  <a:lnTo>
                    <a:pt x="861814" y="67724"/>
                  </a:lnTo>
                  <a:lnTo>
                    <a:pt x="877621" y="63789"/>
                  </a:lnTo>
                  <a:lnTo>
                    <a:pt x="892982" y="59966"/>
                  </a:lnTo>
                  <a:lnTo>
                    <a:pt x="907923" y="56247"/>
                  </a:lnTo>
                  <a:lnTo>
                    <a:pt x="922465" y="52628"/>
                  </a:lnTo>
                  <a:lnTo>
                    <a:pt x="936629" y="49102"/>
                  </a:lnTo>
                  <a:lnTo>
                    <a:pt x="950435" y="45666"/>
                  </a:lnTo>
                  <a:lnTo>
                    <a:pt x="963900" y="42315"/>
                  </a:lnTo>
                  <a:lnTo>
                    <a:pt x="977040" y="39044"/>
                  </a:lnTo>
                  <a:lnTo>
                    <a:pt x="989871" y="35851"/>
                  </a:lnTo>
                  <a:lnTo>
                    <a:pt x="1002407" y="32731"/>
                  </a:lnTo>
                  <a:lnTo>
                    <a:pt x="1014661" y="29681"/>
                  </a:lnTo>
                  <a:lnTo>
                    <a:pt x="1026646" y="26697"/>
                  </a:lnTo>
                  <a:lnTo>
                    <a:pt x="1038374" y="23779"/>
                  </a:lnTo>
                  <a:lnTo>
                    <a:pt x="1049854" y="20921"/>
                  </a:lnTo>
                  <a:lnTo>
                    <a:pt x="1061098" y="18123"/>
                  </a:lnTo>
                  <a:lnTo>
                    <a:pt x="1072114" y="15381"/>
                  </a:lnTo>
                  <a:lnTo>
                    <a:pt x="1082912" y="12693"/>
                  </a:lnTo>
                  <a:lnTo>
                    <a:pt x="1093501" y="10058"/>
                  </a:lnTo>
                  <a:lnTo>
                    <a:pt x="1103888" y="7472"/>
                  </a:lnTo>
                  <a:lnTo>
                    <a:pt x="1114081" y="4935"/>
                  </a:lnTo>
                  <a:lnTo>
                    <a:pt x="1124086" y="2445"/>
                  </a:lnTo>
                  <a:lnTo>
                    <a:pt x="1133912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2857970" y="1776604"/>
              <a:ext cx="1133912" cy="41771"/>
            </a:xfrm>
            <a:custGeom>
              <a:avLst/>
              <a:pathLst>
                <a:path w="1133912" h="41771">
                  <a:moveTo>
                    <a:pt x="0" y="41771"/>
                  </a:moveTo>
                  <a:lnTo>
                    <a:pt x="72814" y="39089"/>
                  </a:lnTo>
                  <a:lnTo>
                    <a:pt x="137040" y="36723"/>
                  </a:lnTo>
                  <a:lnTo>
                    <a:pt x="194493" y="34606"/>
                  </a:lnTo>
                  <a:lnTo>
                    <a:pt x="246465" y="32692"/>
                  </a:lnTo>
                  <a:lnTo>
                    <a:pt x="293912" y="30944"/>
                  </a:lnTo>
                  <a:lnTo>
                    <a:pt x="337559" y="29336"/>
                  </a:lnTo>
                  <a:lnTo>
                    <a:pt x="377970" y="27847"/>
                  </a:lnTo>
                  <a:lnTo>
                    <a:pt x="415592" y="26461"/>
                  </a:lnTo>
                  <a:lnTo>
                    <a:pt x="450785" y="25165"/>
                  </a:lnTo>
                  <a:lnTo>
                    <a:pt x="483843" y="23947"/>
                  </a:lnTo>
                  <a:lnTo>
                    <a:pt x="515011" y="22799"/>
                  </a:lnTo>
                  <a:lnTo>
                    <a:pt x="544494" y="21713"/>
                  </a:lnTo>
                  <a:lnTo>
                    <a:pt x="572464" y="20682"/>
                  </a:lnTo>
                  <a:lnTo>
                    <a:pt x="599069" y="19702"/>
                  </a:lnTo>
                  <a:lnTo>
                    <a:pt x="624436" y="18768"/>
                  </a:lnTo>
                  <a:lnTo>
                    <a:pt x="648676" y="17875"/>
                  </a:lnTo>
                  <a:lnTo>
                    <a:pt x="671883" y="17020"/>
                  </a:lnTo>
                  <a:lnTo>
                    <a:pt x="694143" y="16200"/>
                  </a:lnTo>
                  <a:lnTo>
                    <a:pt x="715530" y="15412"/>
                  </a:lnTo>
                  <a:lnTo>
                    <a:pt x="736110" y="14654"/>
                  </a:lnTo>
                  <a:lnTo>
                    <a:pt x="755941" y="13923"/>
                  </a:lnTo>
                  <a:lnTo>
                    <a:pt x="775076" y="13218"/>
                  </a:lnTo>
                  <a:lnTo>
                    <a:pt x="793563" y="12537"/>
                  </a:lnTo>
                  <a:lnTo>
                    <a:pt x="811443" y="11879"/>
                  </a:lnTo>
                  <a:lnTo>
                    <a:pt x="828755" y="11241"/>
                  </a:lnTo>
                  <a:lnTo>
                    <a:pt x="845535" y="10623"/>
                  </a:lnTo>
                  <a:lnTo>
                    <a:pt x="861814" y="10023"/>
                  </a:lnTo>
                  <a:lnTo>
                    <a:pt x="877621" y="9441"/>
                  </a:lnTo>
                  <a:lnTo>
                    <a:pt x="892982" y="8875"/>
                  </a:lnTo>
                  <a:lnTo>
                    <a:pt x="907923" y="8325"/>
                  </a:lnTo>
                  <a:lnTo>
                    <a:pt x="922465" y="7789"/>
                  </a:lnTo>
                  <a:lnTo>
                    <a:pt x="936629" y="7267"/>
                  </a:lnTo>
                  <a:lnTo>
                    <a:pt x="950435" y="6759"/>
                  </a:lnTo>
                  <a:lnTo>
                    <a:pt x="963900" y="6263"/>
                  </a:lnTo>
                  <a:lnTo>
                    <a:pt x="977040" y="5778"/>
                  </a:lnTo>
                  <a:lnTo>
                    <a:pt x="989871" y="5306"/>
                  </a:lnTo>
                  <a:lnTo>
                    <a:pt x="1002407" y="4844"/>
                  </a:lnTo>
                  <a:lnTo>
                    <a:pt x="1014661" y="4393"/>
                  </a:lnTo>
                  <a:lnTo>
                    <a:pt x="1026646" y="3951"/>
                  </a:lnTo>
                  <a:lnTo>
                    <a:pt x="1038374" y="3519"/>
                  </a:lnTo>
                  <a:lnTo>
                    <a:pt x="1049854" y="3096"/>
                  </a:lnTo>
                  <a:lnTo>
                    <a:pt x="1061098" y="2682"/>
                  </a:lnTo>
                  <a:lnTo>
                    <a:pt x="1072114" y="2276"/>
                  </a:lnTo>
                  <a:lnTo>
                    <a:pt x="1082912" y="1878"/>
                  </a:lnTo>
                  <a:lnTo>
                    <a:pt x="1093501" y="1488"/>
                  </a:lnTo>
                  <a:lnTo>
                    <a:pt x="1103888" y="1106"/>
                  </a:lnTo>
                  <a:lnTo>
                    <a:pt x="1114081" y="730"/>
                  </a:lnTo>
                  <a:lnTo>
                    <a:pt x="1124086" y="361"/>
                  </a:lnTo>
                  <a:lnTo>
                    <a:pt x="1133912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857970" y="1699369"/>
              <a:ext cx="1133912" cy="429335"/>
            </a:xfrm>
            <a:custGeom>
              <a:avLst/>
              <a:pathLst>
                <a:path w="1133912" h="429335">
                  <a:moveTo>
                    <a:pt x="0" y="429335"/>
                  </a:moveTo>
                  <a:lnTo>
                    <a:pt x="72814" y="401765"/>
                  </a:lnTo>
                  <a:lnTo>
                    <a:pt x="137040" y="377447"/>
                  </a:lnTo>
                  <a:lnTo>
                    <a:pt x="194493" y="355694"/>
                  </a:lnTo>
                  <a:lnTo>
                    <a:pt x="246465" y="336015"/>
                  </a:lnTo>
                  <a:lnTo>
                    <a:pt x="293912" y="318050"/>
                  </a:lnTo>
                  <a:lnTo>
                    <a:pt x="337559" y="301524"/>
                  </a:lnTo>
                  <a:lnTo>
                    <a:pt x="377970" y="286223"/>
                  </a:lnTo>
                  <a:lnTo>
                    <a:pt x="415592" y="271979"/>
                  </a:lnTo>
                  <a:lnTo>
                    <a:pt x="450785" y="258653"/>
                  </a:lnTo>
                  <a:lnTo>
                    <a:pt x="483843" y="246137"/>
                  </a:lnTo>
                  <a:lnTo>
                    <a:pt x="515011" y="234335"/>
                  </a:lnTo>
                  <a:lnTo>
                    <a:pt x="544494" y="223172"/>
                  </a:lnTo>
                  <a:lnTo>
                    <a:pt x="572464" y="212582"/>
                  </a:lnTo>
                  <a:lnTo>
                    <a:pt x="599069" y="202508"/>
                  </a:lnTo>
                  <a:lnTo>
                    <a:pt x="624436" y="192903"/>
                  </a:lnTo>
                  <a:lnTo>
                    <a:pt x="648676" y="183726"/>
                  </a:lnTo>
                  <a:lnTo>
                    <a:pt x="671883" y="174938"/>
                  </a:lnTo>
                  <a:lnTo>
                    <a:pt x="694143" y="166510"/>
                  </a:lnTo>
                  <a:lnTo>
                    <a:pt x="715530" y="158412"/>
                  </a:lnTo>
                  <a:lnTo>
                    <a:pt x="736110" y="150620"/>
                  </a:lnTo>
                  <a:lnTo>
                    <a:pt x="755941" y="143111"/>
                  </a:lnTo>
                  <a:lnTo>
                    <a:pt x="775076" y="135866"/>
                  </a:lnTo>
                  <a:lnTo>
                    <a:pt x="793563" y="128867"/>
                  </a:lnTo>
                  <a:lnTo>
                    <a:pt x="811443" y="122097"/>
                  </a:lnTo>
                  <a:lnTo>
                    <a:pt x="828755" y="115542"/>
                  </a:lnTo>
                  <a:lnTo>
                    <a:pt x="845535" y="109188"/>
                  </a:lnTo>
                  <a:lnTo>
                    <a:pt x="861814" y="103025"/>
                  </a:lnTo>
                  <a:lnTo>
                    <a:pt x="877621" y="97040"/>
                  </a:lnTo>
                  <a:lnTo>
                    <a:pt x="892982" y="91223"/>
                  </a:lnTo>
                  <a:lnTo>
                    <a:pt x="907923" y="85566"/>
                  </a:lnTo>
                  <a:lnTo>
                    <a:pt x="922465" y="80060"/>
                  </a:lnTo>
                  <a:lnTo>
                    <a:pt x="936629" y="74697"/>
                  </a:lnTo>
                  <a:lnTo>
                    <a:pt x="950435" y="69470"/>
                  </a:lnTo>
                  <a:lnTo>
                    <a:pt x="963900" y="64372"/>
                  </a:lnTo>
                  <a:lnTo>
                    <a:pt x="977040" y="59396"/>
                  </a:lnTo>
                  <a:lnTo>
                    <a:pt x="989871" y="54538"/>
                  </a:lnTo>
                  <a:lnTo>
                    <a:pt x="1002407" y="49791"/>
                  </a:lnTo>
                  <a:lnTo>
                    <a:pt x="1014661" y="45152"/>
                  </a:lnTo>
                  <a:lnTo>
                    <a:pt x="1026646" y="40614"/>
                  </a:lnTo>
                  <a:lnTo>
                    <a:pt x="1038374" y="36173"/>
                  </a:lnTo>
                  <a:lnTo>
                    <a:pt x="1049854" y="31827"/>
                  </a:lnTo>
                  <a:lnTo>
                    <a:pt x="1061098" y="27569"/>
                  </a:lnTo>
                  <a:lnTo>
                    <a:pt x="1072114" y="23398"/>
                  </a:lnTo>
                  <a:lnTo>
                    <a:pt x="1082912" y="19310"/>
                  </a:lnTo>
                  <a:lnTo>
                    <a:pt x="1093501" y="15300"/>
                  </a:lnTo>
                  <a:lnTo>
                    <a:pt x="1103888" y="11368"/>
                  </a:lnTo>
                  <a:lnTo>
                    <a:pt x="1114081" y="7508"/>
                  </a:lnTo>
                  <a:lnTo>
                    <a:pt x="1124086" y="3720"/>
                  </a:lnTo>
                  <a:lnTo>
                    <a:pt x="113391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857970" y="2040057"/>
              <a:ext cx="1133912" cy="220819"/>
            </a:xfrm>
            <a:custGeom>
              <a:avLst/>
              <a:pathLst>
                <a:path w="1133912" h="220819">
                  <a:moveTo>
                    <a:pt x="0" y="220819"/>
                  </a:moveTo>
                  <a:lnTo>
                    <a:pt x="72814" y="206639"/>
                  </a:lnTo>
                  <a:lnTo>
                    <a:pt x="137040" y="194131"/>
                  </a:lnTo>
                  <a:lnTo>
                    <a:pt x="194493" y="182943"/>
                  </a:lnTo>
                  <a:lnTo>
                    <a:pt x="246465" y="172822"/>
                  </a:lnTo>
                  <a:lnTo>
                    <a:pt x="293912" y="163582"/>
                  </a:lnTo>
                  <a:lnTo>
                    <a:pt x="337559" y="155082"/>
                  </a:lnTo>
                  <a:lnTo>
                    <a:pt x="377970" y="147212"/>
                  </a:lnTo>
                  <a:lnTo>
                    <a:pt x="415592" y="139886"/>
                  </a:lnTo>
                  <a:lnTo>
                    <a:pt x="450785" y="133032"/>
                  </a:lnTo>
                  <a:lnTo>
                    <a:pt x="483843" y="126595"/>
                  </a:lnTo>
                  <a:lnTo>
                    <a:pt x="515011" y="120525"/>
                  </a:lnTo>
                  <a:lnTo>
                    <a:pt x="544494" y="114783"/>
                  </a:lnTo>
                  <a:lnTo>
                    <a:pt x="572464" y="109336"/>
                  </a:lnTo>
                  <a:lnTo>
                    <a:pt x="599069" y="104155"/>
                  </a:lnTo>
                  <a:lnTo>
                    <a:pt x="624436" y="99215"/>
                  </a:lnTo>
                  <a:lnTo>
                    <a:pt x="648676" y="94495"/>
                  </a:lnTo>
                  <a:lnTo>
                    <a:pt x="671883" y="89975"/>
                  </a:lnTo>
                  <a:lnTo>
                    <a:pt x="694143" y="85640"/>
                  </a:lnTo>
                  <a:lnTo>
                    <a:pt x="715530" y="81476"/>
                  </a:lnTo>
                  <a:lnTo>
                    <a:pt x="736110" y="77468"/>
                  </a:lnTo>
                  <a:lnTo>
                    <a:pt x="755941" y="73606"/>
                  </a:lnTo>
                  <a:lnTo>
                    <a:pt x="775076" y="69879"/>
                  </a:lnTo>
                  <a:lnTo>
                    <a:pt x="793563" y="66279"/>
                  </a:lnTo>
                  <a:lnTo>
                    <a:pt x="811443" y="62797"/>
                  </a:lnTo>
                  <a:lnTo>
                    <a:pt x="828755" y="59426"/>
                  </a:lnTo>
                  <a:lnTo>
                    <a:pt x="845535" y="56158"/>
                  </a:lnTo>
                  <a:lnTo>
                    <a:pt x="861814" y="52988"/>
                  </a:lnTo>
                  <a:lnTo>
                    <a:pt x="877621" y="49910"/>
                  </a:lnTo>
                  <a:lnTo>
                    <a:pt x="892982" y="46918"/>
                  </a:lnTo>
                  <a:lnTo>
                    <a:pt x="907923" y="44009"/>
                  </a:lnTo>
                  <a:lnTo>
                    <a:pt x="922465" y="41177"/>
                  </a:lnTo>
                  <a:lnTo>
                    <a:pt x="936629" y="38419"/>
                  </a:lnTo>
                  <a:lnTo>
                    <a:pt x="950435" y="35730"/>
                  </a:lnTo>
                  <a:lnTo>
                    <a:pt x="963900" y="33108"/>
                  </a:lnTo>
                  <a:lnTo>
                    <a:pt x="977040" y="30549"/>
                  </a:lnTo>
                  <a:lnTo>
                    <a:pt x="989871" y="28050"/>
                  </a:lnTo>
                  <a:lnTo>
                    <a:pt x="1002407" y="25609"/>
                  </a:lnTo>
                  <a:lnTo>
                    <a:pt x="1014661" y="23222"/>
                  </a:lnTo>
                  <a:lnTo>
                    <a:pt x="1026646" y="20888"/>
                  </a:lnTo>
                  <a:lnTo>
                    <a:pt x="1038374" y="18605"/>
                  </a:lnTo>
                  <a:lnTo>
                    <a:pt x="1049854" y="16369"/>
                  </a:lnTo>
                  <a:lnTo>
                    <a:pt x="1061098" y="14179"/>
                  </a:lnTo>
                  <a:lnTo>
                    <a:pt x="1072114" y="12034"/>
                  </a:lnTo>
                  <a:lnTo>
                    <a:pt x="1082912" y="9931"/>
                  </a:lnTo>
                  <a:lnTo>
                    <a:pt x="1093501" y="7869"/>
                  </a:lnTo>
                  <a:lnTo>
                    <a:pt x="1103888" y="5846"/>
                  </a:lnTo>
                  <a:lnTo>
                    <a:pt x="1114081" y="3861"/>
                  </a:lnTo>
                  <a:lnTo>
                    <a:pt x="1124086" y="1913"/>
                  </a:lnTo>
                  <a:lnTo>
                    <a:pt x="113391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857970" y="2188031"/>
              <a:ext cx="1133912" cy="5569"/>
            </a:xfrm>
            <a:custGeom>
              <a:avLst/>
              <a:pathLst>
                <a:path w="1133912" h="5569">
                  <a:moveTo>
                    <a:pt x="0" y="5569"/>
                  </a:moveTo>
                  <a:lnTo>
                    <a:pt x="72814" y="5211"/>
                  </a:lnTo>
                  <a:lnTo>
                    <a:pt x="137040" y="4896"/>
                  </a:lnTo>
                  <a:lnTo>
                    <a:pt x="194493" y="4613"/>
                  </a:lnTo>
                  <a:lnTo>
                    <a:pt x="246465" y="4358"/>
                  </a:lnTo>
                  <a:lnTo>
                    <a:pt x="293912" y="4125"/>
                  </a:lnTo>
                  <a:lnTo>
                    <a:pt x="337559" y="3911"/>
                  </a:lnTo>
                  <a:lnTo>
                    <a:pt x="377970" y="3712"/>
                  </a:lnTo>
                  <a:lnTo>
                    <a:pt x="415592" y="3528"/>
                  </a:lnTo>
                  <a:lnTo>
                    <a:pt x="450785" y="3355"/>
                  </a:lnTo>
                  <a:lnTo>
                    <a:pt x="483843" y="3192"/>
                  </a:lnTo>
                  <a:lnTo>
                    <a:pt x="515011" y="3039"/>
                  </a:lnTo>
                  <a:lnTo>
                    <a:pt x="544494" y="2894"/>
                  </a:lnTo>
                  <a:lnTo>
                    <a:pt x="572464" y="2757"/>
                  </a:lnTo>
                  <a:lnTo>
                    <a:pt x="599069" y="2626"/>
                  </a:lnTo>
                  <a:lnTo>
                    <a:pt x="624436" y="2502"/>
                  </a:lnTo>
                  <a:lnTo>
                    <a:pt x="648676" y="2383"/>
                  </a:lnTo>
                  <a:lnTo>
                    <a:pt x="671883" y="2269"/>
                  </a:lnTo>
                  <a:lnTo>
                    <a:pt x="694143" y="2159"/>
                  </a:lnTo>
                  <a:lnTo>
                    <a:pt x="715530" y="2054"/>
                  </a:lnTo>
                  <a:lnTo>
                    <a:pt x="736110" y="1953"/>
                  </a:lnTo>
                  <a:lnTo>
                    <a:pt x="755941" y="1856"/>
                  </a:lnTo>
                  <a:lnTo>
                    <a:pt x="775076" y="1762"/>
                  </a:lnTo>
                  <a:lnTo>
                    <a:pt x="793563" y="1671"/>
                  </a:lnTo>
                  <a:lnTo>
                    <a:pt x="811443" y="1583"/>
                  </a:lnTo>
                  <a:lnTo>
                    <a:pt x="828755" y="1498"/>
                  </a:lnTo>
                  <a:lnTo>
                    <a:pt x="845535" y="1416"/>
                  </a:lnTo>
                  <a:lnTo>
                    <a:pt x="861814" y="1336"/>
                  </a:lnTo>
                  <a:lnTo>
                    <a:pt x="877621" y="1258"/>
                  </a:lnTo>
                  <a:lnTo>
                    <a:pt x="892982" y="1183"/>
                  </a:lnTo>
                  <a:lnTo>
                    <a:pt x="907923" y="1109"/>
                  </a:lnTo>
                  <a:lnTo>
                    <a:pt x="922465" y="1038"/>
                  </a:lnTo>
                  <a:lnTo>
                    <a:pt x="936629" y="968"/>
                  </a:lnTo>
                  <a:lnTo>
                    <a:pt x="950435" y="901"/>
                  </a:lnTo>
                  <a:lnTo>
                    <a:pt x="963900" y="835"/>
                  </a:lnTo>
                  <a:lnTo>
                    <a:pt x="977040" y="770"/>
                  </a:lnTo>
                  <a:lnTo>
                    <a:pt x="989871" y="707"/>
                  </a:lnTo>
                  <a:lnTo>
                    <a:pt x="1002407" y="645"/>
                  </a:lnTo>
                  <a:lnTo>
                    <a:pt x="1014661" y="585"/>
                  </a:lnTo>
                  <a:lnTo>
                    <a:pt x="1026646" y="526"/>
                  </a:lnTo>
                  <a:lnTo>
                    <a:pt x="1038374" y="469"/>
                  </a:lnTo>
                  <a:lnTo>
                    <a:pt x="1049854" y="412"/>
                  </a:lnTo>
                  <a:lnTo>
                    <a:pt x="1061098" y="357"/>
                  </a:lnTo>
                  <a:lnTo>
                    <a:pt x="1072114" y="303"/>
                  </a:lnTo>
                  <a:lnTo>
                    <a:pt x="1082912" y="250"/>
                  </a:lnTo>
                  <a:lnTo>
                    <a:pt x="1093501" y="198"/>
                  </a:lnTo>
                  <a:lnTo>
                    <a:pt x="1103888" y="147"/>
                  </a:lnTo>
                  <a:lnTo>
                    <a:pt x="1114081" y="97"/>
                  </a:lnTo>
                  <a:lnTo>
                    <a:pt x="1124086" y="48"/>
                  </a:lnTo>
                  <a:lnTo>
                    <a:pt x="1133912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857970" y="1729763"/>
              <a:ext cx="1133912" cy="77898"/>
            </a:xfrm>
            <a:custGeom>
              <a:avLst/>
              <a:pathLst>
                <a:path w="1133912" h="77898">
                  <a:moveTo>
                    <a:pt x="0" y="0"/>
                  </a:moveTo>
                  <a:lnTo>
                    <a:pt x="72814" y="5002"/>
                  </a:lnTo>
                  <a:lnTo>
                    <a:pt x="137040" y="9414"/>
                  </a:lnTo>
                  <a:lnTo>
                    <a:pt x="194493" y="13361"/>
                  </a:lnTo>
                  <a:lnTo>
                    <a:pt x="246465" y="16932"/>
                  </a:lnTo>
                  <a:lnTo>
                    <a:pt x="293912" y="20191"/>
                  </a:lnTo>
                  <a:lnTo>
                    <a:pt x="337559" y="23190"/>
                  </a:lnTo>
                  <a:lnTo>
                    <a:pt x="377970" y="25966"/>
                  </a:lnTo>
                  <a:lnTo>
                    <a:pt x="415592" y="28550"/>
                  </a:lnTo>
                  <a:lnTo>
                    <a:pt x="450785" y="30968"/>
                  </a:lnTo>
                  <a:lnTo>
                    <a:pt x="483843" y="33239"/>
                  </a:lnTo>
                  <a:lnTo>
                    <a:pt x="515011" y="35380"/>
                  </a:lnTo>
                  <a:lnTo>
                    <a:pt x="544494" y="37406"/>
                  </a:lnTo>
                  <a:lnTo>
                    <a:pt x="572464" y="39327"/>
                  </a:lnTo>
                  <a:lnTo>
                    <a:pt x="599069" y="41155"/>
                  </a:lnTo>
                  <a:lnTo>
                    <a:pt x="624436" y="42898"/>
                  </a:lnTo>
                  <a:lnTo>
                    <a:pt x="648676" y="44563"/>
                  </a:lnTo>
                  <a:lnTo>
                    <a:pt x="671883" y="46157"/>
                  </a:lnTo>
                  <a:lnTo>
                    <a:pt x="694143" y="47687"/>
                  </a:lnTo>
                  <a:lnTo>
                    <a:pt x="715530" y="49156"/>
                  </a:lnTo>
                  <a:lnTo>
                    <a:pt x="736110" y="50570"/>
                  </a:lnTo>
                  <a:lnTo>
                    <a:pt x="755941" y="51932"/>
                  </a:lnTo>
                  <a:lnTo>
                    <a:pt x="775076" y="53247"/>
                  </a:lnTo>
                  <a:lnTo>
                    <a:pt x="793563" y="54517"/>
                  </a:lnTo>
                  <a:lnTo>
                    <a:pt x="811443" y="55745"/>
                  </a:lnTo>
                  <a:lnTo>
                    <a:pt x="828755" y="56934"/>
                  </a:lnTo>
                  <a:lnTo>
                    <a:pt x="845535" y="58087"/>
                  </a:lnTo>
                  <a:lnTo>
                    <a:pt x="861814" y="59205"/>
                  </a:lnTo>
                  <a:lnTo>
                    <a:pt x="877621" y="60291"/>
                  </a:lnTo>
                  <a:lnTo>
                    <a:pt x="892982" y="61347"/>
                  </a:lnTo>
                  <a:lnTo>
                    <a:pt x="907923" y="62373"/>
                  </a:lnTo>
                  <a:lnTo>
                    <a:pt x="922465" y="63372"/>
                  </a:lnTo>
                  <a:lnTo>
                    <a:pt x="936629" y="64345"/>
                  </a:lnTo>
                  <a:lnTo>
                    <a:pt x="950435" y="65294"/>
                  </a:lnTo>
                  <a:lnTo>
                    <a:pt x="963900" y="66219"/>
                  </a:lnTo>
                  <a:lnTo>
                    <a:pt x="977040" y="67121"/>
                  </a:lnTo>
                  <a:lnTo>
                    <a:pt x="989871" y="68003"/>
                  </a:lnTo>
                  <a:lnTo>
                    <a:pt x="1002407" y="68864"/>
                  </a:lnTo>
                  <a:lnTo>
                    <a:pt x="1014661" y="69706"/>
                  </a:lnTo>
                  <a:lnTo>
                    <a:pt x="1026646" y="70529"/>
                  </a:lnTo>
                  <a:lnTo>
                    <a:pt x="1038374" y="71335"/>
                  </a:lnTo>
                  <a:lnTo>
                    <a:pt x="1049854" y="72124"/>
                  </a:lnTo>
                  <a:lnTo>
                    <a:pt x="1061098" y="72896"/>
                  </a:lnTo>
                  <a:lnTo>
                    <a:pt x="1072114" y="73653"/>
                  </a:lnTo>
                  <a:lnTo>
                    <a:pt x="1082912" y="74395"/>
                  </a:lnTo>
                  <a:lnTo>
                    <a:pt x="1093501" y="75122"/>
                  </a:lnTo>
                  <a:lnTo>
                    <a:pt x="1103888" y="75836"/>
                  </a:lnTo>
                  <a:lnTo>
                    <a:pt x="1114081" y="76536"/>
                  </a:lnTo>
                  <a:lnTo>
                    <a:pt x="1124086" y="77223"/>
                  </a:lnTo>
                  <a:lnTo>
                    <a:pt x="1133912" y="77898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857970" y="1819443"/>
              <a:ext cx="1133912" cy="145981"/>
            </a:xfrm>
            <a:custGeom>
              <a:avLst/>
              <a:pathLst>
                <a:path w="1133912" h="145981">
                  <a:moveTo>
                    <a:pt x="0" y="145981"/>
                  </a:moveTo>
                  <a:lnTo>
                    <a:pt x="72814" y="136607"/>
                  </a:lnTo>
                  <a:lnTo>
                    <a:pt x="137040" y="128338"/>
                  </a:lnTo>
                  <a:lnTo>
                    <a:pt x="194493" y="120942"/>
                  </a:lnTo>
                  <a:lnTo>
                    <a:pt x="246465" y="114251"/>
                  </a:lnTo>
                  <a:lnTo>
                    <a:pt x="293912" y="108142"/>
                  </a:lnTo>
                  <a:lnTo>
                    <a:pt x="337559" y="102523"/>
                  </a:lnTo>
                  <a:lnTo>
                    <a:pt x="377970" y="97320"/>
                  </a:lnTo>
                  <a:lnTo>
                    <a:pt x="415592" y="92477"/>
                  </a:lnTo>
                  <a:lnTo>
                    <a:pt x="450785" y="87946"/>
                  </a:lnTo>
                  <a:lnTo>
                    <a:pt x="483843" y="83690"/>
                  </a:lnTo>
                  <a:lnTo>
                    <a:pt x="515011" y="79678"/>
                  </a:lnTo>
                  <a:lnTo>
                    <a:pt x="544494" y="75882"/>
                  </a:lnTo>
                  <a:lnTo>
                    <a:pt x="572464" y="72281"/>
                  </a:lnTo>
                  <a:lnTo>
                    <a:pt x="599069" y="68856"/>
                  </a:lnTo>
                  <a:lnTo>
                    <a:pt x="624436" y="65590"/>
                  </a:lnTo>
                  <a:lnTo>
                    <a:pt x="648676" y="62469"/>
                  </a:lnTo>
                  <a:lnTo>
                    <a:pt x="671883" y="59482"/>
                  </a:lnTo>
                  <a:lnTo>
                    <a:pt x="694143" y="56616"/>
                  </a:lnTo>
                  <a:lnTo>
                    <a:pt x="715530" y="53863"/>
                  </a:lnTo>
                  <a:lnTo>
                    <a:pt x="736110" y="51213"/>
                  </a:lnTo>
                  <a:lnTo>
                    <a:pt x="755941" y="48660"/>
                  </a:lnTo>
                  <a:lnTo>
                    <a:pt x="775076" y="46196"/>
                  </a:lnTo>
                  <a:lnTo>
                    <a:pt x="793563" y="43817"/>
                  </a:lnTo>
                  <a:lnTo>
                    <a:pt x="811443" y="41515"/>
                  </a:lnTo>
                  <a:lnTo>
                    <a:pt x="828755" y="39286"/>
                  </a:lnTo>
                  <a:lnTo>
                    <a:pt x="845535" y="37126"/>
                  </a:lnTo>
                  <a:lnTo>
                    <a:pt x="861814" y="35030"/>
                  </a:lnTo>
                  <a:lnTo>
                    <a:pt x="877621" y="32995"/>
                  </a:lnTo>
                  <a:lnTo>
                    <a:pt x="892982" y="31017"/>
                  </a:lnTo>
                  <a:lnTo>
                    <a:pt x="907923" y="29094"/>
                  </a:lnTo>
                  <a:lnTo>
                    <a:pt x="922465" y="27222"/>
                  </a:lnTo>
                  <a:lnTo>
                    <a:pt x="936629" y="25398"/>
                  </a:lnTo>
                  <a:lnTo>
                    <a:pt x="950435" y="23621"/>
                  </a:lnTo>
                  <a:lnTo>
                    <a:pt x="963900" y="21887"/>
                  </a:lnTo>
                  <a:lnTo>
                    <a:pt x="977040" y="20195"/>
                  </a:lnTo>
                  <a:lnTo>
                    <a:pt x="989871" y="18544"/>
                  </a:lnTo>
                  <a:lnTo>
                    <a:pt x="1002407" y="16930"/>
                  </a:lnTo>
                  <a:lnTo>
                    <a:pt x="1014661" y="15352"/>
                  </a:lnTo>
                  <a:lnTo>
                    <a:pt x="1026646" y="13809"/>
                  </a:lnTo>
                  <a:lnTo>
                    <a:pt x="1038374" y="12299"/>
                  </a:lnTo>
                  <a:lnTo>
                    <a:pt x="1049854" y="10821"/>
                  </a:lnTo>
                  <a:lnTo>
                    <a:pt x="1061098" y="9374"/>
                  </a:lnTo>
                  <a:lnTo>
                    <a:pt x="1072114" y="7955"/>
                  </a:lnTo>
                  <a:lnTo>
                    <a:pt x="1082912" y="6565"/>
                  </a:lnTo>
                  <a:lnTo>
                    <a:pt x="1093501" y="5202"/>
                  </a:lnTo>
                  <a:lnTo>
                    <a:pt x="1103888" y="3865"/>
                  </a:lnTo>
                  <a:lnTo>
                    <a:pt x="1114081" y="2553"/>
                  </a:lnTo>
                  <a:lnTo>
                    <a:pt x="1124086" y="1264"/>
                  </a:lnTo>
                  <a:lnTo>
                    <a:pt x="1133912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2857970" y="1562804"/>
              <a:ext cx="1133912" cy="329884"/>
            </a:xfrm>
            <a:custGeom>
              <a:avLst/>
              <a:pathLst>
                <a:path w="1133912" h="329884">
                  <a:moveTo>
                    <a:pt x="0" y="329884"/>
                  </a:moveTo>
                  <a:lnTo>
                    <a:pt x="72814" y="308700"/>
                  </a:lnTo>
                  <a:lnTo>
                    <a:pt x="137040" y="290015"/>
                  </a:lnTo>
                  <a:lnTo>
                    <a:pt x="194493" y="273301"/>
                  </a:lnTo>
                  <a:lnTo>
                    <a:pt x="246465" y="258181"/>
                  </a:lnTo>
                  <a:lnTo>
                    <a:pt x="293912" y="244377"/>
                  </a:lnTo>
                  <a:lnTo>
                    <a:pt x="337559" y="231679"/>
                  </a:lnTo>
                  <a:lnTo>
                    <a:pt x="377970" y="219923"/>
                  </a:lnTo>
                  <a:lnTo>
                    <a:pt x="415592" y="208977"/>
                  </a:lnTo>
                  <a:lnTo>
                    <a:pt x="450785" y="198739"/>
                  </a:lnTo>
                  <a:lnTo>
                    <a:pt x="483843" y="189121"/>
                  </a:lnTo>
                  <a:lnTo>
                    <a:pt x="515011" y="180054"/>
                  </a:lnTo>
                  <a:lnTo>
                    <a:pt x="544494" y="171476"/>
                  </a:lnTo>
                  <a:lnTo>
                    <a:pt x="572464" y="163339"/>
                  </a:lnTo>
                  <a:lnTo>
                    <a:pt x="599069" y="155599"/>
                  </a:lnTo>
                  <a:lnTo>
                    <a:pt x="624436" y="148219"/>
                  </a:lnTo>
                  <a:lnTo>
                    <a:pt x="648676" y="141167"/>
                  </a:lnTo>
                  <a:lnTo>
                    <a:pt x="671883" y="134416"/>
                  </a:lnTo>
                  <a:lnTo>
                    <a:pt x="694143" y="127940"/>
                  </a:lnTo>
                  <a:lnTo>
                    <a:pt x="715530" y="121718"/>
                  </a:lnTo>
                  <a:lnTo>
                    <a:pt x="736110" y="115730"/>
                  </a:lnTo>
                  <a:lnTo>
                    <a:pt x="755941" y="109961"/>
                  </a:lnTo>
                  <a:lnTo>
                    <a:pt x="775076" y="104394"/>
                  </a:lnTo>
                  <a:lnTo>
                    <a:pt x="793563" y="99016"/>
                  </a:lnTo>
                  <a:lnTo>
                    <a:pt x="811443" y="93814"/>
                  </a:lnTo>
                  <a:lnTo>
                    <a:pt x="828755" y="88777"/>
                  </a:lnTo>
                  <a:lnTo>
                    <a:pt x="845535" y="83896"/>
                  </a:lnTo>
                  <a:lnTo>
                    <a:pt x="861814" y="79160"/>
                  </a:lnTo>
                  <a:lnTo>
                    <a:pt x="877621" y="74561"/>
                  </a:lnTo>
                  <a:lnTo>
                    <a:pt x="892982" y="70092"/>
                  </a:lnTo>
                  <a:lnTo>
                    <a:pt x="907923" y="65746"/>
                  </a:lnTo>
                  <a:lnTo>
                    <a:pt x="922465" y="61515"/>
                  </a:lnTo>
                  <a:lnTo>
                    <a:pt x="936629" y="57394"/>
                  </a:lnTo>
                  <a:lnTo>
                    <a:pt x="950435" y="53378"/>
                  </a:lnTo>
                  <a:lnTo>
                    <a:pt x="963900" y="49461"/>
                  </a:lnTo>
                  <a:lnTo>
                    <a:pt x="977040" y="45638"/>
                  </a:lnTo>
                  <a:lnTo>
                    <a:pt x="989871" y="41905"/>
                  </a:lnTo>
                  <a:lnTo>
                    <a:pt x="1002407" y="38258"/>
                  </a:lnTo>
                  <a:lnTo>
                    <a:pt x="1014661" y="34693"/>
                  </a:lnTo>
                  <a:lnTo>
                    <a:pt x="1026646" y="31206"/>
                  </a:lnTo>
                  <a:lnTo>
                    <a:pt x="1038374" y="27794"/>
                  </a:lnTo>
                  <a:lnTo>
                    <a:pt x="1049854" y="24454"/>
                  </a:lnTo>
                  <a:lnTo>
                    <a:pt x="1061098" y="21183"/>
                  </a:lnTo>
                  <a:lnTo>
                    <a:pt x="1072114" y="17978"/>
                  </a:lnTo>
                  <a:lnTo>
                    <a:pt x="1082912" y="14837"/>
                  </a:lnTo>
                  <a:lnTo>
                    <a:pt x="1093501" y="11756"/>
                  </a:lnTo>
                  <a:lnTo>
                    <a:pt x="1103888" y="8734"/>
                  </a:lnTo>
                  <a:lnTo>
                    <a:pt x="1114081" y="5769"/>
                  </a:lnTo>
                  <a:lnTo>
                    <a:pt x="1124086" y="2858"/>
                  </a:lnTo>
                  <a:lnTo>
                    <a:pt x="1133912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2857970" y="2032589"/>
              <a:ext cx="1133912" cy="13604"/>
            </a:xfrm>
            <a:custGeom>
              <a:avLst/>
              <a:pathLst>
                <a:path w="1133912" h="13604">
                  <a:moveTo>
                    <a:pt x="0" y="13604"/>
                  </a:moveTo>
                  <a:lnTo>
                    <a:pt x="72814" y="12731"/>
                  </a:lnTo>
                  <a:lnTo>
                    <a:pt x="137040" y="11960"/>
                  </a:lnTo>
                  <a:lnTo>
                    <a:pt x="194493" y="11271"/>
                  </a:lnTo>
                  <a:lnTo>
                    <a:pt x="246465" y="10647"/>
                  </a:lnTo>
                  <a:lnTo>
                    <a:pt x="293912" y="10078"/>
                  </a:lnTo>
                  <a:lnTo>
                    <a:pt x="337559" y="9554"/>
                  </a:lnTo>
                  <a:lnTo>
                    <a:pt x="377970" y="9069"/>
                  </a:lnTo>
                  <a:lnTo>
                    <a:pt x="415592" y="8618"/>
                  </a:lnTo>
                  <a:lnTo>
                    <a:pt x="450785" y="8196"/>
                  </a:lnTo>
                  <a:lnTo>
                    <a:pt x="483843" y="7799"/>
                  </a:lnTo>
                  <a:lnTo>
                    <a:pt x="515011" y="7425"/>
                  </a:lnTo>
                  <a:lnTo>
                    <a:pt x="544494" y="7071"/>
                  </a:lnTo>
                  <a:lnTo>
                    <a:pt x="572464" y="6736"/>
                  </a:lnTo>
                  <a:lnTo>
                    <a:pt x="599069" y="6417"/>
                  </a:lnTo>
                  <a:lnTo>
                    <a:pt x="624436" y="6112"/>
                  </a:lnTo>
                  <a:lnTo>
                    <a:pt x="648676" y="5821"/>
                  </a:lnTo>
                  <a:lnTo>
                    <a:pt x="671883" y="5543"/>
                  </a:lnTo>
                  <a:lnTo>
                    <a:pt x="694143" y="5276"/>
                  </a:lnTo>
                  <a:lnTo>
                    <a:pt x="715530" y="5019"/>
                  </a:lnTo>
                  <a:lnTo>
                    <a:pt x="736110" y="4772"/>
                  </a:lnTo>
                  <a:lnTo>
                    <a:pt x="755941" y="4534"/>
                  </a:lnTo>
                  <a:lnTo>
                    <a:pt x="775076" y="4305"/>
                  </a:lnTo>
                  <a:lnTo>
                    <a:pt x="793563" y="4083"/>
                  </a:lnTo>
                  <a:lnTo>
                    <a:pt x="811443" y="3869"/>
                  </a:lnTo>
                  <a:lnTo>
                    <a:pt x="828755" y="3661"/>
                  </a:lnTo>
                  <a:lnTo>
                    <a:pt x="845535" y="3460"/>
                  </a:lnTo>
                  <a:lnTo>
                    <a:pt x="861814" y="3264"/>
                  </a:lnTo>
                  <a:lnTo>
                    <a:pt x="877621" y="3075"/>
                  </a:lnTo>
                  <a:lnTo>
                    <a:pt x="892982" y="2890"/>
                  </a:lnTo>
                  <a:lnTo>
                    <a:pt x="907923" y="2711"/>
                  </a:lnTo>
                  <a:lnTo>
                    <a:pt x="922465" y="2537"/>
                  </a:lnTo>
                  <a:lnTo>
                    <a:pt x="936629" y="2367"/>
                  </a:lnTo>
                  <a:lnTo>
                    <a:pt x="950435" y="2201"/>
                  </a:lnTo>
                  <a:lnTo>
                    <a:pt x="963900" y="2039"/>
                  </a:lnTo>
                  <a:lnTo>
                    <a:pt x="977040" y="1882"/>
                  </a:lnTo>
                  <a:lnTo>
                    <a:pt x="989871" y="1728"/>
                  </a:lnTo>
                  <a:lnTo>
                    <a:pt x="1002407" y="1577"/>
                  </a:lnTo>
                  <a:lnTo>
                    <a:pt x="1014661" y="1430"/>
                  </a:lnTo>
                  <a:lnTo>
                    <a:pt x="1026646" y="1287"/>
                  </a:lnTo>
                  <a:lnTo>
                    <a:pt x="1038374" y="1146"/>
                  </a:lnTo>
                  <a:lnTo>
                    <a:pt x="1049854" y="1008"/>
                  </a:lnTo>
                  <a:lnTo>
                    <a:pt x="1061098" y="873"/>
                  </a:lnTo>
                  <a:lnTo>
                    <a:pt x="1072114" y="741"/>
                  </a:lnTo>
                  <a:lnTo>
                    <a:pt x="1082912" y="611"/>
                  </a:lnTo>
                  <a:lnTo>
                    <a:pt x="1093501" y="484"/>
                  </a:lnTo>
                  <a:lnTo>
                    <a:pt x="1103888" y="360"/>
                  </a:lnTo>
                  <a:lnTo>
                    <a:pt x="1114081" y="237"/>
                  </a:lnTo>
                  <a:lnTo>
                    <a:pt x="1124086" y="117"/>
                  </a:lnTo>
                  <a:lnTo>
                    <a:pt x="1133912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1" name="rc200"/>
            <p:cNvSpPr/>
            <p:nvPr/>
          </p:nvSpPr>
          <p:spPr>
            <a:xfrm>
              <a:off x="2773505" y="1185068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2773505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2741874" y="207741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2741874" y="170702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2741874" y="133663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2773505" y="2356600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2857970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3235941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3613912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09"/>
            <p:cNvSpPr/>
            <p:nvPr/>
          </p:nvSpPr>
          <p:spPr>
            <a:xfrm>
              <a:off x="3991882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tx210"/>
            <p:cNvSpPr/>
            <p:nvPr/>
          </p:nvSpPr>
          <p:spPr>
            <a:xfrm>
              <a:off x="2773505" y="990315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12" name="rc211"/>
            <p:cNvSpPr/>
            <p:nvPr/>
          </p:nvSpPr>
          <p:spPr>
            <a:xfrm>
              <a:off x="4204347" y="1185068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262014" y="207321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279988" y="209129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282031" y="219454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279887" y="189461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234865" y="192781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280765" y="187788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271865" y="216893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238370" y="203591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251497" y="212059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250981" y="172280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637078" y="223128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19875" y="204411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620956" y="165123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657207" y="205015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49281" y="227290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40012" y="226870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60828" y="210643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58934" y="224268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34971" y="164917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636094" y="120983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646438" y="200711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4636226" y="212094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654930" y="209934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655732" y="215160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650249" y="202965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655415" y="190045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658908" y="196844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643438" y="204984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986814" y="221160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4997935" y="222508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5008967" y="211958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5021980" y="209437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5027483" y="128187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5026610" y="211949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5033569" y="166795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5008680" y="175609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999787" y="222178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5019986" y="123526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5009421" y="222661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5017750" y="217987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5014578" y="173076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5002809" y="203495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5033669" y="207498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5009653" y="134622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5013267" y="211290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5006425" y="212667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5021807" y="187069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5014100" y="190711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5407032" y="216011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388275" y="218654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395049" y="222128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393567" y="215994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362627" y="162821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373799" y="217615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410217" y="177792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379772" y="2226615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375862" y="131872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375861" y="134213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364969" y="207761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414856" y="208059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381335" y="194742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396661" y="207289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379931" y="199000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5363883" y="220218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5381937" y="218944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5361663" y="200554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5365157" y="205066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5363204" y="186947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5379913" y="124612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5383561" y="183314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5411885" y="212571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5363439" y="177933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4285748" y="2055678"/>
              <a:ext cx="1130599" cy="91283"/>
            </a:xfrm>
            <a:custGeom>
              <a:avLst/>
              <a:pathLst>
                <a:path w="1130599" h="91283">
                  <a:moveTo>
                    <a:pt x="0" y="91283"/>
                  </a:moveTo>
                  <a:lnTo>
                    <a:pt x="72601" y="85421"/>
                  </a:lnTo>
                  <a:lnTo>
                    <a:pt x="136640" y="80251"/>
                  </a:lnTo>
                  <a:lnTo>
                    <a:pt x="193925" y="75626"/>
                  </a:lnTo>
                  <a:lnTo>
                    <a:pt x="245745" y="71442"/>
                  </a:lnTo>
                  <a:lnTo>
                    <a:pt x="293054" y="67622"/>
                  </a:lnTo>
                  <a:lnTo>
                    <a:pt x="336573" y="64108"/>
                  </a:lnTo>
                  <a:lnTo>
                    <a:pt x="376866" y="60855"/>
                  </a:lnTo>
                  <a:lnTo>
                    <a:pt x="414378" y="57827"/>
                  </a:lnTo>
                  <a:lnTo>
                    <a:pt x="449468" y="54993"/>
                  </a:lnTo>
                  <a:lnTo>
                    <a:pt x="482429" y="52332"/>
                  </a:lnTo>
                  <a:lnTo>
                    <a:pt x="513507" y="49823"/>
                  </a:lnTo>
                  <a:lnTo>
                    <a:pt x="542903" y="47450"/>
                  </a:lnTo>
                  <a:lnTo>
                    <a:pt x="570792" y="45198"/>
                  </a:lnTo>
                  <a:lnTo>
                    <a:pt x="597319" y="43056"/>
                  </a:lnTo>
                  <a:lnTo>
                    <a:pt x="622612" y="41014"/>
                  </a:lnTo>
                  <a:lnTo>
                    <a:pt x="646781" y="39063"/>
                  </a:lnTo>
                  <a:lnTo>
                    <a:pt x="669920" y="37194"/>
                  </a:lnTo>
                  <a:lnTo>
                    <a:pt x="692116" y="35402"/>
                  </a:lnTo>
                  <a:lnTo>
                    <a:pt x="713440" y="33681"/>
                  </a:lnTo>
                  <a:lnTo>
                    <a:pt x="733959" y="32024"/>
                  </a:lnTo>
                  <a:lnTo>
                    <a:pt x="753733" y="30427"/>
                  </a:lnTo>
                  <a:lnTo>
                    <a:pt x="772812" y="28887"/>
                  </a:lnTo>
                  <a:lnTo>
                    <a:pt x="791244" y="27399"/>
                  </a:lnTo>
                  <a:lnTo>
                    <a:pt x="809072" y="25959"/>
                  </a:lnTo>
                  <a:lnTo>
                    <a:pt x="826334" y="24566"/>
                  </a:lnTo>
                  <a:lnTo>
                    <a:pt x="843065" y="23215"/>
                  </a:lnTo>
                  <a:lnTo>
                    <a:pt x="859296" y="21904"/>
                  </a:lnTo>
                  <a:lnTo>
                    <a:pt x="875057" y="20632"/>
                  </a:lnTo>
                  <a:lnTo>
                    <a:pt x="890373" y="19395"/>
                  </a:lnTo>
                  <a:lnTo>
                    <a:pt x="905270" y="18192"/>
                  </a:lnTo>
                  <a:lnTo>
                    <a:pt x="919770" y="17022"/>
                  </a:lnTo>
                  <a:lnTo>
                    <a:pt x="933893" y="15881"/>
                  </a:lnTo>
                  <a:lnTo>
                    <a:pt x="947658" y="14770"/>
                  </a:lnTo>
                  <a:lnTo>
                    <a:pt x="961084" y="13686"/>
                  </a:lnTo>
                  <a:lnTo>
                    <a:pt x="974186" y="12628"/>
                  </a:lnTo>
                  <a:lnTo>
                    <a:pt x="986979" y="11595"/>
                  </a:lnTo>
                  <a:lnTo>
                    <a:pt x="999479" y="10586"/>
                  </a:lnTo>
                  <a:lnTo>
                    <a:pt x="1011697" y="9600"/>
                  </a:lnTo>
                  <a:lnTo>
                    <a:pt x="1023647" y="8635"/>
                  </a:lnTo>
                  <a:lnTo>
                    <a:pt x="1035340" y="7691"/>
                  </a:lnTo>
                  <a:lnTo>
                    <a:pt x="1046787" y="6766"/>
                  </a:lnTo>
                  <a:lnTo>
                    <a:pt x="1057998" y="5861"/>
                  </a:lnTo>
                  <a:lnTo>
                    <a:pt x="1068982" y="4974"/>
                  </a:lnTo>
                  <a:lnTo>
                    <a:pt x="1079749" y="4105"/>
                  </a:lnTo>
                  <a:lnTo>
                    <a:pt x="1090307" y="3253"/>
                  </a:lnTo>
                  <a:lnTo>
                    <a:pt x="1100663" y="2417"/>
                  </a:lnTo>
                  <a:lnTo>
                    <a:pt x="1110826" y="1596"/>
                  </a:lnTo>
                  <a:lnTo>
                    <a:pt x="1120803" y="790"/>
                  </a:lnTo>
                  <a:lnTo>
                    <a:pt x="113059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285748" y="2043504"/>
              <a:ext cx="1130599" cy="91231"/>
            </a:xfrm>
            <a:custGeom>
              <a:avLst/>
              <a:pathLst>
                <a:path w="1130599" h="91231">
                  <a:moveTo>
                    <a:pt x="0" y="0"/>
                  </a:moveTo>
                  <a:lnTo>
                    <a:pt x="72601" y="5858"/>
                  </a:lnTo>
                  <a:lnTo>
                    <a:pt x="136640" y="11025"/>
                  </a:lnTo>
                  <a:lnTo>
                    <a:pt x="193925" y="15648"/>
                  </a:lnTo>
                  <a:lnTo>
                    <a:pt x="245745" y="19830"/>
                  </a:lnTo>
                  <a:lnTo>
                    <a:pt x="293054" y="23647"/>
                  </a:lnTo>
                  <a:lnTo>
                    <a:pt x="336573" y="27159"/>
                  </a:lnTo>
                  <a:lnTo>
                    <a:pt x="376866" y="30410"/>
                  </a:lnTo>
                  <a:lnTo>
                    <a:pt x="414378" y="33437"/>
                  </a:lnTo>
                  <a:lnTo>
                    <a:pt x="449468" y="36269"/>
                  </a:lnTo>
                  <a:lnTo>
                    <a:pt x="482429" y="38928"/>
                  </a:lnTo>
                  <a:lnTo>
                    <a:pt x="513507" y="41436"/>
                  </a:lnTo>
                  <a:lnTo>
                    <a:pt x="542903" y="43808"/>
                  </a:lnTo>
                  <a:lnTo>
                    <a:pt x="570792" y="46059"/>
                  </a:lnTo>
                  <a:lnTo>
                    <a:pt x="597319" y="48199"/>
                  </a:lnTo>
                  <a:lnTo>
                    <a:pt x="622612" y="50240"/>
                  </a:lnTo>
                  <a:lnTo>
                    <a:pt x="646781" y="52190"/>
                  </a:lnTo>
                  <a:lnTo>
                    <a:pt x="669920" y="54058"/>
                  </a:lnTo>
                  <a:lnTo>
                    <a:pt x="692116" y="55849"/>
                  </a:lnTo>
                  <a:lnTo>
                    <a:pt x="713440" y="57569"/>
                  </a:lnTo>
                  <a:lnTo>
                    <a:pt x="733959" y="59225"/>
                  </a:lnTo>
                  <a:lnTo>
                    <a:pt x="753733" y="60821"/>
                  </a:lnTo>
                  <a:lnTo>
                    <a:pt x="772812" y="62360"/>
                  </a:lnTo>
                  <a:lnTo>
                    <a:pt x="791244" y="63848"/>
                  </a:lnTo>
                  <a:lnTo>
                    <a:pt x="809072" y="65286"/>
                  </a:lnTo>
                  <a:lnTo>
                    <a:pt x="826334" y="66679"/>
                  </a:lnTo>
                  <a:lnTo>
                    <a:pt x="843065" y="68029"/>
                  </a:lnTo>
                  <a:lnTo>
                    <a:pt x="859296" y="69339"/>
                  </a:lnTo>
                  <a:lnTo>
                    <a:pt x="875057" y="70611"/>
                  </a:lnTo>
                  <a:lnTo>
                    <a:pt x="890373" y="71847"/>
                  </a:lnTo>
                  <a:lnTo>
                    <a:pt x="905270" y="73049"/>
                  </a:lnTo>
                  <a:lnTo>
                    <a:pt x="919770" y="74219"/>
                  </a:lnTo>
                  <a:lnTo>
                    <a:pt x="933893" y="75358"/>
                  </a:lnTo>
                  <a:lnTo>
                    <a:pt x="947658" y="76469"/>
                  </a:lnTo>
                  <a:lnTo>
                    <a:pt x="961084" y="77553"/>
                  </a:lnTo>
                  <a:lnTo>
                    <a:pt x="974186" y="78610"/>
                  </a:lnTo>
                  <a:lnTo>
                    <a:pt x="986979" y="79642"/>
                  </a:lnTo>
                  <a:lnTo>
                    <a:pt x="999479" y="80651"/>
                  </a:lnTo>
                  <a:lnTo>
                    <a:pt x="1011697" y="81637"/>
                  </a:lnTo>
                  <a:lnTo>
                    <a:pt x="1023647" y="82601"/>
                  </a:lnTo>
                  <a:lnTo>
                    <a:pt x="1035340" y="83545"/>
                  </a:lnTo>
                  <a:lnTo>
                    <a:pt x="1046787" y="84468"/>
                  </a:lnTo>
                  <a:lnTo>
                    <a:pt x="1057998" y="85373"/>
                  </a:lnTo>
                  <a:lnTo>
                    <a:pt x="1068982" y="86259"/>
                  </a:lnTo>
                  <a:lnTo>
                    <a:pt x="1079749" y="87128"/>
                  </a:lnTo>
                  <a:lnTo>
                    <a:pt x="1090307" y="87980"/>
                  </a:lnTo>
                  <a:lnTo>
                    <a:pt x="1100663" y="88816"/>
                  </a:lnTo>
                  <a:lnTo>
                    <a:pt x="1110826" y="89636"/>
                  </a:lnTo>
                  <a:lnTo>
                    <a:pt x="1120803" y="90441"/>
                  </a:lnTo>
                  <a:lnTo>
                    <a:pt x="1130599" y="91231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285748" y="2202386"/>
              <a:ext cx="1130599" cy="11423"/>
            </a:xfrm>
            <a:custGeom>
              <a:avLst/>
              <a:pathLst>
                <a:path w="1130599" h="11423">
                  <a:moveTo>
                    <a:pt x="0" y="0"/>
                  </a:moveTo>
                  <a:lnTo>
                    <a:pt x="72601" y="733"/>
                  </a:lnTo>
                  <a:lnTo>
                    <a:pt x="136640" y="1380"/>
                  </a:lnTo>
                  <a:lnTo>
                    <a:pt x="193925" y="1959"/>
                  </a:lnTo>
                  <a:lnTo>
                    <a:pt x="245745" y="2483"/>
                  </a:lnTo>
                  <a:lnTo>
                    <a:pt x="293054" y="2961"/>
                  </a:lnTo>
                  <a:lnTo>
                    <a:pt x="336573" y="3400"/>
                  </a:lnTo>
                  <a:lnTo>
                    <a:pt x="376866" y="3807"/>
                  </a:lnTo>
                  <a:lnTo>
                    <a:pt x="414378" y="4186"/>
                  </a:lnTo>
                  <a:lnTo>
                    <a:pt x="449468" y="4541"/>
                  </a:lnTo>
                  <a:lnTo>
                    <a:pt x="482429" y="4874"/>
                  </a:lnTo>
                  <a:lnTo>
                    <a:pt x="513507" y="5188"/>
                  </a:lnTo>
                  <a:lnTo>
                    <a:pt x="542903" y="5485"/>
                  </a:lnTo>
                  <a:lnTo>
                    <a:pt x="570792" y="5767"/>
                  </a:lnTo>
                  <a:lnTo>
                    <a:pt x="597319" y="6035"/>
                  </a:lnTo>
                  <a:lnTo>
                    <a:pt x="622612" y="6291"/>
                  </a:lnTo>
                  <a:lnTo>
                    <a:pt x="646781" y="6535"/>
                  </a:lnTo>
                  <a:lnTo>
                    <a:pt x="669920" y="6769"/>
                  </a:lnTo>
                  <a:lnTo>
                    <a:pt x="692116" y="6993"/>
                  </a:lnTo>
                  <a:lnTo>
                    <a:pt x="713440" y="7208"/>
                  </a:lnTo>
                  <a:lnTo>
                    <a:pt x="733959" y="7416"/>
                  </a:lnTo>
                  <a:lnTo>
                    <a:pt x="753733" y="7615"/>
                  </a:lnTo>
                  <a:lnTo>
                    <a:pt x="772812" y="7808"/>
                  </a:lnTo>
                  <a:lnTo>
                    <a:pt x="791244" y="7994"/>
                  </a:lnTo>
                  <a:lnTo>
                    <a:pt x="809072" y="8175"/>
                  </a:lnTo>
                  <a:lnTo>
                    <a:pt x="826334" y="8349"/>
                  </a:lnTo>
                  <a:lnTo>
                    <a:pt x="843065" y="8518"/>
                  </a:lnTo>
                  <a:lnTo>
                    <a:pt x="859296" y="8682"/>
                  </a:lnTo>
                  <a:lnTo>
                    <a:pt x="875057" y="8841"/>
                  </a:lnTo>
                  <a:lnTo>
                    <a:pt x="890373" y="8996"/>
                  </a:lnTo>
                  <a:lnTo>
                    <a:pt x="905270" y="9147"/>
                  </a:lnTo>
                  <a:lnTo>
                    <a:pt x="919770" y="9293"/>
                  </a:lnTo>
                  <a:lnTo>
                    <a:pt x="933893" y="9436"/>
                  </a:lnTo>
                  <a:lnTo>
                    <a:pt x="947658" y="9575"/>
                  </a:lnTo>
                  <a:lnTo>
                    <a:pt x="961084" y="9711"/>
                  </a:lnTo>
                  <a:lnTo>
                    <a:pt x="974186" y="9843"/>
                  </a:lnTo>
                  <a:lnTo>
                    <a:pt x="986979" y="9972"/>
                  </a:lnTo>
                  <a:lnTo>
                    <a:pt x="999479" y="10099"/>
                  </a:lnTo>
                  <a:lnTo>
                    <a:pt x="1011697" y="10222"/>
                  </a:lnTo>
                  <a:lnTo>
                    <a:pt x="1023647" y="10343"/>
                  </a:lnTo>
                  <a:lnTo>
                    <a:pt x="1035340" y="10461"/>
                  </a:lnTo>
                  <a:lnTo>
                    <a:pt x="1046787" y="10577"/>
                  </a:lnTo>
                  <a:lnTo>
                    <a:pt x="1057998" y="10690"/>
                  </a:lnTo>
                  <a:lnTo>
                    <a:pt x="1068982" y="10801"/>
                  </a:lnTo>
                  <a:lnTo>
                    <a:pt x="1079749" y="10910"/>
                  </a:lnTo>
                  <a:lnTo>
                    <a:pt x="1090307" y="11016"/>
                  </a:lnTo>
                  <a:lnTo>
                    <a:pt x="1100663" y="11121"/>
                  </a:lnTo>
                  <a:lnTo>
                    <a:pt x="1110826" y="11224"/>
                  </a:lnTo>
                  <a:lnTo>
                    <a:pt x="1120803" y="11324"/>
                  </a:lnTo>
                  <a:lnTo>
                    <a:pt x="1130599" y="11423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285748" y="1950710"/>
              <a:ext cx="1130599" cy="192652"/>
            </a:xfrm>
            <a:custGeom>
              <a:avLst/>
              <a:pathLst>
                <a:path w="1130599" h="192652">
                  <a:moveTo>
                    <a:pt x="0" y="0"/>
                  </a:moveTo>
                  <a:lnTo>
                    <a:pt x="72601" y="12371"/>
                  </a:lnTo>
                  <a:lnTo>
                    <a:pt x="136640" y="23283"/>
                  </a:lnTo>
                  <a:lnTo>
                    <a:pt x="193925" y="33044"/>
                  </a:lnTo>
                  <a:lnTo>
                    <a:pt x="245745" y="41874"/>
                  </a:lnTo>
                  <a:lnTo>
                    <a:pt x="293054" y="49935"/>
                  </a:lnTo>
                  <a:lnTo>
                    <a:pt x="336573" y="57351"/>
                  </a:lnTo>
                  <a:lnTo>
                    <a:pt x="376866" y="64217"/>
                  </a:lnTo>
                  <a:lnTo>
                    <a:pt x="414378" y="70609"/>
                  </a:lnTo>
                  <a:lnTo>
                    <a:pt x="449468" y="76588"/>
                  </a:lnTo>
                  <a:lnTo>
                    <a:pt x="482429" y="82205"/>
                  </a:lnTo>
                  <a:lnTo>
                    <a:pt x="513507" y="87500"/>
                  </a:lnTo>
                  <a:lnTo>
                    <a:pt x="542903" y="92509"/>
                  </a:lnTo>
                  <a:lnTo>
                    <a:pt x="570792" y="97262"/>
                  </a:lnTo>
                  <a:lnTo>
                    <a:pt x="597319" y="101782"/>
                  </a:lnTo>
                  <a:lnTo>
                    <a:pt x="622612" y="106092"/>
                  </a:lnTo>
                  <a:lnTo>
                    <a:pt x="646781" y="110210"/>
                  </a:lnTo>
                  <a:lnTo>
                    <a:pt x="669920" y="114153"/>
                  </a:lnTo>
                  <a:lnTo>
                    <a:pt x="692116" y="117935"/>
                  </a:lnTo>
                  <a:lnTo>
                    <a:pt x="713440" y="121569"/>
                  </a:lnTo>
                  <a:lnTo>
                    <a:pt x="733959" y="125065"/>
                  </a:lnTo>
                  <a:lnTo>
                    <a:pt x="753733" y="128434"/>
                  </a:lnTo>
                  <a:lnTo>
                    <a:pt x="772812" y="131686"/>
                  </a:lnTo>
                  <a:lnTo>
                    <a:pt x="791244" y="134826"/>
                  </a:lnTo>
                  <a:lnTo>
                    <a:pt x="809072" y="137864"/>
                  </a:lnTo>
                  <a:lnTo>
                    <a:pt x="826334" y="140806"/>
                  </a:lnTo>
                  <a:lnTo>
                    <a:pt x="843065" y="143656"/>
                  </a:lnTo>
                  <a:lnTo>
                    <a:pt x="859296" y="146422"/>
                  </a:lnTo>
                  <a:lnTo>
                    <a:pt x="875057" y="149108"/>
                  </a:lnTo>
                  <a:lnTo>
                    <a:pt x="890373" y="151718"/>
                  </a:lnTo>
                  <a:lnTo>
                    <a:pt x="905270" y="154256"/>
                  </a:lnTo>
                  <a:lnTo>
                    <a:pt x="919770" y="156727"/>
                  </a:lnTo>
                  <a:lnTo>
                    <a:pt x="933893" y="159133"/>
                  </a:lnTo>
                  <a:lnTo>
                    <a:pt x="947658" y="161479"/>
                  </a:lnTo>
                  <a:lnTo>
                    <a:pt x="961084" y="163767"/>
                  </a:lnTo>
                  <a:lnTo>
                    <a:pt x="974186" y="165999"/>
                  </a:lnTo>
                  <a:lnTo>
                    <a:pt x="986979" y="168179"/>
                  </a:lnTo>
                  <a:lnTo>
                    <a:pt x="999479" y="170309"/>
                  </a:lnTo>
                  <a:lnTo>
                    <a:pt x="1011697" y="172391"/>
                  </a:lnTo>
                  <a:lnTo>
                    <a:pt x="1023647" y="174427"/>
                  </a:lnTo>
                  <a:lnTo>
                    <a:pt x="1035340" y="176420"/>
                  </a:lnTo>
                  <a:lnTo>
                    <a:pt x="1046787" y="178370"/>
                  </a:lnTo>
                  <a:lnTo>
                    <a:pt x="1057998" y="180281"/>
                  </a:lnTo>
                  <a:lnTo>
                    <a:pt x="1068982" y="182152"/>
                  </a:lnTo>
                  <a:lnTo>
                    <a:pt x="1079749" y="183987"/>
                  </a:lnTo>
                  <a:lnTo>
                    <a:pt x="1090307" y="185786"/>
                  </a:lnTo>
                  <a:lnTo>
                    <a:pt x="1100663" y="187551"/>
                  </a:lnTo>
                  <a:lnTo>
                    <a:pt x="1110826" y="189283"/>
                  </a:lnTo>
                  <a:lnTo>
                    <a:pt x="1120803" y="190983"/>
                  </a:lnTo>
                  <a:lnTo>
                    <a:pt x="1130599" y="192652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285748" y="1570777"/>
              <a:ext cx="1130599" cy="732570"/>
            </a:xfrm>
            <a:custGeom>
              <a:avLst/>
              <a:pathLst>
                <a:path w="1130599" h="732570">
                  <a:moveTo>
                    <a:pt x="0" y="732570"/>
                  </a:moveTo>
                  <a:lnTo>
                    <a:pt x="72601" y="685528"/>
                  </a:lnTo>
                  <a:lnTo>
                    <a:pt x="136640" y="644034"/>
                  </a:lnTo>
                  <a:lnTo>
                    <a:pt x="193925" y="606917"/>
                  </a:lnTo>
                  <a:lnTo>
                    <a:pt x="245745" y="573339"/>
                  </a:lnTo>
                  <a:lnTo>
                    <a:pt x="293054" y="542686"/>
                  </a:lnTo>
                  <a:lnTo>
                    <a:pt x="336573" y="514488"/>
                  </a:lnTo>
                  <a:lnTo>
                    <a:pt x="376866" y="488380"/>
                  </a:lnTo>
                  <a:lnTo>
                    <a:pt x="414378" y="464074"/>
                  </a:lnTo>
                  <a:lnTo>
                    <a:pt x="449468" y="441338"/>
                  </a:lnTo>
                  <a:lnTo>
                    <a:pt x="482429" y="419980"/>
                  </a:lnTo>
                  <a:lnTo>
                    <a:pt x="513507" y="399844"/>
                  </a:lnTo>
                  <a:lnTo>
                    <a:pt x="542903" y="380796"/>
                  </a:lnTo>
                  <a:lnTo>
                    <a:pt x="570792" y="362726"/>
                  </a:lnTo>
                  <a:lnTo>
                    <a:pt x="597319" y="345538"/>
                  </a:lnTo>
                  <a:lnTo>
                    <a:pt x="622612" y="329149"/>
                  </a:lnTo>
                  <a:lnTo>
                    <a:pt x="646781" y="313489"/>
                  </a:lnTo>
                  <a:lnTo>
                    <a:pt x="669920" y="298496"/>
                  </a:lnTo>
                  <a:lnTo>
                    <a:pt x="692116" y="284115"/>
                  </a:lnTo>
                  <a:lnTo>
                    <a:pt x="713440" y="270297"/>
                  </a:lnTo>
                  <a:lnTo>
                    <a:pt x="733959" y="257002"/>
                  </a:lnTo>
                  <a:lnTo>
                    <a:pt x="753733" y="244190"/>
                  </a:lnTo>
                  <a:lnTo>
                    <a:pt x="772812" y="231827"/>
                  </a:lnTo>
                  <a:lnTo>
                    <a:pt x="791244" y="219884"/>
                  </a:lnTo>
                  <a:lnTo>
                    <a:pt x="809072" y="208333"/>
                  </a:lnTo>
                  <a:lnTo>
                    <a:pt x="826334" y="197148"/>
                  </a:lnTo>
                  <a:lnTo>
                    <a:pt x="843065" y="186307"/>
                  </a:lnTo>
                  <a:lnTo>
                    <a:pt x="859296" y="175790"/>
                  </a:lnTo>
                  <a:lnTo>
                    <a:pt x="875057" y="165578"/>
                  </a:lnTo>
                  <a:lnTo>
                    <a:pt x="890373" y="155654"/>
                  </a:lnTo>
                  <a:lnTo>
                    <a:pt x="905270" y="146001"/>
                  </a:lnTo>
                  <a:lnTo>
                    <a:pt x="919770" y="136606"/>
                  </a:lnTo>
                  <a:lnTo>
                    <a:pt x="933893" y="127455"/>
                  </a:lnTo>
                  <a:lnTo>
                    <a:pt x="947658" y="118536"/>
                  </a:lnTo>
                  <a:lnTo>
                    <a:pt x="961084" y="109837"/>
                  </a:lnTo>
                  <a:lnTo>
                    <a:pt x="974186" y="101348"/>
                  </a:lnTo>
                  <a:lnTo>
                    <a:pt x="986979" y="93058"/>
                  </a:lnTo>
                  <a:lnTo>
                    <a:pt x="999479" y="84959"/>
                  </a:lnTo>
                  <a:lnTo>
                    <a:pt x="1011697" y="77042"/>
                  </a:lnTo>
                  <a:lnTo>
                    <a:pt x="1023647" y="69299"/>
                  </a:lnTo>
                  <a:lnTo>
                    <a:pt x="1035340" y="61723"/>
                  </a:lnTo>
                  <a:lnTo>
                    <a:pt x="1046787" y="54306"/>
                  </a:lnTo>
                  <a:lnTo>
                    <a:pt x="1057998" y="47042"/>
                  </a:lnTo>
                  <a:lnTo>
                    <a:pt x="1068982" y="39924"/>
                  </a:lnTo>
                  <a:lnTo>
                    <a:pt x="1079749" y="32948"/>
                  </a:lnTo>
                  <a:lnTo>
                    <a:pt x="1090307" y="26107"/>
                  </a:lnTo>
                  <a:lnTo>
                    <a:pt x="1100663" y="19397"/>
                  </a:lnTo>
                  <a:lnTo>
                    <a:pt x="1110826" y="12812"/>
                  </a:lnTo>
                  <a:lnTo>
                    <a:pt x="1120803" y="6347"/>
                  </a:lnTo>
                  <a:lnTo>
                    <a:pt x="113059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4285748" y="1618847"/>
              <a:ext cx="1130599" cy="4650"/>
            </a:xfrm>
            <a:custGeom>
              <a:avLst/>
              <a:pathLst>
                <a:path w="1130599" h="4650">
                  <a:moveTo>
                    <a:pt x="0" y="4650"/>
                  </a:moveTo>
                  <a:lnTo>
                    <a:pt x="72601" y="4351"/>
                  </a:lnTo>
                  <a:lnTo>
                    <a:pt x="136640" y="4088"/>
                  </a:lnTo>
                  <a:lnTo>
                    <a:pt x="193925" y="3852"/>
                  </a:lnTo>
                  <a:lnTo>
                    <a:pt x="245745" y="3639"/>
                  </a:lnTo>
                  <a:lnTo>
                    <a:pt x="293054" y="3444"/>
                  </a:lnTo>
                  <a:lnTo>
                    <a:pt x="336573" y="3265"/>
                  </a:lnTo>
                  <a:lnTo>
                    <a:pt x="376866" y="3100"/>
                  </a:lnTo>
                  <a:lnTo>
                    <a:pt x="414378" y="2945"/>
                  </a:lnTo>
                  <a:lnTo>
                    <a:pt x="449468" y="2801"/>
                  </a:lnTo>
                  <a:lnTo>
                    <a:pt x="482429" y="2665"/>
                  </a:lnTo>
                  <a:lnTo>
                    <a:pt x="513507" y="2538"/>
                  </a:lnTo>
                  <a:lnTo>
                    <a:pt x="542903" y="2417"/>
                  </a:lnTo>
                  <a:lnTo>
                    <a:pt x="570792" y="2302"/>
                  </a:lnTo>
                  <a:lnTo>
                    <a:pt x="597319" y="2193"/>
                  </a:lnTo>
                  <a:lnTo>
                    <a:pt x="622612" y="2089"/>
                  </a:lnTo>
                  <a:lnTo>
                    <a:pt x="646781" y="1989"/>
                  </a:lnTo>
                  <a:lnTo>
                    <a:pt x="669920" y="1894"/>
                  </a:lnTo>
                  <a:lnTo>
                    <a:pt x="692116" y="1803"/>
                  </a:lnTo>
                  <a:lnTo>
                    <a:pt x="713440" y="1715"/>
                  </a:lnTo>
                  <a:lnTo>
                    <a:pt x="733959" y="1631"/>
                  </a:lnTo>
                  <a:lnTo>
                    <a:pt x="753733" y="1550"/>
                  </a:lnTo>
                  <a:lnTo>
                    <a:pt x="772812" y="1471"/>
                  </a:lnTo>
                  <a:lnTo>
                    <a:pt x="791244" y="1395"/>
                  </a:lnTo>
                  <a:lnTo>
                    <a:pt x="809072" y="1322"/>
                  </a:lnTo>
                  <a:lnTo>
                    <a:pt x="826334" y="1251"/>
                  </a:lnTo>
                  <a:lnTo>
                    <a:pt x="843065" y="1182"/>
                  </a:lnTo>
                  <a:lnTo>
                    <a:pt x="859296" y="1115"/>
                  </a:lnTo>
                  <a:lnTo>
                    <a:pt x="875057" y="1051"/>
                  </a:lnTo>
                  <a:lnTo>
                    <a:pt x="890373" y="988"/>
                  </a:lnTo>
                  <a:lnTo>
                    <a:pt x="905270" y="926"/>
                  </a:lnTo>
                  <a:lnTo>
                    <a:pt x="919770" y="867"/>
                  </a:lnTo>
                  <a:lnTo>
                    <a:pt x="933893" y="809"/>
                  </a:lnTo>
                  <a:lnTo>
                    <a:pt x="947658" y="752"/>
                  </a:lnTo>
                  <a:lnTo>
                    <a:pt x="961084" y="697"/>
                  </a:lnTo>
                  <a:lnTo>
                    <a:pt x="974186" y="643"/>
                  </a:lnTo>
                  <a:lnTo>
                    <a:pt x="986979" y="590"/>
                  </a:lnTo>
                  <a:lnTo>
                    <a:pt x="999479" y="539"/>
                  </a:lnTo>
                  <a:lnTo>
                    <a:pt x="1011697" y="489"/>
                  </a:lnTo>
                  <a:lnTo>
                    <a:pt x="1023647" y="439"/>
                  </a:lnTo>
                  <a:lnTo>
                    <a:pt x="1035340" y="391"/>
                  </a:lnTo>
                  <a:lnTo>
                    <a:pt x="1046787" y="344"/>
                  </a:lnTo>
                  <a:lnTo>
                    <a:pt x="1057998" y="298"/>
                  </a:lnTo>
                  <a:lnTo>
                    <a:pt x="1068982" y="253"/>
                  </a:lnTo>
                  <a:lnTo>
                    <a:pt x="1079749" y="209"/>
                  </a:lnTo>
                  <a:lnTo>
                    <a:pt x="1090307" y="165"/>
                  </a:lnTo>
                  <a:lnTo>
                    <a:pt x="1100663" y="123"/>
                  </a:lnTo>
                  <a:lnTo>
                    <a:pt x="1110826" y="81"/>
                  </a:lnTo>
                  <a:lnTo>
                    <a:pt x="1120803" y="40"/>
                  </a:lnTo>
                  <a:lnTo>
                    <a:pt x="113059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4285748" y="1728088"/>
              <a:ext cx="1130599" cy="265514"/>
            </a:xfrm>
            <a:custGeom>
              <a:avLst/>
              <a:pathLst>
                <a:path w="1130599" h="265514">
                  <a:moveTo>
                    <a:pt x="0" y="0"/>
                  </a:moveTo>
                  <a:lnTo>
                    <a:pt x="72601" y="17050"/>
                  </a:lnTo>
                  <a:lnTo>
                    <a:pt x="136640" y="32089"/>
                  </a:lnTo>
                  <a:lnTo>
                    <a:pt x="193925" y="45542"/>
                  </a:lnTo>
                  <a:lnTo>
                    <a:pt x="245745" y="57711"/>
                  </a:lnTo>
                  <a:lnTo>
                    <a:pt x="293054" y="68822"/>
                  </a:lnTo>
                  <a:lnTo>
                    <a:pt x="336573" y="79042"/>
                  </a:lnTo>
                  <a:lnTo>
                    <a:pt x="376866" y="88504"/>
                  </a:lnTo>
                  <a:lnTo>
                    <a:pt x="414378" y="97314"/>
                  </a:lnTo>
                  <a:lnTo>
                    <a:pt x="449468" y="105554"/>
                  </a:lnTo>
                  <a:lnTo>
                    <a:pt x="482429" y="113295"/>
                  </a:lnTo>
                  <a:lnTo>
                    <a:pt x="513507" y="120594"/>
                  </a:lnTo>
                  <a:lnTo>
                    <a:pt x="542903" y="127497"/>
                  </a:lnTo>
                  <a:lnTo>
                    <a:pt x="570792" y="134047"/>
                  </a:lnTo>
                  <a:lnTo>
                    <a:pt x="597319" y="140276"/>
                  </a:lnTo>
                  <a:lnTo>
                    <a:pt x="622612" y="146216"/>
                  </a:lnTo>
                  <a:lnTo>
                    <a:pt x="646781" y="151892"/>
                  </a:lnTo>
                  <a:lnTo>
                    <a:pt x="669920" y="157326"/>
                  </a:lnTo>
                  <a:lnTo>
                    <a:pt x="692116" y="162539"/>
                  </a:lnTo>
                  <a:lnTo>
                    <a:pt x="713440" y="167547"/>
                  </a:lnTo>
                  <a:lnTo>
                    <a:pt x="733959" y="172366"/>
                  </a:lnTo>
                  <a:lnTo>
                    <a:pt x="753733" y="177009"/>
                  </a:lnTo>
                  <a:lnTo>
                    <a:pt x="772812" y="181490"/>
                  </a:lnTo>
                  <a:lnTo>
                    <a:pt x="791244" y="185819"/>
                  </a:lnTo>
                  <a:lnTo>
                    <a:pt x="809072" y="190005"/>
                  </a:lnTo>
                  <a:lnTo>
                    <a:pt x="826334" y="194059"/>
                  </a:lnTo>
                  <a:lnTo>
                    <a:pt x="843065" y="197988"/>
                  </a:lnTo>
                  <a:lnTo>
                    <a:pt x="859296" y="201800"/>
                  </a:lnTo>
                  <a:lnTo>
                    <a:pt x="875057" y="205501"/>
                  </a:lnTo>
                  <a:lnTo>
                    <a:pt x="890373" y="209098"/>
                  </a:lnTo>
                  <a:lnTo>
                    <a:pt x="905270" y="212597"/>
                  </a:lnTo>
                  <a:lnTo>
                    <a:pt x="919770" y="216002"/>
                  </a:lnTo>
                  <a:lnTo>
                    <a:pt x="933893" y="219319"/>
                  </a:lnTo>
                  <a:lnTo>
                    <a:pt x="947658" y="222551"/>
                  </a:lnTo>
                  <a:lnTo>
                    <a:pt x="961084" y="225704"/>
                  </a:lnTo>
                  <a:lnTo>
                    <a:pt x="974186" y="228781"/>
                  </a:lnTo>
                  <a:lnTo>
                    <a:pt x="986979" y="231786"/>
                  </a:lnTo>
                  <a:lnTo>
                    <a:pt x="999479" y="234721"/>
                  </a:lnTo>
                  <a:lnTo>
                    <a:pt x="1011697" y="237591"/>
                  </a:lnTo>
                  <a:lnTo>
                    <a:pt x="1023647" y="240397"/>
                  </a:lnTo>
                  <a:lnTo>
                    <a:pt x="1035340" y="243143"/>
                  </a:lnTo>
                  <a:lnTo>
                    <a:pt x="1046787" y="245831"/>
                  </a:lnTo>
                  <a:lnTo>
                    <a:pt x="1057998" y="248464"/>
                  </a:lnTo>
                  <a:lnTo>
                    <a:pt x="1068982" y="251044"/>
                  </a:lnTo>
                  <a:lnTo>
                    <a:pt x="1079749" y="253572"/>
                  </a:lnTo>
                  <a:lnTo>
                    <a:pt x="1090307" y="256051"/>
                  </a:lnTo>
                  <a:lnTo>
                    <a:pt x="1100663" y="258484"/>
                  </a:lnTo>
                  <a:lnTo>
                    <a:pt x="1110826" y="260870"/>
                  </a:lnTo>
                  <a:lnTo>
                    <a:pt x="1120803" y="263213"/>
                  </a:lnTo>
                  <a:lnTo>
                    <a:pt x="1130599" y="265514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4285748" y="2083019"/>
              <a:ext cx="1130599" cy="57208"/>
            </a:xfrm>
            <a:custGeom>
              <a:avLst/>
              <a:pathLst>
                <a:path w="1130599" h="57208">
                  <a:moveTo>
                    <a:pt x="0" y="57208"/>
                  </a:moveTo>
                  <a:lnTo>
                    <a:pt x="72601" y="53535"/>
                  </a:lnTo>
                  <a:lnTo>
                    <a:pt x="136640" y="50294"/>
                  </a:lnTo>
                  <a:lnTo>
                    <a:pt x="193925" y="47396"/>
                  </a:lnTo>
                  <a:lnTo>
                    <a:pt x="245745" y="44774"/>
                  </a:lnTo>
                  <a:lnTo>
                    <a:pt x="293054" y="42380"/>
                  </a:lnTo>
                  <a:lnTo>
                    <a:pt x="336573" y="40178"/>
                  </a:lnTo>
                  <a:lnTo>
                    <a:pt x="376866" y="38139"/>
                  </a:lnTo>
                  <a:lnTo>
                    <a:pt x="414378" y="36241"/>
                  </a:lnTo>
                  <a:lnTo>
                    <a:pt x="449468" y="34465"/>
                  </a:lnTo>
                  <a:lnTo>
                    <a:pt x="482429" y="32797"/>
                  </a:lnTo>
                  <a:lnTo>
                    <a:pt x="513507" y="31225"/>
                  </a:lnTo>
                  <a:lnTo>
                    <a:pt x="542903" y="29737"/>
                  </a:lnTo>
                  <a:lnTo>
                    <a:pt x="570792" y="28326"/>
                  </a:lnTo>
                  <a:lnTo>
                    <a:pt x="597319" y="26984"/>
                  </a:lnTo>
                  <a:lnTo>
                    <a:pt x="622612" y="25704"/>
                  </a:lnTo>
                  <a:lnTo>
                    <a:pt x="646781" y="24481"/>
                  </a:lnTo>
                  <a:lnTo>
                    <a:pt x="669920" y="23310"/>
                  </a:lnTo>
                  <a:lnTo>
                    <a:pt x="692116" y="22187"/>
                  </a:lnTo>
                  <a:lnTo>
                    <a:pt x="713440" y="21108"/>
                  </a:lnTo>
                  <a:lnTo>
                    <a:pt x="733959" y="20070"/>
                  </a:lnTo>
                  <a:lnTo>
                    <a:pt x="753733" y="19069"/>
                  </a:lnTo>
                  <a:lnTo>
                    <a:pt x="772812" y="18104"/>
                  </a:lnTo>
                  <a:lnTo>
                    <a:pt x="791244" y="17171"/>
                  </a:lnTo>
                  <a:lnTo>
                    <a:pt x="809072" y="16269"/>
                  </a:lnTo>
                  <a:lnTo>
                    <a:pt x="826334" y="15395"/>
                  </a:lnTo>
                  <a:lnTo>
                    <a:pt x="843065" y="14549"/>
                  </a:lnTo>
                  <a:lnTo>
                    <a:pt x="859296" y="13728"/>
                  </a:lnTo>
                  <a:lnTo>
                    <a:pt x="875057" y="12930"/>
                  </a:lnTo>
                  <a:lnTo>
                    <a:pt x="890373" y="12155"/>
                  </a:lnTo>
                  <a:lnTo>
                    <a:pt x="905270" y="11401"/>
                  </a:lnTo>
                  <a:lnTo>
                    <a:pt x="919770" y="10668"/>
                  </a:lnTo>
                  <a:lnTo>
                    <a:pt x="933893" y="9953"/>
                  </a:lnTo>
                  <a:lnTo>
                    <a:pt x="947658" y="9256"/>
                  </a:lnTo>
                  <a:lnTo>
                    <a:pt x="961084" y="8577"/>
                  </a:lnTo>
                  <a:lnTo>
                    <a:pt x="974186" y="7914"/>
                  </a:lnTo>
                  <a:lnTo>
                    <a:pt x="986979" y="7267"/>
                  </a:lnTo>
                  <a:lnTo>
                    <a:pt x="999479" y="6634"/>
                  </a:lnTo>
                  <a:lnTo>
                    <a:pt x="1011697" y="6016"/>
                  </a:lnTo>
                  <a:lnTo>
                    <a:pt x="1023647" y="5411"/>
                  </a:lnTo>
                  <a:lnTo>
                    <a:pt x="1035340" y="4820"/>
                  </a:lnTo>
                  <a:lnTo>
                    <a:pt x="1046787" y="4240"/>
                  </a:lnTo>
                  <a:lnTo>
                    <a:pt x="1057998" y="3673"/>
                  </a:lnTo>
                  <a:lnTo>
                    <a:pt x="1068982" y="3117"/>
                  </a:lnTo>
                  <a:lnTo>
                    <a:pt x="1079749" y="2573"/>
                  </a:lnTo>
                  <a:lnTo>
                    <a:pt x="1090307" y="2038"/>
                  </a:lnTo>
                  <a:lnTo>
                    <a:pt x="1100663" y="1514"/>
                  </a:lnTo>
                  <a:lnTo>
                    <a:pt x="1110826" y="1000"/>
                  </a:lnTo>
                  <a:lnTo>
                    <a:pt x="1120803" y="495"/>
                  </a:lnTo>
                  <a:lnTo>
                    <a:pt x="11305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4285748" y="2146312"/>
              <a:ext cx="1130599" cy="74747"/>
            </a:xfrm>
            <a:custGeom>
              <a:avLst/>
              <a:pathLst>
                <a:path w="1130599" h="74747">
                  <a:moveTo>
                    <a:pt x="0" y="0"/>
                  </a:moveTo>
                  <a:lnTo>
                    <a:pt x="72601" y="4799"/>
                  </a:lnTo>
                  <a:lnTo>
                    <a:pt x="136640" y="9033"/>
                  </a:lnTo>
                  <a:lnTo>
                    <a:pt x="193925" y="12821"/>
                  </a:lnTo>
                  <a:lnTo>
                    <a:pt x="245745" y="16247"/>
                  </a:lnTo>
                  <a:lnTo>
                    <a:pt x="293054" y="19374"/>
                  </a:lnTo>
                  <a:lnTo>
                    <a:pt x="336573" y="22252"/>
                  </a:lnTo>
                  <a:lnTo>
                    <a:pt x="376866" y="24915"/>
                  </a:lnTo>
                  <a:lnTo>
                    <a:pt x="414378" y="27395"/>
                  </a:lnTo>
                  <a:lnTo>
                    <a:pt x="449468" y="29715"/>
                  </a:lnTo>
                  <a:lnTo>
                    <a:pt x="482429" y="31895"/>
                  </a:lnTo>
                  <a:lnTo>
                    <a:pt x="513507" y="33949"/>
                  </a:lnTo>
                  <a:lnTo>
                    <a:pt x="542903" y="35893"/>
                  </a:lnTo>
                  <a:lnTo>
                    <a:pt x="570792" y="37736"/>
                  </a:lnTo>
                  <a:lnTo>
                    <a:pt x="597319" y="39490"/>
                  </a:lnTo>
                  <a:lnTo>
                    <a:pt x="622612" y="41163"/>
                  </a:lnTo>
                  <a:lnTo>
                    <a:pt x="646781" y="42760"/>
                  </a:lnTo>
                  <a:lnTo>
                    <a:pt x="669920" y="44290"/>
                  </a:lnTo>
                  <a:lnTo>
                    <a:pt x="692116" y="45758"/>
                  </a:lnTo>
                  <a:lnTo>
                    <a:pt x="713440" y="47167"/>
                  </a:lnTo>
                  <a:lnTo>
                    <a:pt x="733959" y="48524"/>
                  </a:lnTo>
                  <a:lnTo>
                    <a:pt x="753733" y="49831"/>
                  </a:lnTo>
                  <a:lnTo>
                    <a:pt x="772812" y="51093"/>
                  </a:lnTo>
                  <a:lnTo>
                    <a:pt x="791244" y="52311"/>
                  </a:lnTo>
                  <a:lnTo>
                    <a:pt x="809072" y="53490"/>
                  </a:lnTo>
                  <a:lnTo>
                    <a:pt x="826334" y="54631"/>
                  </a:lnTo>
                  <a:lnTo>
                    <a:pt x="843065" y="55737"/>
                  </a:lnTo>
                  <a:lnTo>
                    <a:pt x="859296" y="56810"/>
                  </a:lnTo>
                  <a:lnTo>
                    <a:pt x="875057" y="57852"/>
                  </a:lnTo>
                  <a:lnTo>
                    <a:pt x="890373" y="58865"/>
                  </a:lnTo>
                  <a:lnTo>
                    <a:pt x="905270" y="59850"/>
                  </a:lnTo>
                  <a:lnTo>
                    <a:pt x="919770" y="60809"/>
                  </a:lnTo>
                  <a:lnTo>
                    <a:pt x="933893" y="61742"/>
                  </a:lnTo>
                  <a:lnTo>
                    <a:pt x="947658" y="62652"/>
                  </a:lnTo>
                  <a:lnTo>
                    <a:pt x="961084" y="63540"/>
                  </a:lnTo>
                  <a:lnTo>
                    <a:pt x="974186" y="64406"/>
                  </a:lnTo>
                  <a:lnTo>
                    <a:pt x="986979" y="65252"/>
                  </a:lnTo>
                  <a:lnTo>
                    <a:pt x="999479" y="66078"/>
                  </a:lnTo>
                  <a:lnTo>
                    <a:pt x="1011697" y="66886"/>
                  </a:lnTo>
                  <a:lnTo>
                    <a:pt x="1023647" y="67676"/>
                  </a:lnTo>
                  <a:lnTo>
                    <a:pt x="1035340" y="68449"/>
                  </a:lnTo>
                  <a:lnTo>
                    <a:pt x="1046787" y="69206"/>
                  </a:lnTo>
                  <a:lnTo>
                    <a:pt x="1057998" y="69947"/>
                  </a:lnTo>
                  <a:lnTo>
                    <a:pt x="1068982" y="70674"/>
                  </a:lnTo>
                  <a:lnTo>
                    <a:pt x="1079749" y="71385"/>
                  </a:lnTo>
                  <a:lnTo>
                    <a:pt x="1090307" y="72083"/>
                  </a:lnTo>
                  <a:lnTo>
                    <a:pt x="1100663" y="72768"/>
                  </a:lnTo>
                  <a:lnTo>
                    <a:pt x="1110826" y="73440"/>
                  </a:lnTo>
                  <a:lnTo>
                    <a:pt x="1120803" y="74100"/>
                  </a:lnTo>
                  <a:lnTo>
                    <a:pt x="1130599" y="74747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4285748" y="1979907"/>
              <a:ext cx="1130599" cy="45164"/>
            </a:xfrm>
            <a:custGeom>
              <a:avLst/>
              <a:pathLst>
                <a:path w="1130599" h="45164">
                  <a:moveTo>
                    <a:pt x="0" y="45164"/>
                  </a:moveTo>
                  <a:lnTo>
                    <a:pt x="72601" y="42263"/>
                  </a:lnTo>
                  <a:lnTo>
                    <a:pt x="136640" y="39705"/>
                  </a:lnTo>
                  <a:lnTo>
                    <a:pt x="193925" y="37417"/>
                  </a:lnTo>
                  <a:lnTo>
                    <a:pt x="245745" y="35347"/>
                  </a:lnTo>
                  <a:lnTo>
                    <a:pt x="293054" y="33457"/>
                  </a:lnTo>
                  <a:lnTo>
                    <a:pt x="336573" y="31719"/>
                  </a:lnTo>
                  <a:lnTo>
                    <a:pt x="376866" y="30109"/>
                  </a:lnTo>
                  <a:lnTo>
                    <a:pt x="414378" y="28610"/>
                  </a:lnTo>
                  <a:lnTo>
                    <a:pt x="449468" y="27209"/>
                  </a:lnTo>
                  <a:lnTo>
                    <a:pt x="482429" y="25892"/>
                  </a:lnTo>
                  <a:lnTo>
                    <a:pt x="513507" y="24651"/>
                  </a:lnTo>
                  <a:lnTo>
                    <a:pt x="542903" y="23476"/>
                  </a:lnTo>
                  <a:lnTo>
                    <a:pt x="570792" y="22362"/>
                  </a:lnTo>
                  <a:lnTo>
                    <a:pt x="597319" y="21303"/>
                  </a:lnTo>
                  <a:lnTo>
                    <a:pt x="622612" y="20292"/>
                  </a:lnTo>
                  <a:lnTo>
                    <a:pt x="646781" y="19327"/>
                  </a:lnTo>
                  <a:lnTo>
                    <a:pt x="669920" y="18402"/>
                  </a:lnTo>
                  <a:lnTo>
                    <a:pt x="692116" y="17516"/>
                  </a:lnTo>
                  <a:lnTo>
                    <a:pt x="713440" y="16664"/>
                  </a:lnTo>
                  <a:lnTo>
                    <a:pt x="733959" y="15844"/>
                  </a:lnTo>
                  <a:lnTo>
                    <a:pt x="753733" y="15054"/>
                  </a:lnTo>
                  <a:lnTo>
                    <a:pt x="772812" y="14292"/>
                  </a:lnTo>
                  <a:lnTo>
                    <a:pt x="791244" y="13556"/>
                  </a:lnTo>
                  <a:lnTo>
                    <a:pt x="809072" y="12844"/>
                  </a:lnTo>
                  <a:lnTo>
                    <a:pt x="826334" y="12154"/>
                  </a:lnTo>
                  <a:lnTo>
                    <a:pt x="843065" y="11486"/>
                  </a:lnTo>
                  <a:lnTo>
                    <a:pt x="859296" y="10837"/>
                  </a:lnTo>
                  <a:lnTo>
                    <a:pt x="875057" y="10208"/>
                  </a:lnTo>
                  <a:lnTo>
                    <a:pt x="890373" y="9596"/>
                  </a:lnTo>
                  <a:lnTo>
                    <a:pt x="905270" y="9001"/>
                  </a:lnTo>
                  <a:lnTo>
                    <a:pt x="919770" y="8422"/>
                  </a:lnTo>
                  <a:lnTo>
                    <a:pt x="933893" y="7857"/>
                  </a:lnTo>
                  <a:lnTo>
                    <a:pt x="947658" y="7307"/>
                  </a:lnTo>
                  <a:lnTo>
                    <a:pt x="961084" y="6771"/>
                  </a:lnTo>
                  <a:lnTo>
                    <a:pt x="974186" y="6248"/>
                  </a:lnTo>
                  <a:lnTo>
                    <a:pt x="986979" y="5737"/>
                  </a:lnTo>
                  <a:lnTo>
                    <a:pt x="999479" y="5237"/>
                  </a:lnTo>
                  <a:lnTo>
                    <a:pt x="1011697" y="4749"/>
                  </a:lnTo>
                  <a:lnTo>
                    <a:pt x="1023647" y="4272"/>
                  </a:lnTo>
                  <a:lnTo>
                    <a:pt x="1035340" y="3805"/>
                  </a:lnTo>
                  <a:lnTo>
                    <a:pt x="1046787" y="3348"/>
                  </a:lnTo>
                  <a:lnTo>
                    <a:pt x="1057998" y="2900"/>
                  </a:lnTo>
                  <a:lnTo>
                    <a:pt x="1068982" y="2461"/>
                  </a:lnTo>
                  <a:lnTo>
                    <a:pt x="1079749" y="2031"/>
                  </a:lnTo>
                  <a:lnTo>
                    <a:pt x="1090307" y="1609"/>
                  </a:lnTo>
                  <a:lnTo>
                    <a:pt x="1100663" y="1195"/>
                  </a:lnTo>
                  <a:lnTo>
                    <a:pt x="1110826" y="789"/>
                  </a:lnTo>
                  <a:lnTo>
                    <a:pt x="1120803" y="391"/>
                  </a:lnTo>
                  <a:lnTo>
                    <a:pt x="11305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5" name="rc294"/>
            <p:cNvSpPr/>
            <p:nvPr/>
          </p:nvSpPr>
          <p:spPr>
            <a:xfrm>
              <a:off x="4204347" y="1185068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4204347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4172716" y="211229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4172716" y="176591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4172716" y="141953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4204347" y="2356600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4285748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4662614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5039481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5416347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tx304"/>
            <p:cNvSpPr/>
            <p:nvPr/>
          </p:nvSpPr>
          <p:spPr>
            <a:xfrm>
              <a:off x="4204347" y="990315"/>
              <a:ext cx="6131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306" name="rc305"/>
            <p:cNvSpPr/>
            <p:nvPr/>
          </p:nvSpPr>
          <p:spPr>
            <a:xfrm>
              <a:off x="5635189" y="1185068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5698851" y="204291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5711994" y="194608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5670252" y="189534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5676312" y="212092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5683156" y="215962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5708715" y="148017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5704207" y="205269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5697939" y="180674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5665707" y="204827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5696078" y="211772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6075758" y="194054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45383" y="205985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073179" y="171233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61780" y="210046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092641" y="203762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070945" y="179940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086711" y="216298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090210" y="205640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085735" y="196714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042163" y="123225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045077" y="153685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046751" y="197854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072252" y="193171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057558" y="215231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070657" y="199336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045204" y="193314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087981" y="209000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079600" y="203315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444043" y="227486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442962" y="205720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451837" y="2036710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469806" y="191613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465428" y="145603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425258" y="140510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439896" y="169356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442793" y="180929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420037" y="181756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464825" y="173813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436193" y="179288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416127" y="173190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421989" y="206514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431217" y="195854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423413" y="203357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462941" y="164565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430518" y="173764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417275" y="193910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430065" y="178590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430633" y="120983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828664" y="180226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825426" y="191713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816668" y="180616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839655" y="179707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95912" y="186452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845697" y="181440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793164" y="169476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833818" y="179828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831827" y="202476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812706" y="153295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839108" y="202712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829653" y="200505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810672" y="191333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799334" y="182542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839676" y="184276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814530" y="202331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802017" y="172008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801007" y="185735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795268" y="192132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800108" y="185054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823885" y="192050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806439" y="160226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830890" y="187353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837749" y="181645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l378"/>
            <p:cNvSpPr/>
            <p:nvPr/>
          </p:nvSpPr>
          <p:spPr>
            <a:xfrm>
              <a:off x="5718592" y="1820372"/>
              <a:ext cx="1129344" cy="139112"/>
            </a:xfrm>
            <a:custGeom>
              <a:avLst/>
              <a:pathLst>
                <a:path w="1129344" h="139112">
                  <a:moveTo>
                    <a:pt x="0" y="139112"/>
                  </a:moveTo>
                  <a:lnTo>
                    <a:pt x="72520" y="130179"/>
                  </a:lnTo>
                  <a:lnTo>
                    <a:pt x="136488" y="122299"/>
                  </a:lnTo>
                  <a:lnTo>
                    <a:pt x="193710" y="115251"/>
                  </a:lnTo>
                  <a:lnTo>
                    <a:pt x="245473" y="108874"/>
                  </a:lnTo>
                  <a:lnTo>
                    <a:pt x="292728" y="103053"/>
                  </a:lnTo>
                  <a:lnTo>
                    <a:pt x="336200" y="97699"/>
                  </a:lnTo>
                  <a:lnTo>
                    <a:pt x="376448" y="92741"/>
                  </a:lnTo>
                  <a:lnTo>
                    <a:pt x="413918" y="88125"/>
                  </a:lnTo>
                  <a:lnTo>
                    <a:pt x="448968" y="83808"/>
                  </a:lnTo>
                  <a:lnTo>
                    <a:pt x="481894" y="79752"/>
                  </a:lnTo>
                  <a:lnTo>
                    <a:pt x="512936" y="75928"/>
                  </a:lnTo>
                  <a:lnTo>
                    <a:pt x="542300" y="72311"/>
                  </a:lnTo>
                  <a:lnTo>
                    <a:pt x="570158" y="68880"/>
                  </a:lnTo>
                  <a:lnTo>
                    <a:pt x="596656" y="65616"/>
                  </a:lnTo>
                  <a:lnTo>
                    <a:pt x="621921" y="62504"/>
                  </a:lnTo>
                  <a:lnTo>
                    <a:pt x="646062" y="59530"/>
                  </a:lnTo>
                  <a:lnTo>
                    <a:pt x="669176" y="56683"/>
                  </a:lnTo>
                  <a:lnTo>
                    <a:pt x="691347" y="53952"/>
                  </a:lnTo>
                  <a:lnTo>
                    <a:pt x="712648" y="51328"/>
                  </a:lnTo>
                  <a:lnTo>
                    <a:pt x="733144" y="48803"/>
                  </a:lnTo>
                  <a:lnTo>
                    <a:pt x="752896" y="46370"/>
                  </a:lnTo>
                  <a:lnTo>
                    <a:pt x="771954" y="44023"/>
                  </a:lnTo>
                  <a:lnTo>
                    <a:pt x="790366" y="41755"/>
                  </a:lnTo>
                  <a:lnTo>
                    <a:pt x="808174" y="39561"/>
                  </a:lnTo>
                  <a:lnTo>
                    <a:pt x="825417" y="37437"/>
                  </a:lnTo>
                  <a:lnTo>
                    <a:pt x="842129" y="35379"/>
                  </a:lnTo>
                  <a:lnTo>
                    <a:pt x="858342" y="33381"/>
                  </a:lnTo>
                  <a:lnTo>
                    <a:pt x="874085" y="31442"/>
                  </a:lnTo>
                  <a:lnTo>
                    <a:pt x="889384" y="29558"/>
                  </a:lnTo>
                  <a:lnTo>
                    <a:pt x="904265" y="27725"/>
                  </a:lnTo>
                  <a:lnTo>
                    <a:pt x="918748" y="25941"/>
                  </a:lnTo>
                  <a:lnTo>
                    <a:pt x="932856" y="24203"/>
                  </a:lnTo>
                  <a:lnTo>
                    <a:pt x="946606" y="22509"/>
                  </a:lnTo>
                  <a:lnTo>
                    <a:pt x="960016" y="20857"/>
                  </a:lnTo>
                  <a:lnTo>
                    <a:pt x="973104" y="19245"/>
                  </a:lnTo>
                  <a:lnTo>
                    <a:pt x="985883" y="17671"/>
                  </a:lnTo>
                  <a:lnTo>
                    <a:pt x="998369" y="16133"/>
                  </a:lnTo>
                  <a:lnTo>
                    <a:pt x="1010574" y="14630"/>
                  </a:lnTo>
                  <a:lnTo>
                    <a:pt x="1022510" y="13159"/>
                  </a:lnTo>
                  <a:lnTo>
                    <a:pt x="1034190" y="11720"/>
                  </a:lnTo>
                  <a:lnTo>
                    <a:pt x="1045625" y="10312"/>
                  </a:lnTo>
                  <a:lnTo>
                    <a:pt x="1056823" y="8933"/>
                  </a:lnTo>
                  <a:lnTo>
                    <a:pt x="1067795" y="7581"/>
                  </a:lnTo>
                  <a:lnTo>
                    <a:pt x="1078550" y="6256"/>
                  </a:lnTo>
                  <a:lnTo>
                    <a:pt x="1089096" y="4957"/>
                  </a:lnTo>
                  <a:lnTo>
                    <a:pt x="1099441" y="3683"/>
                  </a:lnTo>
                  <a:lnTo>
                    <a:pt x="1109592" y="2432"/>
                  </a:lnTo>
                  <a:lnTo>
                    <a:pt x="1119558" y="1205"/>
                  </a:lnTo>
                  <a:lnTo>
                    <a:pt x="1129344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5718592" y="1867693"/>
              <a:ext cx="1129344" cy="276703"/>
            </a:xfrm>
            <a:custGeom>
              <a:avLst/>
              <a:pathLst>
                <a:path w="1129344" h="276703">
                  <a:moveTo>
                    <a:pt x="0" y="276703"/>
                  </a:moveTo>
                  <a:lnTo>
                    <a:pt x="72520" y="258935"/>
                  </a:lnTo>
                  <a:lnTo>
                    <a:pt x="136488" y="243262"/>
                  </a:lnTo>
                  <a:lnTo>
                    <a:pt x="193710" y="229242"/>
                  </a:lnTo>
                  <a:lnTo>
                    <a:pt x="245473" y="216559"/>
                  </a:lnTo>
                  <a:lnTo>
                    <a:pt x="292728" y="204981"/>
                  </a:lnTo>
                  <a:lnTo>
                    <a:pt x="336200" y="194330"/>
                  </a:lnTo>
                  <a:lnTo>
                    <a:pt x="376448" y="184469"/>
                  </a:lnTo>
                  <a:lnTo>
                    <a:pt x="413918" y="175288"/>
                  </a:lnTo>
                  <a:lnTo>
                    <a:pt x="448968" y="166700"/>
                  </a:lnTo>
                  <a:lnTo>
                    <a:pt x="481894" y="158633"/>
                  </a:lnTo>
                  <a:lnTo>
                    <a:pt x="512936" y="151027"/>
                  </a:lnTo>
                  <a:lnTo>
                    <a:pt x="542300" y="143833"/>
                  </a:lnTo>
                  <a:lnTo>
                    <a:pt x="570158" y="137007"/>
                  </a:lnTo>
                  <a:lnTo>
                    <a:pt x="596656" y="130515"/>
                  </a:lnTo>
                  <a:lnTo>
                    <a:pt x="621921" y="124325"/>
                  </a:lnTo>
                  <a:lnTo>
                    <a:pt x="646062" y="118410"/>
                  </a:lnTo>
                  <a:lnTo>
                    <a:pt x="669176" y="112746"/>
                  </a:lnTo>
                  <a:lnTo>
                    <a:pt x="691347" y="107314"/>
                  </a:lnTo>
                  <a:lnTo>
                    <a:pt x="712648" y="102095"/>
                  </a:lnTo>
                  <a:lnTo>
                    <a:pt x="733144" y="97073"/>
                  </a:lnTo>
                  <a:lnTo>
                    <a:pt x="752896" y="92234"/>
                  </a:lnTo>
                  <a:lnTo>
                    <a:pt x="771954" y="87565"/>
                  </a:lnTo>
                  <a:lnTo>
                    <a:pt x="790366" y="83053"/>
                  </a:lnTo>
                  <a:lnTo>
                    <a:pt x="808174" y="78690"/>
                  </a:lnTo>
                  <a:lnTo>
                    <a:pt x="825417" y="74466"/>
                  </a:lnTo>
                  <a:lnTo>
                    <a:pt x="842129" y="70371"/>
                  </a:lnTo>
                  <a:lnTo>
                    <a:pt x="858342" y="66398"/>
                  </a:lnTo>
                  <a:lnTo>
                    <a:pt x="874085" y="62541"/>
                  </a:lnTo>
                  <a:lnTo>
                    <a:pt x="889384" y="58793"/>
                  </a:lnTo>
                  <a:lnTo>
                    <a:pt x="904265" y="55147"/>
                  </a:lnTo>
                  <a:lnTo>
                    <a:pt x="918748" y="51598"/>
                  </a:lnTo>
                  <a:lnTo>
                    <a:pt x="932856" y="48142"/>
                  </a:lnTo>
                  <a:lnTo>
                    <a:pt x="946606" y="44773"/>
                  </a:lnTo>
                  <a:lnTo>
                    <a:pt x="960016" y="41487"/>
                  </a:lnTo>
                  <a:lnTo>
                    <a:pt x="973104" y="38280"/>
                  </a:lnTo>
                  <a:lnTo>
                    <a:pt x="985883" y="35149"/>
                  </a:lnTo>
                  <a:lnTo>
                    <a:pt x="998369" y="32090"/>
                  </a:lnTo>
                  <a:lnTo>
                    <a:pt x="1010574" y="29100"/>
                  </a:lnTo>
                  <a:lnTo>
                    <a:pt x="1022510" y="26175"/>
                  </a:lnTo>
                  <a:lnTo>
                    <a:pt x="1034190" y="23313"/>
                  </a:lnTo>
                  <a:lnTo>
                    <a:pt x="1045625" y="20512"/>
                  </a:lnTo>
                  <a:lnTo>
                    <a:pt x="1056823" y="17768"/>
                  </a:lnTo>
                  <a:lnTo>
                    <a:pt x="1067795" y="15080"/>
                  </a:lnTo>
                  <a:lnTo>
                    <a:pt x="1078550" y="12445"/>
                  </a:lnTo>
                  <a:lnTo>
                    <a:pt x="1089096" y="9861"/>
                  </a:lnTo>
                  <a:lnTo>
                    <a:pt x="1099441" y="7326"/>
                  </a:lnTo>
                  <a:lnTo>
                    <a:pt x="1109592" y="4839"/>
                  </a:lnTo>
                  <a:lnTo>
                    <a:pt x="1119558" y="2397"/>
                  </a:lnTo>
                  <a:lnTo>
                    <a:pt x="1129344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5718592" y="1915028"/>
              <a:ext cx="1129344" cy="52810"/>
            </a:xfrm>
            <a:custGeom>
              <a:avLst/>
              <a:pathLst>
                <a:path w="1129344" h="52810">
                  <a:moveTo>
                    <a:pt x="0" y="52810"/>
                  </a:moveTo>
                  <a:lnTo>
                    <a:pt x="72520" y="49419"/>
                  </a:lnTo>
                  <a:lnTo>
                    <a:pt x="136488" y="46428"/>
                  </a:lnTo>
                  <a:lnTo>
                    <a:pt x="193710" y="43752"/>
                  </a:lnTo>
                  <a:lnTo>
                    <a:pt x="245473" y="41331"/>
                  </a:lnTo>
                  <a:lnTo>
                    <a:pt x="292728" y="39121"/>
                  </a:lnTo>
                  <a:lnTo>
                    <a:pt x="336200" y="37089"/>
                  </a:lnTo>
                  <a:lnTo>
                    <a:pt x="376448" y="35207"/>
                  </a:lnTo>
                  <a:lnTo>
                    <a:pt x="413918" y="33454"/>
                  </a:lnTo>
                  <a:lnTo>
                    <a:pt x="448968" y="31815"/>
                  </a:lnTo>
                  <a:lnTo>
                    <a:pt x="481894" y="30276"/>
                  </a:lnTo>
                  <a:lnTo>
                    <a:pt x="512936" y="28824"/>
                  </a:lnTo>
                  <a:lnTo>
                    <a:pt x="542300" y="27451"/>
                  </a:lnTo>
                  <a:lnTo>
                    <a:pt x="570158" y="26148"/>
                  </a:lnTo>
                  <a:lnTo>
                    <a:pt x="596656" y="24909"/>
                  </a:lnTo>
                  <a:lnTo>
                    <a:pt x="621921" y="23728"/>
                  </a:lnTo>
                  <a:lnTo>
                    <a:pt x="646062" y="22599"/>
                  </a:lnTo>
                  <a:lnTo>
                    <a:pt x="669176" y="21518"/>
                  </a:lnTo>
                  <a:lnTo>
                    <a:pt x="691347" y="20481"/>
                  </a:lnTo>
                  <a:lnTo>
                    <a:pt x="712648" y="19485"/>
                  </a:lnTo>
                  <a:lnTo>
                    <a:pt x="733144" y="18527"/>
                  </a:lnTo>
                  <a:lnTo>
                    <a:pt x="752896" y="17603"/>
                  </a:lnTo>
                  <a:lnTo>
                    <a:pt x="771954" y="16712"/>
                  </a:lnTo>
                  <a:lnTo>
                    <a:pt x="790366" y="15851"/>
                  </a:lnTo>
                  <a:lnTo>
                    <a:pt x="808174" y="15018"/>
                  </a:lnTo>
                  <a:lnTo>
                    <a:pt x="825417" y="14212"/>
                  </a:lnTo>
                  <a:lnTo>
                    <a:pt x="842129" y="13430"/>
                  </a:lnTo>
                  <a:lnTo>
                    <a:pt x="858342" y="12672"/>
                  </a:lnTo>
                  <a:lnTo>
                    <a:pt x="874085" y="11936"/>
                  </a:lnTo>
                  <a:lnTo>
                    <a:pt x="889384" y="11221"/>
                  </a:lnTo>
                  <a:lnTo>
                    <a:pt x="904265" y="10525"/>
                  </a:lnTo>
                  <a:lnTo>
                    <a:pt x="918748" y="9847"/>
                  </a:lnTo>
                  <a:lnTo>
                    <a:pt x="932856" y="9188"/>
                  </a:lnTo>
                  <a:lnTo>
                    <a:pt x="946606" y="8545"/>
                  </a:lnTo>
                  <a:lnTo>
                    <a:pt x="960016" y="7918"/>
                  </a:lnTo>
                  <a:lnTo>
                    <a:pt x="973104" y="7306"/>
                  </a:lnTo>
                  <a:lnTo>
                    <a:pt x="985883" y="6708"/>
                  </a:lnTo>
                  <a:lnTo>
                    <a:pt x="998369" y="6124"/>
                  </a:lnTo>
                  <a:lnTo>
                    <a:pt x="1010574" y="5553"/>
                  </a:lnTo>
                  <a:lnTo>
                    <a:pt x="1022510" y="4995"/>
                  </a:lnTo>
                  <a:lnTo>
                    <a:pt x="1034190" y="4449"/>
                  </a:lnTo>
                  <a:lnTo>
                    <a:pt x="1045625" y="3914"/>
                  </a:lnTo>
                  <a:lnTo>
                    <a:pt x="1056823" y="3391"/>
                  </a:lnTo>
                  <a:lnTo>
                    <a:pt x="1067795" y="2878"/>
                  </a:lnTo>
                  <a:lnTo>
                    <a:pt x="1078550" y="2375"/>
                  </a:lnTo>
                  <a:lnTo>
                    <a:pt x="1089096" y="1882"/>
                  </a:lnTo>
                  <a:lnTo>
                    <a:pt x="1099441" y="1398"/>
                  </a:lnTo>
                  <a:lnTo>
                    <a:pt x="1109592" y="923"/>
                  </a:lnTo>
                  <a:lnTo>
                    <a:pt x="1119558" y="457"/>
                  </a:lnTo>
                  <a:lnTo>
                    <a:pt x="1129344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5718592" y="1487838"/>
              <a:ext cx="1129344" cy="642668"/>
            </a:xfrm>
            <a:custGeom>
              <a:avLst/>
              <a:pathLst>
                <a:path w="1129344" h="642668">
                  <a:moveTo>
                    <a:pt x="0" y="642668"/>
                  </a:moveTo>
                  <a:lnTo>
                    <a:pt x="72520" y="601399"/>
                  </a:lnTo>
                  <a:lnTo>
                    <a:pt x="136488" y="564998"/>
                  </a:lnTo>
                  <a:lnTo>
                    <a:pt x="193710" y="532435"/>
                  </a:lnTo>
                  <a:lnTo>
                    <a:pt x="245473" y="502979"/>
                  </a:lnTo>
                  <a:lnTo>
                    <a:pt x="292728" y="476087"/>
                  </a:lnTo>
                  <a:lnTo>
                    <a:pt x="336200" y="451349"/>
                  </a:lnTo>
                  <a:lnTo>
                    <a:pt x="376448" y="428445"/>
                  </a:lnTo>
                  <a:lnTo>
                    <a:pt x="413918" y="407123"/>
                  </a:lnTo>
                  <a:lnTo>
                    <a:pt x="448968" y="387176"/>
                  </a:lnTo>
                  <a:lnTo>
                    <a:pt x="481894" y="368440"/>
                  </a:lnTo>
                  <a:lnTo>
                    <a:pt x="512936" y="350775"/>
                  </a:lnTo>
                  <a:lnTo>
                    <a:pt x="542300" y="334065"/>
                  </a:lnTo>
                  <a:lnTo>
                    <a:pt x="570158" y="318212"/>
                  </a:lnTo>
                  <a:lnTo>
                    <a:pt x="596656" y="303133"/>
                  </a:lnTo>
                  <a:lnTo>
                    <a:pt x="621921" y="288756"/>
                  </a:lnTo>
                  <a:lnTo>
                    <a:pt x="646062" y="275017"/>
                  </a:lnTo>
                  <a:lnTo>
                    <a:pt x="669176" y="261864"/>
                  </a:lnTo>
                  <a:lnTo>
                    <a:pt x="691347" y="249248"/>
                  </a:lnTo>
                  <a:lnTo>
                    <a:pt x="712648" y="237126"/>
                  </a:lnTo>
                  <a:lnTo>
                    <a:pt x="733144" y="225462"/>
                  </a:lnTo>
                  <a:lnTo>
                    <a:pt x="752896" y="214222"/>
                  </a:lnTo>
                  <a:lnTo>
                    <a:pt x="771954" y="203377"/>
                  </a:lnTo>
                  <a:lnTo>
                    <a:pt x="790366" y="192900"/>
                  </a:lnTo>
                  <a:lnTo>
                    <a:pt x="808174" y="182766"/>
                  </a:lnTo>
                  <a:lnTo>
                    <a:pt x="825417" y="172953"/>
                  </a:lnTo>
                  <a:lnTo>
                    <a:pt x="842129" y="163443"/>
                  </a:lnTo>
                  <a:lnTo>
                    <a:pt x="858342" y="154217"/>
                  </a:lnTo>
                  <a:lnTo>
                    <a:pt x="874085" y="145258"/>
                  </a:lnTo>
                  <a:lnTo>
                    <a:pt x="889384" y="136552"/>
                  </a:lnTo>
                  <a:lnTo>
                    <a:pt x="904265" y="128084"/>
                  </a:lnTo>
                  <a:lnTo>
                    <a:pt x="918748" y="119842"/>
                  </a:lnTo>
                  <a:lnTo>
                    <a:pt x="932856" y="111814"/>
                  </a:lnTo>
                  <a:lnTo>
                    <a:pt x="946606" y="103989"/>
                  </a:lnTo>
                  <a:lnTo>
                    <a:pt x="960016" y="96358"/>
                  </a:lnTo>
                  <a:lnTo>
                    <a:pt x="973104" y="88910"/>
                  </a:lnTo>
                  <a:lnTo>
                    <a:pt x="985883" y="81638"/>
                  </a:lnTo>
                  <a:lnTo>
                    <a:pt x="998369" y="74533"/>
                  </a:lnTo>
                  <a:lnTo>
                    <a:pt x="1010574" y="67587"/>
                  </a:lnTo>
                  <a:lnTo>
                    <a:pt x="1022510" y="60794"/>
                  </a:lnTo>
                  <a:lnTo>
                    <a:pt x="1034190" y="54148"/>
                  </a:lnTo>
                  <a:lnTo>
                    <a:pt x="1045625" y="47641"/>
                  </a:lnTo>
                  <a:lnTo>
                    <a:pt x="1056823" y="41268"/>
                  </a:lnTo>
                  <a:lnTo>
                    <a:pt x="1067795" y="35025"/>
                  </a:lnTo>
                  <a:lnTo>
                    <a:pt x="1078550" y="28905"/>
                  </a:lnTo>
                  <a:lnTo>
                    <a:pt x="1089096" y="22903"/>
                  </a:lnTo>
                  <a:lnTo>
                    <a:pt x="1099441" y="17016"/>
                  </a:lnTo>
                  <a:lnTo>
                    <a:pt x="1109592" y="11239"/>
                  </a:lnTo>
                  <a:lnTo>
                    <a:pt x="1119558" y="5568"/>
                  </a:lnTo>
                  <a:lnTo>
                    <a:pt x="1129344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5718592" y="1825709"/>
              <a:ext cx="1129344" cy="164244"/>
            </a:xfrm>
            <a:custGeom>
              <a:avLst/>
              <a:pathLst>
                <a:path w="1129344" h="164244">
                  <a:moveTo>
                    <a:pt x="0" y="0"/>
                  </a:moveTo>
                  <a:lnTo>
                    <a:pt x="72520" y="10546"/>
                  </a:lnTo>
                  <a:lnTo>
                    <a:pt x="136488" y="19850"/>
                  </a:lnTo>
                  <a:lnTo>
                    <a:pt x="193710" y="28171"/>
                  </a:lnTo>
                  <a:lnTo>
                    <a:pt x="245473" y="35699"/>
                  </a:lnTo>
                  <a:lnTo>
                    <a:pt x="292728" y="42572"/>
                  </a:lnTo>
                  <a:lnTo>
                    <a:pt x="336200" y="48894"/>
                  </a:lnTo>
                  <a:lnTo>
                    <a:pt x="376448" y="54748"/>
                  </a:lnTo>
                  <a:lnTo>
                    <a:pt x="413918" y="60197"/>
                  </a:lnTo>
                  <a:lnTo>
                    <a:pt x="448968" y="65294"/>
                  </a:lnTo>
                  <a:lnTo>
                    <a:pt x="481894" y="70083"/>
                  </a:lnTo>
                  <a:lnTo>
                    <a:pt x="512936" y="74598"/>
                  </a:lnTo>
                  <a:lnTo>
                    <a:pt x="542300" y="78868"/>
                  </a:lnTo>
                  <a:lnTo>
                    <a:pt x="570158" y="82919"/>
                  </a:lnTo>
                  <a:lnTo>
                    <a:pt x="596656" y="86773"/>
                  </a:lnTo>
                  <a:lnTo>
                    <a:pt x="621921" y="90447"/>
                  </a:lnTo>
                  <a:lnTo>
                    <a:pt x="646062" y="93958"/>
                  </a:lnTo>
                  <a:lnTo>
                    <a:pt x="669176" y="97320"/>
                  </a:lnTo>
                  <a:lnTo>
                    <a:pt x="691347" y="100544"/>
                  </a:lnTo>
                  <a:lnTo>
                    <a:pt x="712648" y="103642"/>
                  </a:lnTo>
                  <a:lnTo>
                    <a:pt x="733144" y="106623"/>
                  </a:lnTo>
                  <a:lnTo>
                    <a:pt x="752896" y="109496"/>
                  </a:lnTo>
                  <a:lnTo>
                    <a:pt x="771954" y="112267"/>
                  </a:lnTo>
                  <a:lnTo>
                    <a:pt x="790366" y="114945"/>
                  </a:lnTo>
                  <a:lnTo>
                    <a:pt x="808174" y="117535"/>
                  </a:lnTo>
                  <a:lnTo>
                    <a:pt x="825417" y="120043"/>
                  </a:lnTo>
                  <a:lnTo>
                    <a:pt x="842129" y="122473"/>
                  </a:lnTo>
                  <a:lnTo>
                    <a:pt x="858342" y="124831"/>
                  </a:lnTo>
                  <a:lnTo>
                    <a:pt x="874085" y="127121"/>
                  </a:lnTo>
                  <a:lnTo>
                    <a:pt x="889384" y="129346"/>
                  </a:lnTo>
                  <a:lnTo>
                    <a:pt x="904265" y="131510"/>
                  </a:lnTo>
                  <a:lnTo>
                    <a:pt x="918748" y="133616"/>
                  </a:lnTo>
                  <a:lnTo>
                    <a:pt x="932856" y="135668"/>
                  </a:lnTo>
                  <a:lnTo>
                    <a:pt x="946606" y="137667"/>
                  </a:lnTo>
                  <a:lnTo>
                    <a:pt x="960016" y="139618"/>
                  </a:lnTo>
                  <a:lnTo>
                    <a:pt x="973104" y="141521"/>
                  </a:lnTo>
                  <a:lnTo>
                    <a:pt x="985883" y="143380"/>
                  </a:lnTo>
                  <a:lnTo>
                    <a:pt x="998369" y="145196"/>
                  </a:lnTo>
                  <a:lnTo>
                    <a:pt x="1010574" y="146971"/>
                  </a:lnTo>
                  <a:lnTo>
                    <a:pt x="1022510" y="148707"/>
                  </a:lnTo>
                  <a:lnTo>
                    <a:pt x="1034190" y="150405"/>
                  </a:lnTo>
                  <a:lnTo>
                    <a:pt x="1045625" y="152068"/>
                  </a:lnTo>
                  <a:lnTo>
                    <a:pt x="1056823" y="153697"/>
                  </a:lnTo>
                  <a:lnTo>
                    <a:pt x="1067795" y="155292"/>
                  </a:lnTo>
                  <a:lnTo>
                    <a:pt x="1078550" y="156856"/>
                  </a:lnTo>
                  <a:lnTo>
                    <a:pt x="1089096" y="158390"/>
                  </a:lnTo>
                  <a:lnTo>
                    <a:pt x="1099441" y="159895"/>
                  </a:lnTo>
                  <a:lnTo>
                    <a:pt x="1109592" y="161371"/>
                  </a:lnTo>
                  <a:lnTo>
                    <a:pt x="1119558" y="162820"/>
                  </a:lnTo>
                  <a:lnTo>
                    <a:pt x="1129344" y="164244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5718592" y="1452118"/>
              <a:ext cx="1129344" cy="239028"/>
            </a:xfrm>
            <a:custGeom>
              <a:avLst/>
              <a:pathLst>
                <a:path w="1129344" h="239028">
                  <a:moveTo>
                    <a:pt x="0" y="0"/>
                  </a:moveTo>
                  <a:lnTo>
                    <a:pt x="72520" y="15349"/>
                  </a:lnTo>
                  <a:lnTo>
                    <a:pt x="136488" y="28888"/>
                  </a:lnTo>
                  <a:lnTo>
                    <a:pt x="193710" y="40999"/>
                  </a:lnTo>
                  <a:lnTo>
                    <a:pt x="245473" y="51954"/>
                  </a:lnTo>
                  <a:lnTo>
                    <a:pt x="292728" y="61956"/>
                  </a:lnTo>
                  <a:lnTo>
                    <a:pt x="336200" y="71157"/>
                  </a:lnTo>
                  <a:lnTo>
                    <a:pt x="376448" y="79676"/>
                  </a:lnTo>
                  <a:lnTo>
                    <a:pt x="413918" y="87606"/>
                  </a:lnTo>
                  <a:lnTo>
                    <a:pt x="448968" y="95025"/>
                  </a:lnTo>
                  <a:lnTo>
                    <a:pt x="481894" y="101994"/>
                  </a:lnTo>
                  <a:lnTo>
                    <a:pt x="512936" y="108564"/>
                  </a:lnTo>
                  <a:lnTo>
                    <a:pt x="542300" y="114779"/>
                  </a:lnTo>
                  <a:lnTo>
                    <a:pt x="570158" y="120675"/>
                  </a:lnTo>
                  <a:lnTo>
                    <a:pt x="596656" y="126283"/>
                  </a:lnTo>
                  <a:lnTo>
                    <a:pt x="621921" y="131631"/>
                  </a:lnTo>
                  <a:lnTo>
                    <a:pt x="646062" y="136740"/>
                  </a:lnTo>
                  <a:lnTo>
                    <a:pt x="669176" y="141632"/>
                  </a:lnTo>
                  <a:lnTo>
                    <a:pt x="691347" y="146325"/>
                  </a:lnTo>
                  <a:lnTo>
                    <a:pt x="712648" y="150833"/>
                  </a:lnTo>
                  <a:lnTo>
                    <a:pt x="733144" y="155171"/>
                  </a:lnTo>
                  <a:lnTo>
                    <a:pt x="752896" y="159352"/>
                  </a:lnTo>
                  <a:lnTo>
                    <a:pt x="771954" y="163385"/>
                  </a:lnTo>
                  <a:lnTo>
                    <a:pt x="790366" y="167282"/>
                  </a:lnTo>
                  <a:lnTo>
                    <a:pt x="808174" y="171052"/>
                  </a:lnTo>
                  <a:lnTo>
                    <a:pt x="825417" y="174701"/>
                  </a:lnTo>
                  <a:lnTo>
                    <a:pt x="842129" y="178238"/>
                  </a:lnTo>
                  <a:lnTo>
                    <a:pt x="858342" y="181670"/>
                  </a:lnTo>
                  <a:lnTo>
                    <a:pt x="874085" y="185002"/>
                  </a:lnTo>
                  <a:lnTo>
                    <a:pt x="889384" y="188240"/>
                  </a:lnTo>
                  <a:lnTo>
                    <a:pt x="904265" y="191389"/>
                  </a:lnTo>
                  <a:lnTo>
                    <a:pt x="918748" y="194455"/>
                  </a:lnTo>
                  <a:lnTo>
                    <a:pt x="932856" y="197441"/>
                  </a:lnTo>
                  <a:lnTo>
                    <a:pt x="946606" y="200351"/>
                  </a:lnTo>
                  <a:lnTo>
                    <a:pt x="960016" y="203189"/>
                  </a:lnTo>
                  <a:lnTo>
                    <a:pt x="973104" y="205959"/>
                  </a:lnTo>
                  <a:lnTo>
                    <a:pt x="985883" y="208664"/>
                  </a:lnTo>
                  <a:lnTo>
                    <a:pt x="998369" y="211307"/>
                  </a:lnTo>
                  <a:lnTo>
                    <a:pt x="1010574" y="213890"/>
                  </a:lnTo>
                  <a:lnTo>
                    <a:pt x="1022510" y="216416"/>
                  </a:lnTo>
                  <a:lnTo>
                    <a:pt x="1034190" y="218888"/>
                  </a:lnTo>
                  <a:lnTo>
                    <a:pt x="1045625" y="221309"/>
                  </a:lnTo>
                  <a:lnTo>
                    <a:pt x="1056823" y="223679"/>
                  </a:lnTo>
                  <a:lnTo>
                    <a:pt x="1067795" y="226001"/>
                  </a:lnTo>
                  <a:lnTo>
                    <a:pt x="1078550" y="228277"/>
                  </a:lnTo>
                  <a:lnTo>
                    <a:pt x="1089096" y="230509"/>
                  </a:lnTo>
                  <a:lnTo>
                    <a:pt x="1099441" y="232699"/>
                  </a:lnTo>
                  <a:lnTo>
                    <a:pt x="1109592" y="234847"/>
                  </a:lnTo>
                  <a:lnTo>
                    <a:pt x="1119558" y="236957"/>
                  </a:lnTo>
                  <a:lnTo>
                    <a:pt x="1129344" y="239028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5718592" y="1864323"/>
              <a:ext cx="1129344" cy="174203"/>
            </a:xfrm>
            <a:custGeom>
              <a:avLst/>
              <a:pathLst>
                <a:path w="1129344" h="174203">
                  <a:moveTo>
                    <a:pt x="0" y="174203"/>
                  </a:moveTo>
                  <a:lnTo>
                    <a:pt x="72520" y="163016"/>
                  </a:lnTo>
                  <a:lnTo>
                    <a:pt x="136488" y="153149"/>
                  </a:lnTo>
                  <a:lnTo>
                    <a:pt x="193710" y="144322"/>
                  </a:lnTo>
                  <a:lnTo>
                    <a:pt x="245473" y="136338"/>
                  </a:lnTo>
                  <a:lnTo>
                    <a:pt x="292728" y="129049"/>
                  </a:lnTo>
                  <a:lnTo>
                    <a:pt x="336200" y="122343"/>
                  </a:lnTo>
                  <a:lnTo>
                    <a:pt x="376448" y="116135"/>
                  </a:lnTo>
                  <a:lnTo>
                    <a:pt x="413918" y="110355"/>
                  </a:lnTo>
                  <a:lnTo>
                    <a:pt x="448968" y="104948"/>
                  </a:lnTo>
                  <a:lnTo>
                    <a:pt x="481894" y="99870"/>
                  </a:lnTo>
                  <a:lnTo>
                    <a:pt x="512936" y="95081"/>
                  </a:lnTo>
                  <a:lnTo>
                    <a:pt x="542300" y="90552"/>
                  </a:lnTo>
                  <a:lnTo>
                    <a:pt x="570158" y="86255"/>
                  </a:lnTo>
                  <a:lnTo>
                    <a:pt x="596656" y="82167"/>
                  </a:lnTo>
                  <a:lnTo>
                    <a:pt x="621921" y="78270"/>
                  </a:lnTo>
                  <a:lnTo>
                    <a:pt x="646062" y="74546"/>
                  </a:lnTo>
                  <a:lnTo>
                    <a:pt x="669176" y="70981"/>
                  </a:lnTo>
                  <a:lnTo>
                    <a:pt x="691347" y="67561"/>
                  </a:lnTo>
                  <a:lnTo>
                    <a:pt x="712648" y="64275"/>
                  </a:lnTo>
                  <a:lnTo>
                    <a:pt x="733144" y="61114"/>
                  </a:lnTo>
                  <a:lnTo>
                    <a:pt x="752896" y="58067"/>
                  </a:lnTo>
                  <a:lnTo>
                    <a:pt x="771954" y="55127"/>
                  </a:lnTo>
                  <a:lnTo>
                    <a:pt x="790366" y="52287"/>
                  </a:lnTo>
                  <a:lnTo>
                    <a:pt x="808174" y="49540"/>
                  </a:lnTo>
                  <a:lnTo>
                    <a:pt x="825417" y="46881"/>
                  </a:lnTo>
                  <a:lnTo>
                    <a:pt x="842129" y="44303"/>
                  </a:lnTo>
                  <a:lnTo>
                    <a:pt x="858342" y="41802"/>
                  </a:lnTo>
                  <a:lnTo>
                    <a:pt x="874085" y="39374"/>
                  </a:lnTo>
                  <a:lnTo>
                    <a:pt x="889384" y="37014"/>
                  </a:lnTo>
                  <a:lnTo>
                    <a:pt x="904265" y="34718"/>
                  </a:lnTo>
                  <a:lnTo>
                    <a:pt x="918748" y="32484"/>
                  </a:lnTo>
                  <a:lnTo>
                    <a:pt x="932856" y="30308"/>
                  </a:lnTo>
                  <a:lnTo>
                    <a:pt x="946606" y="28187"/>
                  </a:lnTo>
                  <a:lnTo>
                    <a:pt x="960016" y="26119"/>
                  </a:lnTo>
                  <a:lnTo>
                    <a:pt x="973104" y="24100"/>
                  </a:lnTo>
                  <a:lnTo>
                    <a:pt x="985883" y="22129"/>
                  </a:lnTo>
                  <a:lnTo>
                    <a:pt x="998369" y="20203"/>
                  </a:lnTo>
                  <a:lnTo>
                    <a:pt x="1010574" y="18320"/>
                  </a:lnTo>
                  <a:lnTo>
                    <a:pt x="1022510" y="16479"/>
                  </a:lnTo>
                  <a:lnTo>
                    <a:pt x="1034190" y="14677"/>
                  </a:lnTo>
                  <a:lnTo>
                    <a:pt x="1045625" y="12913"/>
                  </a:lnTo>
                  <a:lnTo>
                    <a:pt x="1056823" y="11186"/>
                  </a:lnTo>
                  <a:lnTo>
                    <a:pt x="1067795" y="9493"/>
                  </a:lnTo>
                  <a:lnTo>
                    <a:pt x="1078550" y="7835"/>
                  </a:lnTo>
                  <a:lnTo>
                    <a:pt x="1089096" y="6208"/>
                  </a:lnTo>
                  <a:lnTo>
                    <a:pt x="1099441" y="4612"/>
                  </a:lnTo>
                  <a:lnTo>
                    <a:pt x="1109592" y="3046"/>
                  </a:lnTo>
                  <a:lnTo>
                    <a:pt x="1119558" y="1509"/>
                  </a:lnTo>
                  <a:lnTo>
                    <a:pt x="1129344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5718592" y="1799793"/>
              <a:ext cx="1129344" cy="302997"/>
            </a:xfrm>
            <a:custGeom>
              <a:avLst/>
              <a:pathLst>
                <a:path w="1129344" h="302997">
                  <a:moveTo>
                    <a:pt x="0" y="302997"/>
                  </a:moveTo>
                  <a:lnTo>
                    <a:pt x="72520" y="283540"/>
                  </a:lnTo>
                  <a:lnTo>
                    <a:pt x="136488" y="266378"/>
                  </a:lnTo>
                  <a:lnTo>
                    <a:pt x="193710" y="251026"/>
                  </a:lnTo>
                  <a:lnTo>
                    <a:pt x="245473" y="237138"/>
                  </a:lnTo>
                  <a:lnTo>
                    <a:pt x="292728" y="224460"/>
                  </a:lnTo>
                  <a:lnTo>
                    <a:pt x="336200" y="212796"/>
                  </a:lnTo>
                  <a:lnTo>
                    <a:pt x="376448" y="201998"/>
                  </a:lnTo>
                  <a:lnTo>
                    <a:pt x="413918" y="191945"/>
                  </a:lnTo>
                  <a:lnTo>
                    <a:pt x="448968" y="182541"/>
                  </a:lnTo>
                  <a:lnTo>
                    <a:pt x="481894" y="173707"/>
                  </a:lnTo>
                  <a:lnTo>
                    <a:pt x="512936" y="165379"/>
                  </a:lnTo>
                  <a:lnTo>
                    <a:pt x="542300" y="157501"/>
                  </a:lnTo>
                  <a:lnTo>
                    <a:pt x="570158" y="150027"/>
                  </a:lnTo>
                  <a:lnTo>
                    <a:pt x="596656" y="142917"/>
                  </a:lnTo>
                  <a:lnTo>
                    <a:pt x="621921" y="136139"/>
                  </a:lnTo>
                  <a:lnTo>
                    <a:pt x="646062" y="129662"/>
                  </a:lnTo>
                  <a:lnTo>
                    <a:pt x="669176" y="123460"/>
                  </a:lnTo>
                  <a:lnTo>
                    <a:pt x="691347" y="117512"/>
                  </a:lnTo>
                  <a:lnTo>
                    <a:pt x="712648" y="111797"/>
                  </a:lnTo>
                  <a:lnTo>
                    <a:pt x="733144" y="106298"/>
                  </a:lnTo>
                  <a:lnTo>
                    <a:pt x="752896" y="100999"/>
                  </a:lnTo>
                  <a:lnTo>
                    <a:pt x="771954" y="95886"/>
                  </a:lnTo>
                  <a:lnTo>
                    <a:pt x="790366" y="90946"/>
                  </a:lnTo>
                  <a:lnTo>
                    <a:pt x="808174" y="86168"/>
                  </a:lnTo>
                  <a:lnTo>
                    <a:pt x="825417" y="81542"/>
                  </a:lnTo>
                  <a:lnTo>
                    <a:pt x="842129" y="77058"/>
                  </a:lnTo>
                  <a:lnTo>
                    <a:pt x="858342" y="72708"/>
                  </a:lnTo>
                  <a:lnTo>
                    <a:pt x="874085" y="68484"/>
                  </a:lnTo>
                  <a:lnTo>
                    <a:pt x="889384" y="64379"/>
                  </a:lnTo>
                  <a:lnTo>
                    <a:pt x="904265" y="60387"/>
                  </a:lnTo>
                  <a:lnTo>
                    <a:pt x="918748" y="56501"/>
                  </a:lnTo>
                  <a:lnTo>
                    <a:pt x="932856" y="52716"/>
                  </a:lnTo>
                  <a:lnTo>
                    <a:pt x="946606" y="49027"/>
                  </a:lnTo>
                  <a:lnTo>
                    <a:pt x="960016" y="45429"/>
                  </a:lnTo>
                  <a:lnTo>
                    <a:pt x="973104" y="41918"/>
                  </a:lnTo>
                  <a:lnTo>
                    <a:pt x="985883" y="38489"/>
                  </a:lnTo>
                  <a:lnTo>
                    <a:pt x="998369" y="35139"/>
                  </a:lnTo>
                  <a:lnTo>
                    <a:pt x="1010574" y="31865"/>
                  </a:lnTo>
                  <a:lnTo>
                    <a:pt x="1022510" y="28662"/>
                  </a:lnTo>
                  <a:lnTo>
                    <a:pt x="1034190" y="25529"/>
                  </a:lnTo>
                  <a:lnTo>
                    <a:pt x="1045625" y="22461"/>
                  </a:lnTo>
                  <a:lnTo>
                    <a:pt x="1056823" y="19457"/>
                  </a:lnTo>
                  <a:lnTo>
                    <a:pt x="1067795" y="16513"/>
                  </a:lnTo>
                  <a:lnTo>
                    <a:pt x="1078550" y="13627"/>
                  </a:lnTo>
                  <a:lnTo>
                    <a:pt x="1089096" y="10798"/>
                  </a:lnTo>
                  <a:lnTo>
                    <a:pt x="1099441" y="8022"/>
                  </a:lnTo>
                  <a:lnTo>
                    <a:pt x="1109592" y="5299"/>
                  </a:lnTo>
                  <a:lnTo>
                    <a:pt x="1119558" y="2625"/>
                  </a:lnTo>
                  <a:lnTo>
                    <a:pt x="1129344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5718592" y="2066048"/>
              <a:ext cx="1129344" cy="70178"/>
            </a:xfrm>
            <a:custGeom>
              <a:avLst/>
              <a:pathLst>
                <a:path w="1129344" h="70178">
                  <a:moveTo>
                    <a:pt x="0" y="70178"/>
                  </a:moveTo>
                  <a:lnTo>
                    <a:pt x="72520" y="65672"/>
                  </a:lnTo>
                  <a:lnTo>
                    <a:pt x="136488" y="61697"/>
                  </a:lnTo>
                  <a:lnTo>
                    <a:pt x="193710" y="58141"/>
                  </a:lnTo>
                  <a:lnTo>
                    <a:pt x="245473" y="54924"/>
                  </a:lnTo>
                  <a:lnTo>
                    <a:pt x="292728" y="51988"/>
                  </a:lnTo>
                  <a:lnTo>
                    <a:pt x="336200" y="49286"/>
                  </a:lnTo>
                  <a:lnTo>
                    <a:pt x="376448" y="46785"/>
                  </a:lnTo>
                  <a:lnTo>
                    <a:pt x="413918" y="44457"/>
                  </a:lnTo>
                  <a:lnTo>
                    <a:pt x="448968" y="42279"/>
                  </a:lnTo>
                  <a:lnTo>
                    <a:pt x="481894" y="40233"/>
                  </a:lnTo>
                  <a:lnTo>
                    <a:pt x="512936" y="38304"/>
                  </a:lnTo>
                  <a:lnTo>
                    <a:pt x="542300" y="36479"/>
                  </a:lnTo>
                  <a:lnTo>
                    <a:pt x="570158" y="34748"/>
                  </a:lnTo>
                  <a:lnTo>
                    <a:pt x="596656" y="33101"/>
                  </a:lnTo>
                  <a:lnTo>
                    <a:pt x="621921" y="31531"/>
                  </a:lnTo>
                  <a:lnTo>
                    <a:pt x="646062" y="30031"/>
                  </a:lnTo>
                  <a:lnTo>
                    <a:pt x="669176" y="28595"/>
                  </a:lnTo>
                  <a:lnTo>
                    <a:pt x="691347" y="27217"/>
                  </a:lnTo>
                  <a:lnTo>
                    <a:pt x="712648" y="25893"/>
                  </a:lnTo>
                  <a:lnTo>
                    <a:pt x="733144" y="24620"/>
                  </a:lnTo>
                  <a:lnTo>
                    <a:pt x="752896" y="23392"/>
                  </a:lnTo>
                  <a:lnTo>
                    <a:pt x="771954" y="22208"/>
                  </a:lnTo>
                  <a:lnTo>
                    <a:pt x="790366" y="21064"/>
                  </a:lnTo>
                  <a:lnTo>
                    <a:pt x="808174" y="19957"/>
                  </a:lnTo>
                  <a:lnTo>
                    <a:pt x="825417" y="18886"/>
                  </a:lnTo>
                  <a:lnTo>
                    <a:pt x="842129" y="17847"/>
                  </a:lnTo>
                  <a:lnTo>
                    <a:pt x="858342" y="16840"/>
                  </a:lnTo>
                  <a:lnTo>
                    <a:pt x="874085" y="15862"/>
                  </a:lnTo>
                  <a:lnTo>
                    <a:pt x="889384" y="14911"/>
                  </a:lnTo>
                  <a:lnTo>
                    <a:pt x="904265" y="13986"/>
                  </a:lnTo>
                  <a:lnTo>
                    <a:pt x="918748" y="13086"/>
                  </a:lnTo>
                  <a:lnTo>
                    <a:pt x="932856" y="12210"/>
                  </a:lnTo>
                  <a:lnTo>
                    <a:pt x="946606" y="11355"/>
                  </a:lnTo>
                  <a:lnTo>
                    <a:pt x="960016" y="10522"/>
                  </a:lnTo>
                  <a:lnTo>
                    <a:pt x="973104" y="9708"/>
                  </a:lnTo>
                  <a:lnTo>
                    <a:pt x="985883" y="8914"/>
                  </a:lnTo>
                  <a:lnTo>
                    <a:pt x="998369" y="8138"/>
                  </a:lnTo>
                  <a:lnTo>
                    <a:pt x="1010574" y="7380"/>
                  </a:lnTo>
                  <a:lnTo>
                    <a:pt x="1022510" y="6638"/>
                  </a:lnTo>
                  <a:lnTo>
                    <a:pt x="1034190" y="5912"/>
                  </a:lnTo>
                  <a:lnTo>
                    <a:pt x="1045625" y="5202"/>
                  </a:lnTo>
                  <a:lnTo>
                    <a:pt x="1056823" y="4506"/>
                  </a:lnTo>
                  <a:lnTo>
                    <a:pt x="1067795" y="3824"/>
                  </a:lnTo>
                  <a:lnTo>
                    <a:pt x="1078550" y="3156"/>
                  </a:lnTo>
                  <a:lnTo>
                    <a:pt x="1089096" y="2501"/>
                  </a:lnTo>
                  <a:lnTo>
                    <a:pt x="1099441" y="1858"/>
                  </a:lnTo>
                  <a:lnTo>
                    <a:pt x="1109592" y="1227"/>
                  </a:lnTo>
                  <a:lnTo>
                    <a:pt x="1119558" y="608"/>
                  </a:lnTo>
                  <a:lnTo>
                    <a:pt x="1129344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5718592" y="1920579"/>
              <a:ext cx="1129344" cy="89010"/>
            </a:xfrm>
            <a:custGeom>
              <a:avLst/>
              <a:pathLst>
                <a:path w="1129344" h="89010">
                  <a:moveTo>
                    <a:pt x="0" y="89010"/>
                  </a:moveTo>
                  <a:lnTo>
                    <a:pt x="72520" y="83294"/>
                  </a:lnTo>
                  <a:lnTo>
                    <a:pt x="136488" y="78253"/>
                  </a:lnTo>
                  <a:lnTo>
                    <a:pt x="193710" y="73743"/>
                  </a:lnTo>
                  <a:lnTo>
                    <a:pt x="245473" y="69663"/>
                  </a:lnTo>
                  <a:lnTo>
                    <a:pt x="292728" y="65938"/>
                  </a:lnTo>
                  <a:lnTo>
                    <a:pt x="336200" y="62512"/>
                  </a:lnTo>
                  <a:lnTo>
                    <a:pt x="376448" y="59340"/>
                  </a:lnTo>
                  <a:lnTo>
                    <a:pt x="413918" y="56387"/>
                  </a:lnTo>
                  <a:lnTo>
                    <a:pt x="448968" y="53624"/>
                  </a:lnTo>
                  <a:lnTo>
                    <a:pt x="481894" y="51029"/>
                  </a:lnTo>
                  <a:lnTo>
                    <a:pt x="512936" y="48582"/>
                  </a:lnTo>
                  <a:lnTo>
                    <a:pt x="542300" y="46268"/>
                  </a:lnTo>
                  <a:lnTo>
                    <a:pt x="570158" y="44072"/>
                  </a:lnTo>
                  <a:lnTo>
                    <a:pt x="596656" y="41984"/>
                  </a:lnTo>
                  <a:lnTo>
                    <a:pt x="621921" y="39993"/>
                  </a:lnTo>
                  <a:lnTo>
                    <a:pt x="646062" y="38090"/>
                  </a:lnTo>
                  <a:lnTo>
                    <a:pt x="669176" y="36268"/>
                  </a:lnTo>
                  <a:lnTo>
                    <a:pt x="691347" y="34521"/>
                  </a:lnTo>
                  <a:lnTo>
                    <a:pt x="712648" y="32842"/>
                  </a:lnTo>
                  <a:lnTo>
                    <a:pt x="733144" y="31226"/>
                  </a:lnTo>
                  <a:lnTo>
                    <a:pt x="752896" y="29670"/>
                  </a:lnTo>
                  <a:lnTo>
                    <a:pt x="771954" y="28168"/>
                  </a:lnTo>
                  <a:lnTo>
                    <a:pt x="790366" y="26716"/>
                  </a:lnTo>
                  <a:lnTo>
                    <a:pt x="808174" y="25313"/>
                  </a:lnTo>
                  <a:lnTo>
                    <a:pt x="825417" y="23954"/>
                  </a:lnTo>
                  <a:lnTo>
                    <a:pt x="842129" y="22637"/>
                  </a:lnTo>
                  <a:lnTo>
                    <a:pt x="858342" y="21359"/>
                  </a:lnTo>
                  <a:lnTo>
                    <a:pt x="874085" y="20118"/>
                  </a:lnTo>
                  <a:lnTo>
                    <a:pt x="889384" y="18912"/>
                  </a:lnTo>
                  <a:lnTo>
                    <a:pt x="904265" y="17739"/>
                  </a:lnTo>
                  <a:lnTo>
                    <a:pt x="918748" y="16598"/>
                  </a:lnTo>
                  <a:lnTo>
                    <a:pt x="932856" y="15486"/>
                  </a:lnTo>
                  <a:lnTo>
                    <a:pt x="946606" y="14402"/>
                  </a:lnTo>
                  <a:lnTo>
                    <a:pt x="960016" y="13345"/>
                  </a:lnTo>
                  <a:lnTo>
                    <a:pt x="973104" y="12314"/>
                  </a:lnTo>
                  <a:lnTo>
                    <a:pt x="985883" y="11307"/>
                  </a:lnTo>
                  <a:lnTo>
                    <a:pt x="998369" y="10322"/>
                  </a:lnTo>
                  <a:lnTo>
                    <a:pt x="1010574" y="9360"/>
                  </a:lnTo>
                  <a:lnTo>
                    <a:pt x="1022510" y="8420"/>
                  </a:lnTo>
                  <a:lnTo>
                    <a:pt x="1034190" y="7499"/>
                  </a:lnTo>
                  <a:lnTo>
                    <a:pt x="1045625" y="6598"/>
                  </a:lnTo>
                  <a:lnTo>
                    <a:pt x="1056823" y="5715"/>
                  </a:lnTo>
                  <a:lnTo>
                    <a:pt x="1067795" y="4851"/>
                  </a:lnTo>
                  <a:lnTo>
                    <a:pt x="1078550" y="4003"/>
                  </a:lnTo>
                  <a:lnTo>
                    <a:pt x="1089096" y="3172"/>
                  </a:lnTo>
                  <a:lnTo>
                    <a:pt x="1099441" y="2356"/>
                  </a:lnTo>
                  <a:lnTo>
                    <a:pt x="1109592" y="1556"/>
                  </a:lnTo>
                  <a:lnTo>
                    <a:pt x="1119558" y="771"/>
                  </a:lnTo>
                  <a:lnTo>
                    <a:pt x="1129344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rc388"/>
            <p:cNvSpPr/>
            <p:nvPr/>
          </p:nvSpPr>
          <p:spPr>
            <a:xfrm>
              <a:off x="5635189" y="1185068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5635189" y="1185068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5603558" y="230252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5603558" y="201641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5603558" y="173031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5603558" y="144421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5635189" y="2356600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5718592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6095040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6471488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6847936" y="2356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tx399"/>
            <p:cNvSpPr/>
            <p:nvPr/>
          </p:nvSpPr>
          <p:spPr>
            <a:xfrm>
              <a:off x="5635189" y="990315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401" name="rc400"/>
            <p:cNvSpPr/>
            <p:nvPr/>
          </p:nvSpPr>
          <p:spPr>
            <a:xfrm>
              <a:off x="1342663" y="2658900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1373181" y="349625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381082" y="360720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404796" y="330433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390967" y="333065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388347" y="374368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416890" y="333131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410848" y="372732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409698" y="374869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383561" y="362713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399554" y="339498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793914" y="342701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750174" y="268366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768863" y="326691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758051" y="353946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779207" y="364923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781951" y="354673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752480" y="317785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757190" y="332605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782584" y="349046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763824" y="285725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1754494" y="318485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1762092" y="342881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1757888" y="307804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1761233" y="307457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1797948" y="366451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1785648" y="286266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1798360" y="324006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1765654" y="332954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43060" y="337606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27124" y="331081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159142" y="340645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137955" y="341186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124280" y="313735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150161" y="347628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133575" y="332870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145138" y="355392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146075" y="355472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69955" y="310363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137683" y="322459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167497" y="309939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159121" y="305546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177379" y="366302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132941" y="346187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156907" y="313487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135405" y="294273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144767" y="355695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145964" y="315278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174280" y="331062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549409" y="341435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551399" y="350471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550668" y="346073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553172" y="374388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532532" y="353483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524468" y="360350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548822" y="276068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512463" y="361952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2524865" y="344451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539630" y="333633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532679" y="353796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549856" y="335641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2521669" y="356731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526030" y="357486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544790" y="358554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537528" y="366971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500628" y="326847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2516313" y="360456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2507401" y="349870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2529009" y="341622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2543840" y="349225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2515333" y="282767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504483" y="348215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520176" y="353080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l473"/>
            <p:cNvSpPr/>
            <p:nvPr/>
          </p:nvSpPr>
          <p:spPr>
            <a:xfrm>
              <a:off x="1425213" y="3496316"/>
              <a:ext cx="1131079" cy="95414"/>
            </a:xfrm>
            <a:custGeom>
              <a:avLst/>
              <a:pathLst>
                <a:path w="1131079" h="95414">
                  <a:moveTo>
                    <a:pt x="0" y="0"/>
                  </a:moveTo>
                  <a:lnTo>
                    <a:pt x="72632" y="6127"/>
                  </a:lnTo>
                  <a:lnTo>
                    <a:pt x="136698" y="11531"/>
                  </a:lnTo>
                  <a:lnTo>
                    <a:pt x="194007" y="16365"/>
                  </a:lnTo>
                  <a:lnTo>
                    <a:pt x="245850" y="20739"/>
                  </a:lnTo>
                  <a:lnTo>
                    <a:pt x="293178" y="24731"/>
                  </a:lnTo>
                  <a:lnTo>
                    <a:pt x="336716" y="28404"/>
                  </a:lnTo>
                  <a:lnTo>
                    <a:pt x="377026" y="31804"/>
                  </a:lnTo>
                  <a:lnTo>
                    <a:pt x="414554" y="34970"/>
                  </a:lnTo>
                  <a:lnTo>
                    <a:pt x="449658" y="37931"/>
                  </a:lnTo>
                  <a:lnTo>
                    <a:pt x="482634" y="40713"/>
                  </a:lnTo>
                  <a:lnTo>
                    <a:pt x="513725" y="43336"/>
                  </a:lnTo>
                  <a:lnTo>
                    <a:pt x="543134" y="45817"/>
                  </a:lnTo>
                  <a:lnTo>
                    <a:pt x="571034" y="48170"/>
                  </a:lnTo>
                  <a:lnTo>
                    <a:pt x="597572" y="50409"/>
                  </a:lnTo>
                  <a:lnTo>
                    <a:pt x="622876" y="52543"/>
                  </a:lnTo>
                  <a:lnTo>
                    <a:pt x="647055" y="54583"/>
                  </a:lnTo>
                  <a:lnTo>
                    <a:pt x="670205" y="56536"/>
                  </a:lnTo>
                  <a:lnTo>
                    <a:pt x="692409" y="58409"/>
                  </a:lnTo>
                  <a:lnTo>
                    <a:pt x="713743" y="60209"/>
                  </a:lnTo>
                  <a:lnTo>
                    <a:pt x="734271" y="61940"/>
                  </a:lnTo>
                  <a:lnTo>
                    <a:pt x="754053" y="63609"/>
                  </a:lnTo>
                  <a:lnTo>
                    <a:pt x="773140" y="65219"/>
                  </a:lnTo>
                  <a:lnTo>
                    <a:pt x="791580" y="66775"/>
                  </a:lnTo>
                  <a:lnTo>
                    <a:pt x="809416" y="68279"/>
                  </a:lnTo>
                  <a:lnTo>
                    <a:pt x="826685" y="69736"/>
                  </a:lnTo>
                  <a:lnTo>
                    <a:pt x="843423" y="71148"/>
                  </a:lnTo>
                  <a:lnTo>
                    <a:pt x="859661" y="72518"/>
                  </a:lnTo>
                  <a:lnTo>
                    <a:pt x="875428" y="73848"/>
                  </a:lnTo>
                  <a:lnTo>
                    <a:pt x="890751" y="75140"/>
                  </a:lnTo>
                  <a:lnTo>
                    <a:pt x="905654" y="76398"/>
                  </a:lnTo>
                  <a:lnTo>
                    <a:pt x="920160" y="77621"/>
                  </a:lnTo>
                  <a:lnTo>
                    <a:pt x="934289" y="78813"/>
                  </a:lnTo>
                  <a:lnTo>
                    <a:pt x="948060" y="79975"/>
                  </a:lnTo>
                  <a:lnTo>
                    <a:pt x="961491" y="81108"/>
                  </a:lnTo>
                  <a:lnTo>
                    <a:pt x="974599" y="82214"/>
                  </a:lnTo>
                  <a:lnTo>
                    <a:pt x="987398" y="83293"/>
                  </a:lnTo>
                  <a:lnTo>
                    <a:pt x="999903" y="84348"/>
                  </a:lnTo>
                  <a:lnTo>
                    <a:pt x="1012127" y="85379"/>
                  </a:lnTo>
                  <a:lnTo>
                    <a:pt x="1024082" y="86388"/>
                  </a:lnTo>
                  <a:lnTo>
                    <a:pt x="1035780" y="87375"/>
                  </a:lnTo>
                  <a:lnTo>
                    <a:pt x="1047231" y="88341"/>
                  </a:lnTo>
                  <a:lnTo>
                    <a:pt x="1058447" y="89287"/>
                  </a:lnTo>
                  <a:lnTo>
                    <a:pt x="1069436" y="90214"/>
                  </a:lnTo>
                  <a:lnTo>
                    <a:pt x="1080207" y="91122"/>
                  </a:lnTo>
                  <a:lnTo>
                    <a:pt x="1090769" y="92013"/>
                  </a:lnTo>
                  <a:lnTo>
                    <a:pt x="1101130" y="92887"/>
                  </a:lnTo>
                  <a:lnTo>
                    <a:pt x="1111297" y="93745"/>
                  </a:lnTo>
                  <a:lnTo>
                    <a:pt x="1121278" y="94587"/>
                  </a:lnTo>
                  <a:lnTo>
                    <a:pt x="1131079" y="95414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5" name="pl474"/>
            <p:cNvSpPr/>
            <p:nvPr/>
          </p:nvSpPr>
          <p:spPr>
            <a:xfrm>
              <a:off x="1425213" y="3380315"/>
              <a:ext cx="1131079" cy="49871"/>
            </a:xfrm>
            <a:custGeom>
              <a:avLst/>
              <a:pathLst>
                <a:path w="1131079" h="49871">
                  <a:moveTo>
                    <a:pt x="0" y="0"/>
                  </a:moveTo>
                  <a:lnTo>
                    <a:pt x="72632" y="3202"/>
                  </a:lnTo>
                  <a:lnTo>
                    <a:pt x="136698" y="6027"/>
                  </a:lnTo>
                  <a:lnTo>
                    <a:pt x="194007" y="8554"/>
                  </a:lnTo>
                  <a:lnTo>
                    <a:pt x="245850" y="10839"/>
                  </a:lnTo>
                  <a:lnTo>
                    <a:pt x="293178" y="12926"/>
                  </a:lnTo>
                  <a:lnTo>
                    <a:pt x="336716" y="14846"/>
                  </a:lnTo>
                  <a:lnTo>
                    <a:pt x="377026" y="16623"/>
                  </a:lnTo>
                  <a:lnTo>
                    <a:pt x="414554" y="18278"/>
                  </a:lnTo>
                  <a:lnTo>
                    <a:pt x="449658" y="19826"/>
                  </a:lnTo>
                  <a:lnTo>
                    <a:pt x="482634" y="21280"/>
                  </a:lnTo>
                  <a:lnTo>
                    <a:pt x="513725" y="22651"/>
                  </a:lnTo>
                  <a:lnTo>
                    <a:pt x="543134" y="23947"/>
                  </a:lnTo>
                  <a:lnTo>
                    <a:pt x="571034" y="25177"/>
                  </a:lnTo>
                  <a:lnTo>
                    <a:pt x="597572" y="26348"/>
                  </a:lnTo>
                  <a:lnTo>
                    <a:pt x="622876" y="27463"/>
                  </a:lnTo>
                  <a:lnTo>
                    <a:pt x="647055" y="28529"/>
                  </a:lnTo>
                  <a:lnTo>
                    <a:pt x="670205" y="29550"/>
                  </a:lnTo>
                  <a:lnTo>
                    <a:pt x="692409" y="30529"/>
                  </a:lnTo>
                  <a:lnTo>
                    <a:pt x="713743" y="31470"/>
                  </a:lnTo>
                  <a:lnTo>
                    <a:pt x="734271" y="32375"/>
                  </a:lnTo>
                  <a:lnTo>
                    <a:pt x="754053" y="33247"/>
                  </a:lnTo>
                  <a:lnTo>
                    <a:pt x="773140" y="34089"/>
                  </a:lnTo>
                  <a:lnTo>
                    <a:pt x="791580" y="34902"/>
                  </a:lnTo>
                  <a:lnTo>
                    <a:pt x="809416" y="35688"/>
                  </a:lnTo>
                  <a:lnTo>
                    <a:pt x="826685" y="36450"/>
                  </a:lnTo>
                  <a:lnTo>
                    <a:pt x="843423" y="37188"/>
                  </a:lnTo>
                  <a:lnTo>
                    <a:pt x="859661" y="37904"/>
                  </a:lnTo>
                  <a:lnTo>
                    <a:pt x="875428" y="38599"/>
                  </a:lnTo>
                  <a:lnTo>
                    <a:pt x="890751" y="39274"/>
                  </a:lnTo>
                  <a:lnTo>
                    <a:pt x="905654" y="39931"/>
                  </a:lnTo>
                  <a:lnTo>
                    <a:pt x="920160" y="40571"/>
                  </a:lnTo>
                  <a:lnTo>
                    <a:pt x="934289" y="41194"/>
                  </a:lnTo>
                  <a:lnTo>
                    <a:pt x="948060" y="41801"/>
                  </a:lnTo>
                  <a:lnTo>
                    <a:pt x="961491" y="42393"/>
                  </a:lnTo>
                  <a:lnTo>
                    <a:pt x="974599" y="42971"/>
                  </a:lnTo>
                  <a:lnTo>
                    <a:pt x="987398" y="43536"/>
                  </a:lnTo>
                  <a:lnTo>
                    <a:pt x="999903" y="44087"/>
                  </a:lnTo>
                  <a:lnTo>
                    <a:pt x="1012127" y="44626"/>
                  </a:lnTo>
                  <a:lnTo>
                    <a:pt x="1024082" y="45153"/>
                  </a:lnTo>
                  <a:lnTo>
                    <a:pt x="1035780" y="45669"/>
                  </a:lnTo>
                  <a:lnTo>
                    <a:pt x="1047231" y="46174"/>
                  </a:lnTo>
                  <a:lnTo>
                    <a:pt x="1058447" y="46668"/>
                  </a:lnTo>
                  <a:lnTo>
                    <a:pt x="1069436" y="47153"/>
                  </a:lnTo>
                  <a:lnTo>
                    <a:pt x="1080207" y="47628"/>
                  </a:lnTo>
                  <a:lnTo>
                    <a:pt x="1090769" y="48094"/>
                  </a:lnTo>
                  <a:lnTo>
                    <a:pt x="1101130" y="48550"/>
                  </a:lnTo>
                  <a:lnTo>
                    <a:pt x="1111297" y="48999"/>
                  </a:lnTo>
                  <a:lnTo>
                    <a:pt x="1121278" y="49439"/>
                  </a:lnTo>
                  <a:lnTo>
                    <a:pt x="1131079" y="49871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425213" y="3309725"/>
              <a:ext cx="1131079" cy="291980"/>
            </a:xfrm>
            <a:custGeom>
              <a:avLst/>
              <a:pathLst>
                <a:path w="1131079" h="291980">
                  <a:moveTo>
                    <a:pt x="0" y="0"/>
                  </a:moveTo>
                  <a:lnTo>
                    <a:pt x="72632" y="18749"/>
                  </a:lnTo>
                  <a:lnTo>
                    <a:pt x="136698" y="35287"/>
                  </a:lnTo>
                  <a:lnTo>
                    <a:pt x="194007" y="50081"/>
                  </a:lnTo>
                  <a:lnTo>
                    <a:pt x="245850" y="63464"/>
                  </a:lnTo>
                  <a:lnTo>
                    <a:pt x="293178" y="75682"/>
                  </a:lnTo>
                  <a:lnTo>
                    <a:pt x="336716" y="86921"/>
                  </a:lnTo>
                  <a:lnTo>
                    <a:pt x="377026" y="97326"/>
                  </a:lnTo>
                  <a:lnTo>
                    <a:pt x="414554" y="107014"/>
                  </a:lnTo>
                  <a:lnTo>
                    <a:pt x="449658" y="116076"/>
                  </a:lnTo>
                  <a:lnTo>
                    <a:pt x="482634" y="124588"/>
                  </a:lnTo>
                  <a:lnTo>
                    <a:pt x="513725" y="132614"/>
                  </a:lnTo>
                  <a:lnTo>
                    <a:pt x="543134" y="140206"/>
                  </a:lnTo>
                  <a:lnTo>
                    <a:pt x="571034" y="147408"/>
                  </a:lnTo>
                  <a:lnTo>
                    <a:pt x="597572" y="154259"/>
                  </a:lnTo>
                  <a:lnTo>
                    <a:pt x="622876" y="160791"/>
                  </a:lnTo>
                  <a:lnTo>
                    <a:pt x="647055" y="167033"/>
                  </a:lnTo>
                  <a:lnTo>
                    <a:pt x="670205" y="173009"/>
                  </a:lnTo>
                  <a:lnTo>
                    <a:pt x="692409" y="178740"/>
                  </a:lnTo>
                  <a:lnTo>
                    <a:pt x="713743" y="184248"/>
                  </a:lnTo>
                  <a:lnTo>
                    <a:pt x="734271" y="189547"/>
                  </a:lnTo>
                  <a:lnTo>
                    <a:pt x="754053" y="194653"/>
                  </a:lnTo>
                  <a:lnTo>
                    <a:pt x="773140" y="199581"/>
                  </a:lnTo>
                  <a:lnTo>
                    <a:pt x="791580" y="204341"/>
                  </a:lnTo>
                  <a:lnTo>
                    <a:pt x="809416" y="208945"/>
                  </a:lnTo>
                  <a:lnTo>
                    <a:pt x="826685" y="213403"/>
                  </a:lnTo>
                  <a:lnTo>
                    <a:pt x="843423" y="217724"/>
                  </a:lnTo>
                  <a:lnTo>
                    <a:pt x="859661" y="221915"/>
                  </a:lnTo>
                  <a:lnTo>
                    <a:pt x="875428" y="225986"/>
                  </a:lnTo>
                  <a:lnTo>
                    <a:pt x="890751" y="229941"/>
                  </a:lnTo>
                  <a:lnTo>
                    <a:pt x="905654" y="233788"/>
                  </a:lnTo>
                  <a:lnTo>
                    <a:pt x="920160" y="237533"/>
                  </a:lnTo>
                  <a:lnTo>
                    <a:pt x="934289" y="241180"/>
                  </a:lnTo>
                  <a:lnTo>
                    <a:pt x="948060" y="244735"/>
                  </a:lnTo>
                  <a:lnTo>
                    <a:pt x="961491" y="248202"/>
                  </a:lnTo>
                  <a:lnTo>
                    <a:pt x="974599" y="251586"/>
                  </a:lnTo>
                  <a:lnTo>
                    <a:pt x="987398" y="254890"/>
                  </a:lnTo>
                  <a:lnTo>
                    <a:pt x="999903" y="258118"/>
                  </a:lnTo>
                  <a:lnTo>
                    <a:pt x="1012127" y="261273"/>
                  </a:lnTo>
                  <a:lnTo>
                    <a:pt x="1024082" y="264359"/>
                  </a:lnTo>
                  <a:lnTo>
                    <a:pt x="1035780" y="267379"/>
                  </a:lnTo>
                  <a:lnTo>
                    <a:pt x="1047231" y="270335"/>
                  </a:lnTo>
                  <a:lnTo>
                    <a:pt x="1058447" y="273231"/>
                  </a:lnTo>
                  <a:lnTo>
                    <a:pt x="1069436" y="276067"/>
                  </a:lnTo>
                  <a:lnTo>
                    <a:pt x="1080207" y="278848"/>
                  </a:lnTo>
                  <a:lnTo>
                    <a:pt x="1090769" y="281574"/>
                  </a:lnTo>
                  <a:lnTo>
                    <a:pt x="1101130" y="284249"/>
                  </a:lnTo>
                  <a:lnTo>
                    <a:pt x="1111297" y="286874"/>
                  </a:lnTo>
                  <a:lnTo>
                    <a:pt x="1121278" y="289450"/>
                  </a:lnTo>
                  <a:lnTo>
                    <a:pt x="1131079" y="29198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425213" y="3224890"/>
              <a:ext cx="1131079" cy="433329"/>
            </a:xfrm>
            <a:custGeom>
              <a:avLst/>
              <a:pathLst>
                <a:path w="1131079" h="433329">
                  <a:moveTo>
                    <a:pt x="0" y="433329"/>
                  </a:moveTo>
                  <a:lnTo>
                    <a:pt x="72632" y="405503"/>
                  </a:lnTo>
                  <a:lnTo>
                    <a:pt x="136698" y="380958"/>
                  </a:lnTo>
                  <a:lnTo>
                    <a:pt x="194007" y="359003"/>
                  </a:lnTo>
                  <a:lnTo>
                    <a:pt x="245850" y="339141"/>
                  </a:lnTo>
                  <a:lnTo>
                    <a:pt x="293178" y="321009"/>
                  </a:lnTo>
                  <a:lnTo>
                    <a:pt x="336716" y="304329"/>
                  </a:lnTo>
                  <a:lnTo>
                    <a:pt x="377026" y="288886"/>
                  </a:lnTo>
                  <a:lnTo>
                    <a:pt x="414554" y="274509"/>
                  </a:lnTo>
                  <a:lnTo>
                    <a:pt x="449658" y="261060"/>
                  </a:lnTo>
                  <a:lnTo>
                    <a:pt x="482634" y="248426"/>
                  </a:lnTo>
                  <a:lnTo>
                    <a:pt x="513725" y="236515"/>
                  </a:lnTo>
                  <a:lnTo>
                    <a:pt x="543134" y="225248"/>
                  </a:lnTo>
                  <a:lnTo>
                    <a:pt x="571034" y="214559"/>
                  </a:lnTo>
                  <a:lnTo>
                    <a:pt x="597572" y="204392"/>
                  </a:lnTo>
                  <a:lnTo>
                    <a:pt x="622876" y="194698"/>
                  </a:lnTo>
                  <a:lnTo>
                    <a:pt x="647055" y="185435"/>
                  </a:lnTo>
                  <a:lnTo>
                    <a:pt x="670205" y="176566"/>
                  </a:lnTo>
                  <a:lnTo>
                    <a:pt x="692409" y="168059"/>
                  </a:lnTo>
                  <a:lnTo>
                    <a:pt x="713743" y="159886"/>
                  </a:lnTo>
                  <a:lnTo>
                    <a:pt x="734271" y="152021"/>
                  </a:lnTo>
                  <a:lnTo>
                    <a:pt x="754053" y="144443"/>
                  </a:lnTo>
                  <a:lnTo>
                    <a:pt x="773140" y="137130"/>
                  </a:lnTo>
                  <a:lnTo>
                    <a:pt x="791580" y="130065"/>
                  </a:lnTo>
                  <a:lnTo>
                    <a:pt x="809416" y="123232"/>
                  </a:lnTo>
                  <a:lnTo>
                    <a:pt x="826685" y="116616"/>
                  </a:lnTo>
                  <a:lnTo>
                    <a:pt x="843423" y="110204"/>
                  </a:lnTo>
                  <a:lnTo>
                    <a:pt x="859661" y="103983"/>
                  </a:lnTo>
                  <a:lnTo>
                    <a:pt x="875428" y="97942"/>
                  </a:lnTo>
                  <a:lnTo>
                    <a:pt x="890751" y="92072"/>
                  </a:lnTo>
                  <a:lnTo>
                    <a:pt x="905654" y="86362"/>
                  </a:lnTo>
                  <a:lnTo>
                    <a:pt x="920160" y="80805"/>
                  </a:lnTo>
                  <a:lnTo>
                    <a:pt x="934289" y="75392"/>
                  </a:lnTo>
                  <a:lnTo>
                    <a:pt x="948060" y="70116"/>
                  </a:lnTo>
                  <a:lnTo>
                    <a:pt x="961491" y="64970"/>
                  </a:lnTo>
                  <a:lnTo>
                    <a:pt x="974599" y="59949"/>
                  </a:lnTo>
                  <a:lnTo>
                    <a:pt x="987398" y="55045"/>
                  </a:lnTo>
                  <a:lnTo>
                    <a:pt x="999903" y="50255"/>
                  </a:lnTo>
                  <a:lnTo>
                    <a:pt x="1012127" y="45572"/>
                  </a:lnTo>
                  <a:lnTo>
                    <a:pt x="1024082" y="40991"/>
                  </a:lnTo>
                  <a:lnTo>
                    <a:pt x="1035780" y="36510"/>
                  </a:lnTo>
                  <a:lnTo>
                    <a:pt x="1047231" y="32123"/>
                  </a:lnTo>
                  <a:lnTo>
                    <a:pt x="1058447" y="27826"/>
                  </a:lnTo>
                  <a:lnTo>
                    <a:pt x="1069436" y="23616"/>
                  </a:lnTo>
                  <a:lnTo>
                    <a:pt x="1080207" y="19489"/>
                  </a:lnTo>
                  <a:lnTo>
                    <a:pt x="1090769" y="15443"/>
                  </a:lnTo>
                  <a:lnTo>
                    <a:pt x="1101130" y="11473"/>
                  </a:lnTo>
                  <a:lnTo>
                    <a:pt x="1111297" y="7578"/>
                  </a:lnTo>
                  <a:lnTo>
                    <a:pt x="1121278" y="3754"/>
                  </a:lnTo>
                  <a:lnTo>
                    <a:pt x="113107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425213" y="3487927"/>
              <a:ext cx="1131079" cy="8615"/>
            </a:xfrm>
            <a:custGeom>
              <a:avLst/>
              <a:pathLst>
                <a:path w="1131079" h="8615">
                  <a:moveTo>
                    <a:pt x="0" y="8615"/>
                  </a:moveTo>
                  <a:lnTo>
                    <a:pt x="72632" y="8062"/>
                  </a:lnTo>
                  <a:lnTo>
                    <a:pt x="136698" y="7574"/>
                  </a:lnTo>
                  <a:lnTo>
                    <a:pt x="194007" y="7137"/>
                  </a:lnTo>
                  <a:lnTo>
                    <a:pt x="245850" y="6742"/>
                  </a:lnTo>
                  <a:lnTo>
                    <a:pt x="293178" y="6382"/>
                  </a:lnTo>
                  <a:lnTo>
                    <a:pt x="336716" y="6050"/>
                  </a:lnTo>
                  <a:lnTo>
                    <a:pt x="377026" y="5743"/>
                  </a:lnTo>
                  <a:lnTo>
                    <a:pt x="414554" y="5457"/>
                  </a:lnTo>
                  <a:lnTo>
                    <a:pt x="449658" y="5190"/>
                  </a:lnTo>
                  <a:lnTo>
                    <a:pt x="482634" y="4939"/>
                  </a:lnTo>
                  <a:lnTo>
                    <a:pt x="513725" y="4702"/>
                  </a:lnTo>
                  <a:lnTo>
                    <a:pt x="543134" y="4478"/>
                  </a:lnTo>
                  <a:lnTo>
                    <a:pt x="571034" y="4265"/>
                  </a:lnTo>
                  <a:lnTo>
                    <a:pt x="597572" y="4063"/>
                  </a:lnTo>
                  <a:lnTo>
                    <a:pt x="622876" y="3870"/>
                  </a:lnTo>
                  <a:lnTo>
                    <a:pt x="647055" y="3686"/>
                  </a:lnTo>
                  <a:lnTo>
                    <a:pt x="670205" y="3510"/>
                  </a:lnTo>
                  <a:lnTo>
                    <a:pt x="692409" y="3341"/>
                  </a:lnTo>
                  <a:lnTo>
                    <a:pt x="713743" y="3178"/>
                  </a:lnTo>
                  <a:lnTo>
                    <a:pt x="734271" y="3022"/>
                  </a:lnTo>
                  <a:lnTo>
                    <a:pt x="754053" y="2871"/>
                  </a:lnTo>
                  <a:lnTo>
                    <a:pt x="773140" y="2726"/>
                  </a:lnTo>
                  <a:lnTo>
                    <a:pt x="791580" y="2585"/>
                  </a:lnTo>
                  <a:lnTo>
                    <a:pt x="809416" y="2450"/>
                  </a:lnTo>
                  <a:lnTo>
                    <a:pt x="826685" y="2318"/>
                  </a:lnTo>
                  <a:lnTo>
                    <a:pt x="843423" y="2191"/>
                  </a:lnTo>
                  <a:lnTo>
                    <a:pt x="859661" y="2067"/>
                  </a:lnTo>
                  <a:lnTo>
                    <a:pt x="875428" y="1947"/>
                  </a:lnTo>
                  <a:lnTo>
                    <a:pt x="890751" y="1830"/>
                  </a:lnTo>
                  <a:lnTo>
                    <a:pt x="905654" y="1717"/>
                  </a:lnTo>
                  <a:lnTo>
                    <a:pt x="920160" y="1606"/>
                  </a:lnTo>
                  <a:lnTo>
                    <a:pt x="934289" y="1498"/>
                  </a:lnTo>
                  <a:lnTo>
                    <a:pt x="948060" y="1394"/>
                  </a:lnTo>
                  <a:lnTo>
                    <a:pt x="961491" y="1291"/>
                  </a:lnTo>
                  <a:lnTo>
                    <a:pt x="974599" y="1191"/>
                  </a:lnTo>
                  <a:lnTo>
                    <a:pt x="987398" y="1094"/>
                  </a:lnTo>
                  <a:lnTo>
                    <a:pt x="999903" y="999"/>
                  </a:lnTo>
                  <a:lnTo>
                    <a:pt x="1012127" y="906"/>
                  </a:lnTo>
                  <a:lnTo>
                    <a:pt x="1024082" y="814"/>
                  </a:lnTo>
                  <a:lnTo>
                    <a:pt x="1035780" y="725"/>
                  </a:lnTo>
                  <a:lnTo>
                    <a:pt x="1047231" y="638"/>
                  </a:lnTo>
                  <a:lnTo>
                    <a:pt x="1058447" y="553"/>
                  </a:lnTo>
                  <a:lnTo>
                    <a:pt x="1069436" y="469"/>
                  </a:lnTo>
                  <a:lnTo>
                    <a:pt x="1080207" y="387"/>
                  </a:lnTo>
                  <a:lnTo>
                    <a:pt x="1090769" y="307"/>
                  </a:lnTo>
                  <a:lnTo>
                    <a:pt x="1101130" y="228"/>
                  </a:lnTo>
                  <a:lnTo>
                    <a:pt x="1111297" y="150"/>
                  </a:lnTo>
                  <a:lnTo>
                    <a:pt x="1121278" y="74"/>
                  </a:lnTo>
                  <a:lnTo>
                    <a:pt x="113107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425213" y="2990890"/>
              <a:ext cx="1131079" cy="223234"/>
            </a:xfrm>
            <a:custGeom>
              <a:avLst/>
              <a:pathLst>
                <a:path w="1131079" h="223234">
                  <a:moveTo>
                    <a:pt x="0" y="223234"/>
                  </a:moveTo>
                  <a:lnTo>
                    <a:pt x="72632" y="208899"/>
                  </a:lnTo>
                  <a:lnTo>
                    <a:pt x="136698" y="196255"/>
                  </a:lnTo>
                  <a:lnTo>
                    <a:pt x="194007" y="184944"/>
                  </a:lnTo>
                  <a:lnTo>
                    <a:pt x="245850" y="174712"/>
                  </a:lnTo>
                  <a:lnTo>
                    <a:pt x="293178" y="165371"/>
                  </a:lnTo>
                  <a:lnTo>
                    <a:pt x="336716" y="156778"/>
                  </a:lnTo>
                  <a:lnTo>
                    <a:pt x="377026" y="148823"/>
                  </a:lnTo>
                  <a:lnTo>
                    <a:pt x="414554" y="141416"/>
                  </a:lnTo>
                  <a:lnTo>
                    <a:pt x="449658" y="134488"/>
                  </a:lnTo>
                  <a:lnTo>
                    <a:pt x="482634" y="127979"/>
                  </a:lnTo>
                  <a:lnTo>
                    <a:pt x="513725" y="121843"/>
                  </a:lnTo>
                  <a:lnTo>
                    <a:pt x="543134" y="116039"/>
                  </a:lnTo>
                  <a:lnTo>
                    <a:pt x="571034" y="110532"/>
                  </a:lnTo>
                  <a:lnTo>
                    <a:pt x="597572" y="105295"/>
                  </a:lnTo>
                  <a:lnTo>
                    <a:pt x="622876" y="100301"/>
                  </a:lnTo>
                  <a:lnTo>
                    <a:pt x="647055" y="95529"/>
                  </a:lnTo>
                  <a:lnTo>
                    <a:pt x="670205" y="90960"/>
                  </a:lnTo>
                  <a:lnTo>
                    <a:pt x="692409" y="86577"/>
                  </a:lnTo>
                  <a:lnTo>
                    <a:pt x="713743" y="82367"/>
                  </a:lnTo>
                  <a:lnTo>
                    <a:pt x="734271" y="78315"/>
                  </a:lnTo>
                  <a:lnTo>
                    <a:pt x="754053" y="74411"/>
                  </a:lnTo>
                  <a:lnTo>
                    <a:pt x="773140" y="70644"/>
                  </a:lnTo>
                  <a:lnTo>
                    <a:pt x="791580" y="67004"/>
                  </a:lnTo>
                  <a:lnTo>
                    <a:pt x="809416" y="63484"/>
                  </a:lnTo>
                  <a:lnTo>
                    <a:pt x="826685" y="60076"/>
                  </a:lnTo>
                  <a:lnTo>
                    <a:pt x="843423" y="56773"/>
                  </a:lnTo>
                  <a:lnTo>
                    <a:pt x="859661" y="53568"/>
                  </a:lnTo>
                  <a:lnTo>
                    <a:pt x="875428" y="50456"/>
                  </a:lnTo>
                  <a:lnTo>
                    <a:pt x="890751" y="47432"/>
                  </a:lnTo>
                  <a:lnTo>
                    <a:pt x="905654" y="44490"/>
                  </a:lnTo>
                  <a:lnTo>
                    <a:pt x="920160" y="41627"/>
                  </a:lnTo>
                  <a:lnTo>
                    <a:pt x="934289" y="38839"/>
                  </a:lnTo>
                  <a:lnTo>
                    <a:pt x="948060" y="36121"/>
                  </a:lnTo>
                  <a:lnTo>
                    <a:pt x="961491" y="33470"/>
                  </a:lnTo>
                  <a:lnTo>
                    <a:pt x="974599" y="30883"/>
                  </a:lnTo>
                  <a:lnTo>
                    <a:pt x="987398" y="28357"/>
                  </a:lnTo>
                  <a:lnTo>
                    <a:pt x="999903" y="25889"/>
                  </a:lnTo>
                  <a:lnTo>
                    <a:pt x="1012127" y="23476"/>
                  </a:lnTo>
                  <a:lnTo>
                    <a:pt x="1024082" y="21117"/>
                  </a:lnTo>
                  <a:lnTo>
                    <a:pt x="1035780" y="18808"/>
                  </a:lnTo>
                  <a:lnTo>
                    <a:pt x="1047231" y="16548"/>
                  </a:lnTo>
                  <a:lnTo>
                    <a:pt x="1058447" y="14335"/>
                  </a:lnTo>
                  <a:lnTo>
                    <a:pt x="1069436" y="12166"/>
                  </a:lnTo>
                  <a:lnTo>
                    <a:pt x="1080207" y="10040"/>
                  </a:lnTo>
                  <a:lnTo>
                    <a:pt x="1090769" y="7955"/>
                  </a:lnTo>
                  <a:lnTo>
                    <a:pt x="1101130" y="5910"/>
                  </a:lnTo>
                  <a:lnTo>
                    <a:pt x="1111297" y="3904"/>
                  </a:lnTo>
                  <a:lnTo>
                    <a:pt x="1121278" y="1934"/>
                  </a:lnTo>
                  <a:lnTo>
                    <a:pt x="113107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425213" y="3209393"/>
              <a:ext cx="1131079" cy="199011"/>
            </a:xfrm>
            <a:custGeom>
              <a:avLst/>
              <a:pathLst>
                <a:path w="1131079" h="199011">
                  <a:moveTo>
                    <a:pt x="0" y="0"/>
                  </a:moveTo>
                  <a:lnTo>
                    <a:pt x="72632" y="12779"/>
                  </a:lnTo>
                  <a:lnTo>
                    <a:pt x="136698" y="24051"/>
                  </a:lnTo>
                  <a:lnTo>
                    <a:pt x="194007" y="34135"/>
                  </a:lnTo>
                  <a:lnTo>
                    <a:pt x="245850" y="43256"/>
                  </a:lnTo>
                  <a:lnTo>
                    <a:pt x="293178" y="51584"/>
                  </a:lnTo>
                  <a:lnTo>
                    <a:pt x="336716" y="59244"/>
                  </a:lnTo>
                  <a:lnTo>
                    <a:pt x="377026" y="66337"/>
                  </a:lnTo>
                  <a:lnTo>
                    <a:pt x="414554" y="72940"/>
                  </a:lnTo>
                  <a:lnTo>
                    <a:pt x="449658" y="79116"/>
                  </a:lnTo>
                  <a:lnTo>
                    <a:pt x="482634" y="84918"/>
                  </a:lnTo>
                  <a:lnTo>
                    <a:pt x="513725" y="90389"/>
                  </a:lnTo>
                  <a:lnTo>
                    <a:pt x="543134" y="95563"/>
                  </a:lnTo>
                  <a:lnTo>
                    <a:pt x="571034" y="100472"/>
                  </a:lnTo>
                  <a:lnTo>
                    <a:pt x="597572" y="105141"/>
                  </a:lnTo>
                  <a:lnTo>
                    <a:pt x="622876" y="109594"/>
                  </a:lnTo>
                  <a:lnTo>
                    <a:pt x="647055" y="113848"/>
                  </a:lnTo>
                  <a:lnTo>
                    <a:pt x="670205" y="117921"/>
                  </a:lnTo>
                  <a:lnTo>
                    <a:pt x="692409" y="121828"/>
                  </a:lnTo>
                  <a:lnTo>
                    <a:pt x="713743" y="125581"/>
                  </a:lnTo>
                  <a:lnTo>
                    <a:pt x="734271" y="129193"/>
                  </a:lnTo>
                  <a:lnTo>
                    <a:pt x="754053" y="132674"/>
                  </a:lnTo>
                  <a:lnTo>
                    <a:pt x="773140" y="136032"/>
                  </a:lnTo>
                  <a:lnTo>
                    <a:pt x="791580" y="139277"/>
                  </a:lnTo>
                  <a:lnTo>
                    <a:pt x="809416" y="142415"/>
                  </a:lnTo>
                  <a:lnTo>
                    <a:pt x="826685" y="145453"/>
                  </a:lnTo>
                  <a:lnTo>
                    <a:pt x="843423" y="148398"/>
                  </a:lnTo>
                  <a:lnTo>
                    <a:pt x="859661" y="151255"/>
                  </a:lnTo>
                  <a:lnTo>
                    <a:pt x="875428" y="154030"/>
                  </a:lnTo>
                  <a:lnTo>
                    <a:pt x="890751" y="156726"/>
                  </a:lnTo>
                  <a:lnTo>
                    <a:pt x="905654" y="159348"/>
                  </a:lnTo>
                  <a:lnTo>
                    <a:pt x="920160" y="161900"/>
                  </a:lnTo>
                  <a:lnTo>
                    <a:pt x="934289" y="164386"/>
                  </a:lnTo>
                  <a:lnTo>
                    <a:pt x="948060" y="166809"/>
                  </a:lnTo>
                  <a:lnTo>
                    <a:pt x="961491" y="169172"/>
                  </a:lnTo>
                  <a:lnTo>
                    <a:pt x="974599" y="171479"/>
                  </a:lnTo>
                  <a:lnTo>
                    <a:pt x="987398" y="173730"/>
                  </a:lnTo>
                  <a:lnTo>
                    <a:pt x="999903" y="175931"/>
                  </a:lnTo>
                  <a:lnTo>
                    <a:pt x="1012127" y="178081"/>
                  </a:lnTo>
                  <a:lnTo>
                    <a:pt x="1024082" y="180185"/>
                  </a:lnTo>
                  <a:lnTo>
                    <a:pt x="1035780" y="182243"/>
                  </a:lnTo>
                  <a:lnTo>
                    <a:pt x="1047231" y="184258"/>
                  </a:lnTo>
                  <a:lnTo>
                    <a:pt x="1058447" y="186231"/>
                  </a:lnTo>
                  <a:lnTo>
                    <a:pt x="1069436" y="188165"/>
                  </a:lnTo>
                  <a:lnTo>
                    <a:pt x="1080207" y="190060"/>
                  </a:lnTo>
                  <a:lnTo>
                    <a:pt x="1090769" y="191918"/>
                  </a:lnTo>
                  <a:lnTo>
                    <a:pt x="1101130" y="193741"/>
                  </a:lnTo>
                  <a:lnTo>
                    <a:pt x="1111297" y="195530"/>
                  </a:lnTo>
                  <a:lnTo>
                    <a:pt x="1121278" y="197286"/>
                  </a:lnTo>
                  <a:lnTo>
                    <a:pt x="1131079" y="199011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425213" y="3464308"/>
              <a:ext cx="1131079" cy="95099"/>
            </a:xfrm>
            <a:custGeom>
              <a:avLst/>
              <a:pathLst>
                <a:path w="1131079" h="95099">
                  <a:moveTo>
                    <a:pt x="0" y="0"/>
                  </a:moveTo>
                  <a:lnTo>
                    <a:pt x="72632" y="6106"/>
                  </a:lnTo>
                  <a:lnTo>
                    <a:pt x="136698" y="11493"/>
                  </a:lnTo>
                  <a:lnTo>
                    <a:pt x="194007" y="16311"/>
                  </a:lnTo>
                  <a:lnTo>
                    <a:pt x="245850" y="20670"/>
                  </a:lnTo>
                  <a:lnTo>
                    <a:pt x="293178" y="24650"/>
                  </a:lnTo>
                  <a:lnTo>
                    <a:pt x="336716" y="28310"/>
                  </a:lnTo>
                  <a:lnTo>
                    <a:pt x="377026" y="31699"/>
                  </a:lnTo>
                  <a:lnTo>
                    <a:pt x="414554" y="34855"/>
                  </a:lnTo>
                  <a:lnTo>
                    <a:pt x="449658" y="37806"/>
                  </a:lnTo>
                  <a:lnTo>
                    <a:pt x="482634" y="40579"/>
                  </a:lnTo>
                  <a:lnTo>
                    <a:pt x="513725" y="43193"/>
                  </a:lnTo>
                  <a:lnTo>
                    <a:pt x="543134" y="45666"/>
                  </a:lnTo>
                  <a:lnTo>
                    <a:pt x="571034" y="48011"/>
                  </a:lnTo>
                  <a:lnTo>
                    <a:pt x="597572" y="50243"/>
                  </a:lnTo>
                  <a:lnTo>
                    <a:pt x="622876" y="52370"/>
                  </a:lnTo>
                  <a:lnTo>
                    <a:pt x="647055" y="54403"/>
                  </a:lnTo>
                  <a:lnTo>
                    <a:pt x="670205" y="56350"/>
                  </a:lnTo>
                  <a:lnTo>
                    <a:pt x="692409" y="58217"/>
                  </a:lnTo>
                  <a:lnTo>
                    <a:pt x="713743" y="60010"/>
                  </a:lnTo>
                  <a:lnTo>
                    <a:pt x="734271" y="61736"/>
                  </a:lnTo>
                  <a:lnTo>
                    <a:pt x="754053" y="63399"/>
                  </a:lnTo>
                  <a:lnTo>
                    <a:pt x="773140" y="65004"/>
                  </a:lnTo>
                  <a:lnTo>
                    <a:pt x="791580" y="66555"/>
                  </a:lnTo>
                  <a:lnTo>
                    <a:pt x="809416" y="68054"/>
                  </a:lnTo>
                  <a:lnTo>
                    <a:pt x="826685" y="69506"/>
                  </a:lnTo>
                  <a:lnTo>
                    <a:pt x="843423" y="70914"/>
                  </a:lnTo>
                  <a:lnTo>
                    <a:pt x="859661" y="72279"/>
                  </a:lnTo>
                  <a:lnTo>
                    <a:pt x="875428" y="73605"/>
                  </a:lnTo>
                  <a:lnTo>
                    <a:pt x="890751" y="74893"/>
                  </a:lnTo>
                  <a:lnTo>
                    <a:pt x="905654" y="76146"/>
                  </a:lnTo>
                  <a:lnTo>
                    <a:pt x="920160" y="77366"/>
                  </a:lnTo>
                  <a:lnTo>
                    <a:pt x="934289" y="78554"/>
                  </a:lnTo>
                  <a:lnTo>
                    <a:pt x="948060" y="79711"/>
                  </a:lnTo>
                  <a:lnTo>
                    <a:pt x="961491" y="80841"/>
                  </a:lnTo>
                  <a:lnTo>
                    <a:pt x="974599" y="81943"/>
                  </a:lnTo>
                  <a:lnTo>
                    <a:pt x="987398" y="83019"/>
                  </a:lnTo>
                  <a:lnTo>
                    <a:pt x="999903" y="84070"/>
                  </a:lnTo>
                  <a:lnTo>
                    <a:pt x="1012127" y="85098"/>
                  </a:lnTo>
                  <a:lnTo>
                    <a:pt x="1024082" y="86103"/>
                  </a:lnTo>
                  <a:lnTo>
                    <a:pt x="1035780" y="87087"/>
                  </a:lnTo>
                  <a:lnTo>
                    <a:pt x="1047231" y="88050"/>
                  </a:lnTo>
                  <a:lnTo>
                    <a:pt x="1058447" y="88993"/>
                  </a:lnTo>
                  <a:lnTo>
                    <a:pt x="1069436" y="89916"/>
                  </a:lnTo>
                  <a:lnTo>
                    <a:pt x="1080207" y="90822"/>
                  </a:lnTo>
                  <a:lnTo>
                    <a:pt x="1090769" y="91710"/>
                  </a:lnTo>
                  <a:lnTo>
                    <a:pt x="1101130" y="92581"/>
                  </a:lnTo>
                  <a:lnTo>
                    <a:pt x="1111297" y="93436"/>
                  </a:lnTo>
                  <a:lnTo>
                    <a:pt x="1121278" y="94275"/>
                  </a:lnTo>
                  <a:lnTo>
                    <a:pt x="1131079" y="95099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425213" y="3307393"/>
              <a:ext cx="1131079" cy="188973"/>
            </a:xfrm>
            <a:custGeom>
              <a:avLst/>
              <a:pathLst>
                <a:path w="1131079" h="188973">
                  <a:moveTo>
                    <a:pt x="0" y="0"/>
                  </a:moveTo>
                  <a:lnTo>
                    <a:pt x="72632" y="12134"/>
                  </a:lnTo>
                  <a:lnTo>
                    <a:pt x="136698" y="22838"/>
                  </a:lnTo>
                  <a:lnTo>
                    <a:pt x="194007" y="32413"/>
                  </a:lnTo>
                  <a:lnTo>
                    <a:pt x="245850" y="41075"/>
                  </a:lnTo>
                  <a:lnTo>
                    <a:pt x="293178" y="48982"/>
                  </a:lnTo>
                  <a:lnTo>
                    <a:pt x="336716" y="56256"/>
                  </a:lnTo>
                  <a:lnTo>
                    <a:pt x="377026" y="62991"/>
                  </a:lnTo>
                  <a:lnTo>
                    <a:pt x="414554" y="69260"/>
                  </a:lnTo>
                  <a:lnTo>
                    <a:pt x="449658" y="75126"/>
                  </a:lnTo>
                  <a:lnTo>
                    <a:pt x="482634" y="80635"/>
                  </a:lnTo>
                  <a:lnTo>
                    <a:pt x="513725" y="85829"/>
                  </a:lnTo>
                  <a:lnTo>
                    <a:pt x="543134" y="90743"/>
                  </a:lnTo>
                  <a:lnTo>
                    <a:pt x="571034" y="95404"/>
                  </a:lnTo>
                  <a:lnTo>
                    <a:pt x="597572" y="99838"/>
                  </a:lnTo>
                  <a:lnTo>
                    <a:pt x="622876" y="104066"/>
                  </a:lnTo>
                  <a:lnTo>
                    <a:pt x="647055" y="108105"/>
                  </a:lnTo>
                  <a:lnTo>
                    <a:pt x="670205" y="111973"/>
                  </a:lnTo>
                  <a:lnTo>
                    <a:pt x="692409" y="115683"/>
                  </a:lnTo>
                  <a:lnTo>
                    <a:pt x="713743" y="119247"/>
                  </a:lnTo>
                  <a:lnTo>
                    <a:pt x="734271" y="122677"/>
                  </a:lnTo>
                  <a:lnTo>
                    <a:pt x="754053" y="125982"/>
                  </a:lnTo>
                  <a:lnTo>
                    <a:pt x="773140" y="129171"/>
                  </a:lnTo>
                  <a:lnTo>
                    <a:pt x="791580" y="132252"/>
                  </a:lnTo>
                  <a:lnTo>
                    <a:pt x="809416" y="135231"/>
                  </a:lnTo>
                  <a:lnTo>
                    <a:pt x="826685" y="138117"/>
                  </a:lnTo>
                  <a:lnTo>
                    <a:pt x="843423" y="140913"/>
                  </a:lnTo>
                  <a:lnTo>
                    <a:pt x="859661" y="143626"/>
                  </a:lnTo>
                  <a:lnTo>
                    <a:pt x="875428" y="146260"/>
                  </a:lnTo>
                  <a:lnTo>
                    <a:pt x="890751" y="148820"/>
                  </a:lnTo>
                  <a:lnTo>
                    <a:pt x="905654" y="151310"/>
                  </a:lnTo>
                  <a:lnTo>
                    <a:pt x="920160" y="153734"/>
                  </a:lnTo>
                  <a:lnTo>
                    <a:pt x="934289" y="156094"/>
                  </a:lnTo>
                  <a:lnTo>
                    <a:pt x="948060" y="158395"/>
                  </a:lnTo>
                  <a:lnTo>
                    <a:pt x="961491" y="160639"/>
                  </a:lnTo>
                  <a:lnTo>
                    <a:pt x="974599" y="162829"/>
                  </a:lnTo>
                  <a:lnTo>
                    <a:pt x="987398" y="164968"/>
                  </a:lnTo>
                  <a:lnTo>
                    <a:pt x="999903" y="167057"/>
                  </a:lnTo>
                  <a:lnTo>
                    <a:pt x="1012127" y="169099"/>
                  </a:lnTo>
                  <a:lnTo>
                    <a:pt x="1024082" y="171096"/>
                  </a:lnTo>
                  <a:lnTo>
                    <a:pt x="1035780" y="173051"/>
                  </a:lnTo>
                  <a:lnTo>
                    <a:pt x="1047231" y="174964"/>
                  </a:lnTo>
                  <a:lnTo>
                    <a:pt x="1058447" y="176838"/>
                  </a:lnTo>
                  <a:lnTo>
                    <a:pt x="1069436" y="178674"/>
                  </a:lnTo>
                  <a:lnTo>
                    <a:pt x="1080207" y="180473"/>
                  </a:lnTo>
                  <a:lnTo>
                    <a:pt x="1090769" y="182238"/>
                  </a:lnTo>
                  <a:lnTo>
                    <a:pt x="1101130" y="183969"/>
                  </a:lnTo>
                  <a:lnTo>
                    <a:pt x="1111297" y="185668"/>
                  </a:lnTo>
                  <a:lnTo>
                    <a:pt x="1121278" y="187335"/>
                  </a:lnTo>
                  <a:lnTo>
                    <a:pt x="1131079" y="188973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425213" y="3260939"/>
              <a:ext cx="1131079" cy="160250"/>
            </a:xfrm>
            <a:custGeom>
              <a:avLst/>
              <a:pathLst>
                <a:path w="1131079" h="160250">
                  <a:moveTo>
                    <a:pt x="0" y="0"/>
                  </a:moveTo>
                  <a:lnTo>
                    <a:pt x="72632" y="10290"/>
                  </a:lnTo>
                  <a:lnTo>
                    <a:pt x="136698" y="19367"/>
                  </a:lnTo>
                  <a:lnTo>
                    <a:pt x="194007" y="27486"/>
                  </a:lnTo>
                  <a:lnTo>
                    <a:pt x="245850" y="34831"/>
                  </a:lnTo>
                  <a:lnTo>
                    <a:pt x="293178" y="41537"/>
                  </a:lnTo>
                  <a:lnTo>
                    <a:pt x="336716" y="47705"/>
                  </a:lnTo>
                  <a:lnTo>
                    <a:pt x="377026" y="53416"/>
                  </a:lnTo>
                  <a:lnTo>
                    <a:pt x="414554" y="58733"/>
                  </a:lnTo>
                  <a:lnTo>
                    <a:pt x="449658" y="63707"/>
                  </a:lnTo>
                  <a:lnTo>
                    <a:pt x="482634" y="68379"/>
                  </a:lnTo>
                  <a:lnTo>
                    <a:pt x="513725" y="72784"/>
                  </a:lnTo>
                  <a:lnTo>
                    <a:pt x="543134" y="76950"/>
                  </a:lnTo>
                  <a:lnTo>
                    <a:pt x="571034" y="80903"/>
                  </a:lnTo>
                  <a:lnTo>
                    <a:pt x="597572" y="84663"/>
                  </a:lnTo>
                  <a:lnTo>
                    <a:pt x="622876" y="88248"/>
                  </a:lnTo>
                  <a:lnTo>
                    <a:pt x="647055" y="91674"/>
                  </a:lnTo>
                  <a:lnTo>
                    <a:pt x="670205" y="94954"/>
                  </a:lnTo>
                  <a:lnTo>
                    <a:pt x="692409" y="98100"/>
                  </a:lnTo>
                  <a:lnTo>
                    <a:pt x="713743" y="101122"/>
                  </a:lnTo>
                  <a:lnTo>
                    <a:pt x="734271" y="104030"/>
                  </a:lnTo>
                  <a:lnTo>
                    <a:pt x="754053" y="106833"/>
                  </a:lnTo>
                  <a:lnTo>
                    <a:pt x="773140" y="109537"/>
                  </a:lnTo>
                  <a:lnTo>
                    <a:pt x="791580" y="112150"/>
                  </a:lnTo>
                  <a:lnTo>
                    <a:pt x="809416" y="114677"/>
                  </a:lnTo>
                  <a:lnTo>
                    <a:pt x="826685" y="117124"/>
                  </a:lnTo>
                  <a:lnTo>
                    <a:pt x="843423" y="119495"/>
                  </a:lnTo>
                  <a:lnTo>
                    <a:pt x="859661" y="121796"/>
                  </a:lnTo>
                  <a:lnTo>
                    <a:pt x="875428" y="124029"/>
                  </a:lnTo>
                  <a:lnTo>
                    <a:pt x="890751" y="126200"/>
                  </a:lnTo>
                  <a:lnTo>
                    <a:pt x="905654" y="128312"/>
                  </a:lnTo>
                  <a:lnTo>
                    <a:pt x="920160" y="130367"/>
                  </a:lnTo>
                  <a:lnTo>
                    <a:pt x="934289" y="132369"/>
                  </a:lnTo>
                  <a:lnTo>
                    <a:pt x="948060" y="134320"/>
                  </a:lnTo>
                  <a:lnTo>
                    <a:pt x="961491" y="136223"/>
                  </a:lnTo>
                  <a:lnTo>
                    <a:pt x="974599" y="138080"/>
                  </a:lnTo>
                  <a:lnTo>
                    <a:pt x="987398" y="139893"/>
                  </a:lnTo>
                  <a:lnTo>
                    <a:pt x="999903" y="141665"/>
                  </a:lnTo>
                  <a:lnTo>
                    <a:pt x="1012127" y="143397"/>
                  </a:lnTo>
                  <a:lnTo>
                    <a:pt x="1024082" y="145091"/>
                  </a:lnTo>
                  <a:lnTo>
                    <a:pt x="1035780" y="146748"/>
                  </a:lnTo>
                  <a:lnTo>
                    <a:pt x="1047231" y="148370"/>
                  </a:lnTo>
                  <a:lnTo>
                    <a:pt x="1058447" y="149959"/>
                  </a:lnTo>
                  <a:lnTo>
                    <a:pt x="1069436" y="151516"/>
                  </a:lnTo>
                  <a:lnTo>
                    <a:pt x="1080207" y="153042"/>
                  </a:lnTo>
                  <a:lnTo>
                    <a:pt x="1090769" y="154539"/>
                  </a:lnTo>
                  <a:lnTo>
                    <a:pt x="1101130" y="156007"/>
                  </a:lnTo>
                  <a:lnTo>
                    <a:pt x="1111297" y="157447"/>
                  </a:lnTo>
                  <a:lnTo>
                    <a:pt x="1121278" y="158861"/>
                  </a:lnTo>
                  <a:lnTo>
                    <a:pt x="1131079" y="16025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rc483"/>
            <p:cNvSpPr/>
            <p:nvPr/>
          </p:nvSpPr>
          <p:spPr>
            <a:xfrm>
              <a:off x="1342663" y="2658900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5" name="pl484"/>
            <p:cNvSpPr/>
            <p:nvPr/>
          </p:nvSpPr>
          <p:spPr>
            <a:xfrm>
              <a:off x="1342663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tx485"/>
            <p:cNvSpPr/>
            <p:nvPr/>
          </p:nvSpPr>
          <p:spPr>
            <a:xfrm rot="-5400000">
              <a:off x="1152636" y="368554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87" name="tx486"/>
            <p:cNvSpPr/>
            <p:nvPr/>
          </p:nvSpPr>
          <p:spPr>
            <a:xfrm rot="-5400000">
              <a:off x="1152636" y="341151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88" name="tx487"/>
            <p:cNvSpPr/>
            <p:nvPr/>
          </p:nvSpPr>
          <p:spPr>
            <a:xfrm rot="-5400000">
              <a:off x="1152636" y="313748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152636" y="286346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90" name="pl489"/>
            <p:cNvSpPr/>
            <p:nvPr/>
          </p:nvSpPr>
          <p:spPr>
            <a:xfrm>
              <a:off x="1311032" y="372655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0"/>
            <p:cNvSpPr/>
            <p:nvPr/>
          </p:nvSpPr>
          <p:spPr>
            <a:xfrm>
              <a:off x="1311032" y="345252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311032" y="317849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311032" y="290447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342663" y="3830431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425213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802239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2179266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2556292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tx498"/>
            <p:cNvSpPr/>
            <p:nvPr/>
          </p:nvSpPr>
          <p:spPr>
            <a:xfrm rot="-5400000">
              <a:off x="41327" y="3194556"/>
              <a:ext cx="19869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500" name="tx499"/>
            <p:cNvSpPr/>
            <p:nvPr/>
          </p:nvSpPr>
          <p:spPr>
            <a:xfrm>
              <a:off x="1342663" y="2464146"/>
              <a:ext cx="4347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501" name="rc500"/>
            <p:cNvSpPr/>
            <p:nvPr/>
          </p:nvSpPr>
          <p:spPr>
            <a:xfrm>
              <a:off x="2773505" y="2658900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2834712" y="341774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837386" y="320772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848631" y="3376004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857760" y="337588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855084" y="353840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815245" y="334588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811153" y="347297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804023" y="341916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819198" y="356605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827564" y="359110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3189564" y="366705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187461" y="363630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216678" y="349879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201011" y="361795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223563" y="350257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220598" y="330103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223028" y="364175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213516" y="363223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191205" y="348354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184195" y="333880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184404" y="342661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223656" y="363353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215400" y="325854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189203" y="350929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234227" y="338309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205154" y="337232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186770" y="315297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191125" y="328159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588258" y="330502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586388" y="371407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564290" y="3353045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597402" y="357634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589554" y="360469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602143" y="374869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590617" y="309060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594560" y="328948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581041" y="347316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610706" y="339735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602947" y="368559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599851" y="356583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602848" y="355574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563236" y="357880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576592" y="341409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564181" y="362112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560650" y="354189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591475" y="324700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583677" y="347933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558051" y="268366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938846" y="345678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954619" y="351292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948410" y="312105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950450" y="362849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3984014" y="322330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3975153" y="355833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3937620" y="352311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3954332" y="330766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3975251" y="315908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3975893" y="357877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3934427" y="338322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3971169" y="349019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3981979" y="332362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3968471" y="361515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3973652" y="326036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3953658" y="323410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3969102" y="349627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3973738" y="329276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3962256" y="323781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3965041" y="347728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3957214" y="324468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3964246" y="364829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3979355" y="356125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3977125" y="370815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l573"/>
            <p:cNvSpPr/>
            <p:nvPr/>
          </p:nvSpPr>
          <p:spPr>
            <a:xfrm>
              <a:off x="2859230" y="3367336"/>
              <a:ext cx="1130118" cy="9404"/>
            </a:xfrm>
            <a:custGeom>
              <a:avLst/>
              <a:pathLst>
                <a:path w="1130118" h="9404">
                  <a:moveTo>
                    <a:pt x="0" y="9404"/>
                  </a:moveTo>
                  <a:lnTo>
                    <a:pt x="72570" y="8800"/>
                  </a:lnTo>
                  <a:lnTo>
                    <a:pt x="136582" y="8267"/>
                  </a:lnTo>
                  <a:lnTo>
                    <a:pt x="193842" y="7791"/>
                  </a:lnTo>
                  <a:lnTo>
                    <a:pt x="245641" y="7360"/>
                  </a:lnTo>
                  <a:lnTo>
                    <a:pt x="292929" y="6966"/>
                  </a:lnTo>
                  <a:lnTo>
                    <a:pt x="336430" y="6604"/>
                  </a:lnTo>
                  <a:lnTo>
                    <a:pt x="376706" y="6269"/>
                  </a:lnTo>
                  <a:lnTo>
                    <a:pt x="414201" y="5957"/>
                  </a:lnTo>
                  <a:lnTo>
                    <a:pt x="449276" y="5665"/>
                  </a:lnTo>
                  <a:lnTo>
                    <a:pt x="482224" y="5391"/>
                  </a:lnTo>
                  <a:lnTo>
                    <a:pt x="513288" y="5132"/>
                  </a:lnTo>
                  <a:lnTo>
                    <a:pt x="542672" y="4888"/>
                  </a:lnTo>
                  <a:lnTo>
                    <a:pt x="570549" y="4656"/>
                  </a:lnTo>
                  <a:lnTo>
                    <a:pt x="597065" y="4435"/>
                  </a:lnTo>
                  <a:lnTo>
                    <a:pt x="622347" y="4225"/>
                  </a:lnTo>
                  <a:lnTo>
                    <a:pt x="646505" y="4024"/>
                  </a:lnTo>
                  <a:lnTo>
                    <a:pt x="669635" y="3831"/>
                  </a:lnTo>
                  <a:lnTo>
                    <a:pt x="691821" y="3647"/>
                  </a:lnTo>
                  <a:lnTo>
                    <a:pt x="713136" y="3469"/>
                  </a:lnTo>
                  <a:lnTo>
                    <a:pt x="733647" y="3299"/>
                  </a:lnTo>
                  <a:lnTo>
                    <a:pt x="753412" y="3134"/>
                  </a:lnTo>
                  <a:lnTo>
                    <a:pt x="772483" y="2976"/>
                  </a:lnTo>
                  <a:lnTo>
                    <a:pt x="790908" y="2822"/>
                  </a:lnTo>
                  <a:lnTo>
                    <a:pt x="808728" y="2674"/>
                  </a:lnTo>
                  <a:lnTo>
                    <a:pt x="825982" y="2530"/>
                  </a:lnTo>
                  <a:lnTo>
                    <a:pt x="842706" y="2391"/>
                  </a:lnTo>
                  <a:lnTo>
                    <a:pt x="858930" y="2256"/>
                  </a:lnTo>
                  <a:lnTo>
                    <a:pt x="874684" y="2125"/>
                  </a:lnTo>
                  <a:lnTo>
                    <a:pt x="889994" y="1998"/>
                  </a:lnTo>
                  <a:lnTo>
                    <a:pt x="904885" y="1874"/>
                  </a:lnTo>
                  <a:lnTo>
                    <a:pt x="919378" y="1753"/>
                  </a:lnTo>
                  <a:lnTo>
                    <a:pt x="933495" y="1636"/>
                  </a:lnTo>
                  <a:lnTo>
                    <a:pt x="947255" y="1521"/>
                  </a:lnTo>
                  <a:lnTo>
                    <a:pt x="960675" y="1410"/>
                  </a:lnTo>
                  <a:lnTo>
                    <a:pt x="973771" y="1301"/>
                  </a:lnTo>
                  <a:lnTo>
                    <a:pt x="986559" y="1194"/>
                  </a:lnTo>
                  <a:lnTo>
                    <a:pt x="999053" y="1090"/>
                  </a:lnTo>
                  <a:lnTo>
                    <a:pt x="1011267" y="989"/>
                  </a:lnTo>
                  <a:lnTo>
                    <a:pt x="1023211" y="889"/>
                  </a:lnTo>
                  <a:lnTo>
                    <a:pt x="1034900" y="792"/>
                  </a:lnTo>
                  <a:lnTo>
                    <a:pt x="1046341" y="697"/>
                  </a:lnTo>
                  <a:lnTo>
                    <a:pt x="1057547" y="603"/>
                  </a:lnTo>
                  <a:lnTo>
                    <a:pt x="1068527" y="512"/>
                  </a:lnTo>
                  <a:lnTo>
                    <a:pt x="1079289" y="422"/>
                  </a:lnTo>
                  <a:lnTo>
                    <a:pt x="1089842" y="335"/>
                  </a:lnTo>
                  <a:lnTo>
                    <a:pt x="1100195" y="249"/>
                  </a:lnTo>
                  <a:lnTo>
                    <a:pt x="1110353" y="164"/>
                  </a:lnTo>
                  <a:lnTo>
                    <a:pt x="1120326" y="81"/>
                  </a:lnTo>
                  <a:lnTo>
                    <a:pt x="1130118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5" name="pl574"/>
            <p:cNvSpPr/>
            <p:nvPr/>
          </p:nvSpPr>
          <p:spPr>
            <a:xfrm>
              <a:off x="2859230" y="3493328"/>
              <a:ext cx="1130118" cy="32994"/>
            </a:xfrm>
            <a:custGeom>
              <a:avLst/>
              <a:pathLst>
                <a:path w="1130118" h="32994">
                  <a:moveTo>
                    <a:pt x="0" y="0"/>
                  </a:moveTo>
                  <a:lnTo>
                    <a:pt x="72570" y="2118"/>
                  </a:lnTo>
                  <a:lnTo>
                    <a:pt x="136582" y="3987"/>
                  </a:lnTo>
                  <a:lnTo>
                    <a:pt x="193842" y="5659"/>
                  </a:lnTo>
                  <a:lnTo>
                    <a:pt x="245641" y="7171"/>
                  </a:lnTo>
                  <a:lnTo>
                    <a:pt x="292929" y="8552"/>
                  </a:lnTo>
                  <a:lnTo>
                    <a:pt x="336430" y="9822"/>
                  </a:lnTo>
                  <a:lnTo>
                    <a:pt x="376706" y="10998"/>
                  </a:lnTo>
                  <a:lnTo>
                    <a:pt x="414201" y="12093"/>
                  </a:lnTo>
                  <a:lnTo>
                    <a:pt x="449276" y="13117"/>
                  </a:lnTo>
                  <a:lnTo>
                    <a:pt x="482224" y="14079"/>
                  </a:lnTo>
                  <a:lnTo>
                    <a:pt x="513288" y="14985"/>
                  </a:lnTo>
                  <a:lnTo>
                    <a:pt x="542672" y="15843"/>
                  </a:lnTo>
                  <a:lnTo>
                    <a:pt x="570549" y="16657"/>
                  </a:lnTo>
                  <a:lnTo>
                    <a:pt x="597065" y="17431"/>
                  </a:lnTo>
                  <a:lnTo>
                    <a:pt x="622347" y="18170"/>
                  </a:lnTo>
                  <a:lnTo>
                    <a:pt x="646505" y="18875"/>
                  </a:lnTo>
                  <a:lnTo>
                    <a:pt x="669635" y="19550"/>
                  </a:lnTo>
                  <a:lnTo>
                    <a:pt x="691821" y="20198"/>
                  </a:lnTo>
                  <a:lnTo>
                    <a:pt x="713136" y="20820"/>
                  </a:lnTo>
                  <a:lnTo>
                    <a:pt x="733647" y="21419"/>
                  </a:lnTo>
                  <a:lnTo>
                    <a:pt x="753412" y="21996"/>
                  </a:lnTo>
                  <a:lnTo>
                    <a:pt x="772483" y="22553"/>
                  </a:lnTo>
                  <a:lnTo>
                    <a:pt x="790908" y="23091"/>
                  </a:lnTo>
                  <a:lnTo>
                    <a:pt x="808728" y="23611"/>
                  </a:lnTo>
                  <a:lnTo>
                    <a:pt x="825982" y="24115"/>
                  </a:lnTo>
                  <a:lnTo>
                    <a:pt x="842706" y="24603"/>
                  </a:lnTo>
                  <a:lnTo>
                    <a:pt x="858930" y="25077"/>
                  </a:lnTo>
                  <a:lnTo>
                    <a:pt x="874684" y="25537"/>
                  </a:lnTo>
                  <a:lnTo>
                    <a:pt x="889994" y="25984"/>
                  </a:lnTo>
                  <a:lnTo>
                    <a:pt x="904885" y="26419"/>
                  </a:lnTo>
                  <a:lnTo>
                    <a:pt x="919378" y="26842"/>
                  </a:lnTo>
                  <a:lnTo>
                    <a:pt x="933495" y="27254"/>
                  </a:lnTo>
                  <a:lnTo>
                    <a:pt x="947255" y="27656"/>
                  </a:lnTo>
                  <a:lnTo>
                    <a:pt x="960675" y="28047"/>
                  </a:lnTo>
                  <a:lnTo>
                    <a:pt x="973771" y="28430"/>
                  </a:lnTo>
                  <a:lnTo>
                    <a:pt x="986559" y="28803"/>
                  </a:lnTo>
                  <a:lnTo>
                    <a:pt x="999053" y="29168"/>
                  </a:lnTo>
                  <a:lnTo>
                    <a:pt x="1011267" y="29524"/>
                  </a:lnTo>
                  <a:lnTo>
                    <a:pt x="1023211" y="29873"/>
                  </a:lnTo>
                  <a:lnTo>
                    <a:pt x="1034900" y="30214"/>
                  </a:lnTo>
                  <a:lnTo>
                    <a:pt x="1046341" y="30548"/>
                  </a:lnTo>
                  <a:lnTo>
                    <a:pt x="1057547" y="30876"/>
                  </a:lnTo>
                  <a:lnTo>
                    <a:pt x="1068527" y="31196"/>
                  </a:lnTo>
                  <a:lnTo>
                    <a:pt x="1079289" y="31510"/>
                  </a:lnTo>
                  <a:lnTo>
                    <a:pt x="1089842" y="31819"/>
                  </a:lnTo>
                  <a:lnTo>
                    <a:pt x="1100195" y="32121"/>
                  </a:lnTo>
                  <a:lnTo>
                    <a:pt x="1110353" y="32417"/>
                  </a:lnTo>
                  <a:lnTo>
                    <a:pt x="1120326" y="32709"/>
                  </a:lnTo>
                  <a:lnTo>
                    <a:pt x="1130118" y="32994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6" name="pl575"/>
            <p:cNvSpPr/>
            <p:nvPr/>
          </p:nvSpPr>
          <p:spPr>
            <a:xfrm>
              <a:off x="2859230" y="3345840"/>
              <a:ext cx="1130118" cy="63497"/>
            </a:xfrm>
            <a:custGeom>
              <a:avLst/>
              <a:pathLst>
                <a:path w="1130118" h="63497">
                  <a:moveTo>
                    <a:pt x="0" y="63497"/>
                  </a:moveTo>
                  <a:lnTo>
                    <a:pt x="72570" y="59420"/>
                  </a:lnTo>
                  <a:lnTo>
                    <a:pt x="136582" y="55823"/>
                  </a:lnTo>
                  <a:lnTo>
                    <a:pt x="193842" y="52606"/>
                  </a:lnTo>
                  <a:lnTo>
                    <a:pt x="245641" y="49695"/>
                  </a:lnTo>
                  <a:lnTo>
                    <a:pt x="292929" y="47038"/>
                  </a:lnTo>
                  <a:lnTo>
                    <a:pt x="336430" y="44594"/>
                  </a:lnTo>
                  <a:lnTo>
                    <a:pt x="376706" y="42331"/>
                  </a:lnTo>
                  <a:lnTo>
                    <a:pt x="414201" y="40225"/>
                  </a:lnTo>
                  <a:lnTo>
                    <a:pt x="449276" y="38254"/>
                  </a:lnTo>
                  <a:lnTo>
                    <a:pt x="482224" y="36403"/>
                  </a:lnTo>
                  <a:lnTo>
                    <a:pt x="513288" y="34657"/>
                  </a:lnTo>
                  <a:lnTo>
                    <a:pt x="542672" y="33006"/>
                  </a:lnTo>
                  <a:lnTo>
                    <a:pt x="570549" y="31440"/>
                  </a:lnTo>
                  <a:lnTo>
                    <a:pt x="597065" y="29950"/>
                  </a:lnTo>
                  <a:lnTo>
                    <a:pt x="622347" y="28530"/>
                  </a:lnTo>
                  <a:lnTo>
                    <a:pt x="646505" y="27172"/>
                  </a:lnTo>
                  <a:lnTo>
                    <a:pt x="669635" y="25873"/>
                  </a:lnTo>
                  <a:lnTo>
                    <a:pt x="691821" y="24626"/>
                  </a:lnTo>
                  <a:lnTo>
                    <a:pt x="713136" y="23428"/>
                  </a:lnTo>
                  <a:lnTo>
                    <a:pt x="733647" y="22276"/>
                  </a:lnTo>
                  <a:lnTo>
                    <a:pt x="753412" y="21165"/>
                  </a:lnTo>
                  <a:lnTo>
                    <a:pt x="772483" y="20094"/>
                  </a:lnTo>
                  <a:lnTo>
                    <a:pt x="790908" y="19059"/>
                  </a:lnTo>
                  <a:lnTo>
                    <a:pt x="808728" y="18057"/>
                  </a:lnTo>
                  <a:lnTo>
                    <a:pt x="825982" y="17088"/>
                  </a:lnTo>
                  <a:lnTo>
                    <a:pt x="842706" y="16148"/>
                  </a:lnTo>
                  <a:lnTo>
                    <a:pt x="858930" y="15237"/>
                  </a:lnTo>
                  <a:lnTo>
                    <a:pt x="874684" y="14352"/>
                  </a:lnTo>
                  <a:lnTo>
                    <a:pt x="889994" y="13491"/>
                  </a:lnTo>
                  <a:lnTo>
                    <a:pt x="904885" y="12655"/>
                  </a:lnTo>
                  <a:lnTo>
                    <a:pt x="919378" y="11840"/>
                  </a:lnTo>
                  <a:lnTo>
                    <a:pt x="933495" y="11047"/>
                  </a:lnTo>
                  <a:lnTo>
                    <a:pt x="947255" y="10274"/>
                  </a:lnTo>
                  <a:lnTo>
                    <a:pt x="960675" y="9520"/>
                  </a:lnTo>
                  <a:lnTo>
                    <a:pt x="973771" y="8784"/>
                  </a:lnTo>
                  <a:lnTo>
                    <a:pt x="986559" y="8066"/>
                  </a:lnTo>
                  <a:lnTo>
                    <a:pt x="999053" y="7364"/>
                  </a:lnTo>
                  <a:lnTo>
                    <a:pt x="1011267" y="6677"/>
                  </a:lnTo>
                  <a:lnTo>
                    <a:pt x="1023211" y="6006"/>
                  </a:lnTo>
                  <a:lnTo>
                    <a:pt x="1034900" y="5350"/>
                  </a:lnTo>
                  <a:lnTo>
                    <a:pt x="1046341" y="4707"/>
                  </a:lnTo>
                  <a:lnTo>
                    <a:pt x="1057547" y="4077"/>
                  </a:lnTo>
                  <a:lnTo>
                    <a:pt x="1068527" y="3460"/>
                  </a:lnTo>
                  <a:lnTo>
                    <a:pt x="1079289" y="2855"/>
                  </a:lnTo>
                  <a:lnTo>
                    <a:pt x="1089842" y="2262"/>
                  </a:lnTo>
                  <a:lnTo>
                    <a:pt x="1100195" y="1681"/>
                  </a:lnTo>
                  <a:lnTo>
                    <a:pt x="1110353" y="1110"/>
                  </a:lnTo>
                  <a:lnTo>
                    <a:pt x="1120326" y="550"/>
                  </a:lnTo>
                  <a:lnTo>
                    <a:pt x="1130118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2859230" y="3169809"/>
              <a:ext cx="1130118" cy="217315"/>
            </a:xfrm>
            <a:custGeom>
              <a:avLst/>
              <a:pathLst>
                <a:path w="1130118" h="217315">
                  <a:moveTo>
                    <a:pt x="0" y="217315"/>
                  </a:moveTo>
                  <a:lnTo>
                    <a:pt x="72570" y="203360"/>
                  </a:lnTo>
                  <a:lnTo>
                    <a:pt x="136582" y="191051"/>
                  </a:lnTo>
                  <a:lnTo>
                    <a:pt x="193842" y="180040"/>
                  </a:lnTo>
                  <a:lnTo>
                    <a:pt x="245641" y="170079"/>
                  </a:lnTo>
                  <a:lnTo>
                    <a:pt x="292929" y="160986"/>
                  </a:lnTo>
                  <a:lnTo>
                    <a:pt x="336430" y="152621"/>
                  </a:lnTo>
                  <a:lnTo>
                    <a:pt x="376706" y="144876"/>
                  </a:lnTo>
                  <a:lnTo>
                    <a:pt x="414201" y="137666"/>
                  </a:lnTo>
                  <a:lnTo>
                    <a:pt x="449276" y="130921"/>
                  </a:lnTo>
                  <a:lnTo>
                    <a:pt x="482224" y="124586"/>
                  </a:lnTo>
                  <a:lnTo>
                    <a:pt x="513288" y="118612"/>
                  </a:lnTo>
                  <a:lnTo>
                    <a:pt x="542672" y="112962"/>
                  </a:lnTo>
                  <a:lnTo>
                    <a:pt x="570549" y="107601"/>
                  </a:lnTo>
                  <a:lnTo>
                    <a:pt x="597065" y="102503"/>
                  </a:lnTo>
                  <a:lnTo>
                    <a:pt x="622347" y="97641"/>
                  </a:lnTo>
                  <a:lnTo>
                    <a:pt x="646505" y="92995"/>
                  </a:lnTo>
                  <a:lnTo>
                    <a:pt x="669635" y="88548"/>
                  </a:lnTo>
                  <a:lnTo>
                    <a:pt x="691821" y="84281"/>
                  </a:lnTo>
                  <a:lnTo>
                    <a:pt x="713136" y="80183"/>
                  </a:lnTo>
                  <a:lnTo>
                    <a:pt x="733647" y="76239"/>
                  </a:lnTo>
                  <a:lnTo>
                    <a:pt x="753412" y="72438"/>
                  </a:lnTo>
                  <a:lnTo>
                    <a:pt x="772483" y="68771"/>
                  </a:lnTo>
                  <a:lnTo>
                    <a:pt x="790908" y="65228"/>
                  </a:lnTo>
                  <a:lnTo>
                    <a:pt x="808728" y="61801"/>
                  </a:lnTo>
                  <a:lnTo>
                    <a:pt x="825982" y="58483"/>
                  </a:lnTo>
                  <a:lnTo>
                    <a:pt x="842706" y="55267"/>
                  </a:lnTo>
                  <a:lnTo>
                    <a:pt x="858930" y="52147"/>
                  </a:lnTo>
                  <a:lnTo>
                    <a:pt x="874684" y="49118"/>
                  </a:lnTo>
                  <a:lnTo>
                    <a:pt x="889994" y="46174"/>
                  </a:lnTo>
                  <a:lnTo>
                    <a:pt x="904885" y="43311"/>
                  </a:lnTo>
                  <a:lnTo>
                    <a:pt x="919378" y="40524"/>
                  </a:lnTo>
                  <a:lnTo>
                    <a:pt x="933495" y="37809"/>
                  </a:lnTo>
                  <a:lnTo>
                    <a:pt x="947255" y="35163"/>
                  </a:lnTo>
                  <a:lnTo>
                    <a:pt x="960675" y="32583"/>
                  </a:lnTo>
                  <a:lnTo>
                    <a:pt x="973771" y="30064"/>
                  </a:lnTo>
                  <a:lnTo>
                    <a:pt x="986559" y="27605"/>
                  </a:lnTo>
                  <a:lnTo>
                    <a:pt x="999053" y="25203"/>
                  </a:lnTo>
                  <a:lnTo>
                    <a:pt x="1011267" y="22854"/>
                  </a:lnTo>
                  <a:lnTo>
                    <a:pt x="1023211" y="20557"/>
                  </a:lnTo>
                  <a:lnTo>
                    <a:pt x="1034900" y="18309"/>
                  </a:lnTo>
                  <a:lnTo>
                    <a:pt x="1046341" y="16109"/>
                  </a:lnTo>
                  <a:lnTo>
                    <a:pt x="1057547" y="13954"/>
                  </a:lnTo>
                  <a:lnTo>
                    <a:pt x="1068527" y="11843"/>
                  </a:lnTo>
                  <a:lnTo>
                    <a:pt x="1079289" y="9774"/>
                  </a:lnTo>
                  <a:lnTo>
                    <a:pt x="1089842" y="7744"/>
                  </a:lnTo>
                  <a:lnTo>
                    <a:pt x="1100195" y="5754"/>
                  </a:lnTo>
                  <a:lnTo>
                    <a:pt x="1110353" y="3800"/>
                  </a:lnTo>
                  <a:lnTo>
                    <a:pt x="1120326" y="1883"/>
                  </a:lnTo>
                  <a:lnTo>
                    <a:pt x="113011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2859230" y="3252110"/>
              <a:ext cx="1130118" cy="208063"/>
            </a:xfrm>
            <a:custGeom>
              <a:avLst/>
              <a:pathLst>
                <a:path w="1130118" h="208063">
                  <a:moveTo>
                    <a:pt x="0" y="208063"/>
                  </a:moveTo>
                  <a:lnTo>
                    <a:pt x="72570" y="194702"/>
                  </a:lnTo>
                  <a:lnTo>
                    <a:pt x="136582" y="182917"/>
                  </a:lnTo>
                  <a:lnTo>
                    <a:pt x="193842" y="172375"/>
                  </a:lnTo>
                  <a:lnTo>
                    <a:pt x="245641" y="162838"/>
                  </a:lnTo>
                  <a:lnTo>
                    <a:pt x="292929" y="154132"/>
                  </a:lnTo>
                  <a:lnTo>
                    <a:pt x="336430" y="146123"/>
                  </a:lnTo>
                  <a:lnTo>
                    <a:pt x="376706" y="138708"/>
                  </a:lnTo>
                  <a:lnTo>
                    <a:pt x="414201" y="131805"/>
                  </a:lnTo>
                  <a:lnTo>
                    <a:pt x="449276" y="125347"/>
                  </a:lnTo>
                  <a:lnTo>
                    <a:pt x="482224" y="119281"/>
                  </a:lnTo>
                  <a:lnTo>
                    <a:pt x="513288" y="113562"/>
                  </a:lnTo>
                  <a:lnTo>
                    <a:pt x="542672" y="108153"/>
                  </a:lnTo>
                  <a:lnTo>
                    <a:pt x="570549" y="103020"/>
                  </a:lnTo>
                  <a:lnTo>
                    <a:pt x="597065" y="98139"/>
                  </a:lnTo>
                  <a:lnTo>
                    <a:pt x="622347" y="93484"/>
                  </a:lnTo>
                  <a:lnTo>
                    <a:pt x="646505" y="89036"/>
                  </a:lnTo>
                  <a:lnTo>
                    <a:pt x="669635" y="84778"/>
                  </a:lnTo>
                  <a:lnTo>
                    <a:pt x="691821" y="80693"/>
                  </a:lnTo>
                  <a:lnTo>
                    <a:pt x="713136" y="76769"/>
                  </a:lnTo>
                  <a:lnTo>
                    <a:pt x="733647" y="72993"/>
                  </a:lnTo>
                  <a:lnTo>
                    <a:pt x="753412" y="69354"/>
                  </a:lnTo>
                  <a:lnTo>
                    <a:pt x="772483" y="65843"/>
                  </a:lnTo>
                  <a:lnTo>
                    <a:pt x="790908" y="62451"/>
                  </a:lnTo>
                  <a:lnTo>
                    <a:pt x="808728" y="59170"/>
                  </a:lnTo>
                  <a:lnTo>
                    <a:pt x="825982" y="55993"/>
                  </a:lnTo>
                  <a:lnTo>
                    <a:pt x="842706" y="52914"/>
                  </a:lnTo>
                  <a:lnTo>
                    <a:pt x="858930" y="49927"/>
                  </a:lnTo>
                  <a:lnTo>
                    <a:pt x="874684" y="47027"/>
                  </a:lnTo>
                  <a:lnTo>
                    <a:pt x="889994" y="44208"/>
                  </a:lnTo>
                  <a:lnTo>
                    <a:pt x="904885" y="41467"/>
                  </a:lnTo>
                  <a:lnTo>
                    <a:pt x="919378" y="38798"/>
                  </a:lnTo>
                  <a:lnTo>
                    <a:pt x="933495" y="36199"/>
                  </a:lnTo>
                  <a:lnTo>
                    <a:pt x="947255" y="33666"/>
                  </a:lnTo>
                  <a:lnTo>
                    <a:pt x="960675" y="31195"/>
                  </a:lnTo>
                  <a:lnTo>
                    <a:pt x="973771" y="28784"/>
                  </a:lnTo>
                  <a:lnTo>
                    <a:pt x="986559" y="26430"/>
                  </a:lnTo>
                  <a:lnTo>
                    <a:pt x="999053" y="24129"/>
                  </a:lnTo>
                  <a:lnTo>
                    <a:pt x="1011267" y="21881"/>
                  </a:lnTo>
                  <a:lnTo>
                    <a:pt x="1023211" y="19682"/>
                  </a:lnTo>
                  <a:lnTo>
                    <a:pt x="1034900" y="17530"/>
                  </a:lnTo>
                  <a:lnTo>
                    <a:pt x="1046341" y="15423"/>
                  </a:lnTo>
                  <a:lnTo>
                    <a:pt x="1057547" y="13360"/>
                  </a:lnTo>
                  <a:lnTo>
                    <a:pt x="1068527" y="11339"/>
                  </a:lnTo>
                  <a:lnTo>
                    <a:pt x="1079289" y="9357"/>
                  </a:lnTo>
                  <a:lnTo>
                    <a:pt x="1089842" y="7415"/>
                  </a:lnTo>
                  <a:lnTo>
                    <a:pt x="1100195" y="5509"/>
                  </a:lnTo>
                  <a:lnTo>
                    <a:pt x="1110353" y="3638"/>
                  </a:lnTo>
                  <a:lnTo>
                    <a:pt x="1120326" y="1802"/>
                  </a:lnTo>
                  <a:lnTo>
                    <a:pt x="113011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2859230" y="3347993"/>
              <a:ext cx="1130118" cy="269842"/>
            </a:xfrm>
            <a:custGeom>
              <a:avLst/>
              <a:pathLst>
                <a:path w="1130118" h="269842">
                  <a:moveTo>
                    <a:pt x="0" y="0"/>
                  </a:moveTo>
                  <a:lnTo>
                    <a:pt x="72570" y="17327"/>
                  </a:lnTo>
                  <a:lnTo>
                    <a:pt x="136582" y="32612"/>
                  </a:lnTo>
                  <a:lnTo>
                    <a:pt x="193842" y="46284"/>
                  </a:lnTo>
                  <a:lnTo>
                    <a:pt x="245641" y="58652"/>
                  </a:lnTo>
                  <a:lnTo>
                    <a:pt x="292929" y="69943"/>
                  </a:lnTo>
                  <a:lnTo>
                    <a:pt x="336430" y="80330"/>
                  </a:lnTo>
                  <a:lnTo>
                    <a:pt x="376706" y="89947"/>
                  </a:lnTo>
                  <a:lnTo>
                    <a:pt x="414201" y="98900"/>
                  </a:lnTo>
                  <a:lnTo>
                    <a:pt x="449276" y="107275"/>
                  </a:lnTo>
                  <a:lnTo>
                    <a:pt x="482224" y="115142"/>
                  </a:lnTo>
                  <a:lnTo>
                    <a:pt x="513288" y="122559"/>
                  </a:lnTo>
                  <a:lnTo>
                    <a:pt x="542672" y="129576"/>
                  </a:lnTo>
                  <a:lnTo>
                    <a:pt x="570549" y="136232"/>
                  </a:lnTo>
                  <a:lnTo>
                    <a:pt x="597065" y="142563"/>
                  </a:lnTo>
                  <a:lnTo>
                    <a:pt x="622347" y="148600"/>
                  </a:lnTo>
                  <a:lnTo>
                    <a:pt x="646505" y="154368"/>
                  </a:lnTo>
                  <a:lnTo>
                    <a:pt x="669635" y="159891"/>
                  </a:lnTo>
                  <a:lnTo>
                    <a:pt x="691821" y="165188"/>
                  </a:lnTo>
                  <a:lnTo>
                    <a:pt x="713136" y="170278"/>
                  </a:lnTo>
                  <a:lnTo>
                    <a:pt x="733647" y="175175"/>
                  </a:lnTo>
                  <a:lnTo>
                    <a:pt x="753412" y="179895"/>
                  </a:lnTo>
                  <a:lnTo>
                    <a:pt x="772483" y="184448"/>
                  </a:lnTo>
                  <a:lnTo>
                    <a:pt x="790908" y="188848"/>
                  </a:lnTo>
                  <a:lnTo>
                    <a:pt x="808728" y="193103"/>
                  </a:lnTo>
                  <a:lnTo>
                    <a:pt x="825982" y="197223"/>
                  </a:lnTo>
                  <a:lnTo>
                    <a:pt x="842706" y="201216"/>
                  </a:lnTo>
                  <a:lnTo>
                    <a:pt x="858930" y="205090"/>
                  </a:lnTo>
                  <a:lnTo>
                    <a:pt x="874684" y="208851"/>
                  </a:lnTo>
                  <a:lnTo>
                    <a:pt x="889994" y="212507"/>
                  </a:lnTo>
                  <a:lnTo>
                    <a:pt x="904885" y="216062"/>
                  </a:lnTo>
                  <a:lnTo>
                    <a:pt x="919378" y="219523"/>
                  </a:lnTo>
                  <a:lnTo>
                    <a:pt x="933495" y="222894"/>
                  </a:lnTo>
                  <a:lnTo>
                    <a:pt x="947255" y="226179"/>
                  </a:lnTo>
                  <a:lnTo>
                    <a:pt x="960675" y="229384"/>
                  </a:lnTo>
                  <a:lnTo>
                    <a:pt x="973771" y="232511"/>
                  </a:lnTo>
                  <a:lnTo>
                    <a:pt x="986559" y="235564"/>
                  </a:lnTo>
                  <a:lnTo>
                    <a:pt x="999053" y="238547"/>
                  </a:lnTo>
                  <a:lnTo>
                    <a:pt x="1011267" y="241464"/>
                  </a:lnTo>
                  <a:lnTo>
                    <a:pt x="1023211" y="244316"/>
                  </a:lnTo>
                  <a:lnTo>
                    <a:pt x="1034900" y="247107"/>
                  </a:lnTo>
                  <a:lnTo>
                    <a:pt x="1046341" y="249839"/>
                  </a:lnTo>
                  <a:lnTo>
                    <a:pt x="1057547" y="252514"/>
                  </a:lnTo>
                  <a:lnTo>
                    <a:pt x="1068527" y="255136"/>
                  </a:lnTo>
                  <a:lnTo>
                    <a:pt x="1079289" y="257706"/>
                  </a:lnTo>
                  <a:lnTo>
                    <a:pt x="1089842" y="260225"/>
                  </a:lnTo>
                  <a:lnTo>
                    <a:pt x="1100195" y="262697"/>
                  </a:lnTo>
                  <a:lnTo>
                    <a:pt x="1110353" y="265123"/>
                  </a:lnTo>
                  <a:lnTo>
                    <a:pt x="1120326" y="267504"/>
                  </a:lnTo>
                  <a:lnTo>
                    <a:pt x="1130118" y="269842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2859230" y="3417078"/>
              <a:ext cx="1130118" cy="246055"/>
            </a:xfrm>
            <a:custGeom>
              <a:avLst/>
              <a:pathLst>
                <a:path w="1130118" h="246055">
                  <a:moveTo>
                    <a:pt x="0" y="246055"/>
                  </a:moveTo>
                  <a:lnTo>
                    <a:pt x="72570" y="230254"/>
                  </a:lnTo>
                  <a:lnTo>
                    <a:pt x="136582" y="216317"/>
                  </a:lnTo>
                  <a:lnTo>
                    <a:pt x="193842" y="203850"/>
                  </a:lnTo>
                  <a:lnTo>
                    <a:pt x="245641" y="192572"/>
                  </a:lnTo>
                  <a:lnTo>
                    <a:pt x="292929" y="182277"/>
                  </a:lnTo>
                  <a:lnTo>
                    <a:pt x="336430" y="172805"/>
                  </a:lnTo>
                  <a:lnTo>
                    <a:pt x="376706" y="164036"/>
                  </a:lnTo>
                  <a:lnTo>
                    <a:pt x="414201" y="155872"/>
                  </a:lnTo>
                  <a:lnTo>
                    <a:pt x="449276" y="148236"/>
                  </a:lnTo>
                  <a:lnTo>
                    <a:pt x="482224" y="141062"/>
                  </a:lnTo>
                  <a:lnTo>
                    <a:pt x="513288" y="134299"/>
                  </a:lnTo>
                  <a:lnTo>
                    <a:pt x="542672" y="127901"/>
                  </a:lnTo>
                  <a:lnTo>
                    <a:pt x="570549" y="121832"/>
                  </a:lnTo>
                  <a:lnTo>
                    <a:pt x="597065" y="116059"/>
                  </a:lnTo>
                  <a:lnTo>
                    <a:pt x="622347" y="110554"/>
                  </a:lnTo>
                  <a:lnTo>
                    <a:pt x="646505" y="105294"/>
                  </a:lnTo>
                  <a:lnTo>
                    <a:pt x="669635" y="100258"/>
                  </a:lnTo>
                  <a:lnTo>
                    <a:pt x="691821" y="95428"/>
                  </a:lnTo>
                  <a:lnTo>
                    <a:pt x="713136" y="90787"/>
                  </a:lnTo>
                  <a:lnTo>
                    <a:pt x="733647" y="86321"/>
                  </a:lnTo>
                  <a:lnTo>
                    <a:pt x="753412" y="82018"/>
                  </a:lnTo>
                  <a:lnTo>
                    <a:pt x="772483" y="77866"/>
                  </a:lnTo>
                  <a:lnTo>
                    <a:pt x="790908" y="73854"/>
                  </a:lnTo>
                  <a:lnTo>
                    <a:pt x="808728" y="69974"/>
                  </a:lnTo>
                  <a:lnTo>
                    <a:pt x="825982" y="66217"/>
                  </a:lnTo>
                  <a:lnTo>
                    <a:pt x="842706" y="62576"/>
                  </a:lnTo>
                  <a:lnTo>
                    <a:pt x="858930" y="59044"/>
                  </a:lnTo>
                  <a:lnTo>
                    <a:pt x="874684" y="55614"/>
                  </a:lnTo>
                  <a:lnTo>
                    <a:pt x="889994" y="52280"/>
                  </a:lnTo>
                  <a:lnTo>
                    <a:pt x="904885" y="49038"/>
                  </a:lnTo>
                  <a:lnTo>
                    <a:pt x="919378" y="45883"/>
                  </a:lnTo>
                  <a:lnTo>
                    <a:pt x="933495" y="42809"/>
                  </a:lnTo>
                  <a:lnTo>
                    <a:pt x="947255" y="39813"/>
                  </a:lnTo>
                  <a:lnTo>
                    <a:pt x="960675" y="36892"/>
                  </a:lnTo>
                  <a:lnTo>
                    <a:pt x="973771" y="34040"/>
                  </a:lnTo>
                  <a:lnTo>
                    <a:pt x="986559" y="31256"/>
                  </a:lnTo>
                  <a:lnTo>
                    <a:pt x="999053" y="28536"/>
                  </a:lnTo>
                  <a:lnTo>
                    <a:pt x="1011267" y="25876"/>
                  </a:lnTo>
                  <a:lnTo>
                    <a:pt x="1023211" y="23276"/>
                  </a:lnTo>
                  <a:lnTo>
                    <a:pt x="1034900" y="20731"/>
                  </a:lnTo>
                  <a:lnTo>
                    <a:pt x="1046341" y="18240"/>
                  </a:lnTo>
                  <a:lnTo>
                    <a:pt x="1057547" y="15800"/>
                  </a:lnTo>
                  <a:lnTo>
                    <a:pt x="1068527" y="13409"/>
                  </a:lnTo>
                  <a:lnTo>
                    <a:pt x="1079289" y="11066"/>
                  </a:lnTo>
                  <a:lnTo>
                    <a:pt x="1089842" y="8769"/>
                  </a:lnTo>
                  <a:lnTo>
                    <a:pt x="1100195" y="6515"/>
                  </a:lnTo>
                  <a:lnTo>
                    <a:pt x="1110353" y="4303"/>
                  </a:lnTo>
                  <a:lnTo>
                    <a:pt x="1120326" y="2132"/>
                  </a:lnTo>
                  <a:lnTo>
                    <a:pt x="1130118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2859230" y="3613051"/>
              <a:ext cx="1130118" cy="92721"/>
            </a:xfrm>
            <a:custGeom>
              <a:avLst/>
              <a:pathLst>
                <a:path w="1130118" h="92721">
                  <a:moveTo>
                    <a:pt x="0" y="0"/>
                  </a:moveTo>
                  <a:lnTo>
                    <a:pt x="72570" y="5954"/>
                  </a:lnTo>
                  <a:lnTo>
                    <a:pt x="136582" y="11205"/>
                  </a:lnTo>
                  <a:lnTo>
                    <a:pt x="193842" y="15903"/>
                  </a:lnTo>
                  <a:lnTo>
                    <a:pt x="245641" y="20153"/>
                  </a:lnTo>
                  <a:lnTo>
                    <a:pt x="292929" y="24033"/>
                  </a:lnTo>
                  <a:lnTo>
                    <a:pt x="336430" y="27602"/>
                  </a:lnTo>
                  <a:lnTo>
                    <a:pt x="376706" y="30907"/>
                  </a:lnTo>
                  <a:lnTo>
                    <a:pt x="414201" y="33983"/>
                  </a:lnTo>
                  <a:lnTo>
                    <a:pt x="449276" y="36861"/>
                  </a:lnTo>
                  <a:lnTo>
                    <a:pt x="482224" y="39564"/>
                  </a:lnTo>
                  <a:lnTo>
                    <a:pt x="513288" y="42113"/>
                  </a:lnTo>
                  <a:lnTo>
                    <a:pt x="542672" y="44523"/>
                  </a:lnTo>
                  <a:lnTo>
                    <a:pt x="570549" y="46810"/>
                  </a:lnTo>
                  <a:lnTo>
                    <a:pt x="597065" y="48986"/>
                  </a:lnTo>
                  <a:lnTo>
                    <a:pt x="622347" y="51060"/>
                  </a:lnTo>
                  <a:lnTo>
                    <a:pt x="646505" y="53042"/>
                  </a:lnTo>
                  <a:lnTo>
                    <a:pt x="669635" y="54940"/>
                  </a:lnTo>
                  <a:lnTo>
                    <a:pt x="691821" y="56760"/>
                  </a:lnTo>
                  <a:lnTo>
                    <a:pt x="713136" y="58509"/>
                  </a:lnTo>
                  <a:lnTo>
                    <a:pt x="733647" y="60192"/>
                  </a:lnTo>
                  <a:lnTo>
                    <a:pt x="753412" y="61814"/>
                  </a:lnTo>
                  <a:lnTo>
                    <a:pt x="772483" y="63378"/>
                  </a:lnTo>
                  <a:lnTo>
                    <a:pt x="790908" y="64890"/>
                  </a:lnTo>
                  <a:lnTo>
                    <a:pt x="808728" y="66352"/>
                  </a:lnTo>
                  <a:lnTo>
                    <a:pt x="825982" y="67768"/>
                  </a:lnTo>
                  <a:lnTo>
                    <a:pt x="842706" y="69140"/>
                  </a:lnTo>
                  <a:lnTo>
                    <a:pt x="858930" y="70471"/>
                  </a:lnTo>
                  <a:lnTo>
                    <a:pt x="874684" y="71763"/>
                  </a:lnTo>
                  <a:lnTo>
                    <a:pt x="889994" y="73020"/>
                  </a:lnTo>
                  <a:lnTo>
                    <a:pt x="904885" y="74241"/>
                  </a:lnTo>
                  <a:lnTo>
                    <a:pt x="919378" y="75430"/>
                  </a:lnTo>
                  <a:lnTo>
                    <a:pt x="933495" y="76589"/>
                  </a:lnTo>
                  <a:lnTo>
                    <a:pt x="947255" y="77718"/>
                  </a:lnTo>
                  <a:lnTo>
                    <a:pt x="960675" y="78819"/>
                  </a:lnTo>
                  <a:lnTo>
                    <a:pt x="973771" y="79893"/>
                  </a:lnTo>
                  <a:lnTo>
                    <a:pt x="986559" y="80942"/>
                  </a:lnTo>
                  <a:lnTo>
                    <a:pt x="999053" y="81967"/>
                  </a:lnTo>
                  <a:lnTo>
                    <a:pt x="1011267" y="82969"/>
                  </a:lnTo>
                  <a:lnTo>
                    <a:pt x="1023211" y="83949"/>
                  </a:lnTo>
                  <a:lnTo>
                    <a:pt x="1034900" y="84908"/>
                  </a:lnTo>
                  <a:lnTo>
                    <a:pt x="1046341" y="85847"/>
                  </a:lnTo>
                  <a:lnTo>
                    <a:pt x="1057547" y="86767"/>
                  </a:lnTo>
                  <a:lnTo>
                    <a:pt x="1068527" y="87667"/>
                  </a:lnTo>
                  <a:lnTo>
                    <a:pt x="1079289" y="88550"/>
                  </a:lnTo>
                  <a:lnTo>
                    <a:pt x="1089842" y="89416"/>
                  </a:lnTo>
                  <a:lnTo>
                    <a:pt x="1100195" y="90266"/>
                  </a:lnTo>
                  <a:lnTo>
                    <a:pt x="1110353" y="91099"/>
                  </a:lnTo>
                  <a:lnTo>
                    <a:pt x="1120326" y="91917"/>
                  </a:lnTo>
                  <a:lnTo>
                    <a:pt x="1130118" y="92721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2859230" y="3389651"/>
              <a:ext cx="1130118" cy="177730"/>
            </a:xfrm>
            <a:custGeom>
              <a:avLst/>
              <a:pathLst>
                <a:path w="1130118" h="177730">
                  <a:moveTo>
                    <a:pt x="0" y="177730"/>
                  </a:moveTo>
                  <a:lnTo>
                    <a:pt x="72570" y="166317"/>
                  </a:lnTo>
                  <a:lnTo>
                    <a:pt x="136582" y="156250"/>
                  </a:lnTo>
                  <a:lnTo>
                    <a:pt x="193842" y="147245"/>
                  </a:lnTo>
                  <a:lnTo>
                    <a:pt x="245641" y="139099"/>
                  </a:lnTo>
                  <a:lnTo>
                    <a:pt x="292929" y="131662"/>
                  </a:lnTo>
                  <a:lnTo>
                    <a:pt x="336430" y="124820"/>
                  </a:lnTo>
                  <a:lnTo>
                    <a:pt x="376706" y="118486"/>
                  </a:lnTo>
                  <a:lnTo>
                    <a:pt x="414201" y="112590"/>
                  </a:lnTo>
                  <a:lnTo>
                    <a:pt x="449276" y="107074"/>
                  </a:lnTo>
                  <a:lnTo>
                    <a:pt x="482224" y="101892"/>
                  </a:lnTo>
                  <a:lnTo>
                    <a:pt x="513288" y="97007"/>
                  </a:lnTo>
                  <a:lnTo>
                    <a:pt x="542672" y="92385"/>
                  </a:lnTo>
                  <a:lnTo>
                    <a:pt x="570549" y="88001"/>
                  </a:lnTo>
                  <a:lnTo>
                    <a:pt x="597065" y="83831"/>
                  </a:lnTo>
                  <a:lnTo>
                    <a:pt x="622347" y="79855"/>
                  </a:lnTo>
                  <a:lnTo>
                    <a:pt x="646505" y="76056"/>
                  </a:lnTo>
                  <a:lnTo>
                    <a:pt x="669635" y="72418"/>
                  </a:lnTo>
                  <a:lnTo>
                    <a:pt x="691821" y="68929"/>
                  </a:lnTo>
                  <a:lnTo>
                    <a:pt x="713136" y="65577"/>
                  </a:lnTo>
                  <a:lnTo>
                    <a:pt x="733647" y="62351"/>
                  </a:lnTo>
                  <a:lnTo>
                    <a:pt x="753412" y="59243"/>
                  </a:lnTo>
                  <a:lnTo>
                    <a:pt x="772483" y="56244"/>
                  </a:lnTo>
                  <a:lnTo>
                    <a:pt x="790908" y="53346"/>
                  </a:lnTo>
                  <a:lnTo>
                    <a:pt x="808728" y="50544"/>
                  </a:lnTo>
                  <a:lnTo>
                    <a:pt x="825982" y="47830"/>
                  </a:lnTo>
                  <a:lnTo>
                    <a:pt x="842706" y="45200"/>
                  </a:lnTo>
                  <a:lnTo>
                    <a:pt x="858930" y="42648"/>
                  </a:lnTo>
                  <a:lnTo>
                    <a:pt x="874684" y="40171"/>
                  </a:lnTo>
                  <a:lnTo>
                    <a:pt x="889994" y="37763"/>
                  </a:lnTo>
                  <a:lnTo>
                    <a:pt x="904885" y="35421"/>
                  </a:lnTo>
                  <a:lnTo>
                    <a:pt x="919378" y="33142"/>
                  </a:lnTo>
                  <a:lnTo>
                    <a:pt x="933495" y="30922"/>
                  </a:lnTo>
                  <a:lnTo>
                    <a:pt x="947255" y="28758"/>
                  </a:lnTo>
                  <a:lnTo>
                    <a:pt x="960675" y="26647"/>
                  </a:lnTo>
                  <a:lnTo>
                    <a:pt x="973771" y="24588"/>
                  </a:lnTo>
                  <a:lnTo>
                    <a:pt x="986559" y="22577"/>
                  </a:lnTo>
                  <a:lnTo>
                    <a:pt x="999053" y="20612"/>
                  </a:lnTo>
                  <a:lnTo>
                    <a:pt x="1011267" y="18691"/>
                  </a:lnTo>
                  <a:lnTo>
                    <a:pt x="1023211" y="16812"/>
                  </a:lnTo>
                  <a:lnTo>
                    <a:pt x="1034900" y="14974"/>
                  </a:lnTo>
                  <a:lnTo>
                    <a:pt x="1046341" y="13175"/>
                  </a:lnTo>
                  <a:lnTo>
                    <a:pt x="1057547" y="11412"/>
                  </a:lnTo>
                  <a:lnTo>
                    <a:pt x="1068527" y="9686"/>
                  </a:lnTo>
                  <a:lnTo>
                    <a:pt x="1079289" y="7993"/>
                  </a:lnTo>
                  <a:lnTo>
                    <a:pt x="1089842" y="6334"/>
                  </a:lnTo>
                  <a:lnTo>
                    <a:pt x="1100195" y="4705"/>
                  </a:lnTo>
                  <a:lnTo>
                    <a:pt x="1110353" y="3108"/>
                  </a:lnTo>
                  <a:lnTo>
                    <a:pt x="1120326" y="1540"/>
                  </a:lnTo>
                  <a:lnTo>
                    <a:pt x="1130118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2859230" y="3275951"/>
              <a:ext cx="1130118" cy="86701"/>
            </a:xfrm>
            <a:custGeom>
              <a:avLst/>
              <a:pathLst>
                <a:path w="1130118" h="86701">
                  <a:moveTo>
                    <a:pt x="0" y="0"/>
                  </a:moveTo>
                  <a:lnTo>
                    <a:pt x="72570" y="5567"/>
                  </a:lnTo>
                  <a:lnTo>
                    <a:pt x="136582" y="10478"/>
                  </a:lnTo>
                  <a:lnTo>
                    <a:pt x="193842" y="14871"/>
                  </a:lnTo>
                  <a:lnTo>
                    <a:pt x="245641" y="18845"/>
                  </a:lnTo>
                  <a:lnTo>
                    <a:pt x="292929" y="22473"/>
                  </a:lnTo>
                  <a:lnTo>
                    <a:pt x="336430" y="25810"/>
                  </a:lnTo>
                  <a:lnTo>
                    <a:pt x="376706" y="28900"/>
                  </a:lnTo>
                  <a:lnTo>
                    <a:pt x="414201" y="31776"/>
                  </a:lnTo>
                  <a:lnTo>
                    <a:pt x="449276" y="34467"/>
                  </a:lnTo>
                  <a:lnTo>
                    <a:pt x="482224" y="36995"/>
                  </a:lnTo>
                  <a:lnTo>
                    <a:pt x="513288" y="39378"/>
                  </a:lnTo>
                  <a:lnTo>
                    <a:pt x="542672" y="41633"/>
                  </a:lnTo>
                  <a:lnTo>
                    <a:pt x="570549" y="43771"/>
                  </a:lnTo>
                  <a:lnTo>
                    <a:pt x="597065" y="45806"/>
                  </a:lnTo>
                  <a:lnTo>
                    <a:pt x="622347" y="47745"/>
                  </a:lnTo>
                  <a:lnTo>
                    <a:pt x="646505" y="49599"/>
                  </a:lnTo>
                  <a:lnTo>
                    <a:pt x="669635" y="51373"/>
                  </a:lnTo>
                  <a:lnTo>
                    <a:pt x="691821" y="53075"/>
                  </a:lnTo>
                  <a:lnTo>
                    <a:pt x="713136" y="54710"/>
                  </a:lnTo>
                  <a:lnTo>
                    <a:pt x="733647" y="56284"/>
                  </a:lnTo>
                  <a:lnTo>
                    <a:pt x="753412" y="57800"/>
                  </a:lnTo>
                  <a:lnTo>
                    <a:pt x="772483" y="59263"/>
                  </a:lnTo>
                  <a:lnTo>
                    <a:pt x="790908" y="60677"/>
                  </a:lnTo>
                  <a:lnTo>
                    <a:pt x="808728" y="62044"/>
                  </a:lnTo>
                  <a:lnTo>
                    <a:pt x="825982" y="63368"/>
                  </a:lnTo>
                  <a:lnTo>
                    <a:pt x="842706" y="64651"/>
                  </a:lnTo>
                  <a:lnTo>
                    <a:pt x="858930" y="65895"/>
                  </a:lnTo>
                  <a:lnTo>
                    <a:pt x="874684" y="67104"/>
                  </a:lnTo>
                  <a:lnTo>
                    <a:pt x="889994" y="68279"/>
                  </a:lnTo>
                  <a:lnTo>
                    <a:pt x="904885" y="69421"/>
                  </a:lnTo>
                  <a:lnTo>
                    <a:pt x="919378" y="70533"/>
                  </a:lnTo>
                  <a:lnTo>
                    <a:pt x="933495" y="71616"/>
                  </a:lnTo>
                  <a:lnTo>
                    <a:pt x="947255" y="72672"/>
                  </a:lnTo>
                  <a:lnTo>
                    <a:pt x="960675" y="73701"/>
                  </a:lnTo>
                  <a:lnTo>
                    <a:pt x="973771" y="74706"/>
                  </a:lnTo>
                  <a:lnTo>
                    <a:pt x="986559" y="75687"/>
                  </a:lnTo>
                  <a:lnTo>
                    <a:pt x="999053" y="76646"/>
                  </a:lnTo>
                  <a:lnTo>
                    <a:pt x="1011267" y="77582"/>
                  </a:lnTo>
                  <a:lnTo>
                    <a:pt x="1023211" y="78499"/>
                  </a:lnTo>
                  <a:lnTo>
                    <a:pt x="1034900" y="79396"/>
                  </a:lnTo>
                  <a:lnTo>
                    <a:pt x="1046341" y="80273"/>
                  </a:lnTo>
                  <a:lnTo>
                    <a:pt x="1057547" y="81133"/>
                  </a:lnTo>
                  <a:lnTo>
                    <a:pt x="1068527" y="81975"/>
                  </a:lnTo>
                  <a:lnTo>
                    <a:pt x="1079289" y="82801"/>
                  </a:lnTo>
                  <a:lnTo>
                    <a:pt x="1089842" y="83611"/>
                  </a:lnTo>
                  <a:lnTo>
                    <a:pt x="1100195" y="84405"/>
                  </a:lnTo>
                  <a:lnTo>
                    <a:pt x="1110353" y="85184"/>
                  </a:lnTo>
                  <a:lnTo>
                    <a:pt x="1120326" y="85949"/>
                  </a:lnTo>
                  <a:lnTo>
                    <a:pt x="1130118" y="86701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rc583"/>
            <p:cNvSpPr/>
            <p:nvPr/>
          </p:nvSpPr>
          <p:spPr>
            <a:xfrm>
              <a:off x="2773505" y="2658900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2773505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2741874" y="378806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2741874" y="345708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2741874" y="312610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2741874" y="279512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2773505" y="3830431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2859230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3235936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3612643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3989349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tx594"/>
            <p:cNvSpPr/>
            <p:nvPr/>
          </p:nvSpPr>
          <p:spPr>
            <a:xfrm>
              <a:off x="2773505" y="2464146"/>
              <a:ext cx="61310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96" name="rc595"/>
            <p:cNvSpPr/>
            <p:nvPr/>
          </p:nvSpPr>
          <p:spPr>
            <a:xfrm>
              <a:off x="4204347" y="2658900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4245738" y="350280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266304" y="291688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241092" y="326629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234865" y="353270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234909" y="339054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264303" y="338929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257546" y="307547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243451" y="352247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274677" y="374869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239718" y="348853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622692" y="364800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660729" y="268366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657878" y="336027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619789" y="360083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628548" y="350981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663248" y="344850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639813" y="353405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645635" y="368346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624074" y="326874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4650158" y="341334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660067" y="313377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4639732" y="349583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628215" y="319038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4658149" y="334973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4622702" y="353411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4629543" y="326980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640398" y="307034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4617981" y="280758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4997531" y="356821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5030420" y="347251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5010068" y="324189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5011768" y="344332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5023363" y="337192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5031789" y="364912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5027505" y="359737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5002942" y="339469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4999443" y="337202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4998900" y="304231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5022341" y="348488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5033578" y="305425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5013474" y="353644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5032469" y="367199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5011831" y="332250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5016458" y="320816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5011744" y="359060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4997112" y="332722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5031132" y="303023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5033531" y="331031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5400565" y="325729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5377664" y="333570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5403228" y="346731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5390541" y="353095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5414856" y="351447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5390079" y="348069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5396489" y="320975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5376390" y="3293535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5400331" y="321684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5413449" y="294656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5369853" y="353325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5380150" y="309625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5394335" y="287237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5365068" y="362590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5370237" y="323855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5389069" y="354384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5374807" y="280012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5402726" y="327744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5387834" y="315852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5403657" y="338294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5393227" y="327757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5412390" y="350934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5371978" y="321124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5386939" y="354200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9" name="pl668"/>
            <p:cNvSpPr/>
            <p:nvPr/>
          </p:nvSpPr>
          <p:spPr>
            <a:xfrm>
              <a:off x="4290152" y="3388081"/>
              <a:ext cx="1129435" cy="171519"/>
            </a:xfrm>
            <a:custGeom>
              <a:avLst/>
              <a:pathLst>
                <a:path w="1129435" h="171519">
                  <a:moveTo>
                    <a:pt x="0" y="171519"/>
                  </a:moveTo>
                  <a:lnTo>
                    <a:pt x="72526" y="160505"/>
                  </a:lnTo>
                  <a:lnTo>
                    <a:pt x="136499" y="150790"/>
                  </a:lnTo>
                  <a:lnTo>
                    <a:pt x="193725" y="142100"/>
                  </a:lnTo>
                  <a:lnTo>
                    <a:pt x="245492" y="134238"/>
                  </a:lnTo>
                  <a:lnTo>
                    <a:pt x="292752" y="127061"/>
                  </a:lnTo>
                  <a:lnTo>
                    <a:pt x="336227" y="120459"/>
                  </a:lnTo>
                  <a:lnTo>
                    <a:pt x="376478" y="114346"/>
                  </a:lnTo>
                  <a:lnTo>
                    <a:pt x="413951" y="108655"/>
                  </a:lnTo>
                  <a:lnTo>
                    <a:pt x="449005" y="103332"/>
                  </a:lnTo>
                  <a:lnTo>
                    <a:pt x="481932" y="98331"/>
                  </a:lnTo>
                  <a:lnTo>
                    <a:pt x="512978" y="93617"/>
                  </a:lnTo>
                  <a:lnTo>
                    <a:pt x="542344" y="89157"/>
                  </a:lnTo>
                  <a:lnTo>
                    <a:pt x="570203" y="84926"/>
                  </a:lnTo>
                  <a:lnTo>
                    <a:pt x="596704" y="80902"/>
                  </a:lnTo>
                  <a:lnTo>
                    <a:pt x="621971" y="77065"/>
                  </a:lnTo>
                  <a:lnTo>
                    <a:pt x="646114" y="73398"/>
                  </a:lnTo>
                  <a:lnTo>
                    <a:pt x="669230" y="69888"/>
                  </a:lnTo>
                  <a:lnTo>
                    <a:pt x="691402" y="66521"/>
                  </a:lnTo>
                  <a:lnTo>
                    <a:pt x="712705" y="63285"/>
                  </a:lnTo>
                  <a:lnTo>
                    <a:pt x="733203" y="60173"/>
                  </a:lnTo>
                  <a:lnTo>
                    <a:pt x="752956" y="57173"/>
                  </a:lnTo>
                  <a:lnTo>
                    <a:pt x="772016" y="54278"/>
                  </a:lnTo>
                  <a:lnTo>
                    <a:pt x="790429" y="51482"/>
                  </a:lnTo>
                  <a:lnTo>
                    <a:pt x="808239" y="48777"/>
                  </a:lnTo>
                  <a:lnTo>
                    <a:pt x="825483" y="46159"/>
                  </a:lnTo>
                  <a:lnTo>
                    <a:pt x="842196" y="43620"/>
                  </a:lnTo>
                  <a:lnTo>
                    <a:pt x="858411" y="41158"/>
                  </a:lnTo>
                  <a:lnTo>
                    <a:pt x="874155" y="38767"/>
                  </a:lnTo>
                  <a:lnTo>
                    <a:pt x="889456" y="36443"/>
                  </a:lnTo>
                  <a:lnTo>
                    <a:pt x="904338" y="34184"/>
                  </a:lnTo>
                  <a:lnTo>
                    <a:pt x="918822" y="31984"/>
                  </a:lnTo>
                  <a:lnTo>
                    <a:pt x="932931" y="29841"/>
                  </a:lnTo>
                  <a:lnTo>
                    <a:pt x="946682" y="27753"/>
                  </a:lnTo>
                  <a:lnTo>
                    <a:pt x="960093" y="25716"/>
                  </a:lnTo>
                  <a:lnTo>
                    <a:pt x="973182" y="23729"/>
                  </a:lnTo>
                  <a:lnTo>
                    <a:pt x="985962" y="21788"/>
                  </a:lnTo>
                  <a:lnTo>
                    <a:pt x="998449" y="19891"/>
                  </a:lnTo>
                  <a:lnTo>
                    <a:pt x="1010655" y="18038"/>
                  </a:lnTo>
                  <a:lnTo>
                    <a:pt x="1022593" y="16225"/>
                  </a:lnTo>
                  <a:lnTo>
                    <a:pt x="1034274" y="14451"/>
                  </a:lnTo>
                  <a:lnTo>
                    <a:pt x="1045709" y="12714"/>
                  </a:lnTo>
                  <a:lnTo>
                    <a:pt x="1056908" y="11014"/>
                  </a:lnTo>
                  <a:lnTo>
                    <a:pt x="1067881" y="9347"/>
                  </a:lnTo>
                  <a:lnTo>
                    <a:pt x="1078636" y="7714"/>
                  </a:lnTo>
                  <a:lnTo>
                    <a:pt x="1089183" y="6112"/>
                  </a:lnTo>
                  <a:lnTo>
                    <a:pt x="1099529" y="4541"/>
                  </a:lnTo>
                  <a:lnTo>
                    <a:pt x="1109682" y="2999"/>
                  </a:lnTo>
                  <a:lnTo>
                    <a:pt x="1119648" y="1486"/>
                  </a:lnTo>
                  <a:lnTo>
                    <a:pt x="1129435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0" name="pl669"/>
            <p:cNvSpPr/>
            <p:nvPr/>
          </p:nvSpPr>
          <p:spPr>
            <a:xfrm>
              <a:off x="4290152" y="3197523"/>
              <a:ext cx="1129435" cy="412649"/>
            </a:xfrm>
            <a:custGeom>
              <a:avLst/>
              <a:pathLst>
                <a:path w="1129435" h="412649">
                  <a:moveTo>
                    <a:pt x="0" y="412649"/>
                  </a:moveTo>
                  <a:lnTo>
                    <a:pt x="72526" y="386150"/>
                  </a:lnTo>
                  <a:lnTo>
                    <a:pt x="136499" y="362777"/>
                  </a:lnTo>
                  <a:lnTo>
                    <a:pt x="193725" y="341869"/>
                  </a:lnTo>
                  <a:lnTo>
                    <a:pt x="245492" y="322956"/>
                  </a:lnTo>
                  <a:lnTo>
                    <a:pt x="292752" y="305689"/>
                  </a:lnTo>
                  <a:lnTo>
                    <a:pt x="336227" y="289805"/>
                  </a:lnTo>
                  <a:lnTo>
                    <a:pt x="376478" y="275099"/>
                  </a:lnTo>
                  <a:lnTo>
                    <a:pt x="413951" y="261408"/>
                  </a:lnTo>
                  <a:lnTo>
                    <a:pt x="449005" y="248601"/>
                  </a:lnTo>
                  <a:lnTo>
                    <a:pt x="481932" y="236570"/>
                  </a:lnTo>
                  <a:lnTo>
                    <a:pt x="512978" y="225228"/>
                  </a:lnTo>
                  <a:lnTo>
                    <a:pt x="542344" y="214498"/>
                  </a:lnTo>
                  <a:lnTo>
                    <a:pt x="570203" y="204320"/>
                  </a:lnTo>
                  <a:lnTo>
                    <a:pt x="596704" y="194638"/>
                  </a:lnTo>
                  <a:lnTo>
                    <a:pt x="621971" y="185406"/>
                  </a:lnTo>
                  <a:lnTo>
                    <a:pt x="646114" y="176585"/>
                  </a:lnTo>
                  <a:lnTo>
                    <a:pt x="669230" y="168139"/>
                  </a:lnTo>
                  <a:lnTo>
                    <a:pt x="691402" y="160038"/>
                  </a:lnTo>
                  <a:lnTo>
                    <a:pt x="712705" y="152255"/>
                  </a:lnTo>
                  <a:lnTo>
                    <a:pt x="733203" y="144766"/>
                  </a:lnTo>
                  <a:lnTo>
                    <a:pt x="752956" y="137549"/>
                  </a:lnTo>
                  <a:lnTo>
                    <a:pt x="772016" y="130586"/>
                  </a:lnTo>
                  <a:lnTo>
                    <a:pt x="790429" y="123858"/>
                  </a:lnTo>
                  <a:lnTo>
                    <a:pt x="808239" y="117351"/>
                  </a:lnTo>
                  <a:lnTo>
                    <a:pt x="825483" y="111051"/>
                  </a:lnTo>
                  <a:lnTo>
                    <a:pt x="842196" y="104945"/>
                  </a:lnTo>
                  <a:lnTo>
                    <a:pt x="858411" y="99020"/>
                  </a:lnTo>
                  <a:lnTo>
                    <a:pt x="874155" y="93268"/>
                  </a:lnTo>
                  <a:lnTo>
                    <a:pt x="889456" y="87678"/>
                  </a:lnTo>
                  <a:lnTo>
                    <a:pt x="904338" y="82241"/>
                  </a:lnTo>
                  <a:lnTo>
                    <a:pt x="918822" y="76949"/>
                  </a:lnTo>
                  <a:lnTo>
                    <a:pt x="932931" y="71794"/>
                  </a:lnTo>
                  <a:lnTo>
                    <a:pt x="946682" y="66770"/>
                  </a:lnTo>
                  <a:lnTo>
                    <a:pt x="960093" y="61870"/>
                  </a:lnTo>
                  <a:lnTo>
                    <a:pt x="973182" y="57088"/>
                  </a:lnTo>
                  <a:lnTo>
                    <a:pt x="985962" y="52418"/>
                  </a:lnTo>
                  <a:lnTo>
                    <a:pt x="998449" y="47856"/>
                  </a:lnTo>
                  <a:lnTo>
                    <a:pt x="1010655" y="43397"/>
                  </a:lnTo>
                  <a:lnTo>
                    <a:pt x="1022593" y="39035"/>
                  </a:lnTo>
                  <a:lnTo>
                    <a:pt x="1034274" y="34767"/>
                  </a:lnTo>
                  <a:lnTo>
                    <a:pt x="1045709" y="30590"/>
                  </a:lnTo>
                  <a:lnTo>
                    <a:pt x="1056908" y="26498"/>
                  </a:lnTo>
                  <a:lnTo>
                    <a:pt x="1067881" y="22489"/>
                  </a:lnTo>
                  <a:lnTo>
                    <a:pt x="1078636" y="18559"/>
                  </a:lnTo>
                  <a:lnTo>
                    <a:pt x="1089183" y="14706"/>
                  </a:lnTo>
                  <a:lnTo>
                    <a:pt x="1099529" y="10926"/>
                  </a:lnTo>
                  <a:lnTo>
                    <a:pt x="1109682" y="7216"/>
                  </a:lnTo>
                  <a:lnTo>
                    <a:pt x="1119648" y="3575"/>
                  </a:lnTo>
                  <a:lnTo>
                    <a:pt x="1129435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0"/>
            <p:cNvSpPr/>
            <p:nvPr/>
          </p:nvSpPr>
          <p:spPr>
            <a:xfrm>
              <a:off x="4290152" y="3285656"/>
              <a:ext cx="1129435" cy="18119"/>
            </a:xfrm>
            <a:custGeom>
              <a:avLst/>
              <a:pathLst>
                <a:path w="1129435" h="18119">
                  <a:moveTo>
                    <a:pt x="0" y="0"/>
                  </a:moveTo>
                  <a:lnTo>
                    <a:pt x="72526" y="1163"/>
                  </a:lnTo>
                  <a:lnTo>
                    <a:pt x="136499" y="2189"/>
                  </a:lnTo>
                  <a:lnTo>
                    <a:pt x="193725" y="3107"/>
                  </a:lnTo>
                  <a:lnTo>
                    <a:pt x="245492" y="3938"/>
                  </a:lnTo>
                  <a:lnTo>
                    <a:pt x="292752" y="4696"/>
                  </a:lnTo>
                  <a:lnTo>
                    <a:pt x="336227" y="5394"/>
                  </a:lnTo>
                  <a:lnTo>
                    <a:pt x="376478" y="6039"/>
                  </a:lnTo>
                  <a:lnTo>
                    <a:pt x="413951" y="6641"/>
                  </a:lnTo>
                  <a:lnTo>
                    <a:pt x="449005" y="7203"/>
                  </a:lnTo>
                  <a:lnTo>
                    <a:pt x="481932" y="7731"/>
                  </a:lnTo>
                  <a:lnTo>
                    <a:pt x="512978" y="8229"/>
                  </a:lnTo>
                  <a:lnTo>
                    <a:pt x="542344" y="8700"/>
                  </a:lnTo>
                  <a:lnTo>
                    <a:pt x="570203" y="9147"/>
                  </a:lnTo>
                  <a:lnTo>
                    <a:pt x="596704" y="9572"/>
                  </a:lnTo>
                  <a:lnTo>
                    <a:pt x="621971" y="9978"/>
                  </a:lnTo>
                  <a:lnTo>
                    <a:pt x="646114" y="10365"/>
                  </a:lnTo>
                  <a:lnTo>
                    <a:pt x="669230" y="10736"/>
                  </a:lnTo>
                  <a:lnTo>
                    <a:pt x="691402" y="11092"/>
                  </a:lnTo>
                  <a:lnTo>
                    <a:pt x="712705" y="11433"/>
                  </a:lnTo>
                  <a:lnTo>
                    <a:pt x="733203" y="11762"/>
                  </a:lnTo>
                  <a:lnTo>
                    <a:pt x="752956" y="12079"/>
                  </a:lnTo>
                  <a:lnTo>
                    <a:pt x="772016" y="12385"/>
                  </a:lnTo>
                  <a:lnTo>
                    <a:pt x="790429" y="12680"/>
                  </a:lnTo>
                  <a:lnTo>
                    <a:pt x="808239" y="12966"/>
                  </a:lnTo>
                  <a:lnTo>
                    <a:pt x="825483" y="13243"/>
                  </a:lnTo>
                  <a:lnTo>
                    <a:pt x="842196" y="13511"/>
                  </a:lnTo>
                  <a:lnTo>
                    <a:pt x="858411" y="13771"/>
                  </a:lnTo>
                  <a:lnTo>
                    <a:pt x="874155" y="14024"/>
                  </a:lnTo>
                  <a:lnTo>
                    <a:pt x="889456" y="14269"/>
                  </a:lnTo>
                  <a:lnTo>
                    <a:pt x="904338" y="14508"/>
                  </a:lnTo>
                  <a:lnTo>
                    <a:pt x="918822" y="14740"/>
                  </a:lnTo>
                  <a:lnTo>
                    <a:pt x="932931" y="14966"/>
                  </a:lnTo>
                  <a:lnTo>
                    <a:pt x="946682" y="15187"/>
                  </a:lnTo>
                  <a:lnTo>
                    <a:pt x="960093" y="15402"/>
                  </a:lnTo>
                  <a:lnTo>
                    <a:pt x="973182" y="15612"/>
                  </a:lnTo>
                  <a:lnTo>
                    <a:pt x="985962" y="15817"/>
                  </a:lnTo>
                  <a:lnTo>
                    <a:pt x="998449" y="16018"/>
                  </a:lnTo>
                  <a:lnTo>
                    <a:pt x="1010655" y="16213"/>
                  </a:lnTo>
                  <a:lnTo>
                    <a:pt x="1022593" y="16405"/>
                  </a:lnTo>
                  <a:lnTo>
                    <a:pt x="1034274" y="16592"/>
                  </a:lnTo>
                  <a:lnTo>
                    <a:pt x="1045709" y="16776"/>
                  </a:lnTo>
                  <a:lnTo>
                    <a:pt x="1056908" y="16955"/>
                  </a:lnTo>
                  <a:lnTo>
                    <a:pt x="1067881" y="17131"/>
                  </a:lnTo>
                  <a:lnTo>
                    <a:pt x="1078636" y="17304"/>
                  </a:lnTo>
                  <a:lnTo>
                    <a:pt x="1089183" y="17473"/>
                  </a:lnTo>
                  <a:lnTo>
                    <a:pt x="1099529" y="17639"/>
                  </a:lnTo>
                  <a:lnTo>
                    <a:pt x="1109682" y="17802"/>
                  </a:lnTo>
                  <a:lnTo>
                    <a:pt x="1119648" y="17962"/>
                  </a:lnTo>
                  <a:lnTo>
                    <a:pt x="1129435" y="18119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2" name="pl671"/>
            <p:cNvSpPr/>
            <p:nvPr/>
          </p:nvSpPr>
          <p:spPr>
            <a:xfrm>
              <a:off x="4290152" y="2915361"/>
              <a:ext cx="1129435" cy="380525"/>
            </a:xfrm>
            <a:custGeom>
              <a:avLst/>
              <a:pathLst>
                <a:path w="1129435" h="380525">
                  <a:moveTo>
                    <a:pt x="0" y="380525"/>
                  </a:moveTo>
                  <a:lnTo>
                    <a:pt x="72526" y="356090"/>
                  </a:lnTo>
                  <a:lnTo>
                    <a:pt x="136499" y="334536"/>
                  </a:lnTo>
                  <a:lnTo>
                    <a:pt x="193725" y="315256"/>
                  </a:lnTo>
                  <a:lnTo>
                    <a:pt x="245492" y="297815"/>
                  </a:lnTo>
                  <a:lnTo>
                    <a:pt x="292752" y="281892"/>
                  </a:lnTo>
                  <a:lnTo>
                    <a:pt x="336227" y="267245"/>
                  </a:lnTo>
                  <a:lnTo>
                    <a:pt x="376478" y="253683"/>
                  </a:lnTo>
                  <a:lnTo>
                    <a:pt x="413951" y="241058"/>
                  </a:lnTo>
                  <a:lnTo>
                    <a:pt x="449005" y="229248"/>
                  </a:lnTo>
                  <a:lnTo>
                    <a:pt x="481932" y="218154"/>
                  </a:lnTo>
                  <a:lnTo>
                    <a:pt x="512978" y="207694"/>
                  </a:lnTo>
                  <a:lnTo>
                    <a:pt x="542344" y="197800"/>
                  </a:lnTo>
                  <a:lnTo>
                    <a:pt x="570203" y="188414"/>
                  </a:lnTo>
                  <a:lnTo>
                    <a:pt x="596704" y="179486"/>
                  </a:lnTo>
                  <a:lnTo>
                    <a:pt x="621971" y="170973"/>
                  </a:lnTo>
                  <a:lnTo>
                    <a:pt x="646114" y="162838"/>
                  </a:lnTo>
                  <a:lnTo>
                    <a:pt x="669230" y="155050"/>
                  </a:lnTo>
                  <a:lnTo>
                    <a:pt x="691402" y="147580"/>
                  </a:lnTo>
                  <a:lnTo>
                    <a:pt x="712705" y="140403"/>
                  </a:lnTo>
                  <a:lnTo>
                    <a:pt x="733203" y="133497"/>
                  </a:lnTo>
                  <a:lnTo>
                    <a:pt x="752956" y="126841"/>
                  </a:lnTo>
                  <a:lnTo>
                    <a:pt x="772016" y="120420"/>
                  </a:lnTo>
                  <a:lnTo>
                    <a:pt x="790429" y="114216"/>
                  </a:lnTo>
                  <a:lnTo>
                    <a:pt x="808239" y="108216"/>
                  </a:lnTo>
                  <a:lnTo>
                    <a:pt x="825483" y="102406"/>
                  </a:lnTo>
                  <a:lnTo>
                    <a:pt x="842196" y="96775"/>
                  </a:lnTo>
                  <a:lnTo>
                    <a:pt x="858411" y="91312"/>
                  </a:lnTo>
                  <a:lnTo>
                    <a:pt x="874155" y="86007"/>
                  </a:lnTo>
                  <a:lnTo>
                    <a:pt x="889456" y="80852"/>
                  </a:lnTo>
                  <a:lnTo>
                    <a:pt x="904338" y="75839"/>
                  </a:lnTo>
                  <a:lnTo>
                    <a:pt x="918822" y="70958"/>
                  </a:lnTo>
                  <a:lnTo>
                    <a:pt x="932931" y="66205"/>
                  </a:lnTo>
                  <a:lnTo>
                    <a:pt x="946682" y="61572"/>
                  </a:lnTo>
                  <a:lnTo>
                    <a:pt x="960093" y="57053"/>
                  </a:lnTo>
                  <a:lnTo>
                    <a:pt x="973182" y="52644"/>
                  </a:lnTo>
                  <a:lnTo>
                    <a:pt x="985962" y="48338"/>
                  </a:lnTo>
                  <a:lnTo>
                    <a:pt x="998449" y="44131"/>
                  </a:lnTo>
                  <a:lnTo>
                    <a:pt x="1010655" y="40018"/>
                  </a:lnTo>
                  <a:lnTo>
                    <a:pt x="1022593" y="35996"/>
                  </a:lnTo>
                  <a:lnTo>
                    <a:pt x="1034274" y="32061"/>
                  </a:lnTo>
                  <a:lnTo>
                    <a:pt x="1045709" y="28208"/>
                  </a:lnTo>
                  <a:lnTo>
                    <a:pt x="1056908" y="24435"/>
                  </a:lnTo>
                  <a:lnTo>
                    <a:pt x="1067881" y="20738"/>
                  </a:lnTo>
                  <a:lnTo>
                    <a:pt x="1078636" y="17114"/>
                  </a:lnTo>
                  <a:lnTo>
                    <a:pt x="1089183" y="13561"/>
                  </a:lnTo>
                  <a:lnTo>
                    <a:pt x="1099529" y="10075"/>
                  </a:lnTo>
                  <a:lnTo>
                    <a:pt x="1109682" y="6655"/>
                  </a:lnTo>
                  <a:lnTo>
                    <a:pt x="1119648" y="3297"/>
                  </a:lnTo>
                  <a:lnTo>
                    <a:pt x="112943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3" name="pl672"/>
            <p:cNvSpPr/>
            <p:nvPr/>
          </p:nvSpPr>
          <p:spPr>
            <a:xfrm>
              <a:off x="4290152" y="3338176"/>
              <a:ext cx="1129435" cy="68753"/>
            </a:xfrm>
            <a:custGeom>
              <a:avLst/>
              <a:pathLst>
                <a:path w="1129435" h="68753">
                  <a:moveTo>
                    <a:pt x="0" y="68753"/>
                  </a:moveTo>
                  <a:lnTo>
                    <a:pt x="72526" y="64338"/>
                  </a:lnTo>
                  <a:lnTo>
                    <a:pt x="136499" y="60443"/>
                  </a:lnTo>
                  <a:lnTo>
                    <a:pt x="193725" y="56960"/>
                  </a:lnTo>
                  <a:lnTo>
                    <a:pt x="245492" y="53808"/>
                  </a:lnTo>
                  <a:lnTo>
                    <a:pt x="292752" y="50932"/>
                  </a:lnTo>
                  <a:lnTo>
                    <a:pt x="336227" y="48285"/>
                  </a:lnTo>
                  <a:lnTo>
                    <a:pt x="376478" y="45835"/>
                  </a:lnTo>
                  <a:lnTo>
                    <a:pt x="413951" y="43554"/>
                  </a:lnTo>
                  <a:lnTo>
                    <a:pt x="449005" y="41420"/>
                  </a:lnTo>
                  <a:lnTo>
                    <a:pt x="481932" y="39415"/>
                  </a:lnTo>
                  <a:lnTo>
                    <a:pt x="512978" y="37526"/>
                  </a:lnTo>
                  <a:lnTo>
                    <a:pt x="542344" y="35738"/>
                  </a:lnTo>
                  <a:lnTo>
                    <a:pt x="570203" y="34042"/>
                  </a:lnTo>
                  <a:lnTo>
                    <a:pt x="596704" y="32429"/>
                  </a:lnTo>
                  <a:lnTo>
                    <a:pt x="621971" y="30891"/>
                  </a:lnTo>
                  <a:lnTo>
                    <a:pt x="646114" y="29421"/>
                  </a:lnTo>
                  <a:lnTo>
                    <a:pt x="669230" y="28014"/>
                  </a:lnTo>
                  <a:lnTo>
                    <a:pt x="691402" y="26664"/>
                  </a:lnTo>
                  <a:lnTo>
                    <a:pt x="712705" y="25367"/>
                  </a:lnTo>
                  <a:lnTo>
                    <a:pt x="733203" y="24120"/>
                  </a:lnTo>
                  <a:lnTo>
                    <a:pt x="752956" y="22917"/>
                  </a:lnTo>
                  <a:lnTo>
                    <a:pt x="772016" y="21757"/>
                  </a:lnTo>
                  <a:lnTo>
                    <a:pt x="790429" y="20636"/>
                  </a:lnTo>
                  <a:lnTo>
                    <a:pt x="808239" y="19552"/>
                  </a:lnTo>
                  <a:lnTo>
                    <a:pt x="825483" y="18502"/>
                  </a:lnTo>
                  <a:lnTo>
                    <a:pt x="842196" y="17485"/>
                  </a:lnTo>
                  <a:lnTo>
                    <a:pt x="858411" y="16498"/>
                  </a:lnTo>
                  <a:lnTo>
                    <a:pt x="874155" y="15539"/>
                  </a:lnTo>
                  <a:lnTo>
                    <a:pt x="889456" y="14608"/>
                  </a:lnTo>
                  <a:lnTo>
                    <a:pt x="904338" y="13702"/>
                  </a:lnTo>
                  <a:lnTo>
                    <a:pt x="918822" y="12820"/>
                  </a:lnTo>
                  <a:lnTo>
                    <a:pt x="932931" y="11961"/>
                  </a:lnTo>
                  <a:lnTo>
                    <a:pt x="946682" y="11124"/>
                  </a:lnTo>
                  <a:lnTo>
                    <a:pt x="960093" y="10308"/>
                  </a:lnTo>
                  <a:lnTo>
                    <a:pt x="973182" y="9511"/>
                  </a:lnTo>
                  <a:lnTo>
                    <a:pt x="985962" y="8733"/>
                  </a:lnTo>
                  <a:lnTo>
                    <a:pt x="998449" y="7973"/>
                  </a:lnTo>
                  <a:lnTo>
                    <a:pt x="1010655" y="7230"/>
                  </a:lnTo>
                  <a:lnTo>
                    <a:pt x="1022593" y="6503"/>
                  </a:lnTo>
                  <a:lnTo>
                    <a:pt x="1034274" y="5792"/>
                  </a:lnTo>
                  <a:lnTo>
                    <a:pt x="1045709" y="5096"/>
                  </a:lnTo>
                  <a:lnTo>
                    <a:pt x="1056908" y="4414"/>
                  </a:lnTo>
                  <a:lnTo>
                    <a:pt x="1067881" y="3747"/>
                  </a:lnTo>
                  <a:lnTo>
                    <a:pt x="1078636" y="3092"/>
                  </a:lnTo>
                  <a:lnTo>
                    <a:pt x="1089183" y="2450"/>
                  </a:lnTo>
                  <a:lnTo>
                    <a:pt x="1099529" y="1820"/>
                  </a:lnTo>
                  <a:lnTo>
                    <a:pt x="1109682" y="1202"/>
                  </a:lnTo>
                  <a:lnTo>
                    <a:pt x="1119648" y="595"/>
                  </a:lnTo>
                  <a:lnTo>
                    <a:pt x="112943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4" name="pl673"/>
            <p:cNvSpPr/>
            <p:nvPr/>
          </p:nvSpPr>
          <p:spPr>
            <a:xfrm>
              <a:off x="4290152" y="3251359"/>
              <a:ext cx="1129435" cy="197364"/>
            </a:xfrm>
            <a:custGeom>
              <a:avLst/>
              <a:pathLst>
                <a:path w="1129435" h="197364">
                  <a:moveTo>
                    <a:pt x="0" y="197364"/>
                  </a:moveTo>
                  <a:lnTo>
                    <a:pt x="72526" y="184691"/>
                  </a:lnTo>
                  <a:lnTo>
                    <a:pt x="136499" y="173512"/>
                  </a:lnTo>
                  <a:lnTo>
                    <a:pt x="193725" y="163512"/>
                  </a:lnTo>
                  <a:lnTo>
                    <a:pt x="245492" y="154465"/>
                  </a:lnTo>
                  <a:lnTo>
                    <a:pt x="292752" y="146207"/>
                  </a:lnTo>
                  <a:lnTo>
                    <a:pt x="336227" y="138610"/>
                  </a:lnTo>
                  <a:lnTo>
                    <a:pt x="376478" y="131576"/>
                  </a:lnTo>
                  <a:lnTo>
                    <a:pt x="413951" y="125028"/>
                  </a:lnTo>
                  <a:lnTo>
                    <a:pt x="449005" y="118902"/>
                  </a:lnTo>
                  <a:lnTo>
                    <a:pt x="481932" y="113148"/>
                  </a:lnTo>
                  <a:lnTo>
                    <a:pt x="512978" y="107723"/>
                  </a:lnTo>
                  <a:lnTo>
                    <a:pt x="542344" y="102592"/>
                  </a:lnTo>
                  <a:lnTo>
                    <a:pt x="570203" y="97723"/>
                  </a:lnTo>
                  <a:lnTo>
                    <a:pt x="596704" y="93092"/>
                  </a:lnTo>
                  <a:lnTo>
                    <a:pt x="621971" y="88677"/>
                  </a:lnTo>
                  <a:lnTo>
                    <a:pt x="646114" y="84458"/>
                  </a:lnTo>
                  <a:lnTo>
                    <a:pt x="669230" y="80419"/>
                  </a:lnTo>
                  <a:lnTo>
                    <a:pt x="691402" y="76544"/>
                  </a:lnTo>
                  <a:lnTo>
                    <a:pt x="712705" y="72822"/>
                  </a:lnTo>
                  <a:lnTo>
                    <a:pt x="733203" y="69240"/>
                  </a:lnTo>
                  <a:lnTo>
                    <a:pt x="752956" y="65788"/>
                  </a:lnTo>
                  <a:lnTo>
                    <a:pt x="772016" y="62457"/>
                  </a:lnTo>
                  <a:lnTo>
                    <a:pt x="790429" y="59240"/>
                  </a:lnTo>
                  <a:lnTo>
                    <a:pt x="808239" y="56127"/>
                  </a:lnTo>
                  <a:lnTo>
                    <a:pt x="825483" y="53114"/>
                  </a:lnTo>
                  <a:lnTo>
                    <a:pt x="842196" y="50193"/>
                  </a:lnTo>
                  <a:lnTo>
                    <a:pt x="858411" y="47360"/>
                  </a:lnTo>
                  <a:lnTo>
                    <a:pt x="874155" y="44609"/>
                  </a:lnTo>
                  <a:lnTo>
                    <a:pt x="889456" y="41935"/>
                  </a:lnTo>
                  <a:lnTo>
                    <a:pt x="904338" y="39334"/>
                  </a:lnTo>
                  <a:lnTo>
                    <a:pt x="918822" y="36803"/>
                  </a:lnTo>
                  <a:lnTo>
                    <a:pt x="932931" y="34338"/>
                  </a:lnTo>
                  <a:lnTo>
                    <a:pt x="946682" y="31935"/>
                  </a:lnTo>
                  <a:lnTo>
                    <a:pt x="960093" y="29591"/>
                  </a:lnTo>
                  <a:lnTo>
                    <a:pt x="973182" y="27304"/>
                  </a:lnTo>
                  <a:lnTo>
                    <a:pt x="985962" y="25071"/>
                  </a:lnTo>
                  <a:lnTo>
                    <a:pt x="998449" y="22889"/>
                  </a:lnTo>
                  <a:lnTo>
                    <a:pt x="1010655" y="20756"/>
                  </a:lnTo>
                  <a:lnTo>
                    <a:pt x="1022593" y="18670"/>
                  </a:lnTo>
                  <a:lnTo>
                    <a:pt x="1034274" y="16629"/>
                  </a:lnTo>
                  <a:lnTo>
                    <a:pt x="1045709" y="14630"/>
                  </a:lnTo>
                  <a:lnTo>
                    <a:pt x="1056908" y="12673"/>
                  </a:lnTo>
                  <a:lnTo>
                    <a:pt x="1067881" y="10756"/>
                  </a:lnTo>
                  <a:lnTo>
                    <a:pt x="1078636" y="8876"/>
                  </a:lnTo>
                  <a:lnTo>
                    <a:pt x="1089183" y="7033"/>
                  </a:lnTo>
                  <a:lnTo>
                    <a:pt x="1099529" y="5225"/>
                  </a:lnTo>
                  <a:lnTo>
                    <a:pt x="1109682" y="3451"/>
                  </a:lnTo>
                  <a:lnTo>
                    <a:pt x="1119648" y="1710"/>
                  </a:lnTo>
                  <a:lnTo>
                    <a:pt x="1129435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5" name="pl674"/>
            <p:cNvSpPr/>
            <p:nvPr/>
          </p:nvSpPr>
          <p:spPr>
            <a:xfrm>
              <a:off x="4290152" y="3437179"/>
              <a:ext cx="1129435" cy="45074"/>
            </a:xfrm>
            <a:custGeom>
              <a:avLst/>
              <a:pathLst>
                <a:path w="1129435" h="45074">
                  <a:moveTo>
                    <a:pt x="0" y="0"/>
                  </a:moveTo>
                  <a:lnTo>
                    <a:pt x="72526" y="2894"/>
                  </a:lnTo>
                  <a:lnTo>
                    <a:pt x="136499" y="5447"/>
                  </a:lnTo>
                  <a:lnTo>
                    <a:pt x="193725" y="7731"/>
                  </a:lnTo>
                  <a:lnTo>
                    <a:pt x="245492" y="9797"/>
                  </a:lnTo>
                  <a:lnTo>
                    <a:pt x="292752" y="11683"/>
                  </a:lnTo>
                  <a:lnTo>
                    <a:pt x="336227" y="13418"/>
                  </a:lnTo>
                  <a:lnTo>
                    <a:pt x="376478" y="15024"/>
                  </a:lnTo>
                  <a:lnTo>
                    <a:pt x="413951" y="16520"/>
                  </a:lnTo>
                  <a:lnTo>
                    <a:pt x="449005" y="17919"/>
                  </a:lnTo>
                  <a:lnTo>
                    <a:pt x="481932" y="19233"/>
                  </a:lnTo>
                  <a:lnTo>
                    <a:pt x="512978" y="20472"/>
                  </a:lnTo>
                  <a:lnTo>
                    <a:pt x="542344" y="21644"/>
                  </a:lnTo>
                  <a:lnTo>
                    <a:pt x="570203" y="22756"/>
                  </a:lnTo>
                  <a:lnTo>
                    <a:pt x="596704" y="23814"/>
                  </a:lnTo>
                  <a:lnTo>
                    <a:pt x="621971" y="24822"/>
                  </a:lnTo>
                  <a:lnTo>
                    <a:pt x="646114" y="25786"/>
                  </a:lnTo>
                  <a:lnTo>
                    <a:pt x="669230" y="26708"/>
                  </a:lnTo>
                  <a:lnTo>
                    <a:pt x="691402" y="27593"/>
                  </a:lnTo>
                  <a:lnTo>
                    <a:pt x="712705" y="28443"/>
                  </a:lnTo>
                  <a:lnTo>
                    <a:pt x="733203" y="29261"/>
                  </a:lnTo>
                  <a:lnTo>
                    <a:pt x="752956" y="30049"/>
                  </a:lnTo>
                  <a:lnTo>
                    <a:pt x="772016" y="30810"/>
                  </a:lnTo>
                  <a:lnTo>
                    <a:pt x="790429" y="31545"/>
                  </a:lnTo>
                  <a:lnTo>
                    <a:pt x="808239" y="32256"/>
                  </a:lnTo>
                  <a:lnTo>
                    <a:pt x="825483" y="32944"/>
                  </a:lnTo>
                  <a:lnTo>
                    <a:pt x="842196" y="33611"/>
                  </a:lnTo>
                  <a:lnTo>
                    <a:pt x="858411" y="34258"/>
                  </a:lnTo>
                  <a:lnTo>
                    <a:pt x="874155" y="34886"/>
                  </a:lnTo>
                  <a:lnTo>
                    <a:pt x="889456" y="35497"/>
                  </a:lnTo>
                  <a:lnTo>
                    <a:pt x="904338" y="36091"/>
                  </a:lnTo>
                  <a:lnTo>
                    <a:pt x="918822" y="36669"/>
                  </a:lnTo>
                  <a:lnTo>
                    <a:pt x="932931" y="37232"/>
                  </a:lnTo>
                  <a:lnTo>
                    <a:pt x="946682" y="37781"/>
                  </a:lnTo>
                  <a:lnTo>
                    <a:pt x="960093" y="38316"/>
                  </a:lnTo>
                  <a:lnTo>
                    <a:pt x="973182" y="38839"/>
                  </a:lnTo>
                  <a:lnTo>
                    <a:pt x="985962" y="39349"/>
                  </a:lnTo>
                  <a:lnTo>
                    <a:pt x="998449" y="39847"/>
                  </a:lnTo>
                  <a:lnTo>
                    <a:pt x="1010655" y="40334"/>
                  </a:lnTo>
                  <a:lnTo>
                    <a:pt x="1022593" y="40811"/>
                  </a:lnTo>
                  <a:lnTo>
                    <a:pt x="1034274" y="41277"/>
                  </a:lnTo>
                  <a:lnTo>
                    <a:pt x="1045709" y="41733"/>
                  </a:lnTo>
                  <a:lnTo>
                    <a:pt x="1056908" y="42180"/>
                  </a:lnTo>
                  <a:lnTo>
                    <a:pt x="1067881" y="42618"/>
                  </a:lnTo>
                  <a:lnTo>
                    <a:pt x="1078636" y="43047"/>
                  </a:lnTo>
                  <a:lnTo>
                    <a:pt x="1089183" y="43468"/>
                  </a:lnTo>
                  <a:lnTo>
                    <a:pt x="1099529" y="43881"/>
                  </a:lnTo>
                  <a:lnTo>
                    <a:pt x="1109682" y="44286"/>
                  </a:lnTo>
                  <a:lnTo>
                    <a:pt x="1119648" y="44684"/>
                  </a:lnTo>
                  <a:lnTo>
                    <a:pt x="1129435" y="45074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4290152" y="3573795"/>
              <a:ext cx="1129435" cy="58917"/>
            </a:xfrm>
            <a:custGeom>
              <a:avLst/>
              <a:pathLst>
                <a:path w="1129435" h="58917">
                  <a:moveTo>
                    <a:pt x="0" y="58917"/>
                  </a:moveTo>
                  <a:lnTo>
                    <a:pt x="72526" y="55134"/>
                  </a:lnTo>
                  <a:lnTo>
                    <a:pt x="136499" y="51797"/>
                  </a:lnTo>
                  <a:lnTo>
                    <a:pt x="193725" y="48812"/>
                  </a:lnTo>
                  <a:lnTo>
                    <a:pt x="245492" y="46111"/>
                  </a:lnTo>
                  <a:lnTo>
                    <a:pt x="292752" y="43646"/>
                  </a:lnTo>
                  <a:lnTo>
                    <a:pt x="336227" y="41378"/>
                  </a:lnTo>
                  <a:lnTo>
                    <a:pt x="376478" y="39278"/>
                  </a:lnTo>
                  <a:lnTo>
                    <a:pt x="413951" y="37323"/>
                  </a:lnTo>
                  <a:lnTo>
                    <a:pt x="449005" y="35495"/>
                  </a:lnTo>
                  <a:lnTo>
                    <a:pt x="481932" y="33777"/>
                  </a:lnTo>
                  <a:lnTo>
                    <a:pt x="512978" y="32157"/>
                  </a:lnTo>
                  <a:lnTo>
                    <a:pt x="542344" y="30626"/>
                  </a:lnTo>
                  <a:lnTo>
                    <a:pt x="570203" y="29172"/>
                  </a:lnTo>
                  <a:lnTo>
                    <a:pt x="596704" y="27790"/>
                  </a:lnTo>
                  <a:lnTo>
                    <a:pt x="621971" y="26472"/>
                  </a:lnTo>
                  <a:lnTo>
                    <a:pt x="646114" y="25212"/>
                  </a:lnTo>
                  <a:lnTo>
                    <a:pt x="669230" y="24006"/>
                  </a:lnTo>
                  <a:lnTo>
                    <a:pt x="691402" y="22850"/>
                  </a:lnTo>
                  <a:lnTo>
                    <a:pt x="712705" y="21739"/>
                  </a:lnTo>
                  <a:lnTo>
                    <a:pt x="733203" y="20669"/>
                  </a:lnTo>
                  <a:lnTo>
                    <a:pt x="752956" y="19639"/>
                  </a:lnTo>
                  <a:lnTo>
                    <a:pt x="772016" y="18645"/>
                  </a:lnTo>
                  <a:lnTo>
                    <a:pt x="790429" y="17684"/>
                  </a:lnTo>
                  <a:lnTo>
                    <a:pt x="808239" y="16755"/>
                  </a:lnTo>
                  <a:lnTo>
                    <a:pt x="825483" y="15855"/>
                  </a:lnTo>
                  <a:lnTo>
                    <a:pt x="842196" y="14984"/>
                  </a:lnTo>
                  <a:lnTo>
                    <a:pt x="858411" y="14138"/>
                  </a:lnTo>
                  <a:lnTo>
                    <a:pt x="874155" y="13316"/>
                  </a:lnTo>
                  <a:lnTo>
                    <a:pt x="889456" y="12518"/>
                  </a:lnTo>
                  <a:lnTo>
                    <a:pt x="904338" y="11742"/>
                  </a:lnTo>
                  <a:lnTo>
                    <a:pt x="918822" y="10986"/>
                  </a:lnTo>
                  <a:lnTo>
                    <a:pt x="932931" y="10250"/>
                  </a:lnTo>
                  <a:lnTo>
                    <a:pt x="946682" y="9533"/>
                  </a:lnTo>
                  <a:lnTo>
                    <a:pt x="960093" y="8833"/>
                  </a:lnTo>
                  <a:lnTo>
                    <a:pt x="973182" y="8151"/>
                  </a:lnTo>
                  <a:lnTo>
                    <a:pt x="985962" y="7484"/>
                  </a:lnTo>
                  <a:lnTo>
                    <a:pt x="998449" y="6832"/>
                  </a:lnTo>
                  <a:lnTo>
                    <a:pt x="1010655" y="6196"/>
                  </a:lnTo>
                  <a:lnTo>
                    <a:pt x="1022593" y="5573"/>
                  </a:lnTo>
                  <a:lnTo>
                    <a:pt x="1034274" y="4964"/>
                  </a:lnTo>
                  <a:lnTo>
                    <a:pt x="1045709" y="4367"/>
                  </a:lnTo>
                  <a:lnTo>
                    <a:pt x="1056908" y="3783"/>
                  </a:lnTo>
                  <a:lnTo>
                    <a:pt x="1067881" y="3210"/>
                  </a:lnTo>
                  <a:lnTo>
                    <a:pt x="1078636" y="2649"/>
                  </a:lnTo>
                  <a:lnTo>
                    <a:pt x="1089183" y="2099"/>
                  </a:lnTo>
                  <a:lnTo>
                    <a:pt x="1099529" y="1560"/>
                  </a:lnTo>
                  <a:lnTo>
                    <a:pt x="1109682" y="1030"/>
                  </a:lnTo>
                  <a:lnTo>
                    <a:pt x="1119648" y="510"/>
                  </a:lnTo>
                  <a:lnTo>
                    <a:pt x="1129435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4290152" y="2929360"/>
              <a:ext cx="1129435" cy="567499"/>
            </a:xfrm>
            <a:custGeom>
              <a:avLst/>
              <a:pathLst>
                <a:path w="1129435" h="567499">
                  <a:moveTo>
                    <a:pt x="0" y="0"/>
                  </a:moveTo>
                  <a:lnTo>
                    <a:pt x="72526" y="36441"/>
                  </a:lnTo>
                  <a:lnTo>
                    <a:pt x="136499" y="68586"/>
                  </a:lnTo>
                  <a:lnTo>
                    <a:pt x="193725" y="97339"/>
                  </a:lnTo>
                  <a:lnTo>
                    <a:pt x="245492" y="123351"/>
                  </a:lnTo>
                  <a:lnTo>
                    <a:pt x="292752" y="147097"/>
                  </a:lnTo>
                  <a:lnTo>
                    <a:pt x="336227" y="168941"/>
                  </a:lnTo>
                  <a:lnTo>
                    <a:pt x="376478" y="189166"/>
                  </a:lnTo>
                  <a:lnTo>
                    <a:pt x="413951" y="207995"/>
                  </a:lnTo>
                  <a:lnTo>
                    <a:pt x="449005" y="225608"/>
                  </a:lnTo>
                  <a:lnTo>
                    <a:pt x="481932" y="242153"/>
                  </a:lnTo>
                  <a:lnTo>
                    <a:pt x="512978" y="257752"/>
                  </a:lnTo>
                  <a:lnTo>
                    <a:pt x="542344" y="272507"/>
                  </a:lnTo>
                  <a:lnTo>
                    <a:pt x="570203" y="286506"/>
                  </a:lnTo>
                  <a:lnTo>
                    <a:pt x="596704" y="299821"/>
                  </a:lnTo>
                  <a:lnTo>
                    <a:pt x="621971" y="312517"/>
                  </a:lnTo>
                  <a:lnTo>
                    <a:pt x="646114" y="324648"/>
                  </a:lnTo>
                  <a:lnTo>
                    <a:pt x="669230" y="336263"/>
                  </a:lnTo>
                  <a:lnTo>
                    <a:pt x="691402" y="347404"/>
                  </a:lnTo>
                  <a:lnTo>
                    <a:pt x="712705" y="358108"/>
                  </a:lnTo>
                  <a:lnTo>
                    <a:pt x="733203" y="368407"/>
                  </a:lnTo>
                  <a:lnTo>
                    <a:pt x="752956" y="378332"/>
                  </a:lnTo>
                  <a:lnTo>
                    <a:pt x="772016" y="387909"/>
                  </a:lnTo>
                  <a:lnTo>
                    <a:pt x="790429" y="397161"/>
                  </a:lnTo>
                  <a:lnTo>
                    <a:pt x="808239" y="406110"/>
                  </a:lnTo>
                  <a:lnTo>
                    <a:pt x="825483" y="414774"/>
                  </a:lnTo>
                  <a:lnTo>
                    <a:pt x="842196" y="423172"/>
                  </a:lnTo>
                  <a:lnTo>
                    <a:pt x="858411" y="431319"/>
                  </a:lnTo>
                  <a:lnTo>
                    <a:pt x="874155" y="439230"/>
                  </a:lnTo>
                  <a:lnTo>
                    <a:pt x="889456" y="446918"/>
                  </a:lnTo>
                  <a:lnTo>
                    <a:pt x="904338" y="454396"/>
                  </a:lnTo>
                  <a:lnTo>
                    <a:pt x="918822" y="461674"/>
                  </a:lnTo>
                  <a:lnTo>
                    <a:pt x="932931" y="468763"/>
                  </a:lnTo>
                  <a:lnTo>
                    <a:pt x="946682" y="475672"/>
                  </a:lnTo>
                  <a:lnTo>
                    <a:pt x="960093" y="482411"/>
                  </a:lnTo>
                  <a:lnTo>
                    <a:pt x="973182" y="488988"/>
                  </a:lnTo>
                  <a:lnTo>
                    <a:pt x="985962" y="495409"/>
                  </a:lnTo>
                  <a:lnTo>
                    <a:pt x="998449" y="501683"/>
                  </a:lnTo>
                  <a:lnTo>
                    <a:pt x="1010655" y="507816"/>
                  </a:lnTo>
                  <a:lnTo>
                    <a:pt x="1022593" y="513815"/>
                  </a:lnTo>
                  <a:lnTo>
                    <a:pt x="1034274" y="519684"/>
                  </a:lnTo>
                  <a:lnTo>
                    <a:pt x="1045709" y="525430"/>
                  </a:lnTo>
                  <a:lnTo>
                    <a:pt x="1056908" y="531057"/>
                  </a:lnTo>
                  <a:lnTo>
                    <a:pt x="1067881" y="536570"/>
                  </a:lnTo>
                  <a:lnTo>
                    <a:pt x="1078636" y="541975"/>
                  </a:lnTo>
                  <a:lnTo>
                    <a:pt x="1089183" y="547274"/>
                  </a:lnTo>
                  <a:lnTo>
                    <a:pt x="1099529" y="552472"/>
                  </a:lnTo>
                  <a:lnTo>
                    <a:pt x="1109682" y="557574"/>
                  </a:lnTo>
                  <a:lnTo>
                    <a:pt x="1119648" y="562581"/>
                  </a:lnTo>
                  <a:lnTo>
                    <a:pt x="1129435" y="567499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8" name="pl677"/>
            <p:cNvSpPr/>
            <p:nvPr/>
          </p:nvSpPr>
          <p:spPr>
            <a:xfrm>
              <a:off x="4290152" y="3074802"/>
              <a:ext cx="1129435" cy="15117"/>
            </a:xfrm>
            <a:custGeom>
              <a:avLst/>
              <a:pathLst>
                <a:path w="1129435" h="15117">
                  <a:moveTo>
                    <a:pt x="0" y="15117"/>
                  </a:moveTo>
                  <a:lnTo>
                    <a:pt x="72526" y="14146"/>
                  </a:lnTo>
                  <a:lnTo>
                    <a:pt x="136499" y="13290"/>
                  </a:lnTo>
                  <a:lnTo>
                    <a:pt x="193725" y="12524"/>
                  </a:lnTo>
                  <a:lnTo>
                    <a:pt x="245492" y="11831"/>
                  </a:lnTo>
                  <a:lnTo>
                    <a:pt x="292752" y="11199"/>
                  </a:lnTo>
                  <a:lnTo>
                    <a:pt x="336227" y="10617"/>
                  </a:lnTo>
                  <a:lnTo>
                    <a:pt x="376478" y="10078"/>
                  </a:lnTo>
                  <a:lnTo>
                    <a:pt x="413951" y="9576"/>
                  </a:lnTo>
                  <a:lnTo>
                    <a:pt x="449005" y="9107"/>
                  </a:lnTo>
                  <a:lnTo>
                    <a:pt x="481932" y="8666"/>
                  </a:lnTo>
                  <a:lnTo>
                    <a:pt x="512978" y="8251"/>
                  </a:lnTo>
                  <a:lnTo>
                    <a:pt x="542344" y="7858"/>
                  </a:lnTo>
                  <a:lnTo>
                    <a:pt x="570203" y="7485"/>
                  </a:lnTo>
                  <a:lnTo>
                    <a:pt x="596704" y="7130"/>
                  </a:lnTo>
                  <a:lnTo>
                    <a:pt x="621971" y="6792"/>
                  </a:lnTo>
                  <a:lnTo>
                    <a:pt x="646114" y="6469"/>
                  </a:lnTo>
                  <a:lnTo>
                    <a:pt x="669230" y="6159"/>
                  </a:lnTo>
                  <a:lnTo>
                    <a:pt x="691402" y="5863"/>
                  </a:lnTo>
                  <a:lnTo>
                    <a:pt x="712705" y="5577"/>
                  </a:lnTo>
                  <a:lnTo>
                    <a:pt x="733203" y="5303"/>
                  </a:lnTo>
                  <a:lnTo>
                    <a:pt x="752956" y="5039"/>
                  </a:lnTo>
                  <a:lnTo>
                    <a:pt x="772016" y="4784"/>
                  </a:lnTo>
                  <a:lnTo>
                    <a:pt x="790429" y="4537"/>
                  </a:lnTo>
                  <a:lnTo>
                    <a:pt x="808239" y="4299"/>
                  </a:lnTo>
                  <a:lnTo>
                    <a:pt x="825483" y="4068"/>
                  </a:lnTo>
                  <a:lnTo>
                    <a:pt x="842196" y="3844"/>
                  </a:lnTo>
                  <a:lnTo>
                    <a:pt x="858411" y="3627"/>
                  </a:lnTo>
                  <a:lnTo>
                    <a:pt x="874155" y="3416"/>
                  </a:lnTo>
                  <a:lnTo>
                    <a:pt x="889456" y="3212"/>
                  </a:lnTo>
                  <a:lnTo>
                    <a:pt x="904338" y="3012"/>
                  </a:lnTo>
                  <a:lnTo>
                    <a:pt x="918822" y="2819"/>
                  </a:lnTo>
                  <a:lnTo>
                    <a:pt x="932931" y="2630"/>
                  </a:lnTo>
                  <a:lnTo>
                    <a:pt x="946682" y="2446"/>
                  </a:lnTo>
                  <a:lnTo>
                    <a:pt x="960093" y="2266"/>
                  </a:lnTo>
                  <a:lnTo>
                    <a:pt x="973182" y="2091"/>
                  </a:lnTo>
                  <a:lnTo>
                    <a:pt x="985962" y="1920"/>
                  </a:lnTo>
                  <a:lnTo>
                    <a:pt x="998449" y="1753"/>
                  </a:lnTo>
                  <a:lnTo>
                    <a:pt x="1010655" y="1589"/>
                  </a:lnTo>
                  <a:lnTo>
                    <a:pt x="1022593" y="1430"/>
                  </a:lnTo>
                  <a:lnTo>
                    <a:pt x="1034274" y="1273"/>
                  </a:lnTo>
                  <a:lnTo>
                    <a:pt x="1045709" y="1120"/>
                  </a:lnTo>
                  <a:lnTo>
                    <a:pt x="1056908" y="970"/>
                  </a:lnTo>
                  <a:lnTo>
                    <a:pt x="1067881" y="823"/>
                  </a:lnTo>
                  <a:lnTo>
                    <a:pt x="1078636" y="679"/>
                  </a:lnTo>
                  <a:lnTo>
                    <a:pt x="1089183" y="538"/>
                  </a:lnTo>
                  <a:lnTo>
                    <a:pt x="1099529" y="400"/>
                  </a:lnTo>
                  <a:lnTo>
                    <a:pt x="1109682" y="264"/>
                  </a:lnTo>
                  <a:lnTo>
                    <a:pt x="1119648" y="130"/>
                  </a:lnTo>
                  <a:lnTo>
                    <a:pt x="1129435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9" name="rc678"/>
            <p:cNvSpPr/>
            <p:nvPr/>
          </p:nvSpPr>
          <p:spPr>
            <a:xfrm>
              <a:off x="4204347" y="2658900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80" name="pl679"/>
            <p:cNvSpPr/>
            <p:nvPr/>
          </p:nvSpPr>
          <p:spPr>
            <a:xfrm>
              <a:off x="4204347" y="2658900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0"/>
            <p:cNvSpPr/>
            <p:nvPr/>
          </p:nvSpPr>
          <p:spPr>
            <a:xfrm>
              <a:off x="4172716" y="353981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1"/>
            <p:cNvSpPr/>
            <p:nvPr/>
          </p:nvSpPr>
          <p:spPr>
            <a:xfrm>
              <a:off x="4172716" y="321078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4172716" y="288175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4204347" y="3830431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4290152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5"/>
            <p:cNvSpPr/>
            <p:nvPr/>
          </p:nvSpPr>
          <p:spPr>
            <a:xfrm>
              <a:off x="4666631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5043109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7"/>
            <p:cNvSpPr/>
            <p:nvPr/>
          </p:nvSpPr>
          <p:spPr>
            <a:xfrm>
              <a:off x="5419587" y="3830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tx688"/>
            <p:cNvSpPr/>
            <p:nvPr/>
          </p:nvSpPr>
          <p:spPr>
            <a:xfrm>
              <a:off x="4204347" y="2464146"/>
              <a:ext cx="504474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90" name="rc689"/>
            <p:cNvSpPr/>
            <p:nvPr/>
          </p:nvSpPr>
          <p:spPr>
            <a:xfrm>
              <a:off x="1342663" y="4132731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418137" y="476279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1416832" y="496393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421481" y="494168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408318" y="453046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1373181" y="501120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1396043" y="488407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1423592" y="512121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1381702" y="507329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1379820" y="469492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1398105" y="485205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1794645" y="495958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772467" y="472424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784762" y="478794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1786922" y="517866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1802974" y="415750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1787831" y="432964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1784358" y="498387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788128" y="518580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762008" y="513939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1757510" y="497566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1774161" y="492595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1798676" y="509050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1784821" y="503999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753816" y="498960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774916" y="510393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1752120" y="489422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1779739" y="507739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1760272" y="494778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172211" y="477873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172677" y="52225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179125" y="4919349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146312" y="507292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128863" y="463211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174299" y="494842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137662" y="471927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154007" y="502064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168960" y="486275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129889" y="497550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71162" y="504496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165290" y="445157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173223" y="497216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133876" y="509770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171912" y="452393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2127921" y="466205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175884" y="487340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161805" y="514979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156445" y="496738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64446" y="485416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551016" y="493437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553172" y="492737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543870" y="495187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526197" y="504764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508707" y="490398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536978" y="486317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547832" y="483700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517037" y="4926329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512917" y="505113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547951" y="473334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2541499" y="506768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2505767" y="494479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2514092" y="501379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545516" y="516819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2503261" y="504103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546173" y="509524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525028" y="502656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2505127" y="488760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515165" y="506508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2511333" y="483138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531685" y="498667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2528288" y="485830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510194" y="494070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543999" y="510345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3" name="pl762"/>
            <p:cNvSpPr/>
            <p:nvPr/>
          </p:nvSpPr>
          <p:spPr>
            <a:xfrm>
              <a:off x="1428722" y="4575206"/>
              <a:ext cx="1128486" cy="351252"/>
            </a:xfrm>
            <a:custGeom>
              <a:avLst/>
              <a:pathLst>
                <a:path w="1128486" h="351252">
                  <a:moveTo>
                    <a:pt x="0" y="0"/>
                  </a:moveTo>
                  <a:lnTo>
                    <a:pt x="72465" y="22555"/>
                  </a:lnTo>
                  <a:lnTo>
                    <a:pt x="136385" y="42451"/>
                  </a:lnTo>
                  <a:lnTo>
                    <a:pt x="193563" y="60248"/>
                  </a:lnTo>
                  <a:lnTo>
                    <a:pt x="245286" y="76347"/>
                  </a:lnTo>
                  <a:lnTo>
                    <a:pt x="292506" y="91045"/>
                  </a:lnTo>
                  <a:lnTo>
                    <a:pt x="335944" y="104566"/>
                  </a:lnTo>
                  <a:lnTo>
                    <a:pt x="376162" y="117084"/>
                  </a:lnTo>
                  <a:lnTo>
                    <a:pt x="413603" y="128738"/>
                  </a:lnTo>
                  <a:lnTo>
                    <a:pt x="448628" y="139640"/>
                  </a:lnTo>
                  <a:lnTo>
                    <a:pt x="481528" y="149880"/>
                  </a:lnTo>
                  <a:lnTo>
                    <a:pt x="512547" y="159535"/>
                  </a:lnTo>
                  <a:lnTo>
                    <a:pt x="541889" y="168668"/>
                  </a:lnTo>
                  <a:lnTo>
                    <a:pt x="569725" y="177332"/>
                  </a:lnTo>
                  <a:lnTo>
                    <a:pt x="596203" y="185574"/>
                  </a:lnTo>
                  <a:lnTo>
                    <a:pt x="621448" y="193432"/>
                  </a:lnTo>
                  <a:lnTo>
                    <a:pt x="645572" y="200940"/>
                  </a:lnTo>
                  <a:lnTo>
                    <a:pt x="668668" y="208129"/>
                  </a:lnTo>
                  <a:lnTo>
                    <a:pt x="690822" y="215025"/>
                  </a:lnTo>
                  <a:lnTo>
                    <a:pt x="712107" y="221650"/>
                  </a:lnTo>
                  <a:lnTo>
                    <a:pt x="732588" y="228025"/>
                  </a:lnTo>
                  <a:lnTo>
                    <a:pt x="752324" y="234168"/>
                  </a:lnTo>
                  <a:lnTo>
                    <a:pt x="771368" y="240096"/>
                  </a:lnTo>
                  <a:lnTo>
                    <a:pt x="789766" y="245822"/>
                  </a:lnTo>
                  <a:lnTo>
                    <a:pt x="807560" y="251361"/>
                  </a:lnTo>
                  <a:lnTo>
                    <a:pt x="824790" y="256724"/>
                  </a:lnTo>
                  <a:lnTo>
                    <a:pt x="841489" y="261922"/>
                  </a:lnTo>
                  <a:lnTo>
                    <a:pt x="857690" y="266964"/>
                  </a:lnTo>
                  <a:lnTo>
                    <a:pt x="873421" y="271861"/>
                  </a:lnTo>
                  <a:lnTo>
                    <a:pt x="888709" y="276619"/>
                  </a:lnTo>
                  <a:lnTo>
                    <a:pt x="903578" y="281247"/>
                  </a:lnTo>
                  <a:lnTo>
                    <a:pt x="918051" y="285752"/>
                  </a:lnTo>
                  <a:lnTo>
                    <a:pt x="932147" y="290140"/>
                  </a:lnTo>
                  <a:lnTo>
                    <a:pt x="945887" y="294417"/>
                  </a:lnTo>
                  <a:lnTo>
                    <a:pt x="959287" y="298588"/>
                  </a:lnTo>
                  <a:lnTo>
                    <a:pt x="972365" y="302658"/>
                  </a:lnTo>
                  <a:lnTo>
                    <a:pt x="985135" y="306633"/>
                  </a:lnTo>
                  <a:lnTo>
                    <a:pt x="997611" y="310516"/>
                  </a:lnTo>
                  <a:lnTo>
                    <a:pt x="1009807" y="314312"/>
                  </a:lnTo>
                  <a:lnTo>
                    <a:pt x="1021734" y="318025"/>
                  </a:lnTo>
                  <a:lnTo>
                    <a:pt x="1033405" y="321657"/>
                  </a:lnTo>
                  <a:lnTo>
                    <a:pt x="1044831" y="325214"/>
                  </a:lnTo>
                  <a:lnTo>
                    <a:pt x="1056021" y="328697"/>
                  </a:lnTo>
                  <a:lnTo>
                    <a:pt x="1066984" y="332109"/>
                  </a:lnTo>
                  <a:lnTo>
                    <a:pt x="1077731" y="335454"/>
                  </a:lnTo>
                  <a:lnTo>
                    <a:pt x="1088269" y="338734"/>
                  </a:lnTo>
                  <a:lnTo>
                    <a:pt x="1098606" y="341952"/>
                  </a:lnTo>
                  <a:lnTo>
                    <a:pt x="1108750" y="345109"/>
                  </a:lnTo>
                  <a:lnTo>
                    <a:pt x="1118708" y="348209"/>
                  </a:lnTo>
                  <a:lnTo>
                    <a:pt x="1128486" y="351252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4" name="pl763"/>
            <p:cNvSpPr/>
            <p:nvPr/>
          </p:nvSpPr>
          <p:spPr>
            <a:xfrm>
              <a:off x="1428722" y="4485969"/>
              <a:ext cx="1128486" cy="460789"/>
            </a:xfrm>
            <a:custGeom>
              <a:avLst/>
              <a:pathLst>
                <a:path w="1128486" h="460789">
                  <a:moveTo>
                    <a:pt x="0" y="0"/>
                  </a:moveTo>
                  <a:lnTo>
                    <a:pt x="72465" y="29589"/>
                  </a:lnTo>
                  <a:lnTo>
                    <a:pt x="136385" y="55689"/>
                  </a:lnTo>
                  <a:lnTo>
                    <a:pt x="193563" y="79036"/>
                  </a:lnTo>
                  <a:lnTo>
                    <a:pt x="245286" y="100156"/>
                  </a:lnTo>
                  <a:lnTo>
                    <a:pt x="292506" y="119437"/>
                  </a:lnTo>
                  <a:lnTo>
                    <a:pt x="335944" y="137174"/>
                  </a:lnTo>
                  <a:lnTo>
                    <a:pt x="376162" y="153596"/>
                  </a:lnTo>
                  <a:lnTo>
                    <a:pt x="413603" y="168884"/>
                  </a:lnTo>
                  <a:lnTo>
                    <a:pt x="448628" y="183186"/>
                  </a:lnTo>
                  <a:lnTo>
                    <a:pt x="481528" y="196620"/>
                  </a:lnTo>
                  <a:lnTo>
                    <a:pt x="512547" y="209285"/>
                  </a:lnTo>
                  <a:lnTo>
                    <a:pt x="541889" y="221266"/>
                  </a:lnTo>
                  <a:lnTo>
                    <a:pt x="569725" y="232633"/>
                  </a:lnTo>
                  <a:lnTo>
                    <a:pt x="596203" y="243444"/>
                  </a:lnTo>
                  <a:lnTo>
                    <a:pt x="621448" y="253753"/>
                  </a:lnTo>
                  <a:lnTo>
                    <a:pt x="645572" y="263603"/>
                  </a:lnTo>
                  <a:lnTo>
                    <a:pt x="668668" y="273034"/>
                  </a:lnTo>
                  <a:lnTo>
                    <a:pt x="690822" y="282080"/>
                  </a:lnTo>
                  <a:lnTo>
                    <a:pt x="712107" y="290771"/>
                  </a:lnTo>
                  <a:lnTo>
                    <a:pt x="732588" y="299134"/>
                  </a:lnTo>
                  <a:lnTo>
                    <a:pt x="752324" y="307192"/>
                  </a:lnTo>
                  <a:lnTo>
                    <a:pt x="771368" y="314968"/>
                  </a:lnTo>
                  <a:lnTo>
                    <a:pt x="789766" y="322481"/>
                  </a:lnTo>
                  <a:lnTo>
                    <a:pt x="807560" y="329747"/>
                  </a:lnTo>
                  <a:lnTo>
                    <a:pt x="824790" y="336782"/>
                  </a:lnTo>
                  <a:lnTo>
                    <a:pt x="841489" y="343601"/>
                  </a:lnTo>
                  <a:lnTo>
                    <a:pt x="857690" y="350216"/>
                  </a:lnTo>
                  <a:lnTo>
                    <a:pt x="873421" y="356639"/>
                  </a:lnTo>
                  <a:lnTo>
                    <a:pt x="888709" y="362882"/>
                  </a:lnTo>
                  <a:lnTo>
                    <a:pt x="903578" y="368953"/>
                  </a:lnTo>
                  <a:lnTo>
                    <a:pt x="918051" y="374863"/>
                  </a:lnTo>
                  <a:lnTo>
                    <a:pt x="932147" y="380619"/>
                  </a:lnTo>
                  <a:lnTo>
                    <a:pt x="945887" y="386229"/>
                  </a:lnTo>
                  <a:lnTo>
                    <a:pt x="959287" y="391701"/>
                  </a:lnTo>
                  <a:lnTo>
                    <a:pt x="972365" y="397041"/>
                  </a:lnTo>
                  <a:lnTo>
                    <a:pt x="985135" y="402255"/>
                  </a:lnTo>
                  <a:lnTo>
                    <a:pt x="997611" y="407349"/>
                  </a:lnTo>
                  <a:lnTo>
                    <a:pt x="1009807" y="412329"/>
                  </a:lnTo>
                  <a:lnTo>
                    <a:pt x="1021734" y="417199"/>
                  </a:lnTo>
                  <a:lnTo>
                    <a:pt x="1033405" y="421965"/>
                  </a:lnTo>
                  <a:lnTo>
                    <a:pt x="1044831" y="426630"/>
                  </a:lnTo>
                  <a:lnTo>
                    <a:pt x="1056021" y="431199"/>
                  </a:lnTo>
                  <a:lnTo>
                    <a:pt x="1066984" y="435676"/>
                  </a:lnTo>
                  <a:lnTo>
                    <a:pt x="1077731" y="440064"/>
                  </a:lnTo>
                  <a:lnTo>
                    <a:pt x="1088269" y="444367"/>
                  </a:lnTo>
                  <a:lnTo>
                    <a:pt x="1098606" y="448588"/>
                  </a:lnTo>
                  <a:lnTo>
                    <a:pt x="1108750" y="452730"/>
                  </a:lnTo>
                  <a:lnTo>
                    <a:pt x="1118708" y="456796"/>
                  </a:lnTo>
                  <a:lnTo>
                    <a:pt x="1128486" y="460789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5" name="pl764"/>
            <p:cNvSpPr/>
            <p:nvPr/>
          </p:nvSpPr>
          <p:spPr>
            <a:xfrm>
              <a:off x="1428722" y="4949641"/>
              <a:ext cx="1128486" cy="17912"/>
            </a:xfrm>
            <a:custGeom>
              <a:avLst/>
              <a:pathLst>
                <a:path w="1128486" h="17912">
                  <a:moveTo>
                    <a:pt x="0" y="17912"/>
                  </a:moveTo>
                  <a:lnTo>
                    <a:pt x="72465" y="16761"/>
                  </a:lnTo>
                  <a:lnTo>
                    <a:pt x="136385" y="15747"/>
                  </a:lnTo>
                  <a:lnTo>
                    <a:pt x="193563" y="14839"/>
                  </a:lnTo>
                  <a:lnTo>
                    <a:pt x="245286" y="14018"/>
                  </a:lnTo>
                  <a:lnTo>
                    <a:pt x="292506" y="13269"/>
                  </a:lnTo>
                  <a:lnTo>
                    <a:pt x="335944" y="12579"/>
                  </a:lnTo>
                  <a:lnTo>
                    <a:pt x="376162" y="11941"/>
                  </a:lnTo>
                  <a:lnTo>
                    <a:pt x="413603" y="11347"/>
                  </a:lnTo>
                  <a:lnTo>
                    <a:pt x="448628" y="10791"/>
                  </a:lnTo>
                  <a:lnTo>
                    <a:pt x="481528" y="10269"/>
                  </a:lnTo>
                  <a:lnTo>
                    <a:pt x="512547" y="9776"/>
                  </a:lnTo>
                  <a:lnTo>
                    <a:pt x="541889" y="9310"/>
                  </a:lnTo>
                  <a:lnTo>
                    <a:pt x="569725" y="8869"/>
                  </a:lnTo>
                  <a:lnTo>
                    <a:pt x="596203" y="8448"/>
                  </a:lnTo>
                  <a:lnTo>
                    <a:pt x="621448" y="8048"/>
                  </a:lnTo>
                  <a:lnTo>
                    <a:pt x="645572" y="7665"/>
                  </a:lnTo>
                  <a:lnTo>
                    <a:pt x="668668" y="7298"/>
                  </a:lnTo>
                  <a:lnTo>
                    <a:pt x="690822" y="6946"/>
                  </a:lnTo>
                  <a:lnTo>
                    <a:pt x="712107" y="6609"/>
                  </a:lnTo>
                  <a:lnTo>
                    <a:pt x="732588" y="6283"/>
                  </a:lnTo>
                  <a:lnTo>
                    <a:pt x="752324" y="5970"/>
                  </a:lnTo>
                  <a:lnTo>
                    <a:pt x="771368" y="5668"/>
                  </a:lnTo>
                  <a:lnTo>
                    <a:pt x="789766" y="5376"/>
                  </a:lnTo>
                  <a:lnTo>
                    <a:pt x="807560" y="5093"/>
                  </a:lnTo>
                  <a:lnTo>
                    <a:pt x="824790" y="4820"/>
                  </a:lnTo>
                  <a:lnTo>
                    <a:pt x="841489" y="4555"/>
                  </a:lnTo>
                  <a:lnTo>
                    <a:pt x="857690" y="4298"/>
                  </a:lnTo>
                  <a:lnTo>
                    <a:pt x="873421" y="4048"/>
                  </a:lnTo>
                  <a:lnTo>
                    <a:pt x="888709" y="3805"/>
                  </a:lnTo>
                  <a:lnTo>
                    <a:pt x="903578" y="3569"/>
                  </a:lnTo>
                  <a:lnTo>
                    <a:pt x="918051" y="3340"/>
                  </a:lnTo>
                  <a:lnTo>
                    <a:pt x="932147" y="3116"/>
                  </a:lnTo>
                  <a:lnTo>
                    <a:pt x="945887" y="2898"/>
                  </a:lnTo>
                  <a:lnTo>
                    <a:pt x="959287" y="2685"/>
                  </a:lnTo>
                  <a:lnTo>
                    <a:pt x="972365" y="2478"/>
                  </a:lnTo>
                  <a:lnTo>
                    <a:pt x="985135" y="2275"/>
                  </a:lnTo>
                  <a:lnTo>
                    <a:pt x="997611" y="2077"/>
                  </a:lnTo>
                  <a:lnTo>
                    <a:pt x="1009807" y="1883"/>
                  </a:lnTo>
                  <a:lnTo>
                    <a:pt x="1021734" y="1694"/>
                  </a:lnTo>
                  <a:lnTo>
                    <a:pt x="1033405" y="1509"/>
                  </a:lnTo>
                  <a:lnTo>
                    <a:pt x="1044831" y="1327"/>
                  </a:lnTo>
                  <a:lnTo>
                    <a:pt x="1056021" y="1150"/>
                  </a:lnTo>
                  <a:lnTo>
                    <a:pt x="1066984" y="976"/>
                  </a:lnTo>
                  <a:lnTo>
                    <a:pt x="1077731" y="805"/>
                  </a:lnTo>
                  <a:lnTo>
                    <a:pt x="1088269" y="638"/>
                  </a:lnTo>
                  <a:lnTo>
                    <a:pt x="1098606" y="474"/>
                  </a:lnTo>
                  <a:lnTo>
                    <a:pt x="1108750" y="313"/>
                  </a:lnTo>
                  <a:lnTo>
                    <a:pt x="1118708" y="155"/>
                  </a:lnTo>
                  <a:lnTo>
                    <a:pt x="1128486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6" name="pl765"/>
            <p:cNvSpPr/>
            <p:nvPr/>
          </p:nvSpPr>
          <p:spPr>
            <a:xfrm>
              <a:off x="1428722" y="4981266"/>
              <a:ext cx="1128486" cy="14264"/>
            </a:xfrm>
            <a:custGeom>
              <a:avLst/>
              <a:pathLst>
                <a:path w="1128486" h="14264">
                  <a:moveTo>
                    <a:pt x="0" y="14264"/>
                  </a:moveTo>
                  <a:lnTo>
                    <a:pt x="72465" y="13348"/>
                  </a:lnTo>
                  <a:lnTo>
                    <a:pt x="136385" y="12540"/>
                  </a:lnTo>
                  <a:lnTo>
                    <a:pt x="193563" y="11817"/>
                  </a:lnTo>
                  <a:lnTo>
                    <a:pt x="245286" y="11163"/>
                  </a:lnTo>
                  <a:lnTo>
                    <a:pt x="292506" y="10566"/>
                  </a:lnTo>
                  <a:lnTo>
                    <a:pt x="335944" y="10017"/>
                  </a:lnTo>
                  <a:lnTo>
                    <a:pt x="376162" y="9509"/>
                  </a:lnTo>
                  <a:lnTo>
                    <a:pt x="413603" y="9036"/>
                  </a:lnTo>
                  <a:lnTo>
                    <a:pt x="448628" y="8593"/>
                  </a:lnTo>
                  <a:lnTo>
                    <a:pt x="481528" y="8177"/>
                  </a:lnTo>
                  <a:lnTo>
                    <a:pt x="512547" y="7785"/>
                  </a:lnTo>
                  <a:lnTo>
                    <a:pt x="541889" y="7414"/>
                  </a:lnTo>
                  <a:lnTo>
                    <a:pt x="569725" y="7062"/>
                  </a:lnTo>
                  <a:lnTo>
                    <a:pt x="596203" y="6728"/>
                  </a:lnTo>
                  <a:lnTo>
                    <a:pt x="621448" y="6409"/>
                  </a:lnTo>
                  <a:lnTo>
                    <a:pt x="645572" y="6104"/>
                  </a:lnTo>
                  <a:lnTo>
                    <a:pt x="668668" y="5812"/>
                  </a:lnTo>
                  <a:lnTo>
                    <a:pt x="690822" y="5532"/>
                  </a:lnTo>
                  <a:lnTo>
                    <a:pt x="712107" y="5263"/>
                  </a:lnTo>
                  <a:lnTo>
                    <a:pt x="732588" y="5004"/>
                  </a:lnTo>
                  <a:lnTo>
                    <a:pt x="752324" y="4754"/>
                  </a:lnTo>
                  <a:lnTo>
                    <a:pt x="771368" y="4514"/>
                  </a:lnTo>
                  <a:lnTo>
                    <a:pt x="789766" y="4281"/>
                  </a:lnTo>
                  <a:lnTo>
                    <a:pt x="807560" y="4056"/>
                  </a:lnTo>
                  <a:lnTo>
                    <a:pt x="824790" y="3838"/>
                  </a:lnTo>
                  <a:lnTo>
                    <a:pt x="841489" y="3627"/>
                  </a:lnTo>
                  <a:lnTo>
                    <a:pt x="857690" y="3422"/>
                  </a:lnTo>
                  <a:lnTo>
                    <a:pt x="873421" y="3224"/>
                  </a:lnTo>
                  <a:lnTo>
                    <a:pt x="888709" y="3030"/>
                  </a:lnTo>
                  <a:lnTo>
                    <a:pt x="903578" y="2842"/>
                  </a:lnTo>
                  <a:lnTo>
                    <a:pt x="918051" y="2659"/>
                  </a:lnTo>
                  <a:lnTo>
                    <a:pt x="932147" y="2481"/>
                  </a:lnTo>
                  <a:lnTo>
                    <a:pt x="945887" y="2308"/>
                  </a:lnTo>
                  <a:lnTo>
                    <a:pt x="959287" y="2138"/>
                  </a:lnTo>
                  <a:lnTo>
                    <a:pt x="972365" y="1973"/>
                  </a:lnTo>
                  <a:lnTo>
                    <a:pt x="985135" y="1811"/>
                  </a:lnTo>
                  <a:lnTo>
                    <a:pt x="997611" y="1654"/>
                  </a:lnTo>
                  <a:lnTo>
                    <a:pt x="1009807" y="1500"/>
                  </a:lnTo>
                  <a:lnTo>
                    <a:pt x="1021734" y="1349"/>
                  </a:lnTo>
                  <a:lnTo>
                    <a:pt x="1033405" y="1201"/>
                  </a:lnTo>
                  <a:lnTo>
                    <a:pt x="1044831" y="1057"/>
                  </a:lnTo>
                  <a:lnTo>
                    <a:pt x="1056021" y="915"/>
                  </a:lnTo>
                  <a:lnTo>
                    <a:pt x="1066984" y="777"/>
                  </a:lnTo>
                  <a:lnTo>
                    <a:pt x="1077731" y="641"/>
                  </a:lnTo>
                  <a:lnTo>
                    <a:pt x="1088269" y="508"/>
                  </a:lnTo>
                  <a:lnTo>
                    <a:pt x="1098606" y="377"/>
                  </a:lnTo>
                  <a:lnTo>
                    <a:pt x="1108750" y="249"/>
                  </a:lnTo>
                  <a:lnTo>
                    <a:pt x="1118708" y="123"/>
                  </a:lnTo>
                  <a:lnTo>
                    <a:pt x="1128486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7" name="pl766"/>
            <p:cNvSpPr/>
            <p:nvPr/>
          </p:nvSpPr>
          <p:spPr>
            <a:xfrm>
              <a:off x="1428722" y="4959677"/>
              <a:ext cx="1128486" cy="103054"/>
            </a:xfrm>
            <a:custGeom>
              <a:avLst/>
              <a:pathLst>
                <a:path w="1128486" h="103054">
                  <a:moveTo>
                    <a:pt x="0" y="103054"/>
                  </a:moveTo>
                  <a:lnTo>
                    <a:pt x="72465" y="96436"/>
                  </a:lnTo>
                  <a:lnTo>
                    <a:pt x="136385" y="90599"/>
                  </a:lnTo>
                  <a:lnTo>
                    <a:pt x="193563" y="85377"/>
                  </a:lnTo>
                  <a:lnTo>
                    <a:pt x="245286" y="80654"/>
                  </a:lnTo>
                  <a:lnTo>
                    <a:pt x="292506" y="76342"/>
                  </a:lnTo>
                  <a:lnTo>
                    <a:pt x="335944" y="72375"/>
                  </a:lnTo>
                  <a:lnTo>
                    <a:pt x="376162" y="68702"/>
                  </a:lnTo>
                  <a:lnTo>
                    <a:pt x="413603" y="65283"/>
                  </a:lnTo>
                  <a:lnTo>
                    <a:pt x="448628" y="62085"/>
                  </a:lnTo>
                  <a:lnTo>
                    <a:pt x="481528" y="59080"/>
                  </a:lnTo>
                  <a:lnTo>
                    <a:pt x="512547" y="56247"/>
                  </a:lnTo>
                  <a:lnTo>
                    <a:pt x="541889" y="53568"/>
                  </a:lnTo>
                  <a:lnTo>
                    <a:pt x="569725" y="51026"/>
                  </a:lnTo>
                  <a:lnTo>
                    <a:pt x="596203" y="48608"/>
                  </a:lnTo>
                  <a:lnTo>
                    <a:pt x="621448" y="46303"/>
                  </a:lnTo>
                  <a:lnTo>
                    <a:pt x="645572" y="44100"/>
                  </a:lnTo>
                  <a:lnTo>
                    <a:pt x="668668" y="41990"/>
                  </a:lnTo>
                  <a:lnTo>
                    <a:pt x="690822" y="39967"/>
                  </a:lnTo>
                  <a:lnTo>
                    <a:pt x="712107" y="38024"/>
                  </a:lnTo>
                  <a:lnTo>
                    <a:pt x="732588" y="36153"/>
                  </a:lnTo>
                  <a:lnTo>
                    <a:pt x="752324" y="34351"/>
                  </a:lnTo>
                  <a:lnTo>
                    <a:pt x="771368" y="32612"/>
                  </a:lnTo>
                  <a:lnTo>
                    <a:pt x="789766" y="30932"/>
                  </a:lnTo>
                  <a:lnTo>
                    <a:pt x="807560" y="29307"/>
                  </a:lnTo>
                  <a:lnTo>
                    <a:pt x="824790" y="27733"/>
                  </a:lnTo>
                  <a:lnTo>
                    <a:pt x="841489" y="26208"/>
                  </a:lnTo>
                  <a:lnTo>
                    <a:pt x="857690" y="24729"/>
                  </a:lnTo>
                  <a:lnTo>
                    <a:pt x="873421" y="23292"/>
                  </a:lnTo>
                  <a:lnTo>
                    <a:pt x="888709" y="21896"/>
                  </a:lnTo>
                  <a:lnTo>
                    <a:pt x="903578" y="20538"/>
                  </a:lnTo>
                  <a:lnTo>
                    <a:pt x="918051" y="19217"/>
                  </a:lnTo>
                  <a:lnTo>
                    <a:pt x="932147" y="17929"/>
                  </a:lnTo>
                  <a:lnTo>
                    <a:pt x="945887" y="16675"/>
                  </a:lnTo>
                  <a:lnTo>
                    <a:pt x="959287" y="15451"/>
                  </a:lnTo>
                  <a:lnTo>
                    <a:pt x="972365" y="14257"/>
                  </a:lnTo>
                  <a:lnTo>
                    <a:pt x="985135" y="13090"/>
                  </a:lnTo>
                  <a:lnTo>
                    <a:pt x="997611" y="11951"/>
                  </a:lnTo>
                  <a:lnTo>
                    <a:pt x="1009807" y="10837"/>
                  </a:lnTo>
                  <a:lnTo>
                    <a:pt x="1021734" y="9748"/>
                  </a:lnTo>
                  <a:lnTo>
                    <a:pt x="1033405" y="8682"/>
                  </a:lnTo>
                  <a:lnTo>
                    <a:pt x="1044831" y="7639"/>
                  </a:lnTo>
                  <a:lnTo>
                    <a:pt x="1056021" y="6617"/>
                  </a:lnTo>
                  <a:lnTo>
                    <a:pt x="1066984" y="5616"/>
                  </a:lnTo>
                  <a:lnTo>
                    <a:pt x="1077731" y="4635"/>
                  </a:lnTo>
                  <a:lnTo>
                    <a:pt x="1088269" y="3672"/>
                  </a:lnTo>
                  <a:lnTo>
                    <a:pt x="1098606" y="2728"/>
                  </a:lnTo>
                  <a:lnTo>
                    <a:pt x="1108750" y="1802"/>
                  </a:lnTo>
                  <a:lnTo>
                    <a:pt x="1118708" y="892"/>
                  </a:lnTo>
                  <a:lnTo>
                    <a:pt x="1128486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8" name="pl767"/>
            <p:cNvSpPr/>
            <p:nvPr/>
          </p:nvSpPr>
          <p:spPr>
            <a:xfrm>
              <a:off x="1428722" y="4839000"/>
              <a:ext cx="1128486" cy="118217"/>
            </a:xfrm>
            <a:custGeom>
              <a:avLst/>
              <a:pathLst>
                <a:path w="1128486" h="118217">
                  <a:moveTo>
                    <a:pt x="0" y="118217"/>
                  </a:moveTo>
                  <a:lnTo>
                    <a:pt x="72465" y="110626"/>
                  </a:lnTo>
                  <a:lnTo>
                    <a:pt x="136385" y="103930"/>
                  </a:lnTo>
                  <a:lnTo>
                    <a:pt x="193563" y="97940"/>
                  </a:lnTo>
                  <a:lnTo>
                    <a:pt x="245286" y="92521"/>
                  </a:lnTo>
                  <a:lnTo>
                    <a:pt x="292506" y="87575"/>
                  </a:lnTo>
                  <a:lnTo>
                    <a:pt x="335944" y="83024"/>
                  </a:lnTo>
                  <a:lnTo>
                    <a:pt x="376162" y="78811"/>
                  </a:lnTo>
                  <a:lnTo>
                    <a:pt x="413603" y="74889"/>
                  </a:lnTo>
                  <a:lnTo>
                    <a:pt x="448628" y="71220"/>
                  </a:lnTo>
                  <a:lnTo>
                    <a:pt x="481528" y="67773"/>
                  </a:lnTo>
                  <a:lnTo>
                    <a:pt x="512547" y="64524"/>
                  </a:lnTo>
                  <a:lnTo>
                    <a:pt x="541889" y="61450"/>
                  </a:lnTo>
                  <a:lnTo>
                    <a:pt x="569725" y="58534"/>
                  </a:lnTo>
                  <a:lnTo>
                    <a:pt x="596203" y="55760"/>
                  </a:lnTo>
                  <a:lnTo>
                    <a:pt x="621448" y="53116"/>
                  </a:lnTo>
                  <a:lnTo>
                    <a:pt x="645572" y="50588"/>
                  </a:lnTo>
                  <a:lnTo>
                    <a:pt x="668668" y="48169"/>
                  </a:lnTo>
                  <a:lnTo>
                    <a:pt x="690822" y="45848"/>
                  </a:lnTo>
                  <a:lnTo>
                    <a:pt x="712107" y="43618"/>
                  </a:lnTo>
                  <a:lnTo>
                    <a:pt x="732588" y="41473"/>
                  </a:lnTo>
                  <a:lnTo>
                    <a:pt x="752324" y="39405"/>
                  </a:lnTo>
                  <a:lnTo>
                    <a:pt x="771368" y="37410"/>
                  </a:lnTo>
                  <a:lnTo>
                    <a:pt x="789766" y="35483"/>
                  </a:lnTo>
                  <a:lnTo>
                    <a:pt x="807560" y="33619"/>
                  </a:lnTo>
                  <a:lnTo>
                    <a:pt x="824790" y="31814"/>
                  </a:lnTo>
                  <a:lnTo>
                    <a:pt x="841489" y="30065"/>
                  </a:lnTo>
                  <a:lnTo>
                    <a:pt x="857690" y="28367"/>
                  </a:lnTo>
                  <a:lnTo>
                    <a:pt x="873421" y="26720"/>
                  </a:lnTo>
                  <a:lnTo>
                    <a:pt x="888709" y="25118"/>
                  </a:lnTo>
                  <a:lnTo>
                    <a:pt x="903578" y="23560"/>
                  </a:lnTo>
                  <a:lnTo>
                    <a:pt x="918051" y="22044"/>
                  </a:lnTo>
                  <a:lnTo>
                    <a:pt x="932147" y="20568"/>
                  </a:lnTo>
                  <a:lnTo>
                    <a:pt x="945887" y="19128"/>
                  </a:lnTo>
                  <a:lnTo>
                    <a:pt x="959287" y="17724"/>
                  </a:lnTo>
                  <a:lnTo>
                    <a:pt x="972365" y="16354"/>
                  </a:lnTo>
                  <a:lnTo>
                    <a:pt x="985135" y="15017"/>
                  </a:lnTo>
                  <a:lnTo>
                    <a:pt x="997611" y="13710"/>
                  </a:lnTo>
                  <a:lnTo>
                    <a:pt x="1009807" y="12432"/>
                  </a:lnTo>
                  <a:lnTo>
                    <a:pt x="1021734" y="11183"/>
                  </a:lnTo>
                  <a:lnTo>
                    <a:pt x="1033405" y="9960"/>
                  </a:lnTo>
                  <a:lnTo>
                    <a:pt x="1044831" y="8763"/>
                  </a:lnTo>
                  <a:lnTo>
                    <a:pt x="1056021" y="7591"/>
                  </a:lnTo>
                  <a:lnTo>
                    <a:pt x="1066984" y="6442"/>
                  </a:lnTo>
                  <a:lnTo>
                    <a:pt x="1077731" y="5317"/>
                  </a:lnTo>
                  <a:lnTo>
                    <a:pt x="1088269" y="4213"/>
                  </a:lnTo>
                  <a:lnTo>
                    <a:pt x="1098606" y="3130"/>
                  </a:lnTo>
                  <a:lnTo>
                    <a:pt x="1108750" y="2067"/>
                  </a:lnTo>
                  <a:lnTo>
                    <a:pt x="1118708" y="1024"/>
                  </a:lnTo>
                  <a:lnTo>
                    <a:pt x="1128486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9" name="pl768"/>
            <p:cNvSpPr/>
            <p:nvPr/>
          </p:nvSpPr>
          <p:spPr>
            <a:xfrm>
              <a:off x="1428722" y="4876358"/>
              <a:ext cx="1128486" cy="92973"/>
            </a:xfrm>
            <a:custGeom>
              <a:avLst/>
              <a:pathLst>
                <a:path w="1128486" h="92973">
                  <a:moveTo>
                    <a:pt x="0" y="0"/>
                  </a:moveTo>
                  <a:lnTo>
                    <a:pt x="72465" y="5970"/>
                  </a:lnTo>
                  <a:lnTo>
                    <a:pt x="136385" y="11236"/>
                  </a:lnTo>
                  <a:lnTo>
                    <a:pt x="193563" y="15947"/>
                  </a:lnTo>
                  <a:lnTo>
                    <a:pt x="245286" y="20208"/>
                  </a:lnTo>
                  <a:lnTo>
                    <a:pt x="292506" y="24098"/>
                  </a:lnTo>
                  <a:lnTo>
                    <a:pt x="335944" y="27677"/>
                  </a:lnTo>
                  <a:lnTo>
                    <a:pt x="376162" y="30991"/>
                  </a:lnTo>
                  <a:lnTo>
                    <a:pt x="413603" y="34075"/>
                  </a:lnTo>
                  <a:lnTo>
                    <a:pt x="448628" y="36961"/>
                  </a:lnTo>
                  <a:lnTo>
                    <a:pt x="481528" y="39672"/>
                  </a:lnTo>
                  <a:lnTo>
                    <a:pt x="512547" y="42227"/>
                  </a:lnTo>
                  <a:lnTo>
                    <a:pt x="541889" y="44645"/>
                  </a:lnTo>
                  <a:lnTo>
                    <a:pt x="569725" y="46938"/>
                  </a:lnTo>
                  <a:lnTo>
                    <a:pt x="596203" y="49119"/>
                  </a:lnTo>
                  <a:lnTo>
                    <a:pt x="621448" y="51199"/>
                  </a:lnTo>
                  <a:lnTo>
                    <a:pt x="645572" y="53187"/>
                  </a:lnTo>
                  <a:lnTo>
                    <a:pt x="668668" y="55090"/>
                  </a:lnTo>
                  <a:lnTo>
                    <a:pt x="690822" y="56915"/>
                  </a:lnTo>
                  <a:lnTo>
                    <a:pt x="712107" y="58668"/>
                  </a:lnTo>
                  <a:lnTo>
                    <a:pt x="732588" y="60356"/>
                  </a:lnTo>
                  <a:lnTo>
                    <a:pt x="752324" y="61982"/>
                  </a:lnTo>
                  <a:lnTo>
                    <a:pt x="771368" y="63551"/>
                  </a:lnTo>
                  <a:lnTo>
                    <a:pt x="789766" y="65067"/>
                  </a:lnTo>
                  <a:lnTo>
                    <a:pt x="807560" y="66533"/>
                  </a:lnTo>
                  <a:lnTo>
                    <a:pt x="824790" y="67952"/>
                  </a:lnTo>
                  <a:lnTo>
                    <a:pt x="841489" y="69328"/>
                  </a:lnTo>
                  <a:lnTo>
                    <a:pt x="857690" y="70663"/>
                  </a:lnTo>
                  <a:lnTo>
                    <a:pt x="873421" y="71959"/>
                  </a:lnTo>
                  <a:lnTo>
                    <a:pt x="888709" y="73218"/>
                  </a:lnTo>
                  <a:lnTo>
                    <a:pt x="903578" y="74443"/>
                  </a:lnTo>
                  <a:lnTo>
                    <a:pt x="918051" y="75636"/>
                  </a:lnTo>
                  <a:lnTo>
                    <a:pt x="932147" y="76797"/>
                  </a:lnTo>
                  <a:lnTo>
                    <a:pt x="945887" y="77929"/>
                  </a:lnTo>
                  <a:lnTo>
                    <a:pt x="959287" y="79033"/>
                  </a:lnTo>
                  <a:lnTo>
                    <a:pt x="972365" y="80111"/>
                  </a:lnTo>
                  <a:lnTo>
                    <a:pt x="985135" y="81163"/>
                  </a:lnTo>
                  <a:lnTo>
                    <a:pt x="997611" y="82190"/>
                  </a:lnTo>
                  <a:lnTo>
                    <a:pt x="1009807" y="83195"/>
                  </a:lnTo>
                  <a:lnTo>
                    <a:pt x="1021734" y="84178"/>
                  </a:lnTo>
                  <a:lnTo>
                    <a:pt x="1033405" y="85140"/>
                  </a:lnTo>
                  <a:lnTo>
                    <a:pt x="1044831" y="86081"/>
                  </a:lnTo>
                  <a:lnTo>
                    <a:pt x="1056021" y="87003"/>
                  </a:lnTo>
                  <a:lnTo>
                    <a:pt x="1066984" y="87906"/>
                  </a:lnTo>
                  <a:lnTo>
                    <a:pt x="1077731" y="88791"/>
                  </a:lnTo>
                  <a:lnTo>
                    <a:pt x="1088269" y="89660"/>
                  </a:lnTo>
                  <a:lnTo>
                    <a:pt x="1098606" y="90511"/>
                  </a:lnTo>
                  <a:lnTo>
                    <a:pt x="1108750" y="91347"/>
                  </a:lnTo>
                  <a:lnTo>
                    <a:pt x="1118708" y="92167"/>
                  </a:lnTo>
                  <a:lnTo>
                    <a:pt x="1128486" y="92973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0" name="pl769"/>
            <p:cNvSpPr/>
            <p:nvPr/>
          </p:nvSpPr>
          <p:spPr>
            <a:xfrm>
              <a:off x="1428722" y="4994689"/>
              <a:ext cx="1128486" cy="180141"/>
            </a:xfrm>
            <a:custGeom>
              <a:avLst/>
              <a:pathLst>
                <a:path w="1128486" h="180141">
                  <a:moveTo>
                    <a:pt x="0" y="0"/>
                  </a:moveTo>
                  <a:lnTo>
                    <a:pt x="72465" y="11567"/>
                  </a:lnTo>
                  <a:lnTo>
                    <a:pt x="136385" y="21771"/>
                  </a:lnTo>
                  <a:lnTo>
                    <a:pt x="193563" y="30898"/>
                  </a:lnTo>
                  <a:lnTo>
                    <a:pt x="245286" y="39155"/>
                  </a:lnTo>
                  <a:lnTo>
                    <a:pt x="292506" y="46693"/>
                  </a:lnTo>
                  <a:lnTo>
                    <a:pt x="335944" y="53627"/>
                  </a:lnTo>
                  <a:lnTo>
                    <a:pt x="376162" y="60047"/>
                  </a:lnTo>
                  <a:lnTo>
                    <a:pt x="413603" y="66023"/>
                  </a:lnTo>
                  <a:lnTo>
                    <a:pt x="448628" y="71614"/>
                  </a:lnTo>
                  <a:lnTo>
                    <a:pt x="481528" y="76866"/>
                  </a:lnTo>
                  <a:lnTo>
                    <a:pt x="512547" y="81818"/>
                  </a:lnTo>
                  <a:lnTo>
                    <a:pt x="541889" y="86502"/>
                  </a:lnTo>
                  <a:lnTo>
                    <a:pt x="569725" y="90945"/>
                  </a:lnTo>
                  <a:lnTo>
                    <a:pt x="596203" y="95172"/>
                  </a:lnTo>
                  <a:lnTo>
                    <a:pt x="621448" y="99202"/>
                  </a:lnTo>
                  <a:lnTo>
                    <a:pt x="645572" y="103053"/>
                  </a:lnTo>
                  <a:lnTo>
                    <a:pt x="668668" y="106740"/>
                  </a:lnTo>
                  <a:lnTo>
                    <a:pt x="690822" y="110276"/>
                  </a:lnTo>
                  <a:lnTo>
                    <a:pt x="712107" y="113674"/>
                  </a:lnTo>
                  <a:lnTo>
                    <a:pt x="732588" y="116943"/>
                  </a:lnTo>
                  <a:lnTo>
                    <a:pt x="752324" y="120094"/>
                  </a:lnTo>
                  <a:lnTo>
                    <a:pt x="771368" y="123133"/>
                  </a:lnTo>
                  <a:lnTo>
                    <a:pt x="789766" y="126070"/>
                  </a:lnTo>
                  <a:lnTo>
                    <a:pt x="807560" y="128911"/>
                  </a:lnTo>
                  <a:lnTo>
                    <a:pt x="824790" y="131661"/>
                  </a:lnTo>
                  <a:lnTo>
                    <a:pt x="841489" y="134327"/>
                  </a:lnTo>
                  <a:lnTo>
                    <a:pt x="857690" y="136913"/>
                  </a:lnTo>
                  <a:lnTo>
                    <a:pt x="873421" y="139424"/>
                  </a:lnTo>
                  <a:lnTo>
                    <a:pt x="888709" y="141865"/>
                  </a:lnTo>
                  <a:lnTo>
                    <a:pt x="903578" y="144238"/>
                  </a:lnTo>
                  <a:lnTo>
                    <a:pt x="918051" y="146549"/>
                  </a:lnTo>
                  <a:lnTo>
                    <a:pt x="932147" y="148799"/>
                  </a:lnTo>
                  <a:lnTo>
                    <a:pt x="945887" y="150992"/>
                  </a:lnTo>
                  <a:lnTo>
                    <a:pt x="959287" y="153131"/>
                  </a:lnTo>
                  <a:lnTo>
                    <a:pt x="972365" y="155219"/>
                  </a:lnTo>
                  <a:lnTo>
                    <a:pt x="985135" y="157257"/>
                  </a:lnTo>
                  <a:lnTo>
                    <a:pt x="997611" y="159249"/>
                  </a:lnTo>
                  <a:lnTo>
                    <a:pt x="1009807" y="161196"/>
                  </a:lnTo>
                  <a:lnTo>
                    <a:pt x="1021734" y="163100"/>
                  </a:lnTo>
                  <a:lnTo>
                    <a:pt x="1033405" y="164963"/>
                  </a:lnTo>
                  <a:lnTo>
                    <a:pt x="1044831" y="166787"/>
                  </a:lnTo>
                  <a:lnTo>
                    <a:pt x="1056021" y="168573"/>
                  </a:lnTo>
                  <a:lnTo>
                    <a:pt x="1066984" y="170323"/>
                  </a:lnTo>
                  <a:lnTo>
                    <a:pt x="1077731" y="172038"/>
                  </a:lnTo>
                  <a:lnTo>
                    <a:pt x="1088269" y="173721"/>
                  </a:lnTo>
                  <a:lnTo>
                    <a:pt x="1098606" y="175371"/>
                  </a:lnTo>
                  <a:lnTo>
                    <a:pt x="1108750" y="176990"/>
                  </a:lnTo>
                  <a:lnTo>
                    <a:pt x="1118708" y="178580"/>
                  </a:lnTo>
                  <a:lnTo>
                    <a:pt x="1128486" y="180141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1" name="pl770"/>
            <p:cNvSpPr/>
            <p:nvPr/>
          </p:nvSpPr>
          <p:spPr>
            <a:xfrm>
              <a:off x="1428722" y="4955232"/>
              <a:ext cx="1128486" cy="6484"/>
            </a:xfrm>
            <a:custGeom>
              <a:avLst/>
              <a:pathLst>
                <a:path w="1128486" h="6484">
                  <a:moveTo>
                    <a:pt x="0" y="6484"/>
                  </a:moveTo>
                  <a:lnTo>
                    <a:pt x="72465" y="6067"/>
                  </a:lnTo>
                  <a:lnTo>
                    <a:pt x="136385" y="5700"/>
                  </a:lnTo>
                  <a:lnTo>
                    <a:pt x="193563" y="5372"/>
                  </a:lnTo>
                  <a:lnTo>
                    <a:pt x="245286" y="5074"/>
                  </a:lnTo>
                  <a:lnTo>
                    <a:pt x="292506" y="4803"/>
                  </a:lnTo>
                  <a:lnTo>
                    <a:pt x="335944" y="4553"/>
                  </a:lnTo>
                  <a:lnTo>
                    <a:pt x="376162" y="4322"/>
                  </a:lnTo>
                  <a:lnTo>
                    <a:pt x="413603" y="4107"/>
                  </a:lnTo>
                  <a:lnTo>
                    <a:pt x="448628" y="3906"/>
                  </a:lnTo>
                  <a:lnTo>
                    <a:pt x="481528" y="3717"/>
                  </a:lnTo>
                  <a:lnTo>
                    <a:pt x="512547" y="3539"/>
                  </a:lnTo>
                  <a:lnTo>
                    <a:pt x="541889" y="3370"/>
                  </a:lnTo>
                  <a:lnTo>
                    <a:pt x="569725" y="3210"/>
                  </a:lnTo>
                  <a:lnTo>
                    <a:pt x="596203" y="3058"/>
                  </a:lnTo>
                  <a:lnTo>
                    <a:pt x="621448" y="2913"/>
                  </a:lnTo>
                  <a:lnTo>
                    <a:pt x="645572" y="2774"/>
                  </a:lnTo>
                  <a:lnTo>
                    <a:pt x="668668" y="2642"/>
                  </a:lnTo>
                  <a:lnTo>
                    <a:pt x="690822" y="2514"/>
                  </a:lnTo>
                  <a:lnTo>
                    <a:pt x="712107" y="2392"/>
                  </a:lnTo>
                  <a:lnTo>
                    <a:pt x="732588" y="2274"/>
                  </a:lnTo>
                  <a:lnTo>
                    <a:pt x="752324" y="2161"/>
                  </a:lnTo>
                  <a:lnTo>
                    <a:pt x="771368" y="2051"/>
                  </a:lnTo>
                  <a:lnTo>
                    <a:pt x="789766" y="1946"/>
                  </a:lnTo>
                  <a:lnTo>
                    <a:pt x="807560" y="1844"/>
                  </a:lnTo>
                  <a:lnTo>
                    <a:pt x="824790" y="1745"/>
                  </a:lnTo>
                  <a:lnTo>
                    <a:pt x="841489" y="1649"/>
                  </a:lnTo>
                  <a:lnTo>
                    <a:pt x="857690" y="1555"/>
                  </a:lnTo>
                  <a:lnTo>
                    <a:pt x="873421" y="1465"/>
                  </a:lnTo>
                  <a:lnTo>
                    <a:pt x="888709" y="1377"/>
                  </a:lnTo>
                  <a:lnTo>
                    <a:pt x="903578" y="1292"/>
                  </a:lnTo>
                  <a:lnTo>
                    <a:pt x="918051" y="1209"/>
                  </a:lnTo>
                  <a:lnTo>
                    <a:pt x="932147" y="1128"/>
                  </a:lnTo>
                  <a:lnTo>
                    <a:pt x="945887" y="1049"/>
                  </a:lnTo>
                  <a:lnTo>
                    <a:pt x="959287" y="972"/>
                  </a:lnTo>
                  <a:lnTo>
                    <a:pt x="972365" y="897"/>
                  </a:lnTo>
                  <a:lnTo>
                    <a:pt x="985135" y="823"/>
                  </a:lnTo>
                  <a:lnTo>
                    <a:pt x="997611" y="752"/>
                  </a:lnTo>
                  <a:lnTo>
                    <a:pt x="1009807" y="681"/>
                  </a:lnTo>
                  <a:lnTo>
                    <a:pt x="1021734" y="613"/>
                  </a:lnTo>
                  <a:lnTo>
                    <a:pt x="1033405" y="546"/>
                  </a:lnTo>
                  <a:lnTo>
                    <a:pt x="1044831" y="480"/>
                  </a:lnTo>
                  <a:lnTo>
                    <a:pt x="1056021" y="416"/>
                  </a:lnTo>
                  <a:lnTo>
                    <a:pt x="1066984" y="353"/>
                  </a:lnTo>
                  <a:lnTo>
                    <a:pt x="1077731" y="291"/>
                  </a:lnTo>
                  <a:lnTo>
                    <a:pt x="1088269" y="231"/>
                  </a:lnTo>
                  <a:lnTo>
                    <a:pt x="1098606" y="171"/>
                  </a:lnTo>
                  <a:lnTo>
                    <a:pt x="1108750" y="113"/>
                  </a:lnTo>
                  <a:lnTo>
                    <a:pt x="1118708" y="56"/>
                  </a:lnTo>
                  <a:lnTo>
                    <a:pt x="1128486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2" name="pl771"/>
            <p:cNvSpPr/>
            <p:nvPr/>
          </p:nvSpPr>
          <p:spPr>
            <a:xfrm>
              <a:off x="1428722" y="4986086"/>
              <a:ext cx="1128486" cy="70870"/>
            </a:xfrm>
            <a:custGeom>
              <a:avLst/>
              <a:pathLst>
                <a:path w="1128486" h="70870">
                  <a:moveTo>
                    <a:pt x="0" y="0"/>
                  </a:moveTo>
                  <a:lnTo>
                    <a:pt x="72465" y="4550"/>
                  </a:lnTo>
                  <a:lnTo>
                    <a:pt x="136385" y="8565"/>
                  </a:lnTo>
                  <a:lnTo>
                    <a:pt x="193563" y="12155"/>
                  </a:lnTo>
                  <a:lnTo>
                    <a:pt x="245286" y="15404"/>
                  </a:lnTo>
                  <a:lnTo>
                    <a:pt x="292506" y="18369"/>
                  </a:lnTo>
                  <a:lnTo>
                    <a:pt x="335944" y="21097"/>
                  </a:lnTo>
                  <a:lnTo>
                    <a:pt x="376162" y="23623"/>
                  </a:lnTo>
                  <a:lnTo>
                    <a:pt x="413603" y="25974"/>
                  </a:lnTo>
                  <a:lnTo>
                    <a:pt x="448628" y="28174"/>
                  </a:lnTo>
                  <a:lnTo>
                    <a:pt x="481528" y="30240"/>
                  </a:lnTo>
                  <a:lnTo>
                    <a:pt x="512547" y="32188"/>
                  </a:lnTo>
                  <a:lnTo>
                    <a:pt x="541889" y="34031"/>
                  </a:lnTo>
                  <a:lnTo>
                    <a:pt x="569725" y="35779"/>
                  </a:lnTo>
                  <a:lnTo>
                    <a:pt x="596203" y="37442"/>
                  </a:lnTo>
                  <a:lnTo>
                    <a:pt x="621448" y="39027"/>
                  </a:lnTo>
                  <a:lnTo>
                    <a:pt x="645572" y="40542"/>
                  </a:lnTo>
                  <a:lnTo>
                    <a:pt x="668668" y="41993"/>
                  </a:lnTo>
                  <a:lnTo>
                    <a:pt x="690822" y="43384"/>
                  </a:lnTo>
                  <a:lnTo>
                    <a:pt x="712107" y="44721"/>
                  </a:lnTo>
                  <a:lnTo>
                    <a:pt x="732588" y="46007"/>
                  </a:lnTo>
                  <a:lnTo>
                    <a:pt x="752324" y="47246"/>
                  </a:lnTo>
                  <a:lnTo>
                    <a:pt x="771368" y="48442"/>
                  </a:lnTo>
                  <a:lnTo>
                    <a:pt x="789766" y="49598"/>
                  </a:lnTo>
                  <a:lnTo>
                    <a:pt x="807560" y="50715"/>
                  </a:lnTo>
                  <a:lnTo>
                    <a:pt x="824790" y="51797"/>
                  </a:lnTo>
                  <a:lnTo>
                    <a:pt x="841489" y="52846"/>
                  </a:lnTo>
                  <a:lnTo>
                    <a:pt x="857690" y="53863"/>
                  </a:lnTo>
                  <a:lnTo>
                    <a:pt x="873421" y="54851"/>
                  </a:lnTo>
                  <a:lnTo>
                    <a:pt x="888709" y="55811"/>
                  </a:lnTo>
                  <a:lnTo>
                    <a:pt x="903578" y="56745"/>
                  </a:lnTo>
                  <a:lnTo>
                    <a:pt x="918051" y="57654"/>
                  </a:lnTo>
                  <a:lnTo>
                    <a:pt x="932147" y="58539"/>
                  </a:lnTo>
                  <a:lnTo>
                    <a:pt x="945887" y="59402"/>
                  </a:lnTo>
                  <a:lnTo>
                    <a:pt x="959287" y="60244"/>
                  </a:lnTo>
                  <a:lnTo>
                    <a:pt x="972365" y="61065"/>
                  </a:lnTo>
                  <a:lnTo>
                    <a:pt x="985135" y="61867"/>
                  </a:lnTo>
                  <a:lnTo>
                    <a:pt x="997611" y="62651"/>
                  </a:lnTo>
                  <a:lnTo>
                    <a:pt x="1009807" y="63416"/>
                  </a:lnTo>
                  <a:lnTo>
                    <a:pt x="1021734" y="64166"/>
                  </a:lnTo>
                  <a:lnTo>
                    <a:pt x="1033405" y="64899"/>
                  </a:lnTo>
                  <a:lnTo>
                    <a:pt x="1044831" y="65616"/>
                  </a:lnTo>
                  <a:lnTo>
                    <a:pt x="1056021" y="66319"/>
                  </a:lnTo>
                  <a:lnTo>
                    <a:pt x="1066984" y="67007"/>
                  </a:lnTo>
                  <a:lnTo>
                    <a:pt x="1077731" y="67682"/>
                  </a:lnTo>
                  <a:lnTo>
                    <a:pt x="1088269" y="68344"/>
                  </a:lnTo>
                  <a:lnTo>
                    <a:pt x="1098606" y="68993"/>
                  </a:lnTo>
                  <a:lnTo>
                    <a:pt x="1108750" y="69630"/>
                  </a:lnTo>
                  <a:lnTo>
                    <a:pt x="1118708" y="70256"/>
                  </a:lnTo>
                  <a:lnTo>
                    <a:pt x="1128486" y="7087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3" name="rc772"/>
            <p:cNvSpPr/>
            <p:nvPr/>
          </p:nvSpPr>
          <p:spPr>
            <a:xfrm>
              <a:off x="1342663" y="4132731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74" name="pl773"/>
            <p:cNvSpPr/>
            <p:nvPr/>
          </p:nvSpPr>
          <p:spPr>
            <a:xfrm>
              <a:off x="1342663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tx774"/>
            <p:cNvSpPr/>
            <p:nvPr/>
          </p:nvSpPr>
          <p:spPr>
            <a:xfrm rot="-5400000">
              <a:off x="1152636" y="516083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76" name="tx775"/>
            <p:cNvSpPr/>
            <p:nvPr/>
          </p:nvSpPr>
          <p:spPr>
            <a:xfrm rot="-5400000">
              <a:off x="1152636" y="478763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77" name="tx776"/>
            <p:cNvSpPr/>
            <p:nvPr/>
          </p:nvSpPr>
          <p:spPr>
            <a:xfrm rot="-5400000">
              <a:off x="1152636" y="441443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78" name="pl777"/>
            <p:cNvSpPr/>
            <p:nvPr/>
          </p:nvSpPr>
          <p:spPr>
            <a:xfrm>
              <a:off x="1311032" y="520184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8"/>
            <p:cNvSpPr/>
            <p:nvPr/>
          </p:nvSpPr>
          <p:spPr>
            <a:xfrm>
              <a:off x="1311032" y="482864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79"/>
            <p:cNvSpPr/>
            <p:nvPr/>
          </p:nvSpPr>
          <p:spPr>
            <a:xfrm>
              <a:off x="1311032" y="445544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0"/>
            <p:cNvSpPr/>
            <p:nvPr/>
          </p:nvSpPr>
          <p:spPr>
            <a:xfrm>
              <a:off x="1342663" y="5304263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1"/>
            <p:cNvSpPr/>
            <p:nvPr/>
          </p:nvSpPr>
          <p:spPr>
            <a:xfrm>
              <a:off x="1428722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2"/>
            <p:cNvSpPr/>
            <p:nvPr/>
          </p:nvSpPr>
          <p:spPr>
            <a:xfrm>
              <a:off x="1804885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3"/>
            <p:cNvSpPr/>
            <p:nvPr/>
          </p:nvSpPr>
          <p:spPr>
            <a:xfrm>
              <a:off x="2181047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4"/>
            <p:cNvSpPr/>
            <p:nvPr/>
          </p:nvSpPr>
          <p:spPr>
            <a:xfrm>
              <a:off x="2557209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tx785"/>
            <p:cNvSpPr/>
            <p:nvPr/>
          </p:nvSpPr>
          <p:spPr>
            <a:xfrm>
              <a:off x="1396947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87" name="tx786"/>
            <p:cNvSpPr/>
            <p:nvPr/>
          </p:nvSpPr>
          <p:spPr>
            <a:xfrm>
              <a:off x="1773109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88" name="tx787"/>
            <p:cNvSpPr/>
            <p:nvPr/>
          </p:nvSpPr>
          <p:spPr>
            <a:xfrm>
              <a:off x="2149272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9" name="tx788"/>
            <p:cNvSpPr/>
            <p:nvPr/>
          </p:nvSpPr>
          <p:spPr>
            <a:xfrm>
              <a:off x="2525434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90" name="tx789"/>
            <p:cNvSpPr/>
            <p:nvPr/>
          </p:nvSpPr>
          <p:spPr>
            <a:xfrm>
              <a:off x="1704354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91" name="tx790"/>
            <p:cNvSpPr/>
            <p:nvPr/>
          </p:nvSpPr>
          <p:spPr>
            <a:xfrm>
              <a:off x="1342663" y="3937978"/>
              <a:ext cx="49661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92" name="rc791"/>
            <p:cNvSpPr/>
            <p:nvPr/>
          </p:nvSpPr>
          <p:spPr>
            <a:xfrm>
              <a:off x="2773505" y="4132731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2804114" y="466420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2804023" y="440291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23721" y="4717764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2805579" y="467683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845891" y="426430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2821006" y="463592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815570" y="500581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819729" y="489554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816451" y="468752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814435" y="419666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3229424" y="52225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3207622" y="461904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211408" y="472347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220739" y="510899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225535" y="472465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207510" y="487450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223009" y="495671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231339" y="502827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206253" y="481725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188980" y="451209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220153" y="446559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205754" y="494578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186646" y="479842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184906" y="483965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198207" y="472054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196358" y="441091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194302" y="489857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223808" y="426547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560872" y="437198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581890" y="477345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595999" y="469525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587911" y="487973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571797" y="485976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556760" y="496687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601183" y="462591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3590224" y="451371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3602611" y="452503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580998" y="457562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3594673" y="473498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3576662" y="430377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3602123" y="498497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3567195" y="508779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3590934" y="466527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3575092" y="445876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3592652" y="473362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3554649" y="509393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3597372" y="415750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3596955" y="460009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3984014" y="489573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3980653" y="473217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3930668" y="488930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3975526" y="486248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3949438" y="495590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3951678" y="467045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3964391" y="482915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3971521" y="5181900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3972302" y="473763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3940959" y="493670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3982515" y="496098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3949920" y="480564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3955728" y="470012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3961823" y="504045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3931431" y="496287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3956747" y="499069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3931757" y="447269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937635" y="462538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3935427" y="499610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3956676" y="479059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3930243" y="464589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3939025" y="468221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3951573" y="461976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3966946" y="487359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5" name="pl864"/>
            <p:cNvSpPr/>
            <p:nvPr/>
          </p:nvSpPr>
          <p:spPr>
            <a:xfrm>
              <a:off x="2857708" y="4721384"/>
              <a:ext cx="1128030" cy="21024"/>
            </a:xfrm>
            <a:custGeom>
              <a:avLst/>
              <a:pathLst>
                <a:path w="1128030" h="21024">
                  <a:moveTo>
                    <a:pt x="0" y="0"/>
                  </a:moveTo>
                  <a:lnTo>
                    <a:pt x="72436" y="1350"/>
                  </a:lnTo>
                  <a:lnTo>
                    <a:pt x="136330" y="2540"/>
                  </a:lnTo>
                  <a:lnTo>
                    <a:pt x="193484" y="3606"/>
                  </a:lnTo>
                  <a:lnTo>
                    <a:pt x="245187" y="4569"/>
                  </a:lnTo>
                  <a:lnTo>
                    <a:pt x="292388" y="5449"/>
                  </a:lnTo>
                  <a:lnTo>
                    <a:pt x="335809" y="6258"/>
                  </a:lnTo>
                  <a:lnTo>
                    <a:pt x="376010" y="7008"/>
                  </a:lnTo>
                  <a:lnTo>
                    <a:pt x="413436" y="7705"/>
                  </a:lnTo>
                  <a:lnTo>
                    <a:pt x="448446" y="8358"/>
                  </a:lnTo>
                  <a:lnTo>
                    <a:pt x="481333" y="8971"/>
                  </a:lnTo>
                  <a:lnTo>
                    <a:pt x="512340" y="9549"/>
                  </a:lnTo>
                  <a:lnTo>
                    <a:pt x="541670" y="10095"/>
                  </a:lnTo>
                  <a:lnTo>
                    <a:pt x="569495" y="10614"/>
                  </a:lnTo>
                  <a:lnTo>
                    <a:pt x="595962" y="11107"/>
                  </a:lnTo>
                  <a:lnTo>
                    <a:pt x="621197" y="11578"/>
                  </a:lnTo>
                  <a:lnTo>
                    <a:pt x="645311" y="12027"/>
                  </a:lnTo>
                  <a:lnTo>
                    <a:pt x="668398" y="12457"/>
                  </a:lnTo>
                  <a:lnTo>
                    <a:pt x="690543" y="12870"/>
                  </a:lnTo>
                  <a:lnTo>
                    <a:pt x="711819" y="13267"/>
                  </a:lnTo>
                  <a:lnTo>
                    <a:pt x="732292" y="13648"/>
                  </a:lnTo>
                  <a:lnTo>
                    <a:pt x="752020" y="14016"/>
                  </a:lnTo>
                  <a:lnTo>
                    <a:pt x="771056" y="14371"/>
                  </a:lnTo>
                  <a:lnTo>
                    <a:pt x="789447" y="14714"/>
                  </a:lnTo>
                  <a:lnTo>
                    <a:pt x="807234" y="15045"/>
                  </a:lnTo>
                  <a:lnTo>
                    <a:pt x="824457" y="15366"/>
                  </a:lnTo>
                  <a:lnTo>
                    <a:pt x="841149" y="15677"/>
                  </a:lnTo>
                  <a:lnTo>
                    <a:pt x="857344" y="15979"/>
                  </a:lnTo>
                  <a:lnTo>
                    <a:pt x="873068" y="16272"/>
                  </a:lnTo>
                  <a:lnTo>
                    <a:pt x="888350" y="16557"/>
                  </a:lnTo>
                  <a:lnTo>
                    <a:pt x="903213" y="16834"/>
                  </a:lnTo>
                  <a:lnTo>
                    <a:pt x="917680" y="17104"/>
                  </a:lnTo>
                  <a:lnTo>
                    <a:pt x="931771" y="17366"/>
                  </a:lnTo>
                  <a:lnTo>
                    <a:pt x="945505" y="17622"/>
                  </a:lnTo>
                  <a:lnTo>
                    <a:pt x="958900" y="17872"/>
                  </a:lnTo>
                  <a:lnTo>
                    <a:pt x="971972" y="18116"/>
                  </a:lnTo>
                  <a:lnTo>
                    <a:pt x="984737" y="18353"/>
                  </a:lnTo>
                  <a:lnTo>
                    <a:pt x="997208" y="18586"/>
                  </a:lnTo>
                  <a:lnTo>
                    <a:pt x="1009398" y="18813"/>
                  </a:lnTo>
                  <a:lnTo>
                    <a:pt x="1021321" y="19035"/>
                  </a:lnTo>
                  <a:lnTo>
                    <a:pt x="1032988" y="19253"/>
                  </a:lnTo>
                  <a:lnTo>
                    <a:pt x="1044409" y="19466"/>
                  </a:lnTo>
                  <a:lnTo>
                    <a:pt x="1055594" y="19674"/>
                  </a:lnTo>
                  <a:lnTo>
                    <a:pt x="1066553" y="19878"/>
                  </a:lnTo>
                  <a:lnTo>
                    <a:pt x="1077295" y="20079"/>
                  </a:lnTo>
                  <a:lnTo>
                    <a:pt x="1087829" y="20275"/>
                  </a:lnTo>
                  <a:lnTo>
                    <a:pt x="1098162" y="20467"/>
                  </a:lnTo>
                  <a:lnTo>
                    <a:pt x="1108302" y="20656"/>
                  </a:lnTo>
                  <a:lnTo>
                    <a:pt x="1118256" y="20842"/>
                  </a:lnTo>
                  <a:lnTo>
                    <a:pt x="1128030" y="21024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6" name="pl865"/>
            <p:cNvSpPr/>
            <p:nvPr/>
          </p:nvSpPr>
          <p:spPr>
            <a:xfrm>
              <a:off x="2857708" y="4712215"/>
              <a:ext cx="1128030" cy="9022"/>
            </a:xfrm>
            <a:custGeom>
              <a:avLst/>
              <a:pathLst>
                <a:path w="1128030" h="9022">
                  <a:moveTo>
                    <a:pt x="0" y="9022"/>
                  </a:moveTo>
                  <a:lnTo>
                    <a:pt x="72436" y="8443"/>
                  </a:lnTo>
                  <a:lnTo>
                    <a:pt x="136330" y="7932"/>
                  </a:lnTo>
                  <a:lnTo>
                    <a:pt x="193484" y="7474"/>
                  </a:lnTo>
                  <a:lnTo>
                    <a:pt x="245187" y="7061"/>
                  </a:lnTo>
                  <a:lnTo>
                    <a:pt x="292388" y="6683"/>
                  </a:lnTo>
                  <a:lnTo>
                    <a:pt x="335809" y="6336"/>
                  </a:lnTo>
                  <a:lnTo>
                    <a:pt x="376010" y="6014"/>
                  </a:lnTo>
                  <a:lnTo>
                    <a:pt x="413436" y="5715"/>
                  </a:lnTo>
                  <a:lnTo>
                    <a:pt x="448446" y="5435"/>
                  </a:lnTo>
                  <a:lnTo>
                    <a:pt x="481333" y="5172"/>
                  </a:lnTo>
                  <a:lnTo>
                    <a:pt x="512340" y="4924"/>
                  </a:lnTo>
                  <a:lnTo>
                    <a:pt x="541670" y="4689"/>
                  </a:lnTo>
                  <a:lnTo>
                    <a:pt x="569495" y="4467"/>
                  </a:lnTo>
                  <a:lnTo>
                    <a:pt x="595962" y="4255"/>
                  </a:lnTo>
                  <a:lnTo>
                    <a:pt x="621197" y="4053"/>
                  </a:lnTo>
                  <a:lnTo>
                    <a:pt x="645311" y="3860"/>
                  </a:lnTo>
                  <a:lnTo>
                    <a:pt x="668398" y="3676"/>
                  </a:lnTo>
                  <a:lnTo>
                    <a:pt x="690543" y="3499"/>
                  </a:lnTo>
                  <a:lnTo>
                    <a:pt x="711819" y="3329"/>
                  </a:lnTo>
                  <a:lnTo>
                    <a:pt x="732292" y="3165"/>
                  </a:lnTo>
                  <a:lnTo>
                    <a:pt x="752020" y="3007"/>
                  </a:lnTo>
                  <a:lnTo>
                    <a:pt x="771056" y="2855"/>
                  </a:lnTo>
                  <a:lnTo>
                    <a:pt x="789447" y="2708"/>
                  </a:lnTo>
                  <a:lnTo>
                    <a:pt x="807234" y="2565"/>
                  </a:lnTo>
                  <a:lnTo>
                    <a:pt x="824457" y="2428"/>
                  </a:lnTo>
                  <a:lnTo>
                    <a:pt x="841149" y="2294"/>
                  </a:lnTo>
                  <a:lnTo>
                    <a:pt x="857344" y="2165"/>
                  </a:lnTo>
                  <a:lnTo>
                    <a:pt x="873068" y="2039"/>
                  </a:lnTo>
                  <a:lnTo>
                    <a:pt x="888350" y="1917"/>
                  </a:lnTo>
                  <a:lnTo>
                    <a:pt x="903213" y="1798"/>
                  </a:lnTo>
                  <a:lnTo>
                    <a:pt x="917680" y="1682"/>
                  </a:lnTo>
                  <a:lnTo>
                    <a:pt x="931771" y="1569"/>
                  </a:lnTo>
                  <a:lnTo>
                    <a:pt x="945505" y="1459"/>
                  </a:lnTo>
                  <a:lnTo>
                    <a:pt x="958900" y="1352"/>
                  </a:lnTo>
                  <a:lnTo>
                    <a:pt x="971972" y="1248"/>
                  </a:lnTo>
                  <a:lnTo>
                    <a:pt x="984737" y="1146"/>
                  </a:lnTo>
                  <a:lnTo>
                    <a:pt x="997208" y="1046"/>
                  </a:lnTo>
                  <a:lnTo>
                    <a:pt x="1009398" y="948"/>
                  </a:lnTo>
                  <a:lnTo>
                    <a:pt x="1021321" y="853"/>
                  </a:lnTo>
                  <a:lnTo>
                    <a:pt x="1032988" y="760"/>
                  </a:lnTo>
                  <a:lnTo>
                    <a:pt x="1044409" y="668"/>
                  </a:lnTo>
                  <a:lnTo>
                    <a:pt x="1055594" y="579"/>
                  </a:lnTo>
                  <a:lnTo>
                    <a:pt x="1066553" y="491"/>
                  </a:lnTo>
                  <a:lnTo>
                    <a:pt x="1077295" y="405"/>
                  </a:lnTo>
                  <a:lnTo>
                    <a:pt x="1087829" y="321"/>
                  </a:lnTo>
                  <a:lnTo>
                    <a:pt x="1098162" y="238"/>
                  </a:lnTo>
                  <a:lnTo>
                    <a:pt x="1108302" y="157"/>
                  </a:lnTo>
                  <a:lnTo>
                    <a:pt x="1118256" y="78"/>
                  </a:lnTo>
                  <a:lnTo>
                    <a:pt x="112803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7" name="pl866"/>
            <p:cNvSpPr/>
            <p:nvPr/>
          </p:nvSpPr>
          <p:spPr>
            <a:xfrm>
              <a:off x="2857708" y="4675095"/>
              <a:ext cx="1128030" cy="393043"/>
            </a:xfrm>
            <a:custGeom>
              <a:avLst/>
              <a:pathLst>
                <a:path w="1128030" h="393043">
                  <a:moveTo>
                    <a:pt x="0" y="0"/>
                  </a:moveTo>
                  <a:lnTo>
                    <a:pt x="72436" y="25239"/>
                  </a:lnTo>
                  <a:lnTo>
                    <a:pt x="136330" y="47501"/>
                  </a:lnTo>
                  <a:lnTo>
                    <a:pt x="193484" y="67416"/>
                  </a:lnTo>
                  <a:lnTo>
                    <a:pt x="245187" y="85431"/>
                  </a:lnTo>
                  <a:lnTo>
                    <a:pt x="292388" y="101877"/>
                  </a:lnTo>
                  <a:lnTo>
                    <a:pt x="335809" y="117006"/>
                  </a:lnTo>
                  <a:lnTo>
                    <a:pt x="376010" y="131014"/>
                  </a:lnTo>
                  <a:lnTo>
                    <a:pt x="413436" y="144054"/>
                  </a:lnTo>
                  <a:lnTo>
                    <a:pt x="448446" y="156253"/>
                  </a:lnTo>
                  <a:lnTo>
                    <a:pt x="481333" y="167712"/>
                  </a:lnTo>
                  <a:lnTo>
                    <a:pt x="512340" y="178516"/>
                  </a:lnTo>
                  <a:lnTo>
                    <a:pt x="541670" y="188735"/>
                  </a:lnTo>
                  <a:lnTo>
                    <a:pt x="569495" y="198430"/>
                  </a:lnTo>
                  <a:lnTo>
                    <a:pt x="595962" y="207652"/>
                  </a:lnTo>
                  <a:lnTo>
                    <a:pt x="621197" y="216445"/>
                  </a:lnTo>
                  <a:lnTo>
                    <a:pt x="645311" y="224847"/>
                  </a:lnTo>
                  <a:lnTo>
                    <a:pt x="668398" y="232892"/>
                  </a:lnTo>
                  <a:lnTo>
                    <a:pt x="690543" y="240607"/>
                  </a:lnTo>
                  <a:lnTo>
                    <a:pt x="711819" y="248021"/>
                  </a:lnTo>
                  <a:lnTo>
                    <a:pt x="732292" y="255154"/>
                  </a:lnTo>
                  <a:lnTo>
                    <a:pt x="752020" y="262028"/>
                  </a:lnTo>
                  <a:lnTo>
                    <a:pt x="771056" y="268661"/>
                  </a:lnTo>
                  <a:lnTo>
                    <a:pt x="789447" y="275069"/>
                  </a:lnTo>
                  <a:lnTo>
                    <a:pt x="807234" y="281266"/>
                  </a:lnTo>
                  <a:lnTo>
                    <a:pt x="824457" y="287267"/>
                  </a:lnTo>
                  <a:lnTo>
                    <a:pt x="841149" y="293084"/>
                  </a:lnTo>
                  <a:lnTo>
                    <a:pt x="857344" y="298726"/>
                  </a:lnTo>
                  <a:lnTo>
                    <a:pt x="873068" y="304205"/>
                  </a:lnTo>
                  <a:lnTo>
                    <a:pt x="888350" y="309530"/>
                  </a:lnTo>
                  <a:lnTo>
                    <a:pt x="903213" y="314709"/>
                  </a:lnTo>
                  <a:lnTo>
                    <a:pt x="917680" y="319749"/>
                  </a:lnTo>
                  <a:lnTo>
                    <a:pt x="931771" y="324659"/>
                  </a:lnTo>
                  <a:lnTo>
                    <a:pt x="945505" y="329445"/>
                  </a:lnTo>
                  <a:lnTo>
                    <a:pt x="958900" y="334112"/>
                  </a:lnTo>
                  <a:lnTo>
                    <a:pt x="971972" y="338667"/>
                  </a:lnTo>
                  <a:lnTo>
                    <a:pt x="984737" y="343114"/>
                  </a:lnTo>
                  <a:lnTo>
                    <a:pt x="997208" y="347460"/>
                  </a:lnTo>
                  <a:lnTo>
                    <a:pt x="1009398" y="351707"/>
                  </a:lnTo>
                  <a:lnTo>
                    <a:pt x="1021321" y="355862"/>
                  </a:lnTo>
                  <a:lnTo>
                    <a:pt x="1032988" y="359927"/>
                  </a:lnTo>
                  <a:lnTo>
                    <a:pt x="1044409" y="363906"/>
                  </a:lnTo>
                  <a:lnTo>
                    <a:pt x="1055594" y="367803"/>
                  </a:lnTo>
                  <a:lnTo>
                    <a:pt x="1066553" y="371622"/>
                  </a:lnTo>
                  <a:lnTo>
                    <a:pt x="1077295" y="375365"/>
                  </a:lnTo>
                  <a:lnTo>
                    <a:pt x="1087829" y="379035"/>
                  </a:lnTo>
                  <a:lnTo>
                    <a:pt x="1098162" y="382635"/>
                  </a:lnTo>
                  <a:lnTo>
                    <a:pt x="1108302" y="386169"/>
                  </a:lnTo>
                  <a:lnTo>
                    <a:pt x="1118256" y="389637"/>
                  </a:lnTo>
                  <a:lnTo>
                    <a:pt x="1128030" y="393043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8" name="pl867"/>
            <p:cNvSpPr/>
            <p:nvPr/>
          </p:nvSpPr>
          <p:spPr>
            <a:xfrm>
              <a:off x="2857708" y="4285163"/>
              <a:ext cx="1128030" cy="287985"/>
            </a:xfrm>
            <a:custGeom>
              <a:avLst/>
              <a:pathLst>
                <a:path w="1128030" h="287985">
                  <a:moveTo>
                    <a:pt x="0" y="0"/>
                  </a:moveTo>
                  <a:lnTo>
                    <a:pt x="72436" y="18492"/>
                  </a:lnTo>
                  <a:lnTo>
                    <a:pt x="136330" y="34804"/>
                  </a:lnTo>
                  <a:lnTo>
                    <a:pt x="193484" y="49396"/>
                  </a:lnTo>
                  <a:lnTo>
                    <a:pt x="245187" y="62596"/>
                  </a:lnTo>
                  <a:lnTo>
                    <a:pt x="292388" y="74646"/>
                  </a:lnTo>
                  <a:lnTo>
                    <a:pt x="335809" y="85731"/>
                  </a:lnTo>
                  <a:lnTo>
                    <a:pt x="376010" y="95995"/>
                  </a:lnTo>
                  <a:lnTo>
                    <a:pt x="413436" y="105550"/>
                  </a:lnTo>
                  <a:lnTo>
                    <a:pt x="448446" y="114488"/>
                  </a:lnTo>
                  <a:lnTo>
                    <a:pt x="481333" y="122884"/>
                  </a:lnTo>
                  <a:lnTo>
                    <a:pt x="512340" y="130800"/>
                  </a:lnTo>
                  <a:lnTo>
                    <a:pt x="541670" y="138287"/>
                  </a:lnTo>
                  <a:lnTo>
                    <a:pt x="569495" y="145391"/>
                  </a:lnTo>
                  <a:lnTo>
                    <a:pt x="595962" y="152148"/>
                  </a:lnTo>
                  <a:lnTo>
                    <a:pt x="621197" y="158591"/>
                  </a:lnTo>
                  <a:lnTo>
                    <a:pt x="645311" y="164747"/>
                  </a:lnTo>
                  <a:lnTo>
                    <a:pt x="668398" y="170641"/>
                  </a:lnTo>
                  <a:lnTo>
                    <a:pt x="690543" y="176295"/>
                  </a:lnTo>
                  <a:lnTo>
                    <a:pt x="711819" y="181726"/>
                  </a:lnTo>
                  <a:lnTo>
                    <a:pt x="732292" y="186953"/>
                  </a:lnTo>
                  <a:lnTo>
                    <a:pt x="752020" y="191990"/>
                  </a:lnTo>
                  <a:lnTo>
                    <a:pt x="771056" y="196850"/>
                  </a:lnTo>
                  <a:lnTo>
                    <a:pt x="789447" y="201545"/>
                  </a:lnTo>
                  <a:lnTo>
                    <a:pt x="807234" y="206086"/>
                  </a:lnTo>
                  <a:lnTo>
                    <a:pt x="824457" y="210483"/>
                  </a:lnTo>
                  <a:lnTo>
                    <a:pt x="841149" y="214744"/>
                  </a:lnTo>
                  <a:lnTo>
                    <a:pt x="857344" y="218879"/>
                  </a:lnTo>
                  <a:lnTo>
                    <a:pt x="873068" y="222893"/>
                  </a:lnTo>
                  <a:lnTo>
                    <a:pt x="888350" y="226795"/>
                  </a:lnTo>
                  <a:lnTo>
                    <a:pt x="903213" y="230589"/>
                  </a:lnTo>
                  <a:lnTo>
                    <a:pt x="917680" y="234282"/>
                  </a:lnTo>
                  <a:lnTo>
                    <a:pt x="931771" y="237880"/>
                  </a:lnTo>
                  <a:lnTo>
                    <a:pt x="945505" y="241386"/>
                  </a:lnTo>
                  <a:lnTo>
                    <a:pt x="958900" y="244806"/>
                  </a:lnTo>
                  <a:lnTo>
                    <a:pt x="971972" y="248143"/>
                  </a:lnTo>
                  <a:lnTo>
                    <a:pt x="984737" y="251402"/>
                  </a:lnTo>
                  <a:lnTo>
                    <a:pt x="997208" y="254586"/>
                  </a:lnTo>
                  <a:lnTo>
                    <a:pt x="1009398" y="257698"/>
                  </a:lnTo>
                  <a:lnTo>
                    <a:pt x="1021321" y="260742"/>
                  </a:lnTo>
                  <a:lnTo>
                    <a:pt x="1032988" y="263720"/>
                  </a:lnTo>
                  <a:lnTo>
                    <a:pt x="1044409" y="266636"/>
                  </a:lnTo>
                  <a:lnTo>
                    <a:pt x="1055594" y="269492"/>
                  </a:lnTo>
                  <a:lnTo>
                    <a:pt x="1066553" y="272290"/>
                  </a:lnTo>
                  <a:lnTo>
                    <a:pt x="1077295" y="275032"/>
                  </a:lnTo>
                  <a:lnTo>
                    <a:pt x="1087829" y="277721"/>
                  </a:lnTo>
                  <a:lnTo>
                    <a:pt x="1098162" y="280359"/>
                  </a:lnTo>
                  <a:lnTo>
                    <a:pt x="1108302" y="282948"/>
                  </a:lnTo>
                  <a:lnTo>
                    <a:pt x="1118256" y="285489"/>
                  </a:lnTo>
                  <a:lnTo>
                    <a:pt x="1128030" y="287985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9" name="pl868"/>
            <p:cNvSpPr/>
            <p:nvPr/>
          </p:nvSpPr>
          <p:spPr>
            <a:xfrm>
              <a:off x="2857708" y="4782557"/>
              <a:ext cx="1128030" cy="35995"/>
            </a:xfrm>
            <a:custGeom>
              <a:avLst/>
              <a:pathLst>
                <a:path w="1128030" h="35995">
                  <a:moveTo>
                    <a:pt x="0" y="0"/>
                  </a:moveTo>
                  <a:lnTo>
                    <a:pt x="72436" y="2311"/>
                  </a:lnTo>
                  <a:lnTo>
                    <a:pt x="136330" y="4350"/>
                  </a:lnTo>
                  <a:lnTo>
                    <a:pt x="193484" y="6174"/>
                  </a:lnTo>
                  <a:lnTo>
                    <a:pt x="245187" y="7824"/>
                  </a:lnTo>
                  <a:lnTo>
                    <a:pt x="292388" y="9330"/>
                  </a:lnTo>
                  <a:lnTo>
                    <a:pt x="335809" y="10715"/>
                  </a:lnTo>
                  <a:lnTo>
                    <a:pt x="376010" y="11998"/>
                  </a:lnTo>
                  <a:lnTo>
                    <a:pt x="413436" y="13192"/>
                  </a:lnTo>
                  <a:lnTo>
                    <a:pt x="448446" y="14310"/>
                  </a:lnTo>
                  <a:lnTo>
                    <a:pt x="481333" y="15359"/>
                  </a:lnTo>
                  <a:lnTo>
                    <a:pt x="512340" y="16348"/>
                  </a:lnTo>
                  <a:lnTo>
                    <a:pt x="541670" y="17284"/>
                  </a:lnTo>
                  <a:lnTo>
                    <a:pt x="569495" y="18172"/>
                  </a:lnTo>
                  <a:lnTo>
                    <a:pt x="595962" y="19017"/>
                  </a:lnTo>
                  <a:lnTo>
                    <a:pt x="621197" y="19822"/>
                  </a:lnTo>
                  <a:lnTo>
                    <a:pt x="645311" y="20592"/>
                  </a:lnTo>
                  <a:lnTo>
                    <a:pt x="668398" y="21328"/>
                  </a:lnTo>
                  <a:lnTo>
                    <a:pt x="690543" y="22035"/>
                  </a:lnTo>
                  <a:lnTo>
                    <a:pt x="711819" y="22714"/>
                  </a:lnTo>
                  <a:lnTo>
                    <a:pt x="732292" y="23367"/>
                  </a:lnTo>
                  <a:lnTo>
                    <a:pt x="752020" y="23997"/>
                  </a:lnTo>
                  <a:lnTo>
                    <a:pt x="771056" y="24604"/>
                  </a:lnTo>
                  <a:lnTo>
                    <a:pt x="789447" y="25191"/>
                  </a:lnTo>
                  <a:lnTo>
                    <a:pt x="807234" y="25759"/>
                  </a:lnTo>
                  <a:lnTo>
                    <a:pt x="824457" y="26308"/>
                  </a:lnTo>
                  <a:lnTo>
                    <a:pt x="841149" y="26841"/>
                  </a:lnTo>
                  <a:lnTo>
                    <a:pt x="857344" y="27358"/>
                  </a:lnTo>
                  <a:lnTo>
                    <a:pt x="873068" y="27859"/>
                  </a:lnTo>
                  <a:lnTo>
                    <a:pt x="888350" y="28347"/>
                  </a:lnTo>
                  <a:lnTo>
                    <a:pt x="903213" y="28821"/>
                  </a:lnTo>
                  <a:lnTo>
                    <a:pt x="917680" y="29283"/>
                  </a:lnTo>
                  <a:lnTo>
                    <a:pt x="931771" y="29733"/>
                  </a:lnTo>
                  <a:lnTo>
                    <a:pt x="945505" y="30171"/>
                  </a:lnTo>
                  <a:lnTo>
                    <a:pt x="958900" y="30598"/>
                  </a:lnTo>
                  <a:lnTo>
                    <a:pt x="971972" y="31016"/>
                  </a:lnTo>
                  <a:lnTo>
                    <a:pt x="984737" y="31423"/>
                  </a:lnTo>
                  <a:lnTo>
                    <a:pt x="997208" y="31821"/>
                  </a:lnTo>
                  <a:lnTo>
                    <a:pt x="1009398" y="32210"/>
                  </a:lnTo>
                  <a:lnTo>
                    <a:pt x="1021321" y="32590"/>
                  </a:lnTo>
                  <a:lnTo>
                    <a:pt x="1032988" y="32963"/>
                  </a:lnTo>
                  <a:lnTo>
                    <a:pt x="1044409" y="33327"/>
                  </a:lnTo>
                  <a:lnTo>
                    <a:pt x="1055594" y="33684"/>
                  </a:lnTo>
                  <a:lnTo>
                    <a:pt x="1066553" y="34034"/>
                  </a:lnTo>
                  <a:lnTo>
                    <a:pt x="1077295" y="34376"/>
                  </a:lnTo>
                  <a:lnTo>
                    <a:pt x="1087829" y="34713"/>
                  </a:lnTo>
                  <a:lnTo>
                    <a:pt x="1098162" y="35042"/>
                  </a:lnTo>
                  <a:lnTo>
                    <a:pt x="1108302" y="35366"/>
                  </a:lnTo>
                  <a:lnTo>
                    <a:pt x="1118256" y="35684"/>
                  </a:lnTo>
                  <a:lnTo>
                    <a:pt x="1128030" y="35995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0" name="pl869"/>
            <p:cNvSpPr/>
            <p:nvPr/>
          </p:nvSpPr>
          <p:spPr>
            <a:xfrm>
              <a:off x="2857708" y="4532958"/>
              <a:ext cx="1128030" cy="249053"/>
            </a:xfrm>
            <a:custGeom>
              <a:avLst/>
              <a:pathLst>
                <a:path w="1128030" h="249053">
                  <a:moveTo>
                    <a:pt x="0" y="0"/>
                  </a:moveTo>
                  <a:lnTo>
                    <a:pt x="72436" y="15992"/>
                  </a:lnTo>
                  <a:lnTo>
                    <a:pt x="136330" y="30099"/>
                  </a:lnTo>
                  <a:lnTo>
                    <a:pt x="193484" y="42718"/>
                  </a:lnTo>
                  <a:lnTo>
                    <a:pt x="245187" y="54134"/>
                  </a:lnTo>
                  <a:lnTo>
                    <a:pt x="292388" y="64555"/>
                  </a:lnTo>
                  <a:lnTo>
                    <a:pt x="335809" y="74142"/>
                  </a:lnTo>
                  <a:lnTo>
                    <a:pt x="376010" y="83017"/>
                  </a:lnTo>
                  <a:lnTo>
                    <a:pt x="413436" y="91281"/>
                  </a:lnTo>
                  <a:lnTo>
                    <a:pt x="448446" y="99010"/>
                  </a:lnTo>
                  <a:lnTo>
                    <a:pt x="481333" y="106271"/>
                  </a:lnTo>
                  <a:lnTo>
                    <a:pt x="512340" y="113117"/>
                  </a:lnTo>
                  <a:lnTo>
                    <a:pt x="541670" y="119593"/>
                  </a:lnTo>
                  <a:lnTo>
                    <a:pt x="569495" y="125736"/>
                  </a:lnTo>
                  <a:lnTo>
                    <a:pt x="595962" y="131580"/>
                  </a:lnTo>
                  <a:lnTo>
                    <a:pt x="621197" y="137151"/>
                  </a:lnTo>
                  <a:lnTo>
                    <a:pt x="645311" y="142475"/>
                  </a:lnTo>
                  <a:lnTo>
                    <a:pt x="668398" y="147573"/>
                  </a:lnTo>
                  <a:lnTo>
                    <a:pt x="690543" y="152462"/>
                  </a:lnTo>
                  <a:lnTo>
                    <a:pt x="711819" y="157159"/>
                  </a:lnTo>
                  <a:lnTo>
                    <a:pt x="732292" y="161680"/>
                  </a:lnTo>
                  <a:lnTo>
                    <a:pt x="752020" y="166035"/>
                  </a:lnTo>
                  <a:lnTo>
                    <a:pt x="771056" y="170238"/>
                  </a:lnTo>
                  <a:lnTo>
                    <a:pt x="789447" y="174299"/>
                  </a:lnTo>
                  <a:lnTo>
                    <a:pt x="807234" y="178226"/>
                  </a:lnTo>
                  <a:lnTo>
                    <a:pt x="824457" y="182028"/>
                  </a:lnTo>
                  <a:lnTo>
                    <a:pt x="841149" y="185714"/>
                  </a:lnTo>
                  <a:lnTo>
                    <a:pt x="857344" y="189289"/>
                  </a:lnTo>
                  <a:lnTo>
                    <a:pt x="873068" y="192761"/>
                  </a:lnTo>
                  <a:lnTo>
                    <a:pt x="888350" y="196135"/>
                  </a:lnTo>
                  <a:lnTo>
                    <a:pt x="903213" y="199417"/>
                  </a:lnTo>
                  <a:lnTo>
                    <a:pt x="917680" y="202611"/>
                  </a:lnTo>
                  <a:lnTo>
                    <a:pt x="931771" y="205722"/>
                  </a:lnTo>
                  <a:lnTo>
                    <a:pt x="945505" y="208754"/>
                  </a:lnTo>
                  <a:lnTo>
                    <a:pt x="958900" y="211711"/>
                  </a:lnTo>
                  <a:lnTo>
                    <a:pt x="971972" y="214598"/>
                  </a:lnTo>
                  <a:lnTo>
                    <a:pt x="984737" y="217416"/>
                  </a:lnTo>
                  <a:lnTo>
                    <a:pt x="997208" y="220169"/>
                  </a:lnTo>
                  <a:lnTo>
                    <a:pt x="1009398" y="222861"/>
                  </a:lnTo>
                  <a:lnTo>
                    <a:pt x="1021321" y="225493"/>
                  </a:lnTo>
                  <a:lnTo>
                    <a:pt x="1032988" y="228069"/>
                  </a:lnTo>
                  <a:lnTo>
                    <a:pt x="1044409" y="230591"/>
                  </a:lnTo>
                  <a:lnTo>
                    <a:pt x="1055594" y="233060"/>
                  </a:lnTo>
                  <a:lnTo>
                    <a:pt x="1066553" y="235480"/>
                  </a:lnTo>
                  <a:lnTo>
                    <a:pt x="1077295" y="237852"/>
                  </a:lnTo>
                  <a:lnTo>
                    <a:pt x="1087829" y="240177"/>
                  </a:lnTo>
                  <a:lnTo>
                    <a:pt x="1098162" y="242459"/>
                  </a:lnTo>
                  <a:lnTo>
                    <a:pt x="1108302" y="244697"/>
                  </a:lnTo>
                  <a:lnTo>
                    <a:pt x="1118256" y="246895"/>
                  </a:lnTo>
                  <a:lnTo>
                    <a:pt x="1128030" y="249053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1" name="pl870"/>
            <p:cNvSpPr/>
            <p:nvPr/>
          </p:nvSpPr>
          <p:spPr>
            <a:xfrm>
              <a:off x="2857708" y="4506483"/>
              <a:ext cx="1128030" cy="498144"/>
            </a:xfrm>
            <a:custGeom>
              <a:avLst/>
              <a:pathLst>
                <a:path w="1128030" h="498144">
                  <a:moveTo>
                    <a:pt x="0" y="0"/>
                  </a:moveTo>
                  <a:lnTo>
                    <a:pt x="72436" y="31988"/>
                  </a:lnTo>
                  <a:lnTo>
                    <a:pt x="136330" y="60204"/>
                  </a:lnTo>
                  <a:lnTo>
                    <a:pt x="193484" y="85443"/>
                  </a:lnTo>
                  <a:lnTo>
                    <a:pt x="245187" y="108276"/>
                  </a:lnTo>
                  <a:lnTo>
                    <a:pt x="292388" y="129120"/>
                  </a:lnTo>
                  <a:lnTo>
                    <a:pt x="335809" y="148295"/>
                  </a:lnTo>
                  <a:lnTo>
                    <a:pt x="376010" y="166048"/>
                  </a:lnTo>
                  <a:lnTo>
                    <a:pt x="413436" y="182575"/>
                  </a:lnTo>
                  <a:lnTo>
                    <a:pt x="448446" y="198036"/>
                  </a:lnTo>
                  <a:lnTo>
                    <a:pt x="481333" y="212559"/>
                  </a:lnTo>
                  <a:lnTo>
                    <a:pt x="512340" y="226252"/>
                  </a:lnTo>
                  <a:lnTo>
                    <a:pt x="541670" y="239204"/>
                  </a:lnTo>
                  <a:lnTo>
                    <a:pt x="569495" y="251492"/>
                  </a:lnTo>
                  <a:lnTo>
                    <a:pt x="595962" y="263180"/>
                  </a:lnTo>
                  <a:lnTo>
                    <a:pt x="621197" y="274324"/>
                  </a:lnTo>
                  <a:lnTo>
                    <a:pt x="645311" y="284972"/>
                  </a:lnTo>
                  <a:lnTo>
                    <a:pt x="668398" y="295168"/>
                  </a:lnTo>
                  <a:lnTo>
                    <a:pt x="690543" y="304947"/>
                  </a:lnTo>
                  <a:lnTo>
                    <a:pt x="711819" y="314343"/>
                  </a:lnTo>
                  <a:lnTo>
                    <a:pt x="732292" y="323384"/>
                  </a:lnTo>
                  <a:lnTo>
                    <a:pt x="752020" y="332096"/>
                  </a:lnTo>
                  <a:lnTo>
                    <a:pt x="771056" y="340502"/>
                  </a:lnTo>
                  <a:lnTo>
                    <a:pt x="789447" y="348623"/>
                  </a:lnTo>
                  <a:lnTo>
                    <a:pt x="807234" y="356479"/>
                  </a:lnTo>
                  <a:lnTo>
                    <a:pt x="824457" y="364084"/>
                  </a:lnTo>
                  <a:lnTo>
                    <a:pt x="841149" y="371456"/>
                  </a:lnTo>
                  <a:lnTo>
                    <a:pt x="857344" y="378607"/>
                  </a:lnTo>
                  <a:lnTo>
                    <a:pt x="873068" y="385551"/>
                  </a:lnTo>
                  <a:lnTo>
                    <a:pt x="888350" y="392300"/>
                  </a:lnTo>
                  <a:lnTo>
                    <a:pt x="903213" y="398863"/>
                  </a:lnTo>
                  <a:lnTo>
                    <a:pt x="917680" y="405252"/>
                  </a:lnTo>
                  <a:lnTo>
                    <a:pt x="931771" y="411475"/>
                  </a:lnTo>
                  <a:lnTo>
                    <a:pt x="945505" y="417540"/>
                  </a:lnTo>
                  <a:lnTo>
                    <a:pt x="958900" y="423455"/>
                  </a:lnTo>
                  <a:lnTo>
                    <a:pt x="971972" y="429228"/>
                  </a:lnTo>
                  <a:lnTo>
                    <a:pt x="984737" y="434865"/>
                  </a:lnTo>
                  <a:lnTo>
                    <a:pt x="997208" y="440372"/>
                  </a:lnTo>
                  <a:lnTo>
                    <a:pt x="1009398" y="445755"/>
                  </a:lnTo>
                  <a:lnTo>
                    <a:pt x="1021321" y="451021"/>
                  </a:lnTo>
                  <a:lnTo>
                    <a:pt x="1032988" y="456173"/>
                  </a:lnTo>
                  <a:lnTo>
                    <a:pt x="1044409" y="461216"/>
                  </a:lnTo>
                  <a:lnTo>
                    <a:pt x="1055594" y="466156"/>
                  </a:lnTo>
                  <a:lnTo>
                    <a:pt x="1066553" y="470995"/>
                  </a:lnTo>
                  <a:lnTo>
                    <a:pt x="1077295" y="475739"/>
                  </a:lnTo>
                  <a:lnTo>
                    <a:pt x="1087829" y="480391"/>
                  </a:lnTo>
                  <a:lnTo>
                    <a:pt x="1098162" y="484954"/>
                  </a:lnTo>
                  <a:lnTo>
                    <a:pt x="1108302" y="489432"/>
                  </a:lnTo>
                  <a:lnTo>
                    <a:pt x="1118256" y="493827"/>
                  </a:lnTo>
                  <a:lnTo>
                    <a:pt x="1128030" y="498144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1"/>
            <p:cNvSpPr/>
            <p:nvPr/>
          </p:nvSpPr>
          <p:spPr>
            <a:xfrm>
              <a:off x="2857708" y="4960443"/>
              <a:ext cx="1128030" cy="4687"/>
            </a:xfrm>
            <a:custGeom>
              <a:avLst/>
              <a:pathLst>
                <a:path w="1128030" h="4687">
                  <a:moveTo>
                    <a:pt x="0" y="0"/>
                  </a:moveTo>
                  <a:lnTo>
                    <a:pt x="72436" y="301"/>
                  </a:lnTo>
                  <a:lnTo>
                    <a:pt x="136330" y="566"/>
                  </a:lnTo>
                  <a:lnTo>
                    <a:pt x="193484" y="804"/>
                  </a:lnTo>
                  <a:lnTo>
                    <a:pt x="245187" y="1018"/>
                  </a:lnTo>
                  <a:lnTo>
                    <a:pt x="292388" y="1215"/>
                  </a:lnTo>
                  <a:lnTo>
                    <a:pt x="335809" y="1395"/>
                  </a:lnTo>
                  <a:lnTo>
                    <a:pt x="376010" y="1562"/>
                  </a:lnTo>
                  <a:lnTo>
                    <a:pt x="413436" y="1718"/>
                  </a:lnTo>
                  <a:lnTo>
                    <a:pt x="448446" y="1863"/>
                  </a:lnTo>
                  <a:lnTo>
                    <a:pt x="481333" y="2000"/>
                  </a:lnTo>
                  <a:lnTo>
                    <a:pt x="512340" y="2129"/>
                  </a:lnTo>
                  <a:lnTo>
                    <a:pt x="541670" y="2251"/>
                  </a:lnTo>
                  <a:lnTo>
                    <a:pt x="569495" y="2366"/>
                  </a:lnTo>
                  <a:lnTo>
                    <a:pt x="595962" y="2476"/>
                  </a:lnTo>
                  <a:lnTo>
                    <a:pt x="621197" y="2581"/>
                  </a:lnTo>
                  <a:lnTo>
                    <a:pt x="645311" y="2681"/>
                  </a:lnTo>
                  <a:lnTo>
                    <a:pt x="668398" y="2777"/>
                  </a:lnTo>
                  <a:lnTo>
                    <a:pt x="690543" y="2869"/>
                  </a:lnTo>
                  <a:lnTo>
                    <a:pt x="711819" y="2958"/>
                  </a:lnTo>
                  <a:lnTo>
                    <a:pt x="732292" y="3043"/>
                  </a:lnTo>
                  <a:lnTo>
                    <a:pt x="752020" y="3125"/>
                  </a:lnTo>
                  <a:lnTo>
                    <a:pt x="771056" y="3204"/>
                  </a:lnTo>
                  <a:lnTo>
                    <a:pt x="789447" y="3280"/>
                  </a:lnTo>
                  <a:lnTo>
                    <a:pt x="807234" y="3354"/>
                  </a:lnTo>
                  <a:lnTo>
                    <a:pt x="824457" y="3426"/>
                  </a:lnTo>
                  <a:lnTo>
                    <a:pt x="841149" y="3495"/>
                  </a:lnTo>
                  <a:lnTo>
                    <a:pt x="857344" y="3562"/>
                  </a:lnTo>
                  <a:lnTo>
                    <a:pt x="873068" y="3628"/>
                  </a:lnTo>
                  <a:lnTo>
                    <a:pt x="888350" y="3691"/>
                  </a:lnTo>
                  <a:lnTo>
                    <a:pt x="903213" y="3753"/>
                  </a:lnTo>
                  <a:lnTo>
                    <a:pt x="917680" y="3813"/>
                  </a:lnTo>
                  <a:lnTo>
                    <a:pt x="931771" y="3872"/>
                  </a:lnTo>
                  <a:lnTo>
                    <a:pt x="945505" y="3929"/>
                  </a:lnTo>
                  <a:lnTo>
                    <a:pt x="958900" y="3985"/>
                  </a:lnTo>
                  <a:lnTo>
                    <a:pt x="971972" y="4039"/>
                  </a:lnTo>
                  <a:lnTo>
                    <a:pt x="984737" y="4092"/>
                  </a:lnTo>
                  <a:lnTo>
                    <a:pt x="997208" y="4144"/>
                  </a:lnTo>
                  <a:lnTo>
                    <a:pt x="1009398" y="4194"/>
                  </a:lnTo>
                  <a:lnTo>
                    <a:pt x="1021321" y="4244"/>
                  </a:lnTo>
                  <a:lnTo>
                    <a:pt x="1032988" y="4292"/>
                  </a:lnTo>
                  <a:lnTo>
                    <a:pt x="1044409" y="4340"/>
                  </a:lnTo>
                  <a:lnTo>
                    <a:pt x="1055594" y="4386"/>
                  </a:lnTo>
                  <a:lnTo>
                    <a:pt x="1066553" y="4432"/>
                  </a:lnTo>
                  <a:lnTo>
                    <a:pt x="1077295" y="4477"/>
                  </a:lnTo>
                  <a:lnTo>
                    <a:pt x="1087829" y="4520"/>
                  </a:lnTo>
                  <a:lnTo>
                    <a:pt x="1098162" y="4563"/>
                  </a:lnTo>
                  <a:lnTo>
                    <a:pt x="1108302" y="4605"/>
                  </a:lnTo>
                  <a:lnTo>
                    <a:pt x="1118256" y="4647"/>
                  </a:lnTo>
                  <a:lnTo>
                    <a:pt x="1128030" y="4687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3" name="pl872"/>
            <p:cNvSpPr/>
            <p:nvPr/>
          </p:nvSpPr>
          <p:spPr>
            <a:xfrm>
              <a:off x="2857708" y="4743496"/>
              <a:ext cx="1128030" cy="72328"/>
            </a:xfrm>
            <a:custGeom>
              <a:avLst/>
              <a:pathLst>
                <a:path w="1128030" h="72328">
                  <a:moveTo>
                    <a:pt x="0" y="72328"/>
                  </a:moveTo>
                  <a:lnTo>
                    <a:pt x="72436" y="67683"/>
                  </a:lnTo>
                  <a:lnTo>
                    <a:pt x="136330" y="63586"/>
                  </a:lnTo>
                  <a:lnTo>
                    <a:pt x="193484" y="59922"/>
                  </a:lnTo>
                  <a:lnTo>
                    <a:pt x="245187" y="56607"/>
                  </a:lnTo>
                  <a:lnTo>
                    <a:pt x="292388" y="53580"/>
                  </a:lnTo>
                  <a:lnTo>
                    <a:pt x="335809" y="50796"/>
                  </a:lnTo>
                  <a:lnTo>
                    <a:pt x="376010" y="48218"/>
                  </a:lnTo>
                  <a:lnTo>
                    <a:pt x="413436" y="45819"/>
                  </a:lnTo>
                  <a:lnTo>
                    <a:pt x="448446" y="43574"/>
                  </a:lnTo>
                  <a:lnTo>
                    <a:pt x="481333" y="41465"/>
                  </a:lnTo>
                  <a:lnTo>
                    <a:pt x="512340" y="39477"/>
                  </a:lnTo>
                  <a:lnTo>
                    <a:pt x="541670" y="37596"/>
                  </a:lnTo>
                  <a:lnTo>
                    <a:pt x="569495" y="35812"/>
                  </a:lnTo>
                  <a:lnTo>
                    <a:pt x="595962" y="34115"/>
                  </a:lnTo>
                  <a:lnTo>
                    <a:pt x="621197" y="32497"/>
                  </a:lnTo>
                  <a:lnTo>
                    <a:pt x="645311" y="30951"/>
                  </a:lnTo>
                  <a:lnTo>
                    <a:pt x="668398" y="29471"/>
                  </a:lnTo>
                  <a:lnTo>
                    <a:pt x="690543" y="28051"/>
                  </a:lnTo>
                  <a:lnTo>
                    <a:pt x="711819" y="26687"/>
                  </a:lnTo>
                  <a:lnTo>
                    <a:pt x="732292" y="25374"/>
                  </a:lnTo>
                  <a:lnTo>
                    <a:pt x="752020" y="24109"/>
                  </a:lnTo>
                  <a:lnTo>
                    <a:pt x="771056" y="22888"/>
                  </a:lnTo>
                  <a:lnTo>
                    <a:pt x="789447" y="21709"/>
                  </a:lnTo>
                  <a:lnTo>
                    <a:pt x="807234" y="20569"/>
                  </a:lnTo>
                  <a:lnTo>
                    <a:pt x="824457" y="19464"/>
                  </a:lnTo>
                  <a:lnTo>
                    <a:pt x="841149" y="18394"/>
                  </a:lnTo>
                  <a:lnTo>
                    <a:pt x="857344" y="17356"/>
                  </a:lnTo>
                  <a:lnTo>
                    <a:pt x="873068" y="16347"/>
                  </a:lnTo>
                  <a:lnTo>
                    <a:pt x="888350" y="15368"/>
                  </a:lnTo>
                  <a:lnTo>
                    <a:pt x="903213" y="14415"/>
                  </a:lnTo>
                  <a:lnTo>
                    <a:pt x="917680" y="13487"/>
                  </a:lnTo>
                  <a:lnTo>
                    <a:pt x="931771" y="12583"/>
                  </a:lnTo>
                  <a:lnTo>
                    <a:pt x="945505" y="11703"/>
                  </a:lnTo>
                  <a:lnTo>
                    <a:pt x="958900" y="10844"/>
                  </a:lnTo>
                  <a:lnTo>
                    <a:pt x="971972" y="10006"/>
                  </a:lnTo>
                  <a:lnTo>
                    <a:pt x="984737" y="9187"/>
                  </a:lnTo>
                  <a:lnTo>
                    <a:pt x="997208" y="8388"/>
                  </a:lnTo>
                  <a:lnTo>
                    <a:pt x="1009398" y="7606"/>
                  </a:lnTo>
                  <a:lnTo>
                    <a:pt x="1021321" y="6842"/>
                  </a:lnTo>
                  <a:lnTo>
                    <a:pt x="1032988" y="6094"/>
                  </a:lnTo>
                  <a:lnTo>
                    <a:pt x="1044409" y="5361"/>
                  </a:lnTo>
                  <a:lnTo>
                    <a:pt x="1055594" y="4644"/>
                  </a:lnTo>
                  <a:lnTo>
                    <a:pt x="1066553" y="3941"/>
                  </a:lnTo>
                  <a:lnTo>
                    <a:pt x="1077295" y="3253"/>
                  </a:lnTo>
                  <a:lnTo>
                    <a:pt x="1087829" y="2577"/>
                  </a:lnTo>
                  <a:lnTo>
                    <a:pt x="1098162" y="1915"/>
                  </a:lnTo>
                  <a:lnTo>
                    <a:pt x="1108302" y="1264"/>
                  </a:lnTo>
                  <a:lnTo>
                    <a:pt x="1118256" y="626"/>
                  </a:lnTo>
                  <a:lnTo>
                    <a:pt x="1128030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4" name="pl873"/>
            <p:cNvSpPr/>
            <p:nvPr/>
          </p:nvSpPr>
          <p:spPr>
            <a:xfrm>
              <a:off x="2857708" y="4447974"/>
              <a:ext cx="1128030" cy="314759"/>
            </a:xfrm>
            <a:custGeom>
              <a:avLst/>
              <a:pathLst>
                <a:path w="1128030" h="314759">
                  <a:moveTo>
                    <a:pt x="0" y="0"/>
                  </a:moveTo>
                  <a:lnTo>
                    <a:pt x="72436" y="20212"/>
                  </a:lnTo>
                  <a:lnTo>
                    <a:pt x="136330" y="38040"/>
                  </a:lnTo>
                  <a:lnTo>
                    <a:pt x="193484" y="53988"/>
                  </a:lnTo>
                  <a:lnTo>
                    <a:pt x="245187" y="68415"/>
                  </a:lnTo>
                  <a:lnTo>
                    <a:pt x="292388" y="81586"/>
                  </a:lnTo>
                  <a:lnTo>
                    <a:pt x="335809" y="93702"/>
                  </a:lnTo>
                  <a:lnTo>
                    <a:pt x="376010" y="104919"/>
                  </a:lnTo>
                  <a:lnTo>
                    <a:pt x="413436" y="115363"/>
                  </a:lnTo>
                  <a:lnTo>
                    <a:pt x="448446" y="125132"/>
                  </a:lnTo>
                  <a:lnTo>
                    <a:pt x="481333" y="134308"/>
                  </a:lnTo>
                  <a:lnTo>
                    <a:pt x="512340" y="142960"/>
                  </a:lnTo>
                  <a:lnTo>
                    <a:pt x="541670" y="151144"/>
                  </a:lnTo>
                  <a:lnTo>
                    <a:pt x="569495" y="158908"/>
                  </a:lnTo>
                  <a:lnTo>
                    <a:pt x="595962" y="166294"/>
                  </a:lnTo>
                  <a:lnTo>
                    <a:pt x="621197" y="173335"/>
                  </a:lnTo>
                  <a:lnTo>
                    <a:pt x="645311" y="180064"/>
                  </a:lnTo>
                  <a:lnTo>
                    <a:pt x="668398" y="186506"/>
                  </a:lnTo>
                  <a:lnTo>
                    <a:pt x="690543" y="192685"/>
                  </a:lnTo>
                  <a:lnTo>
                    <a:pt x="711819" y="198622"/>
                  </a:lnTo>
                  <a:lnTo>
                    <a:pt x="732292" y="204334"/>
                  </a:lnTo>
                  <a:lnTo>
                    <a:pt x="752020" y="209839"/>
                  </a:lnTo>
                  <a:lnTo>
                    <a:pt x="771056" y="215151"/>
                  </a:lnTo>
                  <a:lnTo>
                    <a:pt x="789447" y="220283"/>
                  </a:lnTo>
                  <a:lnTo>
                    <a:pt x="807234" y="225246"/>
                  </a:lnTo>
                  <a:lnTo>
                    <a:pt x="824457" y="230052"/>
                  </a:lnTo>
                  <a:lnTo>
                    <a:pt x="841149" y="234709"/>
                  </a:lnTo>
                  <a:lnTo>
                    <a:pt x="857344" y="239228"/>
                  </a:lnTo>
                  <a:lnTo>
                    <a:pt x="873068" y="243616"/>
                  </a:lnTo>
                  <a:lnTo>
                    <a:pt x="888350" y="247880"/>
                  </a:lnTo>
                  <a:lnTo>
                    <a:pt x="903213" y="252027"/>
                  </a:lnTo>
                  <a:lnTo>
                    <a:pt x="917680" y="256064"/>
                  </a:lnTo>
                  <a:lnTo>
                    <a:pt x="931771" y="259996"/>
                  </a:lnTo>
                  <a:lnTo>
                    <a:pt x="945505" y="263828"/>
                  </a:lnTo>
                  <a:lnTo>
                    <a:pt x="958900" y="267566"/>
                  </a:lnTo>
                  <a:lnTo>
                    <a:pt x="971972" y="271213"/>
                  </a:lnTo>
                  <a:lnTo>
                    <a:pt x="984737" y="274775"/>
                  </a:lnTo>
                  <a:lnTo>
                    <a:pt x="997208" y="278255"/>
                  </a:lnTo>
                  <a:lnTo>
                    <a:pt x="1009398" y="281657"/>
                  </a:lnTo>
                  <a:lnTo>
                    <a:pt x="1021321" y="284984"/>
                  </a:lnTo>
                  <a:lnTo>
                    <a:pt x="1032988" y="288239"/>
                  </a:lnTo>
                  <a:lnTo>
                    <a:pt x="1044409" y="291426"/>
                  </a:lnTo>
                  <a:lnTo>
                    <a:pt x="1055594" y="294547"/>
                  </a:lnTo>
                  <a:lnTo>
                    <a:pt x="1066553" y="297605"/>
                  </a:lnTo>
                  <a:lnTo>
                    <a:pt x="1077295" y="300602"/>
                  </a:lnTo>
                  <a:lnTo>
                    <a:pt x="1087829" y="303542"/>
                  </a:lnTo>
                  <a:lnTo>
                    <a:pt x="1098162" y="306425"/>
                  </a:lnTo>
                  <a:lnTo>
                    <a:pt x="1108302" y="309254"/>
                  </a:lnTo>
                  <a:lnTo>
                    <a:pt x="1118256" y="312032"/>
                  </a:lnTo>
                  <a:lnTo>
                    <a:pt x="1128030" y="314759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5" name="rc874"/>
            <p:cNvSpPr/>
            <p:nvPr/>
          </p:nvSpPr>
          <p:spPr>
            <a:xfrm>
              <a:off x="2773505" y="4132731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76" name="pl875"/>
            <p:cNvSpPr/>
            <p:nvPr/>
          </p:nvSpPr>
          <p:spPr>
            <a:xfrm>
              <a:off x="2773505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6"/>
            <p:cNvSpPr/>
            <p:nvPr/>
          </p:nvSpPr>
          <p:spPr>
            <a:xfrm>
              <a:off x="2741874" y="520805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7"/>
            <p:cNvSpPr/>
            <p:nvPr/>
          </p:nvSpPr>
          <p:spPr>
            <a:xfrm>
              <a:off x="2741874" y="484080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8"/>
            <p:cNvSpPr/>
            <p:nvPr/>
          </p:nvSpPr>
          <p:spPr>
            <a:xfrm>
              <a:off x="2741874" y="447354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79"/>
            <p:cNvSpPr/>
            <p:nvPr/>
          </p:nvSpPr>
          <p:spPr>
            <a:xfrm>
              <a:off x="2773505" y="5304263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0"/>
            <p:cNvSpPr/>
            <p:nvPr/>
          </p:nvSpPr>
          <p:spPr>
            <a:xfrm>
              <a:off x="2857708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1"/>
            <p:cNvSpPr/>
            <p:nvPr/>
          </p:nvSpPr>
          <p:spPr>
            <a:xfrm>
              <a:off x="3233718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2"/>
            <p:cNvSpPr/>
            <p:nvPr/>
          </p:nvSpPr>
          <p:spPr>
            <a:xfrm>
              <a:off x="3609728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3"/>
            <p:cNvSpPr/>
            <p:nvPr/>
          </p:nvSpPr>
          <p:spPr>
            <a:xfrm>
              <a:off x="3985739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tx884"/>
            <p:cNvSpPr/>
            <p:nvPr/>
          </p:nvSpPr>
          <p:spPr>
            <a:xfrm>
              <a:off x="2825932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86" name="tx885"/>
            <p:cNvSpPr/>
            <p:nvPr/>
          </p:nvSpPr>
          <p:spPr>
            <a:xfrm>
              <a:off x="3201943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87" name="tx886"/>
            <p:cNvSpPr/>
            <p:nvPr/>
          </p:nvSpPr>
          <p:spPr>
            <a:xfrm>
              <a:off x="3577953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88" name="tx887"/>
            <p:cNvSpPr/>
            <p:nvPr/>
          </p:nvSpPr>
          <p:spPr>
            <a:xfrm>
              <a:off x="3953963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89" name="tx888"/>
            <p:cNvSpPr/>
            <p:nvPr/>
          </p:nvSpPr>
          <p:spPr>
            <a:xfrm>
              <a:off x="3135196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90" name="tx889"/>
            <p:cNvSpPr/>
            <p:nvPr/>
          </p:nvSpPr>
          <p:spPr>
            <a:xfrm>
              <a:off x="2773505" y="3937978"/>
              <a:ext cx="37252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91" name="rc890"/>
            <p:cNvSpPr/>
            <p:nvPr/>
          </p:nvSpPr>
          <p:spPr>
            <a:xfrm>
              <a:off x="4204347" y="4132731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4271210" y="506292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4239771" y="493526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273885" y="5081719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4241630" y="430800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234865" y="483247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4239226" y="464123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4256443" y="522252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4243704" y="493033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4245776" y="481567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4266744" y="449873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4648228" y="478993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4615945" y="455737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4607894" y="506519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4604989" y="512628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4640903" y="415750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4611684" y="433309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4603330" y="518093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4653001" y="509562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4612705" y="513998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4603939" y="504970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4604648" y="501290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4643089" y="515390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4604478" y="491484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4609679" y="494275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4626508" y="471829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4604612" y="483102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4605787" y="515922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4629018" y="503489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4999353" y="506526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4988412" y="501656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5000576" y="5016260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5022990" y="498590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5021526" y="499745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5011866" y="507176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5014089" y="504542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5019707" y="475979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4986572" y="511382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5013086" y="485996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4998230" y="509670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5033145" y="490784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5029907" y="508175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4983517" y="511943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4982881" y="466875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5014220" y="503737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5025826" y="480657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5008896" y="495493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4997781" y="485241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5005275" y="486088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5369791" y="515483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5408013" y="497508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5379291" y="480998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5381672" y="496211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5364295" y="484006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5391882" y="503301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5392014" y="493294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5409603" y="5048415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5411924" y="477290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5390170" y="479454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5413670" y="498641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5412371" y="508056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5378470" y="492624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375266" y="509009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391849" y="492160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5388351" y="513799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5386403" y="468910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5414856" y="508012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5390290" y="503821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5390006" y="493132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5391849" y="485732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5399084" y="494567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5383450" y="499488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5364714" y="506137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4" name="pl963"/>
            <p:cNvSpPr/>
            <p:nvPr/>
          </p:nvSpPr>
          <p:spPr>
            <a:xfrm>
              <a:off x="4278472" y="4825954"/>
              <a:ext cx="1139780" cy="215936"/>
            </a:xfrm>
            <a:custGeom>
              <a:avLst/>
              <a:pathLst>
                <a:path w="1139780" h="215936">
                  <a:moveTo>
                    <a:pt x="0" y="0"/>
                  </a:moveTo>
                  <a:lnTo>
                    <a:pt x="73191" y="13866"/>
                  </a:lnTo>
                  <a:lnTo>
                    <a:pt x="137750" y="26097"/>
                  </a:lnTo>
                  <a:lnTo>
                    <a:pt x="195500" y="37038"/>
                  </a:lnTo>
                  <a:lnTo>
                    <a:pt x="247741" y="46935"/>
                  </a:lnTo>
                  <a:lnTo>
                    <a:pt x="295434" y="55971"/>
                  </a:lnTo>
                  <a:lnTo>
                    <a:pt x="339306" y="64283"/>
                  </a:lnTo>
                  <a:lnTo>
                    <a:pt x="379926" y="71978"/>
                  </a:lnTo>
                  <a:lnTo>
                    <a:pt x="417743" y="79143"/>
                  </a:lnTo>
                  <a:lnTo>
                    <a:pt x="453118" y="85845"/>
                  </a:lnTo>
                  <a:lnTo>
                    <a:pt x="486347" y="92140"/>
                  </a:lnTo>
                  <a:lnTo>
                    <a:pt x="517677" y="98076"/>
                  </a:lnTo>
                  <a:lnTo>
                    <a:pt x="547312" y="103690"/>
                  </a:lnTo>
                  <a:lnTo>
                    <a:pt x="575427" y="109017"/>
                  </a:lnTo>
                  <a:lnTo>
                    <a:pt x="602169" y="114083"/>
                  </a:lnTo>
                  <a:lnTo>
                    <a:pt x="627668" y="118914"/>
                  </a:lnTo>
                  <a:lnTo>
                    <a:pt x="652033" y="123530"/>
                  </a:lnTo>
                  <a:lnTo>
                    <a:pt x="675361" y="127950"/>
                  </a:lnTo>
                  <a:lnTo>
                    <a:pt x="697736" y="132189"/>
                  </a:lnTo>
                  <a:lnTo>
                    <a:pt x="719233" y="136262"/>
                  </a:lnTo>
                  <a:lnTo>
                    <a:pt x="739920" y="140181"/>
                  </a:lnTo>
                  <a:lnTo>
                    <a:pt x="759853" y="143957"/>
                  </a:lnTo>
                  <a:lnTo>
                    <a:pt x="779088" y="147601"/>
                  </a:lnTo>
                  <a:lnTo>
                    <a:pt x="797670" y="151122"/>
                  </a:lnTo>
                  <a:lnTo>
                    <a:pt x="815642" y="154527"/>
                  </a:lnTo>
                  <a:lnTo>
                    <a:pt x="833044" y="157824"/>
                  </a:lnTo>
                  <a:lnTo>
                    <a:pt x="849911" y="161019"/>
                  </a:lnTo>
                  <a:lnTo>
                    <a:pt x="866274" y="164119"/>
                  </a:lnTo>
                  <a:lnTo>
                    <a:pt x="882163" y="167129"/>
                  </a:lnTo>
                  <a:lnTo>
                    <a:pt x="897604" y="170055"/>
                  </a:lnTo>
                  <a:lnTo>
                    <a:pt x="912621" y="172900"/>
                  </a:lnTo>
                  <a:lnTo>
                    <a:pt x="927239" y="175669"/>
                  </a:lnTo>
                  <a:lnTo>
                    <a:pt x="941476" y="178367"/>
                  </a:lnTo>
                  <a:lnTo>
                    <a:pt x="955354" y="180996"/>
                  </a:lnTo>
                  <a:lnTo>
                    <a:pt x="968888" y="183560"/>
                  </a:lnTo>
                  <a:lnTo>
                    <a:pt x="982096" y="186062"/>
                  </a:lnTo>
                  <a:lnTo>
                    <a:pt x="994994" y="188506"/>
                  </a:lnTo>
                  <a:lnTo>
                    <a:pt x="1007595" y="190893"/>
                  </a:lnTo>
                  <a:lnTo>
                    <a:pt x="1019913" y="193227"/>
                  </a:lnTo>
                  <a:lnTo>
                    <a:pt x="1031960" y="195509"/>
                  </a:lnTo>
                  <a:lnTo>
                    <a:pt x="1043748" y="197742"/>
                  </a:lnTo>
                  <a:lnTo>
                    <a:pt x="1055287" y="199929"/>
                  </a:lnTo>
                  <a:lnTo>
                    <a:pt x="1066589" y="202070"/>
                  </a:lnTo>
                  <a:lnTo>
                    <a:pt x="1077663" y="204168"/>
                  </a:lnTo>
                  <a:lnTo>
                    <a:pt x="1088517" y="206224"/>
                  </a:lnTo>
                  <a:lnTo>
                    <a:pt x="1099160" y="208241"/>
                  </a:lnTo>
                  <a:lnTo>
                    <a:pt x="1109601" y="210219"/>
                  </a:lnTo>
                  <a:lnTo>
                    <a:pt x="1119847" y="212160"/>
                  </a:lnTo>
                  <a:lnTo>
                    <a:pt x="1129904" y="214065"/>
                  </a:lnTo>
                  <a:lnTo>
                    <a:pt x="1139780" y="215936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5" name="pl964"/>
            <p:cNvSpPr/>
            <p:nvPr/>
          </p:nvSpPr>
          <p:spPr>
            <a:xfrm>
              <a:off x="4278472" y="4404149"/>
              <a:ext cx="1139780" cy="707798"/>
            </a:xfrm>
            <a:custGeom>
              <a:avLst/>
              <a:pathLst>
                <a:path w="1139780" h="707798">
                  <a:moveTo>
                    <a:pt x="0" y="0"/>
                  </a:moveTo>
                  <a:lnTo>
                    <a:pt x="73191" y="45451"/>
                  </a:lnTo>
                  <a:lnTo>
                    <a:pt x="137750" y="85542"/>
                  </a:lnTo>
                  <a:lnTo>
                    <a:pt x="195500" y="121404"/>
                  </a:lnTo>
                  <a:lnTo>
                    <a:pt x="247741" y="153846"/>
                  </a:lnTo>
                  <a:lnTo>
                    <a:pt x="295434" y="183463"/>
                  </a:lnTo>
                  <a:lnTo>
                    <a:pt x="339306" y="210708"/>
                  </a:lnTo>
                  <a:lnTo>
                    <a:pt x="379926" y="235932"/>
                  </a:lnTo>
                  <a:lnTo>
                    <a:pt x="417743" y="259416"/>
                  </a:lnTo>
                  <a:lnTo>
                    <a:pt x="453118" y="281384"/>
                  </a:lnTo>
                  <a:lnTo>
                    <a:pt x="486347" y="302019"/>
                  </a:lnTo>
                  <a:lnTo>
                    <a:pt x="517677" y="321475"/>
                  </a:lnTo>
                  <a:lnTo>
                    <a:pt x="547312" y="339878"/>
                  </a:lnTo>
                  <a:lnTo>
                    <a:pt x="575427" y="357337"/>
                  </a:lnTo>
                  <a:lnTo>
                    <a:pt x="602169" y="373944"/>
                  </a:lnTo>
                  <a:lnTo>
                    <a:pt x="627668" y="389779"/>
                  </a:lnTo>
                  <a:lnTo>
                    <a:pt x="652033" y="404909"/>
                  </a:lnTo>
                  <a:lnTo>
                    <a:pt x="675361" y="419396"/>
                  </a:lnTo>
                  <a:lnTo>
                    <a:pt x="697736" y="433291"/>
                  </a:lnTo>
                  <a:lnTo>
                    <a:pt x="719233" y="446641"/>
                  </a:lnTo>
                  <a:lnTo>
                    <a:pt x="739920" y="459487"/>
                  </a:lnTo>
                  <a:lnTo>
                    <a:pt x="759853" y="471865"/>
                  </a:lnTo>
                  <a:lnTo>
                    <a:pt x="779088" y="483810"/>
                  </a:lnTo>
                  <a:lnTo>
                    <a:pt x="797670" y="495349"/>
                  </a:lnTo>
                  <a:lnTo>
                    <a:pt x="815642" y="506510"/>
                  </a:lnTo>
                  <a:lnTo>
                    <a:pt x="833044" y="517317"/>
                  </a:lnTo>
                  <a:lnTo>
                    <a:pt x="849911" y="527791"/>
                  </a:lnTo>
                  <a:lnTo>
                    <a:pt x="866274" y="537952"/>
                  </a:lnTo>
                  <a:lnTo>
                    <a:pt x="882163" y="547819"/>
                  </a:lnTo>
                  <a:lnTo>
                    <a:pt x="897604" y="557408"/>
                  </a:lnTo>
                  <a:lnTo>
                    <a:pt x="912621" y="566734"/>
                  </a:lnTo>
                  <a:lnTo>
                    <a:pt x="927239" y="575811"/>
                  </a:lnTo>
                  <a:lnTo>
                    <a:pt x="941476" y="584652"/>
                  </a:lnTo>
                  <a:lnTo>
                    <a:pt x="955354" y="593270"/>
                  </a:lnTo>
                  <a:lnTo>
                    <a:pt x="968888" y="601675"/>
                  </a:lnTo>
                  <a:lnTo>
                    <a:pt x="982096" y="609877"/>
                  </a:lnTo>
                  <a:lnTo>
                    <a:pt x="994994" y="617887"/>
                  </a:lnTo>
                  <a:lnTo>
                    <a:pt x="1007595" y="625712"/>
                  </a:lnTo>
                  <a:lnTo>
                    <a:pt x="1019913" y="633361"/>
                  </a:lnTo>
                  <a:lnTo>
                    <a:pt x="1031960" y="640842"/>
                  </a:lnTo>
                  <a:lnTo>
                    <a:pt x="1043748" y="648162"/>
                  </a:lnTo>
                  <a:lnTo>
                    <a:pt x="1055287" y="655329"/>
                  </a:lnTo>
                  <a:lnTo>
                    <a:pt x="1066589" y="662347"/>
                  </a:lnTo>
                  <a:lnTo>
                    <a:pt x="1077663" y="669224"/>
                  </a:lnTo>
                  <a:lnTo>
                    <a:pt x="1088517" y="675964"/>
                  </a:lnTo>
                  <a:lnTo>
                    <a:pt x="1099160" y="682573"/>
                  </a:lnTo>
                  <a:lnTo>
                    <a:pt x="1109601" y="689057"/>
                  </a:lnTo>
                  <a:lnTo>
                    <a:pt x="1119847" y="695419"/>
                  </a:lnTo>
                  <a:lnTo>
                    <a:pt x="1129904" y="701665"/>
                  </a:lnTo>
                  <a:lnTo>
                    <a:pt x="1139780" y="707798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4278472" y="5058353"/>
              <a:ext cx="1139780" cy="42574"/>
            </a:xfrm>
            <a:custGeom>
              <a:avLst/>
              <a:pathLst>
                <a:path w="1139780" h="42574">
                  <a:moveTo>
                    <a:pt x="0" y="42574"/>
                  </a:moveTo>
                  <a:lnTo>
                    <a:pt x="73191" y="39840"/>
                  </a:lnTo>
                  <a:lnTo>
                    <a:pt x="137750" y="37429"/>
                  </a:lnTo>
                  <a:lnTo>
                    <a:pt x="195500" y="35272"/>
                  </a:lnTo>
                  <a:lnTo>
                    <a:pt x="247741" y="33320"/>
                  </a:lnTo>
                  <a:lnTo>
                    <a:pt x="295434" y="31539"/>
                  </a:lnTo>
                  <a:lnTo>
                    <a:pt x="339306" y="29900"/>
                  </a:lnTo>
                  <a:lnTo>
                    <a:pt x="379926" y="28383"/>
                  </a:lnTo>
                  <a:lnTo>
                    <a:pt x="417743" y="26970"/>
                  </a:lnTo>
                  <a:lnTo>
                    <a:pt x="453118" y="25649"/>
                  </a:lnTo>
                  <a:lnTo>
                    <a:pt x="486347" y="24408"/>
                  </a:lnTo>
                  <a:lnTo>
                    <a:pt x="517677" y="23237"/>
                  </a:lnTo>
                  <a:lnTo>
                    <a:pt x="547312" y="22130"/>
                  </a:lnTo>
                  <a:lnTo>
                    <a:pt x="575427" y="21080"/>
                  </a:lnTo>
                  <a:lnTo>
                    <a:pt x="602169" y="20081"/>
                  </a:lnTo>
                  <a:lnTo>
                    <a:pt x="627668" y="19129"/>
                  </a:lnTo>
                  <a:lnTo>
                    <a:pt x="652033" y="18219"/>
                  </a:lnTo>
                  <a:lnTo>
                    <a:pt x="675361" y="17347"/>
                  </a:lnTo>
                  <a:lnTo>
                    <a:pt x="697736" y="16511"/>
                  </a:lnTo>
                  <a:lnTo>
                    <a:pt x="719233" y="15708"/>
                  </a:lnTo>
                  <a:lnTo>
                    <a:pt x="739920" y="14936"/>
                  </a:lnTo>
                  <a:lnTo>
                    <a:pt x="759853" y="14191"/>
                  </a:lnTo>
                  <a:lnTo>
                    <a:pt x="779088" y="13473"/>
                  </a:lnTo>
                  <a:lnTo>
                    <a:pt x="797670" y="12779"/>
                  </a:lnTo>
                  <a:lnTo>
                    <a:pt x="815642" y="12107"/>
                  </a:lnTo>
                  <a:lnTo>
                    <a:pt x="833044" y="11457"/>
                  </a:lnTo>
                  <a:lnTo>
                    <a:pt x="849911" y="10827"/>
                  </a:lnTo>
                  <a:lnTo>
                    <a:pt x="866274" y="10216"/>
                  </a:lnTo>
                  <a:lnTo>
                    <a:pt x="882163" y="9622"/>
                  </a:lnTo>
                  <a:lnTo>
                    <a:pt x="897604" y="9046"/>
                  </a:lnTo>
                  <a:lnTo>
                    <a:pt x="912621" y="8485"/>
                  </a:lnTo>
                  <a:lnTo>
                    <a:pt x="927239" y="7939"/>
                  </a:lnTo>
                  <a:lnTo>
                    <a:pt x="941476" y="7407"/>
                  </a:lnTo>
                  <a:lnTo>
                    <a:pt x="955354" y="6888"/>
                  </a:lnTo>
                  <a:lnTo>
                    <a:pt x="968888" y="6383"/>
                  </a:lnTo>
                  <a:lnTo>
                    <a:pt x="982096" y="5890"/>
                  </a:lnTo>
                  <a:lnTo>
                    <a:pt x="994994" y="5408"/>
                  </a:lnTo>
                  <a:lnTo>
                    <a:pt x="1007595" y="4937"/>
                  </a:lnTo>
                  <a:lnTo>
                    <a:pt x="1019913" y="4477"/>
                  </a:lnTo>
                  <a:lnTo>
                    <a:pt x="1031960" y="4027"/>
                  </a:lnTo>
                  <a:lnTo>
                    <a:pt x="1043748" y="3587"/>
                  </a:lnTo>
                  <a:lnTo>
                    <a:pt x="1055287" y="3156"/>
                  </a:lnTo>
                  <a:lnTo>
                    <a:pt x="1066589" y="2733"/>
                  </a:lnTo>
                  <a:lnTo>
                    <a:pt x="1077663" y="2320"/>
                  </a:lnTo>
                  <a:lnTo>
                    <a:pt x="1088517" y="1914"/>
                  </a:lnTo>
                  <a:lnTo>
                    <a:pt x="1099160" y="1517"/>
                  </a:lnTo>
                  <a:lnTo>
                    <a:pt x="1109601" y="1127"/>
                  </a:lnTo>
                  <a:lnTo>
                    <a:pt x="1119847" y="744"/>
                  </a:lnTo>
                  <a:lnTo>
                    <a:pt x="1129904" y="368"/>
                  </a:lnTo>
                  <a:lnTo>
                    <a:pt x="113978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4278472" y="4792198"/>
              <a:ext cx="1139780" cy="181241"/>
            </a:xfrm>
            <a:custGeom>
              <a:avLst/>
              <a:pathLst>
                <a:path w="1139780" h="181241">
                  <a:moveTo>
                    <a:pt x="0" y="181241"/>
                  </a:moveTo>
                  <a:lnTo>
                    <a:pt x="73191" y="169603"/>
                  </a:lnTo>
                  <a:lnTo>
                    <a:pt x="137750" y="159337"/>
                  </a:lnTo>
                  <a:lnTo>
                    <a:pt x="195500" y="150154"/>
                  </a:lnTo>
                  <a:lnTo>
                    <a:pt x="247741" y="141847"/>
                  </a:lnTo>
                  <a:lnTo>
                    <a:pt x="295434" y="134263"/>
                  </a:lnTo>
                  <a:lnTo>
                    <a:pt x="339306" y="127286"/>
                  </a:lnTo>
                  <a:lnTo>
                    <a:pt x="379926" y="120827"/>
                  </a:lnTo>
                  <a:lnTo>
                    <a:pt x="417743" y="114814"/>
                  </a:lnTo>
                  <a:lnTo>
                    <a:pt x="453118" y="109189"/>
                  </a:lnTo>
                  <a:lnTo>
                    <a:pt x="486347" y="103905"/>
                  </a:lnTo>
                  <a:lnTo>
                    <a:pt x="517677" y="98923"/>
                  </a:lnTo>
                  <a:lnTo>
                    <a:pt x="547312" y="94211"/>
                  </a:lnTo>
                  <a:lnTo>
                    <a:pt x="575427" y="89740"/>
                  </a:lnTo>
                  <a:lnTo>
                    <a:pt x="602169" y="85487"/>
                  </a:lnTo>
                  <a:lnTo>
                    <a:pt x="627668" y="81433"/>
                  </a:lnTo>
                  <a:lnTo>
                    <a:pt x="652033" y="77558"/>
                  </a:lnTo>
                  <a:lnTo>
                    <a:pt x="675361" y="73849"/>
                  </a:lnTo>
                  <a:lnTo>
                    <a:pt x="697736" y="70291"/>
                  </a:lnTo>
                  <a:lnTo>
                    <a:pt x="719233" y="66873"/>
                  </a:lnTo>
                  <a:lnTo>
                    <a:pt x="739920" y="63583"/>
                  </a:lnTo>
                  <a:lnTo>
                    <a:pt x="759853" y="60413"/>
                  </a:lnTo>
                  <a:lnTo>
                    <a:pt x="779088" y="57355"/>
                  </a:lnTo>
                  <a:lnTo>
                    <a:pt x="797670" y="54400"/>
                  </a:lnTo>
                  <a:lnTo>
                    <a:pt x="815642" y="51542"/>
                  </a:lnTo>
                  <a:lnTo>
                    <a:pt x="833044" y="48775"/>
                  </a:lnTo>
                  <a:lnTo>
                    <a:pt x="849911" y="46093"/>
                  </a:lnTo>
                  <a:lnTo>
                    <a:pt x="866274" y="43491"/>
                  </a:lnTo>
                  <a:lnTo>
                    <a:pt x="882163" y="40964"/>
                  </a:lnTo>
                  <a:lnTo>
                    <a:pt x="897604" y="38509"/>
                  </a:lnTo>
                  <a:lnTo>
                    <a:pt x="912621" y="36121"/>
                  </a:lnTo>
                  <a:lnTo>
                    <a:pt x="927239" y="33797"/>
                  </a:lnTo>
                  <a:lnTo>
                    <a:pt x="941476" y="31533"/>
                  </a:lnTo>
                  <a:lnTo>
                    <a:pt x="955354" y="29326"/>
                  </a:lnTo>
                  <a:lnTo>
                    <a:pt x="968888" y="27174"/>
                  </a:lnTo>
                  <a:lnTo>
                    <a:pt x="982096" y="25074"/>
                  </a:lnTo>
                  <a:lnTo>
                    <a:pt x="994994" y="23023"/>
                  </a:lnTo>
                  <a:lnTo>
                    <a:pt x="1007595" y="21019"/>
                  </a:lnTo>
                  <a:lnTo>
                    <a:pt x="1019913" y="19060"/>
                  </a:lnTo>
                  <a:lnTo>
                    <a:pt x="1031960" y="17145"/>
                  </a:lnTo>
                  <a:lnTo>
                    <a:pt x="1043748" y="15270"/>
                  </a:lnTo>
                  <a:lnTo>
                    <a:pt x="1055287" y="13435"/>
                  </a:lnTo>
                  <a:lnTo>
                    <a:pt x="1066589" y="11638"/>
                  </a:lnTo>
                  <a:lnTo>
                    <a:pt x="1077663" y="9877"/>
                  </a:lnTo>
                  <a:lnTo>
                    <a:pt x="1088517" y="8151"/>
                  </a:lnTo>
                  <a:lnTo>
                    <a:pt x="1099160" y="6459"/>
                  </a:lnTo>
                  <a:lnTo>
                    <a:pt x="1109601" y="4798"/>
                  </a:lnTo>
                  <a:lnTo>
                    <a:pt x="1119847" y="3169"/>
                  </a:lnTo>
                  <a:lnTo>
                    <a:pt x="1129904" y="1570"/>
                  </a:lnTo>
                  <a:lnTo>
                    <a:pt x="113978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4278472" y="4838300"/>
              <a:ext cx="1139780" cy="104193"/>
            </a:xfrm>
            <a:custGeom>
              <a:avLst/>
              <a:pathLst>
                <a:path w="1139780" h="104193">
                  <a:moveTo>
                    <a:pt x="0" y="104193"/>
                  </a:moveTo>
                  <a:lnTo>
                    <a:pt x="73191" y="97502"/>
                  </a:lnTo>
                  <a:lnTo>
                    <a:pt x="137750" y="91601"/>
                  </a:lnTo>
                  <a:lnTo>
                    <a:pt x="195500" y="86321"/>
                  </a:lnTo>
                  <a:lnTo>
                    <a:pt x="247741" y="81546"/>
                  </a:lnTo>
                  <a:lnTo>
                    <a:pt x="295434" y="77186"/>
                  </a:lnTo>
                  <a:lnTo>
                    <a:pt x="339306" y="73175"/>
                  </a:lnTo>
                  <a:lnTo>
                    <a:pt x="379926" y="69462"/>
                  </a:lnTo>
                  <a:lnTo>
                    <a:pt x="417743" y="66005"/>
                  </a:lnTo>
                  <a:lnTo>
                    <a:pt x="453118" y="62771"/>
                  </a:lnTo>
                  <a:lnTo>
                    <a:pt x="486347" y="59733"/>
                  </a:lnTo>
                  <a:lnTo>
                    <a:pt x="517677" y="56869"/>
                  </a:lnTo>
                  <a:lnTo>
                    <a:pt x="547312" y="54160"/>
                  </a:lnTo>
                  <a:lnTo>
                    <a:pt x="575427" y="51590"/>
                  </a:lnTo>
                  <a:lnTo>
                    <a:pt x="602169" y="49146"/>
                  </a:lnTo>
                  <a:lnTo>
                    <a:pt x="627668" y="46815"/>
                  </a:lnTo>
                  <a:lnTo>
                    <a:pt x="652033" y="44587"/>
                  </a:lnTo>
                  <a:lnTo>
                    <a:pt x="675361" y="42455"/>
                  </a:lnTo>
                  <a:lnTo>
                    <a:pt x="697736" y="40409"/>
                  </a:lnTo>
                  <a:lnTo>
                    <a:pt x="719233" y="38444"/>
                  </a:lnTo>
                  <a:lnTo>
                    <a:pt x="739920" y="36553"/>
                  </a:lnTo>
                  <a:lnTo>
                    <a:pt x="759853" y="34731"/>
                  </a:lnTo>
                  <a:lnTo>
                    <a:pt x="779088" y="32972"/>
                  </a:lnTo>
                  <a:lnTo>
                    <a:pt x="797670" y="31274"/>
                  </a:lnTo>
                  <a:lnTo>
                    <a:pt x="815642" y="29631"/>
                  </a:lnTo>
                  <a:lnTo>
                    <a:pt x="833044" y="28040"/>
                  </a:lnTo>
                  <a:lnTo>
                    <a:pt x="849911" y="26498"/>
                  </a:lnTo>
                  <a:lnTo>
                    <a:pt x="866274" y="25002"/>
                  </a:lnTo>
                  <a:lnTo>
                    <a:pt x="882163" y="23550"/>
                  </a:lnTo>
                  <a:lnTo>
                    <a:pt x="897604" y="22138"/>
                  </a:lnTo>
                  <a:lnTo>
                    <a:pt x="912621" y="20765"/>
                  </a:lnTo>
                  <a:lnTo>
                    <a:pt x="927239" y="19429"/>
                  </a:lnTo>
                  <a:lnTo>
                    <a:pt x="941476" y="18128"/>
                  </a:lnTo>
                  <a:lnTo>
                    <a:pt x="955354" y="16859"/>
                  </a:lnTo>
                  <a:lnTo>
                    <a:pt x="968888" y="15622"/>
                  </a:lnTo>
                  <a:lnTo>
                    <a:pt x="982096" y="14414"/>
                  </a:lnTo>
                  <a:lnTo>
                    <a:pt x="994994" y="13235"/>
                  </a:lnTo>
                  <a:lnTo>
                    <a:pt x="1007595" y="12083"/>
                  </a:lnTo>
                  <a:lnTo>
                    <a:pt x="1019913" y="10957"/>
                  </a:lnTo>
                  <a:lnTo>
                    <a:pt x="1031960" y="9856"/>
                  </a:lnTo>
                  <a:lnTo>
                    <a:pt x="1043748" y="8778"/>
                  </a:lnTo>
                  <a:lnTo>
                    <a:pt x="1055287" y="7723"/>
                  </a:lnTo>
                  <a:lnTo>
                    <a:pt x="1066589" y="6690"/>
                  </a:lnTo>
                  <a:lnTo>
                    <a:pt x="1077663" y="5678"/>
                  </a:lnTo>
                  <a:lnTo>
                    <a:pt x="1088517" y="4686"/>
                  </a:lnTo>
                  <a:lnTo>
                    <a:pt x="1099160" y="3713"/>
                  </a:lnTo>
                  <a:lnTo>
                    <a:pt x="1109601" y="2758"/>
                  </a:lnTo>
                  <a:lnTo>
                    <a:pt x="1119847" y="1822"/>
                  </a:lnTo>
                  <a:lnTo>
                    <a:pt x="1129904" y="902"/>
                  </a:lnTo>
                  <a:lnTo>
                    <a:pt x="113978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4278472" y="4826734"/>
              <a:ext cx="1139780" cy="127870"/>
            </a:xfrm>
            <a:custGeom>
              <a:avLst/>
              <a:pathLst>
                <a:path w="1139780" h="127870">
                  <a:moveTo>
                    <a:pt x="0" y="0"/>
                  </a:moveTo>
                  <a:lnTo>
                    <a:pt x="73191" y="8211"/>
                  </a:lnTo>
                  <a:lnTo>
                    <a:pt x="137750" y="15453"/>
                  </a:lnTo>
                  <a:lnTo>
                    <a:pt x="195500" y="21932"/>
                  </a:lnTo>
                  <a:lnTo>
                    <a:pt x="247741" y="27793"/>
                  </a:lnTo>
                  <a:lnTo>
                    <a:pt x="295434" y="33144"/>
                  </a:lnTo>
                  <a:lnTo>
                    <a:pt x="339306" y="38066"/>
                  </a:lnTo>
                  <a:lnTo>
                    <a:pt x="379926" y="42623"/>
                  </a:lnTo>
                  <a:lnTo>
                    <a:pt x="417743" y="46866"/>
                  </a:lnTo>
                  <a:lnTo>
                    <a:pt x="453118" y="50834"/>
                  </a:lnTo>
                  <a:lnTo>
                    <a:pt x="486347" y="54562"/>
                  </a:lnTo>
                  <a:lnTo>
                    <a:pt x="517677" y="58077"/>
                  </a:lnTo>
                  <a:lnTo>
                    <a:pt x="547312" y="61402"/>
                  </a:lnTo>
                  <a:lnTo>
                    <a:pt x="575427" y="64556"/>
                  </a:lnTo>
                  <a:lnTo>
                    <a:pt x="602169" y="67556"/>
                  </a:lnTo>
                  <a:lnTo>
                    <a:pt x="627668" y="70417"/>
                  </a:lnTo>
                  <a:lnTo>
                    <a:pt x="652033" y="73150"/>
                  </a:lnTo>
                  <a:lnTo>
                    <a:pt x="675361" y="75767"/>
                  </a:lnTo>
                  <a:lnTo>
                    <a:pt x="697736" y="78278"/>
                  </a:lnTo>
                  <a:lnTo>
                    <a:pt x="719233" y="80689"/>
                  </a:lnTo>
                  <a:lnTo>
                    <a:pt x="739920" y="83010"/>
                  </a:lnTo>
                  <a:lnTo>
                    <a:pt x="759853" y="85246"/>
                  </a:lnTo>
                  <a:lnTo>
                    <a:pt x="779088" y="87404"/>
                  </a:lnTo>
                  <a:lnTo>
                    <a:pt x="797670" y="89489"/>
                  </a:lnTo>
                  <a:lnTo>
                    <a:pt x="815642" y="91505"/>
                  </a:lnTo>
                  <a:lnTo>
                    <a:pt x="833044" y="93458"/>
                  </a:lnTo>
                  <a:lnTo>
                    <a:pt x="849911" y="95350"/>
                  </a:lnTo>
                  <a:lnTo>
                    <a:pt x="866274" y="97186"/>
                  </a:lnTo>
                  <a:lnTo>
                    <a:pt x="882163" y="98968"/>
                  </a:lnTo>
                  <a:lnTo>
                    <a:pt x="897604" y="100700"/>
                  </a:lnTo>
                  <a:lnTo>
                    <a:pt x="912621" y="102385"/>
                  </a:lnTo>
                  <a:lnTo>
                    <a:pt x="927239" y="104025"/>
                  </a:lnTo>
                  <a:lnTo>
                    <a:pt x="941476" y="105622"/>
                  </a:lnTo>
                  <a:lnTo>
                    <a:pt x="955354" y="107179"/>
                  </a:lnTo>
                  <a:lnTo>
                    <a:pt x="968888" y="108698"/>
                  </a:lnTo>
                  <a:lnTo>
                    <a:pt x="982096" y="110180"/>
                  </a:lnTo>
                  <a:lnTo>
                    <a:pt x="994994" y="111626"/>
                  </a:lnTo>
                  <a:lnTo>
                    <a:pt x="1007595" y="113040"/>
                  </a:lnTo>
                  <a:lnTo>
                    <a:pt x="1019913" y="114422"/>
                  </a:lnTo>
                  <a:lnTo>
                    <a:pt x="1031960" y="115774"/>
                  </a:lnTo>
                  <a:lnTo>
                    <a:pt x="1043748" y="117096"/>
                  </a:lnTo>
                  <a:lnTo>
                    <a:pt x="1055287" y="118391"/>
                  </a:lnTo>
                  <a:lnTo>
                    <a:pt x="1066589" y="119659"/>
                  </a:lnTo>
                  <a:lnTo>
                    <a:pt x="1077663" y="120901"/>
                  </a:lnTo>
                  <a:lnTo>
                    <a:pt x="1088517" y="122119"/>
                  </a:lnTo>
                  <a:lnTo>
                    <a:pt x="1099160" y="123313"/>
                  </a:lnTo>
                  <a:lnTo>
                    <a:pt x="1109601" y="124484"/>
                  </a:lnTo>
                  <a:lnTo>
                    <a:pt x="1119847" y="125634"/>
                  </a:lnTo>
                  <a:lnTo>
                    <a:pt x="1129904" y="126762"/>
                  </a:lnTo>
                  <a:lnTo>
                    <a:pt x="1139780" y="12787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4278472" y="4813693"/>
              <a:ext cx="1139780" cy="217513"/>
            </a:xfrm>
            <a:custGeom>
              <a:avLst/>
              <a:pathLst>
                <a:path w="1139780" h="217513">
                  <a:moveTo>
                    <a:pt x="0" y="0"/>
                  </a:moveTo>
                  <a:lnTo>
                    <a:pt x="73191" y="13967"/>
                  </a:lnTo>
                  <a:lnTo>
                    <a:pt x="137750" y="26288"/>
                  </a:lnTo>
                  <a:lnTo>
                    <a:pt x="195500" y="37308"/>
                  </a:lnTo>
                  <a:lnTo>
                    <a:pt x="247741" y="47278"/>
                  </a:lnTo>
                  <a:lnTo>
                    <a:pt x="295434" y="56380"/>
                  </a:lnTo>
                  <a:lnTo>
                    <a:pt x="339306" y="64752"/>
                  </a:lnTo>
                  <a:lnTo>
                    <a:pt x="379926" y="72504"/>
                  </a:lnTo>
                  <a:lnTo>
                    <a:pt x="417743" y="79721"/>
                  </a:lnTo>
                  <a:lnTo>
                    <a:pt x="453118" y="86472"/>
                  </a:lnTo>
                  <a:lnTo>
                    <a:pt x="486347" y="92813"/>
                  </a:lnTo>
                  <a:lnTo>
                    <a:pt x="517677" y="98792"/>
                  </a:lnTo>
                  <a:lnTo>
                    <a:pt x="547312" y="104448"/>
                  </a:lnTo>
                  <a:lnTo>
                    <a:pt x="575427" y="109813"/>
                  </a:lnTo>
                  <a:lnTo>
                    <a:pt x="602169" y="114917"/>
                  </a:lnTo>
                  <a:lnTo>
                    <a:pt x="627668" y="119783"/>
                  </a:lnTo>
                  <a:lnTo>
                    <a:pt x="652033" y="124432"/>
                  </a:lnTo>
                  <a:lnTo>
                    <a:pt x="675361" y="128884"/>
                  </a:lnTo>
                  <a:lnTo>
                    <a:pt x="697736" y="133154"/>
                  </a:lnTo>
                  <a:lnTo>
                    <a:pt x="719233" y="137257"/>
                  </a:lnTo>
                  <a:lnTo>
                    <a:pt x="739920" y="141205"/>
                  </a:lnTo>
                  <a:lnTo>
                    <a:pt x="759853" y="145009"/>
                  </a:lnTo>
                  <a:lnTo>
                    <a:pt x="779088" y="148679"/>
                  </a:lnTo>
                  <a:lnTo>
                    <a:pt x="797670" y="152226"/>
                  </a:lnTo>
                  <a:lnTo>
                    <a:pt x="815642" y="155655"/>
                  </a:lnTo>
                  <a:lnTo>
                    <a:pt x="833044" y="158976"/>
                  </a:lnTo>
                  <a:lnTo>
                    <a:pt x="849911" y="162195"/>
                  </a:lnTo>
                  <a:lnTo>
                    <a:pt x="866274" y="165318"/>
                  </a:lnTo>
                  <a:lnTo>
                    <a:pt x="882163" y="168350"/>
                  </a:lnTo>
                  <a:lnTo>
                    <a:pt x="897604" y="171297"/>
                  </a:lnTo>
                  <a:lnTo>
                    <a:pt x="912621" y="174163"/>
                  </a:lnTo>
                  <a:lnTo>
                    <a:pt x="927239" y="176952"/>
                  </a:lnTo>
                  <a:lnTo>
                    <a:pt x="941476" y="179669"/>
                  </a:lnTo>
                  <a:lnTo>
                    <a:pt x="955354" y="182318"/>
                  </a:lnTo>
                  <a:lnTo>
                    <a:pt x="968888" y="184901"/>
                  </a:lnTo>
                  <a:lnTo>
                    <a:pt x="982096" y="187421"/>
                  </a:lnTo>
                  <a:lnTo>
                    <a:pt x="994994" y="189883"/>
                  </a:lnTo>
                  <a:lnTo>
                    <a:pt x="1007595" y="192287"/>
                  </a:lnTo>
                  <a:lnTo>
                    <a:pt x="1019913" y="194638"/>
                  </a:lnTo>
                  <a:lnTo>
                    <a:pt x="1031960" y="196937"/>
                  </a:lnTo>
                  <a:lnTo>
                    <a:pt x="1043748" y="199187"/>
                  </a:lnTo>
                  <a:lnTo>
                    <a:pt x="1055287" y="201389"/>
                  </a:lnTo>
                  <a:lnTo>
                    <a:pt x="1066589" y="203546"/>
                  </a:lnTo>
                  <a:lnTo>
                    <a:pt x="1077663" y="205659"/>
                  </a:lnTo>
                  <a:lnTo>
                    <a:pt x="1088517" y="207730"/>
                  </a:lnTo>
                  <a:lnTo>
                    <a:pt x="1099160" y="209761"/>
                  </a:lnTo>
                  <a:lnTo>
                    <a:pt x="1109601" y="211754"/>
                  </a:lnTo>
                  <a:lnTo>
                    <a:pt x="1119847" y="213709"/>
                  </a:lnTo>
                  <a:lnTo>
                    <a:pt x="1129904" y="215629"/>
                  </a:lnTo>
                  <a:lnTo>
                    <a:pt x="1139780" y="217513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1" name="pl970"/>
            <p:cNvSpPr/>
            <p:nvPr/>
          </p:nvSpPr>
          <p:spPr>
            <a:xfrm>
              <a:off x="4278472" y="5016160"/>
              <a:ext cx="1139780" cy="95403"/>
            </a:xfrm>
            <a:custGeom>
              <a:avLst/>
              <a:pathLst>
                <a:path w="1139780" h="95403">
                  <a:moveTo>
                    <a:pt x="0" y="0"/>
                  </a:moveTo>
                  <a:lnTo>
                    <a:pt x="73191" y="6126"/>
                  </a:lnTo>
                  <a:lnTo>
                    <a:pt x="137750" y="11530"/>
                  </a:lnTo>
                  <a:lnTo>
                    <a:pt x="195500" y="16364"/>
                  </a:lnTo>
                  <a:lnTo>
                    <a:pt x="247741" y="20736"/>
                  </a:lnTo>
                  <a:lnTo>
                    <a:pt x="295434" y="24728"/>
                  </a:lnTo>
                  <a:lnTo>
                    <a:pt x="339306" y="28401"/>
                  </a:lnTo>
                  <a:lnTo>
                    <a:pt x="379926" y="31801"/>
                  </a:lnTo>
                  <a:lnTo>
                    <a:pt x="417743" y="34966"/>
                  </a:lnTo>
                  <a:lnTo>
                    <a:pt x="453118" y="37927"/>
                  </a:lnTo>
                  <a:lnTo>
                    <a:pt x="486347" y="40709"/>
                  </a:lnTo>
                  <a:lnTo>
                    <a:pt x="517677" y="43331"/>
                  </a:lnTo>
                  <a:lnTo>
                    <a:pt x="547312" y="45812"/>
                  </a:lnTo>
                  <a:lnTo>
                    <a:pt x="575427" y="48165"/>
                  </a:lnTo>
                  <a:lnTo>
                    <a:pt x="602169" y="50403"/>
                  </a:lnTo>
                  <a:lnTo>
                    <a:pt x="627668" y="52538"/>
                  </a:lnTo>
                  <a:lnTo>
                    <a:pt x="652033" y="54577"/>
                  </a:lnTo>
                  <a:lnTo>
                    <a:pt x="675361" y="56530"/>
                  </a:lnTo>
                  <a:lnTo>
                    <a:pt x="697736" y="58403"/>
                  </a:lnTo>
                  <a:lnTo>
                    <a:pt x="719233" y="60202"/>
                  </a:lnTo>
                  <a:lnTo>
                    <a:pt x="739920" y="61933"/>
                  </a:lnTo>
                  <a:lnTo>
                    <a:pt x="759853" y="63602"/>
                  </a:lnTo>
                  <a:lnTo>
                    <a:pt x="779088" y="65212"/>
                  </a:lnTo>
                  <a:lnTo>
                    <a:pt x="797670" y="66767"/>
                  </a:lnTo>
                  <a:lnTo>
                    <a:pt x="815642" y="68272"/>
                  </a:lnTo>
                  <a:lnTo>
                    <a:pt x="833044" y="69728"/>
                  </a:lnTo>
                  <a:lnTo>
                    <a:pt x="849911" y="71140"/>
                  </a:lnTo>
                  <a:lnTo>
                    <a:pt x="866274" y="72510"/>
                  </a:lnTo>
                  <a:lnTo>
                    <a:pt x="882163" y="73840"/>
                  </a:lnTo>
                  <a:lnTo>
                    <a:pt x="897604" y="75132"/>
                  </a:lnTo>
                  <a:lnTo>
                    <a:pt x="912621" y="76389"/>
                  </a:lnTo>
                  <a:lnTo>
                    <a:pt x="927239" y="77613"/>
                  </a:lnTo>
                  <a:lnTo>
                    <a:pt x="941476" y="78805"/>
                  </a:lnTo>
                  <a:lnTo>
                    <a:pt x="955354" y="79966"/>
                  </a:lnTo>
                  <a:lnTo>
                    <a:pt x="968888" y="81099"/>
                  </a:lnTo>
                  <a:lnTo>
                    <a:pt x="982096" y="82205"/>
                  </a:lnTo>
                  <a:lnTo>
                    <a:pt x="994994" y="83284"/>
                  </a:lnTo>
                  <a:lnTo>
                    <a:pt x="1007595" y="84339"/>
                  </a:lnTo>
                  <a:lnTo>
                    <a:pt x="1019913" y="85370"/>
                  </a:lnTo>
                  <a:lnTo>
                    <a:pt x="1031960" y="86378"/>
                  </a:lnTo>
                  <a:lnTo>
                    <a:pt x="1043748" y="87365"/>
                  </a:lnTo>
                  <a:lnTo>
                    <a:pt x="1055287" y="88331"/>
                  </a:lnTo>
                  <a:lnTo>
                    <a:pt x="1066589" y="89277"/>
                  </a:lnTo>
                  <a:lnTo>
                    <a:pt x="1077663" y="90204"/>
                  </a:lnTo>
                  <a:lnTo>
                    <a:pt x="1088517" y="91112"/>
                  </a:lnTo>
                  <a:lnTo>
                    <a:pt x="1099160" y="92003"/>
                  </a:lnTo>
                  <a:lnTo>
                    <a:pt x="1109601" y="92877"/>
                  </a:lnTo>
                  <a:lnTo>
                    <a:pt x="1119847" y="93735"/>
                  </a:lnTo>
                  <a:lnTo>
                    <a:pt x="1129904" y="94577"/>
                  </a:lnTo>
                  <a:lnTo>
                    <a:pt x="1139780" y="95403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2" name="pl971"/>
            <p:cNvSpPr/>
            <p:nvPr/>
          </p:nvSpPr>
          <p:spPr>
            <a:xfrm>
              <a:off x="4278472" y="4993054"/>
              <a:ext cx="1139780" cy="45121"/>
            </a:xfrm>
            <a:custGeom>
              <a:avLst/>
              <a:pathLst>
                <a:path w="1139780" h="45121">
                  <a:moveTo>
                    <a:pt x="0" y="0"/>
                  </a:moveTo>
                  <a:lnTo>
                    <a:pt x="73191" y="2897"/>
                  </a:lnTo>
                  <a:lnTo>
                    <a:pt x="137750" y="5453"/>
                  </a:lnTo>
                  <a:lnTo>
                    <a:pt x="195500" y="7739"/>
                  </a:lnTo>
                  <a:lnTo>
                    <a:pt x="247741" y="9807"/>
                  </a:lnTo>
                  <a:lnTo>
                    <a:pt x="295434" y="11695"/>
                  </a:lnTo>
                  <a:lnTo>
                    <a:pt x="339306" y="13432"/>
                  </a:lnTo>
                  <a:lnTo>
                    <a:pt x="379926" y="15040"/>
                  </a:lnTo>
                  <a:lnTo>
                    <a:pt x="417743" y="16537"/>
                  </a:lnTo>
                  <a:lnTo>
                    <a:pt x="453118" y="17938"/>
                  </a:lnTo>
                  <a:lnTo>
                    <a:pt x="486347" y="19253"/>
                  </a:lnTo>
                  <a:lnTo>
                    <a:pt x="517677" y="20493"/>
                  </a:lnTo>
                  <a:lnTo>
                    <a:pt x="547312" y="21667"/>
                  </a:lnTo>
                  <a:lnTo>
                    <a:pt x="575427" y="22780"/>
                  </a:lnTo>
                  <a:lnTo>
                    <a:pt x="602169" y="23838"/>
                  </a:lnTo>
                  <a:lnTo>
                    <a:pt x="627668" y="24848"/>
                  </a:lnTo>
                  <a:lnTo>
                    <a:pt x="652033" y="25812"/>
                  </a:lnTo>
                  <a:lnTo>
                    <a:pt x="675361" y="26736"/>
                  </a:lnTo>
                  <a:lnTo>
                    <a:pt x="697736" y="27622"/>
                  </a:lnTo>
                  <a:lnTo>
                    <a:pt x="719233" y="28473"/>
                  </a:lnTo>
                  <a:lnTo>
                    <a:pt x="739920" y="29291"/>
                  </a:lnTo>
                  <a:lnTo>
                    <a:pt x="759853" y="30081"/>
                  </a:lnTo>
                  <a:lnTo>
                    <a:pt x="779088" y="30842"/>
                  </a:lnTo>
                  <a:lnTo>
                    <a:pt x="797670" y="31578"/>
                  </a:lnTo>
                  <a:lnTo>
                    <a:pt x="815642" y="32289"/>
                  </a:lnTo>
                  <a:lnTo>
                    <a:pt x="833044" y="32978"/>
                  </a:lnTo>
                  <a:lnTo>
                    <a:pt x="849911" y="33646"/>
                  </a:lnTo>
                  <a:lnTo>
                    <a:pt x="866274" y="34294"/>
                  </a:lnTo>
                  <a:lnTo>
                    <a:pt x="882163" y="34923"/>
                  </a:lnTo>
                  <a:lnTo>
                    <a:pt x="897604" y="35534"/>
                  </a:lnTo>
                  <a:lnTo>
                    <a:pt x="912621" y="36128"/>
                  </a:lnTo>
                  <a:lnTo>
                    <a:pt x="927239" y="36707"/>
                  </a:lnTo>
                  <a:lnTo>
                    <a:pt x="941476" y="37271"/>
                  </a:lnTo>
                  <a:lnTo>
                    <a:pt x="955354" y="37820"/>
                  </a:lnTo>
                  <a:lnTo>
                    <a:pt x="968888" y="38356"/>
                  </a:lnTo>
                  <a:lnTo>
                    <a:pt x="982096" y="38879"/>
                  </a:lnTo>
                  <a:lnTo>
                    <a:pt x="994994" y="39389"/>
                  </a:lnTo>
                  <a:lnTo>
                    <a:pt x="1007595" y="39888"/>
                  </a:lnTo>
                  <a:lnTo>
                    <a:pt x="1019913" y="40376"/>
                  </a:lnTo>
                  <a:lnTo>
                    <a:pt x="1031960" y="40853"/>
                  </a:lnTo>
                  <a:lnTo>
                    <a:pt x="1043748" y="41319"/>
                  </a:lnTo>
                  <a:lnTo>
                    <a:pt x="1055287" y="41776"/>
                  </a:lnTo>
                  <a:lnTo>
                    <a:pt x="1066589" y="42224"/>
                  </a:lnTo>
                  <a:lnTo>
                    <a:pt x="1077663" y="42662"/>
                  </a:lnTo>
                  <a:lnTo>
                    <a:pt x="1088517" y="43092"/>
                  </a:lnTo>
                  <a:lnTo>
                    <a:pt x="1099160" y="43513"/>
                  </a:lnTo>
                  <a:lnTo>
                    <a:pt x="1109601" y="43926"/>
                  </a:lnTo>
                  <a:lnTo>
                    <a:pt x="1119847" y="44332"/>
                  </a:lnTo>
                  <a:lnTo>
                    <a:pt x="1129904" y="44730"/>
                  </a:lnTo>
                  <a:lnTo>
                    <a:pt x="1139780" y="45121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3" name="pl972"/>
            <p:cNvSpPr/>
            <p:nvPr/>
          </p:nvSpPr>
          <p:spPr>
            <a:xfrm>
              <a:off x="4278472" y="4981488"/>
              <a:ext cx="1139780" cy="7298"/>
            </a:xfrm>
            <a:custGeom>
              <a:avLst/>
              <a:pathLst>
                <a:path w="1139780" h="7298">
                  <a:moveTo>
                    <a:pt x="0" y="0"/>
                  </a:moveTo>
                  <a:lnTo>
                    <a:pt x="73191" y="468"/>
                  </a:lnTo>
                  <a:lnTo>
                    <a:pt x="137750" y="882"/>
                  </a:lnTo>
                  <a:lnTo>
                    <a:pt x="195500" y="1251"/>
                  </a:lnTo>
                  <a:lnTo>
                    <a:pt x="247741" y="1586"/>
                  </a:lnTo>
                  <a:lnTo>
                    <a:pt x="295434" y="1891"/>
                  </a:lnTo>
                  <a:lnTo>
                    <a:pt x="339306" y="2172"/>
                  </a:lnTo>
                  <a:lnTo>
                    <a:pt x="379926" y="2432"/>
                  </a:lnTo>
                  <a:lnTo>
                    <a:pt x="417743" y="2674"/>
                  </a:lnTo>
                  <a:lnTo>
                    <a:pt x="453118" y="2901"/>
                  </a:lnTo>
                  <a:lnTo>
                    <a:pt x="486347" y="3114"/>
                  </a:lnTo>
                  <a:lnTo>
                    <a:pt x="517677" y="3314"/>
                  </a:lnTo>
                  <a:lnTo>
                    <a:pt x="547312" y="3504"/>
                  </a:lnTo>
                  <a:lnTo>
                    <a:pt x="575427" y="3684"/>
                  </a:lnTo>
                  <a:lnTo>
                    <a:pt x="602169" y="3855"/>
                  </a:lnTo>
                  <a:lnTo>
                    <a:pt x="627668" y="4019"/>
                  </a:lnTo>
                  <a:lnTo>
                    <a:pt x="652033" y="4175"/>
                  </a:lnTo>
                  <a:lnTo>
                    <a:pt x="675361" y="4324"/>
                  </a:lnTo>
                  <a:lnTo>
                    <a:pt x="697736" y="4467"/>
                  </a:lnTo>
                  <a:lnTo>
                    <a:pt x="719233" y="4605"/>
                  </a:lnTo>
                  <a:lnTo>
                    <a:pt x="739920" y="4737"/>
                  </a:lnTo>
                  <a:lnTo>
                    <a:pt x="759853" y="4865"/>
                  </a:lnTo>
                  <a:lnTo>
                    <a:pt x="779088" y="4988"/>
                  </a:lnTo>
                  <a:lnTo>
                    <a:pt x="797670" y="5107"/>
                  </a:lnTo>
                  <a:lnTo>
                    <a:pt x="815642" y="5222"/>
                  </a:lnTo>
                  <a:lnTo>
                    <a:pt x="833044" y="5334"/>
                  </a:lnTo>
                  <a:lnTo>
                    <a:pt x="849911" y="5442"/>
                  </a:lnTo>
                  <a:lnTo>
                    <a:pt x="866274" y="5547"/>
                  </a:lnTo>
                  <a:lnTo>
                    <a:pt x="882163" y="5648"/>
                  </a:lnTo>
                  <a:lnTo>
                    <a:pt x="897604" y="5747"/>
                  </a:lnTo>
                  <a:lnTo>
                    <a:pt x="912621" y="5843"/>
                  </a:lnTo>
                  <a:lnTo>
                    <a:pt x="927239" y="5937"/>
                  </a:lnTo>
                  <a:lnTo>
                    <a:pt x="941476" y="6028"/>
                  </a:lnTo>
                  <a:lnTo>
                    <a:pt x="955354" y="6117"/>
                  </a:lnTo>
                  <a:lnTo>
                    <a:pt x="968888" y="6204"/>
                  </a:lnTo>
                  <a:lnTo>
                    <a:pt x="982096" y="6288"/>
                  </a:lnTo>
                  <a:lnTo>
                    <a:pt x="994994" y="6371"/>
                  </a:lnTo>
                  <a:lnTo>
                    <a:pt x="1007595" y="6452"/>
                  </a:lnTo>
                  <a:lnTo>
                    <a:pt x="1019913" y="6530"/>
                  </a:lnTo>
                  <a:lnTo>
                    <a:pt x="1031960" y="6608"/>
                  </a:lnTo>
                  <a:lnTo>
                    <a:pt x="1043748" y="6683"/>
                  </a:lnTo>
                  <a:lnTo>
                    <a:pt x="1055287" y="6757"/>
                  </a:lnTo>
                  <a:lnTo>
                    <a:pt x="1066589" y="6829"/>
                  </a:lnTo>
                  <a:lnTo>
                    <a:pt x="1077663" y="6900"/>
                  </a:lnTo>
                  <a:lnTo>
                    <a:pt x="1088517" y="6970"/>
                  </a:lnTo>
                  <a:lnTo>
                    <a:pt x="1099160" y="7038"/>
                  </a:lnTo>
                  <a:lnTo>
                    <a:pt x="1109601" y="7105"/>
                  </a:lnTo>
                  <a:lnTo>
                    <a:pt x="1119847" y="7170"/>
                  </a:lnTo>
                  <a:lnTo>
                    <a:pt x="1129904" y="7235"/>
                  </a:lnTo>
                  <a:lnTo>
                    <a:pt x="1139780" y="7298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4" name="rc973"/>
            <p:cNvSpPr/>
            <p:nvPr/>
          </p:nvSpPr>
          <p:spPr>
            <a:xfrm>
              <a:off x="4204347" y="4132731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5" name="pl974"/>
            <p:cNvSpPr/>
            <p:nvPr/>
          </p:nvSpPr>
          <p:spPr>
            <a:xfrm>
              <a:off x="4204347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5"/>
            <p:cNvSpPr/>
            <p:nvPr/>
          </p:nvSpPr>
          <p:spPr>
            <a:xfrm>
              <a:off x="4172716" y="519209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6"/>
            <p:cNvSpPr/>
            <p:nvPr/>
          </p:nvSpPr>
          <p:spPr>
            <a:xfrm>
              <a:off x="4172716" y="493724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7"/>
            <p:cNvSpPr/>
            <p:nvPr/>
          </p:nvSpPr>
          <p:spPr>
            <a:xfrm>
              <a:off x="4172716" y="468238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8"/>
            <p:cNvSpPr/>
            <p:nvPr/>
          </p:nvSpPr>
          <p:spPr>
            <a:xfrm>
              <a:off x="4172716" y="442753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79"/>
            <p:cNvSpPr/>
            <p:nvPr/>
          </p:nvSpPr>
          <p:spPr>
            <a:xfrm>
              <a:off x="4172716" y="417268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0"/>
            <p:cNvSpPr/>
            <p:nvPr/>
          </p:nvSpPr>
          <p:spPr>
            <a:xfrm>
              <a:off x="4204347" y="5304263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1"/>
            <p:cNvSpPr/>
            <p:nvPr/>
          </p:nvSpPr>
          <p:spPr>
            <a:xfrm>
              <a:off x="4278472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2"/>
            <p:cNvSpPr/>
            <p:nvPr/>
          </p:nvSpPr>
          <p:spPr>
            <a:xfrm>
              <a:off x="4658399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3"/>
            <p:cNvSpPr/>
            <p:nvPr/>
          </p:nvSpPr>
          <p:spPr>
            <a:xfrm>
              <a:off x="5038326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5418253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tx985"/>
            <p:cNvSpPr/>
            <p:nvPr/>
          </p:nvSpPr>
          <p:spPr>
            <a:xfrm>
              <a:off x="4246697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87" name="tx986"/>
            <p:cNvSpPr/>
            <p:nvPr/>
          </p:nvSpPr>
          <p:spPr>
            <a:xfrm>
              <a:off x="4626624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88" name="tx987"/>
            <p:cNvSpPr/>
            <p:nvPr/>
          </p:nvSpPr>
          <p:spPr>
            <a:xfrm>
              <a:off x="5006551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89" name="tx988"/>
            <p:cNvSpPr/>
            <p:nvPr/>
          </p:nvSpPr>
          <p:spPr>
            <a:xfrm>
              <a:off x="5386478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90" name="tx989"/>
            <p:cNvSpPr/>
            <p:nvPr/>
          </p:nvSpPr>
          <p:spPr>
            <a:xfrm>
              <a:off x="4566038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91" name="tx990"/>
            <p:cNvSpPr/>
            <p:nvPr/>
          </p:nvSpPr>
          <p:spPr>
            <a:xfrm>
              <a:off x="4204347" y="3937978"/>
              <a:ext cx="45784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92" name="rc991"/>
            <p:cNvSpPr/>
            <p:nvPr/>
          </p:nvSpPr>
          <p:spPr>
            <a:xfrm>
              <a:off x="5635189" y="4132731"/>
              <a:ext cx="1297990" cy="1171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5672317" y="493091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5694392" y="499692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5689010" y="5058775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5697711" y="466018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5714086" y="496776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5701485" y="469142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5700915" y="520263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5665707" y="504989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5668927" y="469875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5675649" y="461383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6076653" y="487274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6048703" y="466314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088351" y="502805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053447" y="519216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061983" y="415750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070193" y="424599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078296" y="513061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087000" y="522165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052316" y="520853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040861" y="509164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054659" y="514135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093130" y="518026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093221" y="514769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065062" y="514118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6051528" y="509428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6047349" y="500202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6049317" y="520668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6049442" y="503825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6428475" y="502553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6458291" y="52225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6466515" y="513367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6429275" y="516953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6427969" y="493137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6440391" y="507403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6455147" y="488946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6459381" y="502552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6416465" y="508339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6416177" y="497708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6440278" y="517866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6446363" y="471295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6462175" y="512927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6468372" y="518495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6454401" y="464104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6429372" y="495852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6454056" y="487001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6469661" y="511891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6439675" y="502861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6428136" y="488613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6807503" y="509590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6798245" y="505614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6791969" y="496790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6812198" y="508709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6807025" y="492737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6829203" y="503577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6793886" y="497218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6796111" y="5005126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6845697" y="505318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6796985" y="478151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6830313" y="515636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6799630" y="506769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6794922" y="506819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6796040" y="519249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6816158" y="501794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6824657" y="518991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6833861" y="491840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6816428" y="505805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6817887" y="507164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6845558" y="498381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6835579" y="503512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6800583" y="501399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6828292" y="504670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6829722" y="516956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l1064"/>
            <p:cNvSpPr/>
            <p:nvPr/>
          </p:nvSpPr>
          <p:spPr>
            <a:xfrm>
              <a:off x="5718643" y="4672001"/>
              <a:ext cx="1128743" cy="376475"/>
            </a:xfrm>
            <a:custGeom>
              <a:avLst/>
              <a:pathLst>
                <a:path w="1128743" h="376475">
                  <a:moveTo>
                    <a:pt x="0" y="0"/>
                  </a:moveTo>
                  <a:lnTo>
                    <a:pt x="72482" y="24175"/>
                  </a:lnTo>
                  <a:lnTo>
                    <a:pt x="136416" y="45499"/>
                  </a:lnTo>
                  <a:lnTo>
                    <a:pt x="193607" y="64574"/>
                  </a:lnTo>
                  <a:lnTo>
                    <a:pt x="245342" y="81830"/>
                  </a:lnTo>
                  <a:lnTo>
                    <a:pt x="292573" y="97583"/>
                  </a:lnTo>
                  <a:lnTo>
                    <a:pt x="336021" y="112074"/>
                  </a:lnTo>
                  <a:lnTo>
                    <a:pt x="376247" y="125491"/>
                  </a:lnTo>
                  <a:lnTo>
                    <a:pt x="413697" y="137982"/>
                  </a:lnTo>
                  <a:lnTo>
                    <a:pt x="448730" y="149667"/>
                  </a:lnTo>
                  <a:lnTo>
                    <a:pt x="481637" y="160642"/>
                  </a:lnTo>
                  <a:lnTo>
                    <a:pt x="512664" y="170991"/>
                  </a:lnTo>
                  <a:lnTo>
                    <a:pt x="542012" y="180779"/>
                  </a:lnTo>
                  <a:lnTo>
                    <a:pt x="569854" y="190066"/>
                  </a:lnTo>
                  <a:lnTo>
                    <a:pt x="596338" y="198899"/>
                  </a:lnTo>
                  <a:lnTo>
                    <a:pt x="621590" y="207321"/>
                  </a:lnTo>
                  <a:lnTo>
                    <a:pt x="645719" y="215369"/>
                  </a:lnTo>
                  <a:lnTo>
                    <a:pt x="668821" y="223074"/>
                  </a:lnTo>
                  <a:lnTo>
                    <a:pt x="690979" y="230465"/>
                  </a:lnTo>
                  <a:lnTo>
                    <a:pt x="712269" y="237566"/>
                  </a:lnTo>
                  <a:lnTo>
                    <a:pt x="732754" y="244399"/>
                  </a:lnTo>
                  <a:lnTo>
                    <a:pt x="752495" y="250983"/>
                  </a:lnTo>
                  <a:lnTo>
                    <a:pt x="771543" y="257336"/>
                  </a:lnTo>
                  <a:lnTo>
                    <a:pt x="789945" y="263474"/>
                  </a:lnTo>
                  <a:lnTo>
                    <a:pt x="807744" y="269410"/>
                  </a:lnTo>
                  <a:lnTo>
                    <a:pt x="824978" y="275158"/>
                  </a:lnTo>
                  <a:lnTo>
                    <a:pt x="841681" y="280729"/>
                  </a:lnTo>
                  <a:lnTo>
                    <a:pt x="857885" y="286134"/>
                  </a:lnTo>
                  <a:lnTo>
                    <a:pt x="873620" y="291382"/>
                  </a:lnTo>
                  <a:lnTo>
                    <a:pt x="888911" y="296482"/>
                  </a:lnTo>
                  <a:lnTo>
                    <a:pt x="903784" y="301443"/>
                  </a:lnTo>
                  <a:lnTo>
                    <a:pt x="918260" y="306271"/>
                  </a:lnTo>
                  <a:lnTo>
                    <a:pt x="932359" y="310974"/>
                  </a:lnTo>
                  <a:lnTo>
                    <a:pt x="946102" y="315558"/>
                  </a:lnTo>
                  <a:lnTo>
                    <a:pt x="959506" y="320028"/>
                  </a:lnTo>
                  <a:lnTo>
                    <a:pt x="972586" y="324391"/>
                  </a:lnTo>
                  <a:lnTo>
                    <a:pt x="985359" y="328651"/>
                  </a:lnTo>
                  <a:lnTo>
                    <a:pt x="997838" y="332813"/>
                  </a:lnTo>
                  <a:lnTo>
                    <a:pt x="1010036" y="336882"/>
                  </a:lnTo>
                  <a:lnTo>
                    <a:pt x="1021967" y="340861"/>
                  </a:lnTo>
                  <a:lnTo>
                    <a:pt x="1033640" y="344755"/>
                  </a:lnTo>
                  <a:lnTo>
                    <a:pt x="1045068" y="348566"/>
                  </a:lnTo>
                  <a:lnTo>
                    <a:pt x="1056261" y="352299"/>
                  </a:lnTo>
                  <a:lnTo>
                    <a:pt x="1067227" y="355957"/>
                  </a:lnTo>
                  <a:lnTo>
                    <a:pt x="1077976" y="359542"/>
                  </a:lnTo>
                  <a:lnTo>
                    <a:pt x="1088516" y="363058"/>
                  </a:lnTo>
                  <a:lnTo>
                    <a:pt x="1098856" y="366506"/>
                  </a:lnTo>
                  <a:lnTo>
                    <a:pt x="1109002" y="369890"/>
                  </a:lnTo>
                  <a:lnTo>
                    <a:pt x="1118962" y="373212"/>
                  </a:lnTo>
                  <a:lnTo>
                    <a:pt x="1128743" y="376475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6" name="pl1065"/>
            <p:cNvSpPr/>
            <p:nvPr/>
          </p:nvSpPr>
          <p:spPr>
            <a:xfrm>
              <a:off x="5718643" y="4581330"/>
              <a:ext cx="1128743" cy="494856"/>
            </a:xfrm>
            <a:custGeom>
              <a:avLst/>
              <a:pathLst>
                <a:path w="1128743" h="494856">
                  <a:moveTo>
                    <a:pt x="0" y="0"/>
                  </a:moveTo>
                  <a:lnTo>
                    <a:pt x="72482" y="31777"/>
                  </a:lnTo>
                  <a:lnTo>
                    <a:pt x="136416" y="59806"/>
                  </a:lnTo>
                  <a:lnTo>
                    <a:pt x="193607" y="84879"/>
                  </a:lnTo>
                  <a:lnTo>
                    <a:pt x="245342" y="107561"/>
                  </a:lnTo>
                  <a:lnTo>
                    <a:pt x="292573" y="128267"/>
                  </a:lnTo>
                  <a:lnTo>
                    <a:pt x="336021" y="147316"/>
                  </a:lnTo>
                  <a:lnTo>
                    <a:pt x="376247" y="164952"/>
                  </a:lnTo>
                  <a:lnTo>
                    <a:pt x="413697" y="181370"/>
                  </a:lnTo>
                  <a:lnTo>
                    <a:pt x="448730" y="196729"/>
                  </a:lnTo>
                  <a:lnTo>
                    <a:pt x="481637" y="211156"/>
                  </a:lnTo>
                  <a:lnTo>
                    <a:pt x="512664" y="224758"/>
                  </a:lnTo>
                  <a:lnTo>
                    <a:pt x="542012" y="237625"/>
                  </a:lnTo>
                  <a:lnTo>
                    <a:pt x="569854" y="249831"/>
                  </a:lnTo>
                  <a:lnTo>
                    <a:pt x="596338" y="261442"/>
                  </a:lnTo>
                  <a:lnTo>
                    <a:pt x="621590" y="272513"/>
                  </a:lnTo>
                  <a:lnTo>
                    <a:pt x="645719" y="283091"/>
                  </a:lnTo>
                  <a:lnTo>
                    <a:pt x="668821" y="293220"/>
                  </a:lnTo>
                  <a:lnTo>
                    <a:pt x="690979" y="302934"/>
                  </a:lnTo>
                  <a:lnTo>
                    <a:pt x="712269" y="312268"/>
                  </a:lnTo>
                  <a:lnTo>
                    <a:pt x="732754" y="321249"/>
                  </a:lnTo>
                  <a:lnTo>
                    <a:pt x="752495" y="329904"/>
                  </a:lnTo>
                  <a:lnTo>
                    <a:pt x="771543" y="338255"/>
                  </a:lnTo>
                  <a:lnTo>
                    <a:pt x="789945" y="346322"/>
                  </a:lnTo>
                  <a:lnTo>
                    <a:pt x="807744" y="354125"/>
                  </a:lnTo>
                  <a:lnTo>
                    <a:pt x="824978" y="361681"/>
                  </a:lnTo>
                  <a:lnTo>
                    <a:pt x="841681" y="369004"/>
                  </a:lnTo>
                  <a:lnTo>
                    <a:pt x="857885" y="376108"/>
                  </a:lnTo>
                  <a:lnTo>
                    <a:pt x="873620" y="383006"/>
                  </a:lnTo>
                  <a:lnTo>
                    <a:pt x="888911" y="389710"/>
                  </a:lnTo>
                  <a:lnTo>
                    <a:pt x="903784" y="396231"/>
                  </a:lnTo>
                  <a:lnTo>
                    <a:pt x="918260" y="402577"/>
                  </a:lnTo>
                  <a:lnTo>
                    <a:pt x="932359" y="408759"/>
                  </a:lnTo>
                  <a:lnTo>
                    <a:pt x="946102" y="414784"/>
                  </a:lnTo>
                  <a:lnTo>
                    <a:pt x="959506" y="420660"/>
                  </a:lnTo>
                  <a:lnTo>
                    <a:pt x="972586" y="426394"/>
                  </a:lnTo>
                  <a:lnTo>
                    <a:pt x="985359" y="431994"/>
                  </a:lnTo>
                  <a:lnTo>
                    <a:pt x="997838" y="437465"/>
                  </a:lnTo>
                  <a:lnTo>
                    <a:pt x="1010036" y="442813"/>
                  </a:lnTo>
                  <a:lnTo>
                    <a:pt x="1021967" y="448043"/>
                  </a:lnTo>
                  <a:lnTo>
                    <a:pt x="1033640" y="453161"/>
                  </a:lnTo>
                  <a:lnTo>
                    <a:pt x="1045068" y="458172"/>
                  </a:lnTo>
                  <a:lnTo>
                    <a:pt x="1056261" y="463079"/>
                  </a:lnTo>
                  <a:lnTo>
                    <a:pt x="1067227" y="467886"/>
                  </a:lnTo>
                  <a:lnTo>
                    <a:pt x="1077976" y="472599"/>
                  </a:lnTo>
                  <a:lnTo>
                    <a:pt x="1088516" y="477220"/>
                  </a:lnTo>
                  <a:lnTo>
                    <a:pt x="1098856" y="481753"/>
                  </a:lnTo>
                  <a:lnTo>
                    <a:pt x="1109002" y="486201"/>
                  </a:lnTo>
                  <a:lnTo>
                    <a:pt x="1118962" y="490568"/>
                  </a:lnTo>
                  <a:lnTo>
                    <a:pt x="1128743" y="494856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7" name="pl1066"/>
            <p:cNvSpPr/>
            <p:nvPr/>
          </p:nvSpPr>
          <p:spPr>
            <a:xfrm>
              <a:off x="5718643" y="5081045"/>
              <a:ext cx="1128743" cy="29924"/>
            </a:xfrm>
            <a:custGeom>
              <a:avLst/>
              <a:pathLst>
                <a:path w="1128743" h="29924">
                  <a:moveTo>
                    <a:pt x="0" y="29924"/>
                  </a:moveTo>
                  <a:lnTo>
                    <a:pt x="72482" y="28002"/>
                  </a:lnTo>
                  <a:lnTo>
                    <a:pt x="136416" y="26307"/>
                  </a:lnTo>
                  <a:lnTo>
                    <a:pt x="193607" y="24791"/>
                  </a:lnTo>
                  <a:lnTo>
                    <a:pt x="245342" y="23420"/>
                  </a:lnTo>
                  <a:lnTo>
                    <a:pt x="292573" y="22167"/>
                  </a:lnTo>
                  <a:lnTo>
                    <a:pt x="336021" y="21016"/>
                  </a:lnTo>
                  <a:lnTo>
                    <a:pt x="376247" y="19949"/>
                  </a:lnTo>
                  <a:lnTo>
                    <a:pt x="413697" y="18956"/>
                  </a:lnTo>
                  <a:lnTo>
                    <a:pt x="448730" y="18028"/>
                  </a:lnTo>
                  <a:lnTo>
                    <a:pt x="481637" y="17155"/>
                  </a:lnTo>
                  <a:lnTo>
                    <a:pt x="512664" y="16333"/>
                  </a:lnTo>
                  <a:lnTo>
                    <a:pt x="542012" y="15555"/>
                  </a:lnTo>
                  <a:lnTo>
                    <a:pt x="569854" y="14816"/>
                  </a:lnTo>
                  <a:lnTo>
                    <a:pt x="596338" y="14114"/>
                  </a:lnTo>
                  <a:lnTo>
                    <a:pt x="621590" y="13445"/>
                  </a:lnTo>
                  <a:lnTo>
                    <a:pt x="645719" y="12805"/>
                  </a:lnTo>
                  <a:lnTo>
                    <a:pt x="668821" y="12193"/>
                  </a:lnTo>
                  <a:lnTo>
                    <a:pt x="690979" y="11605"/>
                  </a:lnTo>
                  <a:lnTo>
                    <a:pt x="712269" y="11041"/>
                  </a:lnTo>
                  <a:lnTo>
                    <a:pt x="732754" y="10498"/>
                  </a:lnTo>
                  <a:lnTo>
                    <a:pt x="752495" y="9974"/>
                  </a:lnTo>
                  <a:lnTo>
                    <a:pt x="771543" y="9469"/>
                  </a:lnTo>
                  <a:lnTo>
                    <a:pt x="789945" y="8981"/>
                  </a:lnTo>
                  <a:lnTo>
                    <a:pt x="807744" y="8510"/>
                  </a:lnTo>
                  <a:lnTo>
                    <a:pt x="824978" y="8053"/>
                  </a:lnTo>
                  <a:lnTo>
                    <a:pt x="841681" y="7610"/>
                  </a:lnTo>
                  <a:lnTo>
                    <a:pt x="857885" y="7180"/>
                  </a:lnTo>
                  <a:lnTo>
                    <a:pt x="873620" y="6763"/>
                  </a:lnTo>
                  <a:lnTo>
                    <a:pt x="888911" y="6358"/>
                  </a:lnTo>
                  <a:lnTo>
                    <a:pt x="903784" y="5963"/>
                  </a:lnTo>
                  <a:lnTo>
                    <a:pt x="918260" y="5580"/>
                  </a:lnTo>
                  <a:lnTo>
                    <a:pt x="932359" y="5206"/>
                  </a:lnTo>
                  <a:lnTo>
                    <a:pt x="946102" y="4842"/>
                  </a:lnTo>
                  <a:lnTo>
                    <a:pt x="959506" y="4486"/>
                  </a:lnTo>
                  <a:lnTo>
                    <a:pt x="972586" y="4139"/>
                  </a:lnTo>
                  <a:lnTo>
                    <a:pt x="985359" y="3801"/>
                  </a:lnTo>
                  <a:lnTo>
                    <a:pt x="997838" y="3470"/>
                  </a:lnTo>
                  <a:lnTo>
                    <a:pt x="1010036" y="3147"/>
                  </a:lnTo>
                  <a:lnTo>
                    <a:pt x="1021967" y="2830"/>
                  </a:lnTo>
                  <a:lnTo>
                    <a:pt x="1033640" y="2521"/>
                  </a:lnTo>
                  <a:lnTo>
                    <a:pt x="1045068" y="2218"/>
                  </a:lnTo>
                  <a:lnTo>
                    <a:pt x="1056261" y="1921"/>
                  </a:lnTo>
                  <a:lnTo>
                    <a:pt x="1067227" y="1630"/>
                  </a:lnTo>
                  <a:lnTo>
                    <a:pt x="1077976" y="1345"/>
                  </a:lnTo>
                  <a:lnTo>
                    <a:pt x="1088516" y="1066"/>
                  </a:lnTo>
                  <a:lnTo>
                    <a:pt x="1098856" y="792"/>
                  </a:lnTo>
                  <a:lnTo>
                    <a:pt x="1109002" y="523"/>
                  </a:lnTo>
                  <a:lnTo>
                    <a:pt x="1118962" y="259"/>
                  </a:lnTo>
                  <a:lnTo>
                    <a:pt x="1128743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8" name="pl1067"/>
            <p:cNvSpPr/>
            <p:nvPr/>
          </p:nvSpPr>
          <p:spPr>
            <a:xfrm>
              <a:off x="5718643" y="4936096"/>
              <a:ext cx="1128743" cy="90050"/>
            </a:xfrm>
            <a:custGeom>
              <a:avLst/>
              <a:pathLst>
                <a:path w="1128743" h="90050">
                  <a:moveTo>
                    <a:pt x="0" y="90050"/>
                  </a:moveTo>
                  <a:lnTo>
                    <a:pt x="72482" y="84268"/>
                  </a:lnTo>
                  <a:lnTo>
                    <a:pt x="136416" y="79167"/>
                  </a:lnTo>
                  <a:lnTo>
                    <a:pt x="193607" y="74604"/>
                  </a:lnTo>
                  <a:lnTo>
                    <a:pt x="245342" y="70477"/>
                  </a:lnTo>
                  <a:lnTo>
                    <a:pt x="292573" y="66709"/>
                  </a:lnTo>
                  <a:lnTo>
                    <a:pt x="336021" y="63243"/>
                  </a:lnTo>
                  <a:lnTo>
                    <a:pt x="376247" y="60033"/>
                  </a:lnTo>
                  <a:lnTo>
                    <a:pt x="413697" y="57046"/>
                  </a:lnTo>
                  <a:lnTo>
                    <a:pt x="448730" y="54251"/>
                  </a:lnTo>
                  <a:lnTo>
                    <a:pt x="481637" y="51625"/>
                  </a:lnTo>
                  <a:lnTo>
                    <a:pt x="512664" y="49150"/>
                  </a:lnTo>
                  <a:lnTo>
                    <a:pt x="542012" y="46809"/>
                  </a:lnTo>
                  <a:lnTo>
                    <a:pt x="569854" y="44587"/>
                  </a:lnTo>
                  <a:lnTo>
                    <a:pt x="596338" y="42475"/>
                  </a:lnTo>
                  <a:lnTo>
                    <a:pt x="621590" y="40460"/>
                  </a:lnTo>
                  <a:lnTo>
                    <a:pt x="645719" y="38535"/>
                  </a:lnTo>
                  <a:lnTo>
                    <a:pt x="668821" y="36692"/>
                  </a:lnTo>
                  <a:lnTo>
                    <a:pt x="690979" y="34924"/>
                  </a:lnTo>
                  <a:lnTo>
                    <a:pt x="712269" y="33226"/>
                  </a:lnTo>
                  <a:lnTo>
                    <a:pt x="732754" y="31591"/>
                  </a:lnTo>
                  <a:lnTo>
                    <a:pt x="752495" y="30016"/>
                  </a:lnTo>
                  <a:lnTo>
                    <a:pt x="771543" y="28497"/>
                  </a:lnTo>
                  <a:lnTo>
                    <a:pt x="789945" y="27029"/>
                  </a:lnTo>
                  <a:lnTo>
                    <a:pt x="807744" y="25609"/>
                  </a:lnTo>
                  <a:lnTo>
                    <a:pt x="824978" y="24234"/>
                  </a:lnTo>
                  <a:lnTo>
                    <a:pt x="841681" y="22901"/>
                  </a:lnTo>
                  <a:lnTo>
                    <a:pt x="857885" y="21608"/>
                  </a:lnTo>
                  <a:lnTo>
                    <a:pt x="873620" y="20353"/>
                  </a:lnTo>
                  <a:lnTo>
                    <a:pt x="888911" y="19133"/>
                  </a:lnTo>
                  <a:lnTo>
                    <a:pt x="903784" y="17947"/>
                  </a:lnTo>
                  <a:lnTo>
                    <a:pt x="918260" y="16792"/>
                  </a:lnTo>
                  <a:lnTo>
                    <a:pt x="932359" y="15667"/>
                  </a:lnTo>
                  <a:lnTo>
                    <a:pt x="946102" y="14571"/>
                  </a:lnTo>
                  <a:lnTo>
                    <a:pt x="959506" y="13501"/>
                  </a:lnTo>
                  <a:lnTo>
                    <a:pt x="972586" y="12458"/>
                  </a:lnTo>
                  <a:lnTo>
                    <a:pt x="985359" y="11439"/>
                  </a:lnTo>
                  <a:lnTo>
                    <a:pt x="997838" y="10443"/>
                  </a:lnTo>
                  <a:lnTo>
                    <a:pt x="1010036" y="9470"/>
                  </a:lnTo>
                  <a:lnTo>
                    <a:pt x="1021967" y="8518"/>
                  </a:lnTo>
                  <a:lnTo>
                    <a:pt x="1033640" y="7587"/>
                  </a:lnTo>
                  <a:lnTo>
                    <a:pt x="1045068" y="6675"/>
                  </a:lnTo>
                  <a:lnTo>
                    <a:pt x="1056261" y="5782"/>
                  </a:lnTo>
                  <a:lnTo>
                    <a:pt x="1067227" y="4907"/>
                  </a:lnTo>
                  <a:lnTo>
                    <a:pt x="1077976" y="4050"/>
                  </a:lnTo>
                  <a:lnTo>
                    <a:pt x="1088516" y="3209"/>
                  </a:lnTo>
                  <a:lnTo>
                    <a:pt x="1098856" y="2384"/>
                  </a:lnTo>
                  <a:lnTo>
                    <a:pt x="1109002" y="1574"/>
                  </a:lnTo>
                  <a:lnTo>
                    <a:pt x="1118962" y="780"/>
                  </a:lnTo>
                  <a:lnTo>
                    <a:pt x="112874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9" name="pl1068"/>
            <p:cNvSpPr/>
            <p:nvPr/>
          </p:nvSpPr>
          <p:spPr>
            <a:xfrm>
              <a:off x="5718643" y="4997840"/>
              <a:ext cx="1128743" cy="132176"/>
            </a:xfrm>
            <a:custGeom>
              <a:avLst/>
              <a:pathLst>
                <a:path w="1128743" h="132176">
                  <a:moveTo>
                    <a:pt x="0" y="132176"/>
                  </a:moveTo>
                  <a:lnTo>
                    <a:pt x="72482" y="123688"/>
                  </a:lnTo>
                  <a:lnTo>
                    <a:pt x="136416" y="116201"/>
                  </a:lnTo>
                  <a:lnTo>
                    <a:pt x="193607" y="109504"/>
                  </a:lnTo>
                  <a:lnTo>
                    <a:pt x="245342" y="103446"/>
                  </a:lnTo>
                  <a:lnTo>
                    <a:pt x="292573" y="97915"/>
                  </a:lnTo>
                  <a:lnTo>
                    <a:pt x="336021" y="92828"/>
                  </a:lnTo>
                  <a:lnTo>
                    <a:pt x="376247" y="88117"/>
                  </a:lnTo>
                  <a:lnTo>
                    <a:pt x="413697" y="83732"/>
                  </a:lnTo>
                  <a:lnTo>
                    <a:pt x="448730" y="79629"/>
                  </a:lnTo>
                  <a:lnTo>
                    <a:pt x="481637" y="75776"/>
                  </a:lnTo>
                  <a:lnTo>
                    <a:pt x="512664" y="72143"/>
                  </a:lnTo>
                  <a:lnTo>
                    <a:pt x="542012" y="68706"/>
                  </a:lnTo>
                  <a:lnTo>
                    <a:pt x="569854" y="65446"/>
                  </a:lnTo>
                  <a:lnTo>
                    <a:pt x="596338" y="62344"/>
                  </a:lnTo>
                  <a:lnTo>
                    <a:pt x="621590" y="59387"/>
                  </a:lnTo>
                  <a:lnTo>
                    <a:pt x="645719" y="56562"/>
                  </a:lnTo>
                  <a:lnTo>
                    <a:pt x="668821" y="53857"/>
                  </a:lnTo>
                  <a:lnTo>
                    <a:pt x="690979" y="51262"/>
                  </a:lnTo>
                  <a:lnTo>
                    <a:pt x="712269" y="48769"/>
                  </a:lnTo>
                  <a:lnTo>
                    <a:pt x="732754" y="46370"/>
                  </a:lnTo>
                  <a:lnTo>
                    <a:pt x="752495" y="44058"/>
                  </a:lnTo>
                  <a:lnTo>
                    <a:pt x="771543" y="41828"/>
                  </a:lnTo>
                  <a:lnTo>
                    <a:pt x="789945" y="39673"/>
                  </a:lnTo>
                  <a:lnTo>
                    <a:pt x="807744" y="37589"/>
                  </a:lnTo>
                  <a:lnTo>
                    <a:pt x="824978" y="35571"/>
                  </a:lnTo>
                  <a:lnTo>
                    <a:pt x="841681" y="33615"/>
                  </a:lnTo>
                  <a:lnTo>
                    <a:pt x="857885" y="31717"/>
                  </a:lnTo>
                  <a:lnTo>
                    <a:pt x="873620" y="29875"/>
                  </a:lnTo>
                  <a:lnTo>
                    <a:pt x="888911" y="28084"/>
                  </a:lnTo>
                  <a:lnTo>
                    <a:pt x="903784" y="26342"/>
                  </a:lnTo>
                  <a:lnTo>
                    <a:pt x="918260" y="24647"/>
                  </a:lnTo>
                  <a:lnTo>
                    <a:pt x="932359" y="22996"/>
                  </a:lnTo>
                  <a:lnTo>
                    <a:pt x="946102" y="21387"/>
                  </a:lnTo>
                  <a:lnTo>
                    <a:pt x="959506" y="19817"/>
                  </a:lnTo>
                  <a:lnTo>
                    <a:pt x="972586" y="18286"/>
                  </a:lnTo>
                  <a:lnTo>
                    <a:pt x="985359" y="16790"/>
                  </a:lnTo>
                  <a:lnTo>
                    <a:pt x="997838" y="15329"/>
                  </a:lnTo>
                  <a:lnTo>
                    <a:pt x="1010036" y="13900"/>
                  </a:lnTo>
                  <a:lnTo>
                    <a:pt x="1021967" y="12503"/>
                  </a:lnTo>
                  <a:lnTo>
                    <a:pt x="1033640" y="11136"/>
                  </a:lnTo>
                  <a:lnTo>
                    <a:pt x="1045068" y="9798"/>
                  </a:lnTo>
                  <a:lnTo>
                    <a:pt x="1056261" y="8487"/>
                  </a:lnTo>
                  <a:lnTo>
                    <a:pt x="1067227" y="7203"/>
                  </a:lnTo>
                  <a:lnTo>
                    <a:pt x="1077976" y="5944"/>
                  </a:lnTo>
                  <a:lnTo>
                    <a:pt x="1088516" y="4710"/>
                  </a:lnTo>
                  <a:lnTo>
                    <a:pt x="1098856" y="3499"/>
                  </a:lnTo>
                  <a:lnTo>
                    <a:pt x="1109002" y="2311"/>
                  </a:lnTo>
                  <a:lnTo>
                    <a:pt x="1118962" y="1145"/>
                  </a:lnTo>
                  <a:lnTo>
                    <a:pt x="112874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0" name="pl1069"/>
            <p:cNvSpPr/>
            <p:nvPr/>
          </p:nvSpPr>
          <p:spPr>
            <a:xfrm>
              <a:off x="5718643" y="4874728"/>
              <a:ext cx="1128743" cy="109951"/>
            </a:xfrm>
            <a:custGeom>
              <a:avLst/>
              <a:pathLst>
                <a:path w="1128743" h="109951">
                  <a:moveTo>
                    <a:pt x="0" y="0"/>
                  </a:moveTo>
                  <a:lnTo>
                    <a:pt x="72482" y="7060"/>
                  </a:lnTo>
                  <a:lnTo>
                    <a:pt x="136416" y="13288"/>
                  </a:lnTo>
                  <a:lnTo>
                    <a:pt x="193607" y="18859"/>
                  </a:lnTo>
                  <a:lnTo>
                    <a:pt x="245342" y="23899"/>
                  </a:lnTo>
                  <a:lnTo>
                    <a:pt x="292573" y="28499"/>
                  </a:lnTo>
                  <a:lnTo>
                    <a:pt x="336021" y="32732"/>
                  </a:lnTo>
                  <a:lnTo>
                    <a:pt x="376247" y="36650"/>
                  </a:lnTo>
                  <a:lnTo>
                    <a:pt x="413697" y="40298"/>
                  </a:lnTo>
                  <a:lnTo>
                    <a:pt x="448730" y="43711"/>
                  </a:lnTo>
                  <a:lnTo>
                    <a:pt x="481637" y="46916"/>
                  </a:lnTo>
                  <a:lnTo>
                    <a:pt x="512664" y="49939"/>
                  </a:lnTo>
                  <a:lnTo>
                    <a:pt x="542012" y="52797"/>
                  </a:lnTo>
                  <a:lnTo>
                    <a:pt x="569854" y="55510"/>
                  </a:lnTo>
                  <a:lnTo>
                    <a:pt x="596338" y="58089"/>
                  </a:lnTo>
                  <a:lnTo>
                    <a:pt x="621590" y="60549"/>
                  </a:lnTo>
                  <a:lnTo>
                    <a:pt x="645719" y="62900"/>
                  </a:lnTo>
                  <a:lnTo>
                    <a:pt x="668821" y="65150"/>
                  </a:lnTo>
                  <a:lnTo>
                    <a:pt x="690979" y="67308"/>
                  </a:lnTo>
                  <a:lnTo>
                    <a:pt x="712269" y="69382"/>
                  </a:lnTo>
                  <a:lnTo>
                    <a:pt x="732754" y="71378"/>
                  </a:lnTo>
                  <a:lnTo>
                    <a:pt x="752495" y="73301"/>
                  </a:lnTo>
                  <a:lnTo>
                    <a:pt x="771543" y="75156"/>
                  </a:lnTo>
                  <a:lnTo>
                    <a:pt x="789945" y="76949"/>
                  </a:lnTo>
                  <a:lnTo>
                    <a:pt x="807744" y="78683"/>
                  </a:lnTo>
                  <a:lnTo>
                    <a:pt x="824978" y="80361"/>
                  </a:lnTo>
                  <a:lnTo>
                    <a:pt x="841681" y="81988"/>
                  </a:lnTo>
                  <a:lnTo>
                    <a:pt x="857885" y="83567"/>
                  </a:lnTo>
                  <a:lnTo>
                    <a:pt x="873620" y="85100"/>
                  </a:lnTo>
                  <a:lnTo>
                    <a:pt x="888911" y="86589"/>
                  </a:lnTo>
                  <a:lnTo>
                    <a:pt x="903784" y="88038"/>
                  </a:lnTo>
                  <a:lnTo>
                    <a:pt x="918260" y="89448"/>
                  </a:lnTo>
                  <a:lnTo>
                    <a:pt x="932359" y="90822"/>
                  </a:lnTo>
                  <a:lnTo>
                    <a:pt x="946102" y="92160"/>
                  </a:lnTo>
                  <a:lnTo>
                    <a:pt x="959506" y="93466"/>
                  </a:lnTo>
                  <a:lnTo>
                    <a:pt x="972586" y="94740"/>
                  </a:lnTo>
                  <a:lnTo>
                    <a:pt x="985359" y="95984"/>
                  </a:lnTo>
                  <a:lnTo>
                    <a:pt x="997838" y="97200"/>
                  </a:lnTo>
                  <a:lnTo>
                    <a:pt x="1010036" y="98388"/>
                  </a:lnTo>
                  <a:lnTo>
                    <a:pt x="1021967" y="99550"/>
                  </a:lnTo>
                  <a:lnTo>
                    <a:pt x="1033640" y="100687"/>
                  </a:lnTo>
                  <a:lnTo>
                    <a:pt x="1045068" y="101801"/>
                  </a:lnTo>
                  <a:lnTo>
                    <a:pt x="1056261" y="102891"/>
                  </a:lnTo>
                  <a:lnTo>
                    <a:pt x="1067227" y="103959"/>
                  </a:lnTo>
                  <a:lnTo>
                    <a:pt x="1077976" y="105006"/>
                  </a:lnTo>
                  <a:lnTo>
                    <a:pt x="1088516" y="106033"/>
                  </a:lnTo>
                  <a:lnTo>
                    <a:pt x="1098856" y="107040"/>
                  </a:lnTo>
                  <a:lnTo>
                    <a:pt x="1109002" y="108029"/>
                  </a:lnTo>
                  <a:lnTo>
                    <a:pt x="1118962" y="108999"/>
                  </a:lnTo>
                  <a:lnTo>
                    <a:pt x="1128743" y="109951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1" name="pl1070"/>
            <p:cNvSpPr/>
            <p:nvPr/>
          </p:nvSpPr>
          <p:spPr>
            <a:xfrm>
              <a:off x="5718643" y="4887972"/>
              <a:ext cx="1128743" cy="244575"/>
            </a:xfrm>
            <a:custGeom>
              <a:avLst/>
              <a:pathLst>
                <a:path w="1128743" h="244575">
                  <a:moveTo>
                    <a:pt x="0" y="0"/>
                  </a:moveTo>
                  <a:lnTo>
                    <a:pt x="72482" y="15705"/>
                  </a:lnTo>
                  <a:lnTo>
                    <a:pt x="136416" y="29558"/>
                  </a:lnTo>
                  <a:lnTo>
                    <a:pt x="193607" y="41950"/>
                  </a:lnTo>
                  <a:lnTo>
                    <a:pt x="245342" y="53160"/>
                  </a:lnTo>
                  <a:lnTo>
                    <a:pt x="292573" y="63394"/>
                  </a:lnTo>
                  <a:lnTo>
                    <a:pt x="336021" y="72808"/>
                  </a:lnTo>
                  <a:lnTo>
                    <a:pt x="376247" y="81525"/>
                  </a:lnTo>
                  <a:lnTo>
                    <a:pt x="413697" y="89639"/>
                  </a:lnTo>
                  <a:lnTo>
                    <a:pt x="448730" y="97230"/>
                  </a:lnTo>
                  <a:lnTo>
                    <a:pt x="481637" y="104360"/>
                  </a:lnTo>
                  <a:lnTo>
                    <a:pt x="512664" y="111083"/>
                  </a:lnTo>
                  <a:lnTo>
                    <a:pt x="542012" y="117442"/>
                  </a:lnTo>
                  <a:lnTo>
                    <a:pt x="569854" y="123475"/>
                  </a:lnTo>
                  <a:lnTo>
                    <a:pt x="596338" y="129214"/>
                  </a:lnTo>
                  <a:lnTo>
                    <a:pt x="621590" y="134685"/>
                  </a:lnTo>
                  <a:lnTo>
                    <a:pt x="645719" y="139914"/>
                  </a:lnTo>
                  <a:lnTo>
                    <a:pt x="668821" y="144919"/>
                  </a:lnTo>
                  <a:lnTo>
                    <a:pt x="690979" y="149721"/>
                  </a:lnTo>
                  <a:lnTo>
                    <a:pt x="712269" y="154334"/>
                  </a:lnTo>
                  <a:lnTo>
                    <a:pt x="732754" y="158772"/>
                  </a:lnTo>
                  <a:lnTo>
                    <a:pt x="752495" y="163050"/>
                  </a:lnTo>
                  <a:lnTo>
                    <a:pt x="771543" y="167177"/>
                  </a:lnTo>
                  <a:lnTo>
                    <a:pt x="789945" y="171164"/>
                  </a:lnTo>
                  <a:lnTo>
                    <a:pt x="807744" y="175021"/>
                  </a:lnTo>
                  <a:lnTo>
                    <a:pt x="824978" y="178755"/>
                  </a:lnTo>
                  <a:lnTo>
                    <a:pt x="841681" y="182374"/>
                  </a:lnTo>
                  <a:lnTo>
                    <a:pt x="857885" y="185886"/>
                  </a:lnTo>
                  <a:lnTo>
                    <a:pt x="873620" y="189295"/>
                  </a:lnTo>
                  <a:lnTo>
                    <a:pt x="888911" y="192608"/>
                  </a:lnTo>
                  <a:lnTo>
                    <a:pt x="903784" y="195831"/>
                  </a:lnTo>
                  <a:lnTo>
                    <a:pt x="918260" y="198968"/>
                  </a:lnTo>
                  <a:lnTo>
                    <a:pt x="932359" y="202023"/>
                  </a:lnTo>
                  <a:lnTo>
                    <a:pt x="946102" y="205000"/>
                  </a:lnTo>
                  <a:lnTo>
                    <a:pt x="959506" y="207905"/>
                  </a:lnTo>
                  <a:lnTo>
                    <a:pt x="972586" y="210739"/>
                  </a:lnTo>
                  <a:lnTo>
                    <a:pt x="985359" y="213507"/>
                  </a:lnTo>
                  <a:lnTo>
                    <a:pt x="997838" y="216210"/>
                  </a:lnTo>
                  <a:lnTo>
                    <a:pt x="1010036" y="218854"/>
                  </a:lnTo>
                  <a:lnTo>
                    <a:pt x="1021967" y="221439"/>
                  </a:lnTo>
                  <a:lnTo>
                    <a:pt x="1033640" y="223968"/>
                  </a:lnTo>
                  <a:lnTo>
                    <a:pt x="1045068" y="226444"/>
                  </a:lnTo>
                  <a:lnTo>
                    <a:pt x="1056261" y="228870"/>
                  </a:lnTo>
                  <a:lnTo>
                    <a:pt x="1067227" y="231246"/>
                  </a:lnTo>
                  <a:lnTo>
                    <a:pt x="1077976" y="233575"/>
                  </a:lnTo>
                  <a:lnTo>
                    <a:pt x="1088516" y="235859"/>
                  </a:lnTo>
                  <a:lnTo>
                    <a:pt x="1098856" y="238099"/>
                  </a:lnTo>
                  <a:lnTo>
                    <a:pt x="1109002" y="240298"/>
                  </a:lnTo>
                  <a:lnTo>
                    <a:pt x="1118962" y="242456"/>
                  </a:lnTo>
                  <a:lnTo>
                    <a:pt x="1128743" y="244575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2" name="pl1071"/>
            <p:cNvSpPr/>
            <p:nvPr/>
          </p:nvSpPr>
          <p:spPr>
            <a:xfrm>
              <a:off x="5718643" y="5011738"/>
              <a:ext cx="1128743" cy="231971"/>
            </a:xfrm>
            <a:custGeom>
              <a:avLst/>
              <a:pathLst>
                <a:path w="1128743" h="231971">
                  <a:moveTo>
                    <a:pt x="0" y="0"/>
                  </a:moveTo>
                  <a:lnTo>
                    <a:pt x="72482" y="14896"/>
                  </a:lnTo>
                  <a:lnTo>
                    <a:pt x="136416" y="28035"/>
                  </a:lnTo>
                  <a:lnTo>
                    <a:pt x="193607" y="39788"/>
                  </a:lnTo>
                  <a:lnTo>
                    <a:pt x="245342" y="50421"/>
                  </a:lnTo>
                  <a:lnTo>
                    <a:pt x="292573" y="60127"/>
                  </a:lnTo>
                  <a:lnTo>
                    <a:pt x="336021" y="69056"/>
                  </a:lnTo>
                  <a:lnTo>
                    <a:pt x="376247" y="77323"/>
                  </a:lnTo>
                  <a:lnTo>
                    <a:pt x="413697" y="85020"/>
                  </a:lnTo>
                  <a:lnTo>
                    <a:pt x="448730" y="92220"/>
                  </a:lnTo>
                  <a:lnTo>
                    <a:pt x="481637" y="98983"/>
                  </a:lnTo>
                  <a:lnTo>
                    <a:pt x="512664" y="105359"/>
                  </a:lnTo>
                  <a:lnTo>
                    <a:pt x="542012" y="111390"/>
                  </a:lnTo>
                  <a:lnTo>
                    <a:pt x="569854" y="117112"/>
                  </a:lnTo>
                  <a:lnTo>
                    <a:pt x="596338" y="122555"/>
                  </a:lnTo>
                  <a:lnTo>
                    <a:pt x="621590" y="127745"/>
                  </a:lnTo>
                  <a:lnTo>
                    <a:pt x="645719" y="132703"/>
                  </a:lnTo>
                  <a:lnTo>
                    <a:pt x="668821" y="137451"/>
                  </a:lnTo>
                  <a:lnTo>
                    <a:pt x="690979" y="142005"/>
                  </a:lnTo>
                  <a:lnTo>
                    <a:pt x="712269" y="146380"/>
                  </a:lnTo>
                  <a:lnTo>
                    <a:pt x="732754" y="150590"/>
                  </a:lnTo>
                  <a:lnTo>
                    <a:pt x="752495" y="154647"/>
                  </a:lnTo>
                  <a:lnTo>
                    <a:pt x="771543" y="158562"/>
                  </a:lnTo>
                  <a:lnTo>
                    <a:pt x="789945" y="162344"/>
                  </a:lnTo>
                  <a:lnTo>
                    <a:pt x="807744" y="166002"/>
                  </a:lnTo>
                  <a:lnTo>
                    <a:pt x="824978" y="169544"/>
                  </a:lnTo>
                  <a:lnTo>
                    <a:pt x="841681" y="172976"/>
                  </a:lnTo>
                  <a:lnTo>
                    <a:pt x="857885" y="176306"/>
                  </a:lnTo>
                  <a:lnTo>
                    <a:pt x="873620" y="179540"/>
                  </a:lnTo>
                  <a:lnTo>
                    <a:pt x="888911" y="182683"/>
                  </a:lnTo>
                  <a:lnTo>
                    <a:pt x="903784" y="185739"/>
                  </a:lnTo>
                  <a:lnTo>
                    <a:pt x="918260" y="188714"/>
                  </a:lnTo>
                  <a:lnTo>
                    <a:pt x="932359" y="191612"/>
                  </a:lnTo>
                  <a:lnTo>
                    <a:pt x="946102" y="194436"/>
                  </a:lnTo>
                  <a:lnTo>
                    <a:pt x="959506" y="197191"/>
                  </a:lnTo>
                  <a:lnTo>
                    <a:pt x="972586" y="199879"/>
                  </a:lnTo>
                  <a:lnTo>
                    <a:pt x="985359" y="202504"/>
                  </a:lnTo>
                  <a:lnTo>
                    <a:pt x="997838" y="205069"/>
                  </a:lnTo>
                  <a:lnTo>
                    <a:pt x="1010036" y="207576"/>
                  </a:lnTo>
                  <a:lnTo>
                    <a:pt x="1021967" y="210027"/>
                  </a:lnTo>
                  <a:lnTo>
                    <a:pt x="1033640" y="212427"/>
                  </a:lnTo>
                  <a:lnTo>
                    <a:pt x="1045068" y="214775"/>
                  </a:lnTo>
                  <a:lnTo>
                    <a:pt x="1056261" y="217075"/>
                  </a:lnTo>
                  <a:lnTo>
                    <a:pt x="1067227" y="219329"/>
                  </a:lnTo>
                  <a:lnTo>
                    <a:pt x="1077976" y="221538"/>
                  </a:lnTo>
                  <a:lnTo>
                    <a:pt x="1088516" y="223704"/>
                  </a:lnTo>
                  <a:lnTo>
                    <a:pt x="1098856" y="225829"/>
                  </a:lnTo>
                  <a:lnTo>
                    <a:pt x="1109002" y="227914"/>
                  </a:lnTo>
                  <a:lnTo>
                    <a:pt x="1118962" y="229961"/>
                  </a:lnTo>
                  <a:lnTo>
                    <a:pt x="1128743" y="231971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3" name="pl1072"/>
            <p:cNvSpPr/>
            <p:nvPr/>
          </p:nvSpPr>
          <p:spPr>
            <a:xfrm>
              <a:off x="5718643" y="5001660"/>
              <a:ext cx="1128743" cy="90493"/>
            </a:xfrm>
            <a:custGeom>
              <a:avLst/>
              <a:pathLst>
                <a:path w="1128743" h="90493">
                  <a:moveTo>
                    <a:pt x="0" y="0"/>
                  </a:moveTo>
                  <a:lnTo>
                    <a:pt x="72482" y="5811"/>
                  </a:lnTo>
                  <a:lnTo>
                    <a:pt x="136416" y="10936"/>
                  </a:lnTo>
                  <a:lnTo>
                    <a:pt x="193607" y="15521"/>
                  </a:lnTo>
                  <a:lnTo>
                    <a:pt x="245342" y="19669"/>
                  </a:lnTo>
                  <a:lnTo>
                    <a:pt x="292573" y="23456"/>
                  </a:lnTo>
                  <a:lnTo>
                    <a:pt x="336021" y="26939"/>
                  </a:lnTo>
                  <a:lnTo>
                    <a:pt x="376247" y="30164"/>
                  </a:lnTo>
                  <a:lnTo>
                    <a:pt x="413697" y="33166"/>
                  </a:lnTo>
                  <a:lnTo>
                    <a:pt x="448730" y="35975"/>
                  </a:lnTo>
                  <a:lnTo>
                    <a:pt x="481637" y="38613"/>
                  </a:lnTo>
                  <a:lnTo>
                    <a:pt x="512664" y="41101"/>
                  </a:lnTo>
                  <a:lnTo>
                    <a:pt x="542012" y="43454"/>
                  </a:lnTo>
                  <a:lnTo>
                    <a:pt x="569854" y="45686"/>
                  </a:lnTo>
                  <a:lnTo>
                    <a:pt x="596338" y="47809"/>
                  </a:lnTo>
                  <a:lnTo>
                    <a:pt x="621590" y="49834"/>
                  </a:lnTo>
                  <a:lnTo>
                    <a:pt x="645719" y="51768"/>
                  </a:lnTo>
                  <a:lnTo>
                    <a:pt x="668821" y="53620"/>
                  </a:lnTo>
                  <a:lnTo>
                    <a:pt x="690979" y="55397"/>
                  </a:lnTo>
                  <a:lnTo>
                    <a:pt x="712269" y="57103"/>
                  </a:lnTo>
                  <a:lnTo>
                    <a:pt x="732754" y="58746"/>
                  </a:lnTo>
                  <a:lnTo>
                    <a:pt x="752495" y="60329"/>
                  </a:lnTo>
                  <a:lnTo>
                    <a:pt x="771543" y="61856"/>
                  </a:lnTo>
                  <a:lnTo>
                    <a:pt x="789945" y="63331"/>
                  </a:lnTo>
                  <a:lnTo>
                    <a:pt x="807744" y="64758"/>
                  </a:lnTo>
                  <a:lnTo>
                    <a:pt x="824978" y="66140"/>
                  </a:lnTo>
                  <a:lnTo>
                    <a:pt x="841681" y="67479"/>
                  </a:lnTo>
                  <a:lnTo>
                    <a:pt x="857885" y="68778"/>
                  </a:lnTo>
                  <a:lnTo>
                    <a:pt x="873620" y="70039"/>
                  </a:lnTo>
                  <a:lnTo>
                    <a:pt x="888911" y="71265"/>
                  </a:lnTo>
                  <a:lnTo>
                    <a:pt x="903784" y="72458"/>
                  </a:lnTo>
                  <a:lnTo>
                    <a:pt x="918260" y="73618"/>
                  </a:lnTo>
                  <a:lnTo>
                    <a:pt x="932359" y="74749"/>
                  </a:lnTo>
                  <a:lnTo>
                    <a:pt x="946102" y="75850"/>
                  </a:lnTo>
                  <a:lnTo>
                    <a:pt x="959506" y="76925"/>
                  </a:lnTo>
                  <a:lnTo>
                    <a:pt x="972586" y="77974"/>
                  </a:lnTo>
                  <a:lnTo>
                    <a:pt x="985359" y="78998"/>
                  </a:lnTo>
                  <a:lnTo>
                    <a:pt x="997838" y="79998"/>
                  </a:lnTo>
                  <a:lnTo>
                    <a:pt x="1010036" y="80976"/>
                  </a:lnTo>
                  <a:lnTo>
                    <a:pt x="1021967" y="81933"/>
                  </a:lnTo>
                  <a:lnTo>
                    <a:pt x="1033640" y="82868"/>
                  </a:lnTo>
                  <a:lnTo>
                    <a:pt x="1045068" y="83785"/>
                  </a:lnTo>
                  <a:lnTo>
                    <a:pt x="1056261" y="84682"/>
                  </a:lnTo>
                  <a:lnTo>
                    <a:pt x="1067227" y="85561"/>
                  </a:lnTo>
                  <a:lnTo>
                    <a:pt x="1077976" y="86423"/>
                  </a:lnTo>
                  <a:lnTo>
                    <a:pt x="1088516" y="87268"/>
                  </a:lnTo>
                  <a:lnTo>
                    <a:pt x="1098856" y="88097"/>
                  </a:lnTo>
                  <a:lnTo>
                    <a:pt x="1109002" y="88910"/>
                  </a:lnTo>
                  <a:lnTo>
                    <a:pt x="1118962" y="89709"/>
                  </a:lnTo>
                  <a:lnTo>
                    <a:pt x="1128743" y="90493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4" name="pl1073"/>
            <p:cNvSpPr/>
            <p:nvPr/>
          </p:nvSpPr>
          <p:spPr>
            <a:xfrm>
              <a:off x="5718643" y="5076750"/>
              <a:ext cx="1128743" cy="25345"/>
            </a:xfrm>
            <a:custGeom>
              <a:avLst/>
              <a:pathLst>
                <a:path w="1128743" h="25345">
                  <a:moveTo>
                    <a:pt x="0" y="0"/>
                  </a:moveTo>
                  <a:lnTo>
                    <a:pt x="72482" y="1627"/>
                  </a:lnTo>
                  <a:lnTo>
                    <a:pt x="136416" y="3063"/>
                  </a:lnTo>
                  <a:lnTo>
                    <a:pt x="193607" y="4347"/>
                  </a:lnTo>
                  <a:lnTo>
                    <a:pt x="245342" y="5509"/>
                  </a:lnTo>
                  <a:lnTo>
                    <a:pt x="292573" y="6569"/>
                  </a:lnTo>
                  <a:lnTo>
                    <a:pt x="336021" y="7545"/>
                  </a:lnTo>
                  <a:lnTo>
                    <a:pt x="376247" y="8448"/>
                  </a:lnTo>
                  <a:lnTo>
                    <a:pt x="413697" y="9289"/>
                  </a:lnTo>
                  <a:lnTo>
                    <a:pt x="448730" y="10076"/>
                  </a:lnTo>
                  <a:lnTo>
                    <a:pt x="481637" y="10815"/>
                  </a:lnTo>
                  <a:lnTo>
                    <a:pt x="512664" y="11511"/>
                  </a:lnTo>
                  <a:lnTo>
                    <a:pt x="542012" y="12170"/>
                  </a:lnTo>
                  <a:lnTo>
                    <a:pt x="569854" y="12795"/>
                  </a:lnTo>
                  <a:lnTo>
                    <a:pt x="596338" y="13390"/>
                  </a:lnTo>
                  <a:lnTo>
                    <a:pt x="621590" y="13957"/>
                  </a:lnTo>
                  <a:lnTo>
                    <a:pt x="645719" y="14499"/>
                  </a:lnTo>
                  <a:lnTo>
                    <a:pt x="668821" y="15018"/>
                  </a:lnTo>
                  <a:lnTo>
                    <a:pt x="690979" y="15515"/>
                  </a:lnTo>
                  <a:lnTo>
                    <a:pt x="712269" y="15993"/>
                  </a:lnTo>
                  <a:lnTo>
                    <a:pt x="732754" y="16453"/>
                  </a:lnTo>
                  <a:lnTo>
                    <a:pt x="752495" y="16897"/>
                  </a:lnTo>
                  <a:lnTo>
                    <a:pt x="771543" y="17324"/>
                  </a:lnTo>
                  <a:lnTo>
                    <a:pt x="789945" y="17737"/>
                  </a:lnTo>
                  <a:lnTo>
                    <a:pt x="807744" y="18137"/>
                  </a:lnTo>
                  <a:lnTo>
                    <a:pt x="824978" y="18524"/>
                  </a:lnTo>
                  <a:lnTo>
                    <a:pt x="841681" y="18899"/>
                  </a:lnTo>
                  <a:lnTo>
                    <a:pt x="857885" y="19263"/>
                  </a:lnTo>
                  <a:lnTo>
                    <a:pt x="873620" y="19616"/>
                  </a:lnTo>
                  <a:lnTo>
                    <a:pt x="888911" y="19960"/>
                  </a:lnTo>
                  <a:lnTo>
                    <a:pt x="903784" y="20294"/>
                  </a:lnTo>
                  <a:lnTo>
                    <a:pt x="918260" y="20619"/>
                  </a:lnTo>
                  <a:lnTo>
                    <a:pt x="932359" y="20935"/>
                  </a:lnTo>
                  <a:lnTo>
                    <a:pt x="946102" y="21244"/>
                  </a:lnTo>
                  <a:lnTo>
                    <a:pt x="959506" y="21545"/>
                  </a:lnTo>
                  <a:lnTo>
                    <a:pt x="972586" y="21839"/>
                  </a:lnTo>
                  <a:lnTo>
                    <a:pt x="985359" y="22125"/>
                  </a:lnTo>
                  <a:lnTo>
                    <a:pt x="997838" y="22406"/>
                  </a:lnTo>
                  <a:lnTo>
                    <a:pt x="1010036" y="22680"/>
                  </a:lnTo>
                  <a:lnTo>
                    <a:pt x="1021967" y="22947"/>
                  </a:lnTo>
                  <a:lnTo>
                    <a:pt x="1033640" y="23210"/>
                  </a:lnTo>
                  <a:lnTo>
                    <a:pt x="1045068" y="23466"/>
                  </a:lnTo>
                  <a:lnTo>
                    <a:pt x="1056261" y="23717"/>
                  </a:lnTo>
                  <a:lnTo>
                    <a:pt x="1067227" y="23964"/>
                  </a:lnTo>
                  <a:lnTo>
                    <a:pt x="1077976" y="24205"/>
                  </a:lnTo>
                  <a:lnTo>
                    <a:pt x="1088516" y="24442"/>
                  </a:lnTo>
                  <a:lnTo>
                    <a:pt x="1098856" y="24674"/>
                  </a:lnTo>
                  <a:lnTo>
                    <a:pt x="1109002" y="24902"/>
                  </a:lnTo>
                  <a:lnTo>
                    <a:pt x="1118962" y="25125"/>
                  </a:lnTo>
                  <a:lnTo>
                    <a:pt x="1128743" y="25345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5" name="rc1074"/>
            <p:cNvSpPr/>
            <p:nvPr/>
          </p:nvSpPr>
          <p:spPr>
            <a:xfrm>
              <a:off x="5635189" y="4132731"/>
              <a:ext cx="1297990" cy="1171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76" name="pl1075"/>
            <p:cNvSpPr/>
            <p:nvPr/>
          </p:nvSpPr>
          <p:spPr>
            <a:xfrm>
              <a:off x="5635189" y="4132731"/>
              <a:ext cx="0" cy="1171531"/>
            </a:xfrm>
            <a:custGeom>
              <a:avLst/>
              <a:pathLst>
                <a:path w="0" h="1171531">
                  <a:moveTo>
                    <a:pt x="0" y="1171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6"/>
            <p:cNvSpPr/>
            <p:nvPr/>
          </p:nvSpPr>
          <p:spPr>
            <a:xfrm>
              <a:off x="5603558" y="506688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7"/>
            <p:cNvSpPr/>
            <p:nvPr/>
          </p:nvSpPr>
          <p:spPr>
            <a:xfrm>
              <a:off x="5603558" y="466886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8"/>
            <p:cNvSpPr/>
            <p:nvPr/>
          </p:nvSpPr>
          <p:spPr>
            <a:xfrm>
              <a:off x="5603558" y="427085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79"/>
            <p:cNvSpPr/>
            <p:nvPr/>
          </p:nvSpPr>
          <p:spPr>
            <a:xfrm>
              <a:off x="5635189" y="5304263"/>
              <a:ext cx="1297990" cy="0"/>
            </a:xfrm>
            <a:custGeom>
              <a:avLst/>
              <a:pathLst>
                <a:path w="1297990" h="0">
                  <a:moveTo>
                    <a:pt x="0" y="0"/>
                  </a:moveTo>
                  <a:lnTo>
                    <a:pt x="12979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0"/>
            <p:cNvSpPr/>
            <p:nvPr/>
          </p:nvSpPr>
          <p:spPr>
            <a:xfrm>
              <a:off x="5718643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1"/>
            <p:cNvSpPr/>
            <p:nvPr/>
          </p:nvSpPr>
          <p:spPr>
            <a:xfrm>
              <a:off x="6094891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2"/>
            <p:cNvSpPr/>
            <p:nvPr/>
          </p:nvSpPr>
          <p:spPr>
            <a:xfrm>
              <a:off x="6471139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3"/>
            <p:cNvSpPr/>
            <p:nvPr/>
          </p:nvSpPr>
          <p:spPr>
            <a:xfrm>
              <a:off x="6847387" y="5304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tx1084"/>
            <p:cNvSpPr/>
            <p:nvPr/>
          </p:nvSpPr>
          <p:spPr>
            <a:xfrm>
              <a:off x="5686868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86" name="tx1085"/>
            <p:cNvSpPr/>
            <p:nvPr/>
          </p:nvSpPr>
          <p:spPr>
            <a:xfrm>
              <a:off x="6063116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87" name="tx1086"/>
            <p:cNvSpPr/>
            <p:nvPr/>
          </p:nvSpPr>
          <p:spPr>
            <a:xfrm>
              <a:off x="6439364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88" name="tx1087"/>
            <p:cNvSpPr/>
            <p:nvPr/>
          </p:nvSpPr>
          <p:spPr>
            <a:xfrm>
              <a:off x="6815612" y="5361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89" name="tx1088"/>
            <p:cNvSpPr/>
            <p:nvPr/>
          </p:nvSpPr>
          <p:spPr>
            <a:xfrm>
              <a:off x="5996880" y="5537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90" name="tx1089"/>
            <p:cNvSpPr/>
            <p:nvPr/>
          </p:nvSpPr>
          <p:spPr>
            <a:xfrm>
              <a:off x="5635189" y="3937978"/>
              <a:ext cx="50456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91" name="rc1090"/>
            <p:cNvSpPr/>
            <p:nvPr/>
          </p:nvSpPr>
          <p:spPr>
            <a:xfrm>
              <a:off x="1548979" y="5770484"/>
              <a:ext cx="517788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2" name="tx1091"/>
            <p:cNvSpPr/>
            <p:nvPr/>
          </p:nvSpPr>
          <p:spPr>
            <a:xfrm>
              <a:off x="1548979" y="5814764"/>
              <a:ext cx="480242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93" name="rc1092"/>
            <p:cNvSpPr/>
            <p:nvPr/>
          </p:nvSpPr>
          <p:spPr>
            <a:xfrm>
              <a:off x="209248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154002" y="583200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95" name="pl1094"/>
            <p:cNvSpPr/>
            <p:nvPr/>
          </p:nvSpPr>
          <p:spPr>
            <a:xfrm>
              <a:off x="2110484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rc1095"/>
            <p:cNvSpPr/>
            <p:nvPr/>
          </p:nvSpPr>
          <p:spPr>
            <a:xfrm>
              <a:off x="2570460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2631978" y="583200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98" name="pl1097"/>
            <p:cNvSpPr/>
            <p:nvPr/>
          </p:nvSpPr>
          <p:spPr>
            <a:xfrm>
              <a:off x="2588460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rc1098"/>
            <p:cNvSpPr/>
            <p:nvPr/>
          </p:nvSpPr>
          <p:spPr>
            <a:xfrm>
              <a:off x="3054745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3116263" y="583200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1" name="pl1100"/>
            <p:cNvSpPr/>
            <p:nvPr/>
          </p:nvSpPr>
          <p:spPr>
            <a:xfrm>
              <a:off x="3072745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rc1101"/>
            <p:cNvSpPr/>
            <p:nvPr/>
          </p:nvSpPr>
          <p:spPr>
            <a:xfrm>
              <a:off x="3520102" y="5770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3581620" y="583200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4" name="pl1103"/>
            <p:cNvSpPr/>
            <p:nvPr/>
          </p:nvSpPr>
          <p:spPr>
            <a:xfrm>
              <a:off x="3538102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rc1104"/>
            <p:cNvSpPr/>
            <p:nvPr/>
          </p:nvSpPr>
          <p:spPr>
            <a:xfrm>
              <a:off x="3998077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4059595" y="583200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7" name="pl1106"/>
            <p:cNvSpPr/>
            <p:nvPr/>
          </p:nvSpPr>
          <p:spPr>
            <a:xfrm>
              <a:off x="4016077" y="5860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rc1107"/>
            <p:cNvSpPr/>
            <p:nvPr/>
          </p:nvSpPr>
          <p:spPr>
            <a:xfrm>
              <a:off x="4463434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4524952" y="583200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0" name="pl1109"/>
            <p:cNvSpPr/>
            <p:nvPr/>
          </p:nvSpPr>
          <p:spPr>
            <a:xfrm>
              <a:off x="4481434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rc1110"/>
            <p:cNvSpPr/>
            <p:nvPr/>
          </p:nvSpPr>
          <p:spPr>
            <a:xfrm>
              <a:off x="4928791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4990309" y="583200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3" name="pl1112"/>
            <p:cNvSpPr/>
            <p:nvPr/>
          </p:nvSpPr>
          <p:spPr>
            <a:xfrm>
              <a:off x="4946791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rc1113"/>
            <p:cNvSpPr/>
            <p:nvPr/>
          </p:nvSpPr>
          <p:spPr>
            <a:xfrm>
              <a:off x="5381437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5442955" y="583200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6" name="pl1115"/>
            <p:cNvSpPr/>
            <p:nvPr/>
          </p:nvSpPr>
          <p:spPr>
            <a:xfrm>
              <a:off x="5399437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rc1116"/>
            <p:cNvSpPr/>
            <p:nvPr/>
          </p:nvSpPr>
          <p:spPr>
            <a:xfrm>
              <a:off x="5859413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5920931" y="583200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l1118"/>
            <p:cNvSpPr/>
            <p:nvPr/>
          </p:nvSpPr>
          <p:spPr>
            <a:xfrm>
              <a:off x="5877413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rc1119"/>
            <p:cNvSpPr/>
            <p:nvPr/>
          </p:nvSpPr>
          <p:spPr>
            <a:xfrm>
              <a:off x="6331079" y="5770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6392597" y="583200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l1121"/>
            <p:cNvSpPr/>
            <p:nvPr/>
          </p:nvSpPr>
          <p:spPr>
            <a:xfrm>
              <a:off x="6349079" y="5860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tx1122"/>
            <p:cNvSpPr/>
            <p:nvPr/>
          </p:nvSpPr>
          <p:spPr>
            <a:xfrm>
              <a:off x="2335747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124" name="tx1123"/>
            <p:cNvSpPr/>
            <p:nvPr/>
          </p:nvSpPr>
          <p:spPr>
            <a:xfrm>
              <a:off x="2813723" y="5819473"/>
              <a:ext cx="1777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125" name="tx1124"/>
            <p:cNvSpPr/>
            <p:nvPr/>
          </p:nvSpPr>
          <p:spPr>
            <a:xfrm>
              <a:off x="3298007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126" name="tx1125"/>
            <p:cNvSpPr/>
            <p:nvPr/>
          </p:nvSpPr>
          <p:spPr>
            <a:xfrm>
              <a:off x="3763364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127" name="tx1126"/>
            <p:cNvSpPr/>
            <p:nvPr/>
          </p:nvSpPr>
          <p:spPr>
            <a:xfrm>
              <a:off x="4241340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128" name="tx1127"/>
            <p:cNvSpPr/>
            <p:nvPr/>
          </p:nvSpPr>
          <p:spPr>
            <a:xfrm>
              <a:off x="4706697" y="5819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129" name="tx1128"/>
            <p:cNvSpPr/>
            <p:nvPr/>
          </p:nvSpPr>
          <p:spPr>
            <a:xfrm>
              <a:off x="5172053" y="5819473"/>
              <a:ext cx="1461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130" name="tx1129"/>
            <p:cNvSpPr/>
            <p:nvPr/>
          </p:nvSpPr>
          <p:spPr>
            <a:xfrm>
              <a:off x="5624700" y="5819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131" name="tx1130"/>
            <p:cNvSpPr/>
            <p:nvPr/>
          </p:nvSpPr>
          <p:spPr>
            <a:xfrm>
              <a:off x="6102676" y="5819473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132" name="tx1131"/>
            <p:cNvSpPr/>
            <p:nvPr/>
          </p:nvSpPr>
          <p:spPr>
            <a:xfrm>
              <a:off x="6574342" y="5819473"/>
              <a:ext cx="1525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2026-07-20T15:05:07Z</dcterms:modified>
  <cp:category/>
</cp:coreProperties>
</file>