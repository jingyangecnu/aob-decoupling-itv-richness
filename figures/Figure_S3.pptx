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10972800" cy="9144000"/>
            <a:chOff x="914400" y="914400"/>
            <a:chExt cx="10972800" cy="9144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10972800" cy="9144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10972800" cy="9143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2974509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58498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6578202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9197906" y="983989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83989" y="3602532"/>
              <a:ext cx="2974509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3958498" y="3602532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578202" y="3602532"/>
              <a:ext cx="2619704" cy="26185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983989" y="6221075"/>
              <a:ext cx="2974509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58498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6578202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9197906" y="6221075"/>
              <a:ext cx="2619704" cy="3767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1503277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602936" y="280178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79827" y="247603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613485" y="263135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624546" y="215120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87970" y="331400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591771" y="261146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642000" y="298530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604727" y="275886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580545" y="238764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589741" y="263740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45656" y="245772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56833" y="225133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42122" y="223218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92622" y="269851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301247" y="259800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00382" y="236460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30980" y="254334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306838" y="288690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301530" y="276351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30527" y="216161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36638" y="222179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84133" y="266165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66510" y="276344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296991" y="299333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236948" y="276376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249069" y="247715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266010" y="273616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249631" y="250162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15103" y="245753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981742" y="251446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988161" y="2794740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972312" y="227593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956573" y="250148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960422" y="253865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920159" y="261044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922404" y="250375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975878" y="271363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05134" y="196856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975498" y="211171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940524" y="206356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68268" y="199218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975990" y="247055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958086" y="239189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932967" y="222213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970413" y="277334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921871" y="255279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017416" y="245615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964389" y="232485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648227" y="221739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686253" y="230756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688226" y="268297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632015" y="234600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620383" y="262630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644013" y="279455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641202" y="248223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631956" y="244012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683074" y="234268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632939" y="262154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643815" y="237708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636343" y="159084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631786" y="263877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652765" y="174073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610733" y="249030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624978" y="204240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653829" y="198132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633866" y="201164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633439" y="259558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3660093" y="230509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3644740" y="254799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3696822" y="240894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3624376" y="181115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3637592" y="141911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623946" y="2486335"/>
              <a:ext cx="2061159" cy="251887"/>
            </a:xfrm>
            <a:custGeom>
              <a:avLst/>
              <a:pathLst>
                <a:path w="2061159" h="251887">
                  <a:moveTo>
                    <a:pt x="0" y="251887"/>
                  </a:moveTo>
                  <a:lnTo>
                    <a:pt x="132357" y="235712"/>
                  </a:lnTo>
                  <a:lnTo>
                    <a:pt x="249104" y="221445"/>
                  </a:lnTo>
                  <a:lnTo>
                    <a:pt x="353539" y="208682"/>
                  </a:lnTo>
                  <a:lnTo>
                    <a:pt x="448011" y="197137"/>
                  </a:lnTo>
                  <a:lnTo>
                    <a:pt x="534257" y="186597"/>
                  </a:lnTo>
                  <a:lnTo>
                    <a:pt x="613596" y="176902"/>
                  </a:lnTo>
                  <a:lnTo>
                    <a:pt x="687053" y="167925"/>
                  </a:lnTo>
                  <a:lnTo>
                    <a:pt x="755439" y="159567"/>
                  </a:lnTo>
                  <a:lnTo>
                    <a:pt x="819410" y="151750"/>
                  </a:lnTo>
                  <a:lnTo>
                    <a:pt x="879502" y="144406"/>
                  </a:lnTo>
                  <a:lnTo>
                    <a:pt x="936158" y="137482"/>
                  </a:lnTo>
                  <a:lnTo>
                    <a:pt x="989750" y="130933"/>
                  </a:lnTo>
                  <a:lnTo>
                    <a:pt x="1040592" y="124720"/>
                  </a:lnTo>
                  <a:lnTo>
                    <a:pt x="1088953" y="118810"/>
                  </a:lnTo>
                  <a:lnTo>
                    <a:pt x="1135064" y="113175"/>
                  </a:lnTo>
                  <a:lnTo>
                    <a:pt x="1179125" y="107790"/>
                  </a:lnTo>
                  <a:lnTo>
                    <a:pt x="1221310" y="102635"/>
                  </a:lnTo>
                  <a:lnTo>
                    <a:pt x="1261774" y="97690"/>
                  </a:lnTo>
                  <a:lnTo>
                    <a:pt x="1300649" y="92939"/>
                  </a:lnTo>
                  <a:lnTo>
                    <a:pt x="1338058" y="88367"/>
                  </a:lnTo>
                  <a:lnTo>
                    <a:pt x="1374106" y="83962"/>
                  </a:lnTo>
                  <a:lnTo>
                    <a:pt x="1408889" y="79711"/>
                  </a:lnTo>
                  <a:lnTo>
                    <a:pt x="1442492" y="75605"/>
                  </a:lnTo>
                  <a:lnTo>
                    <a:pt x="1474994" y="71633"/>
                  </a:lnTo>
                  <a:lnTo>
                    <a:pt x="1506463" y="67787"/>
                  </a:lnTo>
                  <a:lnTo>
                    <a:pt x="1536964" y="64060"/>
                  </a:lnTo>
                  <a:lnTo>
                    <a:pt x="1566555" y="60443"/>
                  </a:lnTo>
                  <a:lnTo>
                    <a:pt x="1595288" y="56932"/>
                  </a:lnTo>
                  <a:lnTo>
                    <a:pt x="1623211" y="53520"/>
                  </a:lnTo>
                  <a:lnTo>
                    <a:pt x="1650369" y="50201"/>
                  </a:lnTo>
                  <a:lnTo>
                    <a:pt x="1676803" y="46970"/>
                  </a:lnTo>
                  <a:lnTo>
                    <a:pt x="1702550" y="43824"/>
                  </a:lnTo>
                  <a:lnTo>
                    <a:pt x="1727645" y="40757"/>
                  </a:lnTo>
                  <a:lnTo>
                    <a:pt x="1752121" y="37766"/>
                  </a:lnTo>
                  <a:lnTo>
                    <a:pt x="1776006" y="34847"/>
                  </a:lnTo>
                  <a:lnTo>
                    <a:pt x="1799330" y="31997"/>
                  </a:lnTo>
                  <a:lnTo>
                    <a:pt x="1822117" y="29212"/>
                  </a:lnTo>
                  <a:lnTo>
                    <a:pt x="1844393" y="26490"/>
                  </a:lnTo>
                  <a:lnTo>
                    <a:pt x="1866178" y="23827"/>
                  </a:lnTo>
                  <a:lnTo>
                    <a:pt x="1887495" y="21222"/>
                  </a:lnTo>
                  <a:lnTo>
                    <a:pt x="1908364" y="18672"/>
                  </a:lnTo>
                  <a:lnTo>
                    <a:pt x="1928802" y="16174"/>
                  </a:lnTo>
                  <a:lnTo>
                    <a:pt x="1948827" y="13727"/>
                  </a:lnTo>
                  <a:lnTo>
                    <a:pt x="1968455" y="11329"/>
                  </a:lnTo>
                  <a:lnTo>
                    <a:pt x="1987703" y="8976"/>
                  </a:lnTo>
                  <a:lnTo>
                    <a:pt x="2006583" y="6669"/>
                  </a:lnTo>
                  <a:lnTo>
                    <a:pt x="2025111" y="4405"/>
                  </a:lnTo>
                  <a:lnTo>
                    <a:pt x="2043299" y="2182"/>
                  </a:lnTo>
                  <a:lnTo>
                    <a:pt x="206115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623946" y="2006388"/>
              <a:ext cx="2061159" cy="554180"/>
            </a:xfrm>
            <a:custGeom>
              <a:avLst/>
              <a:pathLst>
                <a:path w="2061159" h="554180">
                  <a:moveTo>
                    <a:pt x="0" y="554180"/>
                  </a:moveTo>
                  <a:lnTo>
                    <a:pt x="132357" y="518593"/>
                  </a:lnTo>
                  <a:lnTo>
                    <a:pt x="249104" y="487203"/>
                  </a:lnTo>
                  <a:lnTo>
                    <a:pt x="353539" y="459124"/>
                  </a:lnTo>
                  <a:lnTo>
                    <a:pt x="448011" y="433724"/>
                  </a:lnTo>
                  <a:lnTo>
                    <a:pt x="534257" y="410535"/>
                  </a:lnTo>
                  <a:lnTo>
                    <a:pt x="613596" y="389203"/>
                  </a:lnTo>
                  <a:lnTo>
                    <a:pt x="687053" y="369453"/>
                  </a:lnTo>
                  <a:lnTo>
                    <a:pt x="755439" y="351066"/>
                  </a:lnTo>
                  <a:lnTo>
                    <a:pt x="819410" y="333866"/>
                  </a:lnTo>
                  <a:lnTo>
                    <a:pt x="879502" y="317710"/>
                  </a:lnTo>
                  <a:lnTo>
                    <a:pt x="936158" y="302477"/>
                  </a:lnTo>
                  <a:lnTo>
                    <a:pt x="989750" y="288067"/>
                  </a:lnTo>
                  <a:lnTo>
                    <a:pt x="1040592" y="274398"/>
                  </a:lnTo>
                  <a:lnTo>
                    <a:pt x="1088953" y="261395"/>
                  </a:lnTo>
                  <a:lnTo>
                    <a:pt x="1135064" y="248997"/>
                  </a:lnTo>
                  <a:lnTo>
                    <a:pt x="1179125" y="237150"/>
                  </a:lnTo>
                  <a:lnTo>
                    <a:pt x="1221310" y="225808"/>
                  </a:lnTo>
                  <a:lnTo>
                    <a:pt x="1261774" y="214929"/>
                  </a:lnTo>
                  <a:lnTo>
                    <a:pt x="1300649" y="204476"/>
                  </a:lnTo>
                  <a:lnTo>
                    <a:pt x="1338058" y="194418"/>
                  </a:lnTo>
                  <a:lnTo>
                    <a:pt x="1374106" y="184726"/>
                  </a:lnTo>
                  <a:lnTo>
                    <a:pt x="1408889" y="175374"/>
                  </a:lnTo>
                  <a:lnTo>
                    <a:pt x="1442492" y="166339"/>
                  </a:lnTo>
                  <a:lnTo>
                    <a:pt x="1474994" y="157601"/>
                  </a:lnTo>
                  <a:lnTo>
                    <a:pt x="1506463" y="149140"/>
                  </a:lnTo>
                  <a:lnTo>
                    <a:pt x="1536964" y="140939"/>
                  </a:lnTo>
                  <a:lnTo>
                    <a:pt x="1566555" y="132983"/>
                  </a:lnTo>
                  <a:lnTo>
                    <a:pt x="1595288" y="125258"/>
                  </a:lnTo>
                  <a:lnTo>
                    <a:pt x="1623211" y="117750"/>
                  </a:lnTo>
                  <a:lnTo>
                    <a:pt x="1650369" y="110448"/>
                  </a:lnTo>
                  <a:lnTo>
                    <a:pt x="1676803" y="103341"/>
                  </a:lnTo>
                  <a:lnTo>
                    <a:pt x="1702550" y="96418"/>
                  </a:lnTo>
                  <a:lnTo>
                    <a:pt x="1727645" y="89671"/>
                  </a:lnTo>
                  <a:lnTo>
                    <a:pt x="1752121" y="83090"/>
                  </a:lnTo>
                  <a:lnTo>
                    <a:pt x="1776006" y="76668"/>
                  </a:lnTo>
                  <a:lnTo>
                    <a:pt x="1799330" y="70397"/>
                  </a:lnTo>
                  <a:lnTo>
                    <a:pt x="1822117" y="64270"/>
                  </a:lnTo>
                  <a:lnTo>
                    <a:pt x="1844393" y="58281"/>
                  </a:lnTo>
                  <a:lnTo>
                    <a:pt x="1866178" y="52424"/>
                  </a:lnTo>
                  <a:lnTo>
                    <a:pt x="1887495" y="46692"/>
                  </a:lnTo>
                  <a:lnTo>
                    <a:pt x="1908364" y="41081"/>
                  </a:lnTo>
                  <a:lnTo>
                    <a:pt x="1928802" y="35586"/>
                  </a:lnTo>
                  <a:lnTo>
                    <a:pt x="1948827" y="30202"/>
                  </a:lnTo>
                  <a:lnTo>
                    <a:pt x="1968455" y="24925"/>
                  </a:lnTo>
                  <a:lnTo>
                    <a:pt x="1987703" y="19750"/>
                  </a:lnTo>
                  <a:lnTo>
                    <a:pt x="2006583" y="14673"/>
                  </a:lnTo>
                  <a:lnTo>
                    <a:pt x="2025111" y="9692"/>
                  </a:lnTo>
                  <a:lnTo>
                    <a:pt x="2043299" y="4802"/>
                  </a:lnTo>
                  <a:lnTo>
                    <a:pt x="206115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623946" y="2594085"/>
              <a:ext cx="2061159" cy="128904"/>
            </a:xfrm>
            <a:custGeom>
              <a:avLst/>
              <a:pathLst>
                <a:path w="2061159" h="128904">
                  <a:moveTo>
                    <a:pt x="0" y="128904"/>
                  </a:moveTo>
                  <a:lnTo>
                    <a:pt x="132357" y="120626"/>
                  </a:lnTo>
                  <a:lnTo>
                    <a:pt x="249104" y="113325"/>
                  </a:lnTo>
                  <a:lnTo>
                    <a:pt x="353539" y="106794"/>
                  </a:lnTo>
                  <a:lnTo>
                    <a:pt x="448011" y="100885"/>
                  </a:lnTo>
                  <a:lnTo>
                    <a:pt x="534257" y="95491"/>
                  </a:lnTo>
                  <a:lnTo>
                    <a:pt x="613596" y="90530"/>
                  </a:lnTo>
                  <a:lnTo>
                    <a:pt x="687053" y="85936"/>
                  </a:lnTo>
                  <a:lnTo>
                    <a:pt x="755439" y="81659"/>
                  </a:lnTo>
                  <a:lnTo>
                    <a:pt x="819410" y="77658"/>
                  </a:lnTo>
                  <a:lnTo>
                    <a:pt x="879502" y="73900"/>
                  </a:lnTo>
                  <a:lnTo>
                    <a:pt x="936158" y="70357"/>
                  </a:lnTo>
                  <a:lnTo>
                    <a:pt x="989750" y="67005"/>
                  </a:lnTo>
                  <a:lnTo>
                    <a:pt x="1040592" y="63825"/>
                  </a:lnTo>
                  <a:lnTo>
                    <a:pt x="1088953" y="60801"/>
                  </a:lnTo>
                  <a:lnTo>
                    <a:pt x="1135064" y="57917"/>
                  </a:lnTo>
                  <a:lnTo>
                    <a:pt x="1179125" y="55162"/>
                  </a:lnTo>
                  <a:lnTo>
                    <a:pt x="1221310" y="52523"/>
                  </a:lnTo>
                  <a:lnTo>
                    <a:pt x="1261774" y="49993"/>
                  </a:lnTo>
                  <a:lnTo>
                    <a:pt x="1300649" y="47562"/>
                  </a:lnTo>
                  <a:lnTo>
                    <a:pt x="1338058" y="45222"/>
                  </a:lnTo>
                  <a:lnTo>
                    <a:pt x="1374106" y="42968"/>
                  </a:lnTo>
                  <a:lnTo>
                    <a:pt x="1408889" y="40792"/>
                  </a:lnTo>
                  <a:lnTo>
                    <a:pt x="1442492" y="38691"/>
                  </a:lnTo>
                  <a:lnTo>
                    <a:pt x="1474994" y="36658"/>
                  </a:lnTo>
                  <a:lnTo>
                    <a:pt x="1506463" y="34690"/>
                  </a:lnTo>
                  <a:lnTo>
                    <a:pt x="1536964" y="32782"/>
                  </a:lnTo>
                  <a:lnTo>
                    <a:pt x="1566555" y="30932"/>
                  </a:lnTo>
                  <a:lnTo>
                    <a:pt x="1595288" y="29135"/>
                  </a:lnTo>
                  <a:lnTo>
                    <a:pt x="1623211" y="27389"/>
                  </a:lnTo>
                  <a:lnTo>
                    <a:pt x="1650369" y="25690"/>
                  </a:lnTo>
                  <a:lnTo>
                    <a:pt x="1676803" y="24037"/>
                  </a:lnTo>
                  <a:lnTo>
                    <a:pt x="1702550" y="22427"/>
                  </a:lnTo>
                  <a:lnTo>
                    <a:pt x="1727645" y="20857"/>
                  </a:lnTo>
                  <a:lnTo>
                    <a:pt x="1752121" y="19327"/>
                  </a:lnTo>
                  <a:lnTo>
                    <a:pt x="1776006" y="17833"/>
                  </a:lnTo>
                  <a:lnTo>
                    <a:pt x="1799330" y="16374"/>
                  </a:lnTo>
                  <a:lnTo>
                    <a:pt x="1822117" y="14949"/>
                  </a:lnTo>
                  <a:lnTo>
                    <a:pt x="1844393" y="13556"/>
                  </a:lnTo>
                  <a:lnTo>
                    <a:pt x="1866178" y="12194"/>
                  </a:lnTo>
                  <a:lnTo>
                    <a:pt x="1887495" y="10860"/>
                  </a:lnTo>
                  <a:lnTo>
                    <a:pt x="1908364" y="9555"/>
                  </a:lnTo>
                  <a:lnTo>
                    <a:pt x="1928802" y="8277"/>
                  </a:lnTo>
                  <a:lnTo>
                    <a:pt x="1948827" y="7025"/>
                  </a:lnTo>
                  <a:lnTo>
                    <a:pt x="1968455" y="5797"/>
                  </a:lnTo>
                  <a:lnTo>
                    <a:pt x="1987703" y="4593"/>
                  </a:lnTo>
                  <a:lnTo>
                    <a:pt x="2006583" y="3413"/>
                  </a:lnTo>
                  <a:lnTo>
                    <a:pt x="2025111" y="2254"/>
                  </a:lnTo>
                  <a:lnTo>
                    <a:pt x="2043299" y="1116"/>
                  </a:lnTo>
                  <a:lnTo>
                    <a:pt x="206115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623946" y="1933536"/>
              <a:ext cx="2061159" cy="1252451"/>
            </a:xfrm>
            <a:custGeom>
              <a:avLst/>
              <a:pathLst>
                <a:path w="2061159" h="1252451">
                  <a:moveTo>
                    <a:pt x="0" y="1252451"/>
                  </a:moveTo>
                  <a:lnTo>
                    <a:pt x="132357" y="1172025"/>
                  </a:lnTo>
                  <a:lnTo>
                    <a:pt x="249104" y="1101084"/>
                  </a:lnTo>
                  <a:lnTo>
                    <a:pt x="353539" y="1037625"/>
                  </a:lnTo>
                  <a:lnTo>
                    <a:pt x="448011" y="980219"/>
                  </a:lnTo>
                  <a:lnTo>
                    <a:pt x="534257" y="927812"/>
                  </a:lnTo>
                  <a:lnTo>
                    <a:pt x="613596" y="879602"/>
                  </a:lnTo>
                  <a:lnTo>
                    <a:pt x="687053" y="834967"/>
                  </a:lnTo>
                  <a:lnTo>
                    <a:pt x="755439" y="793412"/>
                  </a:lnTo>
                  <a:lnTo>
                    <a:pt x="819410" y="754541"/>
                  </a:lnTo>
                  <a:lnTo>
                    <a:pt x="879502" y="718026"/>
                  </a:lnTo>
                  <a:lnTo>
                    <a:pt x="936158" y="683600"/>
                  </a:lnTo>
                  <a:lnTo>
                    <a:pt x="989750" y="651035"/>
                  </a:lnTo>
                  <a:lnTo>
                    <a:pt x="1040592" y="620141"/>
                  </a:lnTo>
                  <a:lnTo>
                    <a:pt x="1088953" y="590755"/>
                  </a:lnTo>
                  <a:lnTo>
                    <a:pt x="1135064" y="562736"/>
                  </a:lnTo>
                  <a:lnTo>
                    <a:pt x="1179125" y="535962"/>
                  </a:lnTo>
                  <a:lnTo>
                    <a:pt x="1221310" y="510328"/>
                  </a:lnTo>
                  <a:lnTo>
                    <a:pt x="1261774" y="485741"/>
                  </a:lnTo>
                  <a:lnTo>
                    <a:pt x="1300649" y="462119"/>
                  </a:lnTo>
                  <a:lnTo>
                    <a:pt x="1338058" y="439388"/>
                  </a:lnTo>
                  <a:lnTo>
                    <a:pt x="1374106" y="417483"/>
                  </a:lnTo>
                  <a:lnTo>
                    <a:pt x="1408889" y="396348"/>
                  </a:lnTo>
                  <a:lnTo>
                    <a:pt x="1442492" y="375929"/>
                  </a:lnTo>
                  <a:lnTo>
                    <a:pt x="1474994" y="356179"/>
                  </a:lnTo>
                  <a:lnTo>
                    <a:pt x="1506463" y="337057"/>
                  </a:lnTo>
                  <a:lnTo>
                    <a:pt x="1536964" y="318523"/>
                  </a:lnTo>
                  <a:lnTo>
                    <a:pt x="1566555" y="300543"/>
                  </a:lnTo>
                  <a:lnTo>
                    <a:pt x="1595288" y="283083"/>
                  </a:lnTo>
                  <a:lnTo>
                    <a:pt x="1623211" y="266116"/>
                  </a:lnTo>
                  <a:lnTo>
                    <a:pt x="1650369" y="249614"/>
                  </a:lnTo>
                  <a:lnTo>
                    <a:pt x="1676803" y="233551"/>
                  </a:lnTo>
                  <a:lnTo>
                    <a:pt x="1702550" y="217906"/>
                  </a:lnTo>
                  <a:lnTo>
                    <a:pt x="1727645" y="202657"/>
                  </a:lnTo>
                  <a:lnTo>
                    <a:pt x="1752121" y="187785"/>
                  </a:lnTo>
                  <a:lnTo>
                    <a:pt x="1776006" y="173271"/>
                  </a:lnTo>
                  <a:lnTo>
                    <a:pt x="1799330" y="159098"/>
                  </a:lnTo>
                  <a:lnTo>
                    <a:pt x="1822117" y="145252"/>
                  </a:lnTo>
                  <a:lnTo>
                    <a:pt x="1844393" y="131716"/>
                  </a:lnTo>
                  <a:lnTo>
                    <a:pt x="1866178" y="118478"/>
                  </a:lnTo>
                  <a:lnTo>
                    <a:pt x="1887495" y="105525"/>
                  </a:lnTo>
                  <a:lnTo>
                    <a:pt x="1908364" y="92845"/>
                  </a:lnTo>
                  <a:lnTo>
                    <a:pt x="1928802" y="80426"/>
                  </a:lnTo>
                  <a:lnTo>
                    <a:pt x="1948827" y="68258"/>
                  </a:lnTo>
                  <a:lnTo>
                    <a:pt x="1968455" y="56330"/>
                  </a:lnTo>
                  <a:lnTo>
                    <a:pt x="1987703" y="44635"/>
                  </a:lnTo>
                  <a:lnTo>
                    <a:pt x="2006583" y="33162"/>
                  </a:lnTo>
                  <a:lnTo>
                    <a:pt x="2025111" y="21904"/>
                  </a:lnTo>
                  <a:lnTo>
                    <a:pt x="2043299" y="10852"/>
                  </a:lnTo>
                  <a:lnTo>
                    <a:pt x="206115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623946" y="2498928"/>
              <a:ext cx="2061159" cy="202608"/>
            </a:xfrm>
            <a:custGeom>
              <a:avLst/>
              <a:pathLst>
                <a:path w="2061159" h="202608">
                  <a:moveTo>
                    <a:pt x="0" y="202608"/>
                  </a:moveTo>
                  <a:lnTo>
                    <a:pt x="132357" y="189597"/>
                  </a:lnTo>
                  <a:lnTo>
                    <a:pt x="249104" y="178121"/>
                  </a:lnTo>
                  <a:lnTo>
                    <a:pt x="353539" y="167855"/>
                  </a:lnTo>
                  <a:lnTo>
                    <a:pt x="448011" y="158569"/>
                  </a:lnTo>
                  <a:lnTo>
                    <a:pt x="534257" y="150091"/>
                  </a:lnTo>
                  <a:lnTo>
                    <a:pt x="613596" y="142292"/>
                  </a:lnTo>
                  <a:lnTo>
                    <a:pt x="687053" y="135072"/>
                  </a:lnTo>
                  <a:lnTo>
                    <a:pt x="755439" y="128349"/>
                  </a:lnTo>
                  <a:lnTo>
                    <a:pt x="819410" y="122061"/>
                  </a:lnTo>
                  <a:lnTo>
                    <a:pt x="879502" y="116154"/>
                  </a:lnTo>
                  <a:lnTo>
                    <a:pt x="936158" y="110585"/>
                  </a:lnTo>
                  <a:lnTo>
                    <a:pt x="989750" y="105317"/>
                  </a:lnTo>
                  <a:lnTo>
                    <a:pt x="1040592" y="100319"/>
                  </a:lnTo>
                  <a:lnTo>
                    <a:pt x="1088953" y="95566"/>
                  </a:lnTo>
                  <a:lnTo>
                    <a:pt x="1135064" y="91033"/>
                  </a:lnTo>
                  <a:lnTo>
                    <a:pt x="1179125" y="86702"/>
                  </a:lnTo>
                  <a:lnTo>
                    <a:pt x="1221310" y="82555"/>
                  </a:lnTo>
                  <a:lnTo>
                    <a:pt x="1261774" y="78578"/>
                  </a:lnTo>
                  <a:lnTo>
                    <a:pt x="1300649" y="74756"/>
                  </a:lnTo>
                  <a:lnTo>
                    <a:pt x="1338058" y="71079"/>
                  </a:lnTo>
                  <a:lnTo>
                    <a:pt x="1374106" y="67536"/>
                  </a:lnTo>
                  <a:lnTo>
                    <a:pt x="1408889" y="64116"/>
                  </a:lnTo>
                  <a:lnTo>
                    <a:pt x="1442492" y="60813"/>
                  </a:lnTo>
                  <a:lnTo>
                    <a:pt x="1474994" y="57618"/>
                  </a:lnTo>
                  <a:lnTo>
                    <a:pt x="1506463" y="54525"/>
                  </a:lnTo>
                  <a:lnTo>
                    <a:pt x="1536964" y="51527"/>
                  </a:lnTo>
                  <a:lnTo>
                    <a:pt x="1566555" y="48618"/>
                  </a:lnTo>
                  <a:lnTo>
                    <a:pt x="1595288" y="45794"/>
                  </a:lnTo>
                  <a:lnTo>
                    <a:pt x="1623211" y="43049"/>
                  </a:lnTo>
                  <a:lnTo>
                    <a:pt x="1650369" y="40379"/>
                  </a:lnTo>
                  <a:lnTo>
                    <a:pt x="1676803" y="37781"/>
                  </a:lnTo>
                  <a:lnTo>
                    <a:pt x="1702550" y="35250"/>
                  </a:lnTo>
                  <a:lnTo>
                    <a:pt x="1727645" y="32783"/>
                  </a:lnTo>
                  <a:lnTo>
                    <a:pt x="1752121" y="30377"/>
                  </a:lnTo>
                  <a:lnTo>
                    <a:pt x="1776006" y="28029"/>
                  </a:lnTo>
                  <a:lnTo>
                    <a:pt x="1799330" y="25737"/>
                  </a:lnTo>
                  <a:lnTo>
                    <a:pt x="1822117" y="23497"/>
                  </a:lnTo>
                  <a:lnTo>
                    <a:pt x="1844393" y="21307"/>
                  </a:lnTo>
                  <a:lnTo>
                    <a:pt x="1866178" y="19166"/>
                  </a:lnTo>
                  <a:lnTo>
                    <a:pt x="1887495" y="17070"/>
                  </a:lnTo>
                  <a:lnTo>
                    <a:pt x="1908364" y="15019"/>
                  </a:lnTo>
                  <a:lnTo>
                    <a:pt x="1928802" y="13010"/>
                  </a:lnTo>
                  <a:lnTo>
                    <a:pt x="1948827" y="11042"/>
                  </a:lnTo>
                  <a:lnTo>
                    <a:pt x="1968455" y="9112"/>
                  </a:lnTo>
                  <a:lnTo>
                    <a:pt x="1987703" y="7220"/>
                  </a:lnTo>
                  <a:lnTo>
                    <a:pt x="2006583" y="5364"/>
                  </a:lnTo>
                  <a:lnTo>
                    <a:pt x="2025111" y="3543"/>
                  </a:lnTo>
                  <a:lnTo>
                    <a:pt x="2043299" y="1755"/>
                  </a:lnTo>
                  <a:lnTo>
                    <a:pt x="206115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623946" y="2403477"/>
              <a:ext cx="2061159" cy="48079"/>
            </a:xfrm>
            <a:custGeom>
              <a:avLst/>
              <a:pathLst>
                <a:path w="2061159" h="48079">
                  <a:moveTo>
                    <a:pt x="0" y="0"/>
                  </a:moveTo>
                  <a:lnTo>
                    <a:pt x="132357" y="3087"/>
                  </a:lnTo>
                  <a:lnTo>
                    <a:pt x="249104" y="5810"/>
                  </a:lnTo>
                  <a:lnTo>
                    <a:pt x="353539" y="8246"/>
                  </a:lnTo>
                  <a:lnTo>
                    <a:pt x="448011" y="10450"/>
                  </a:lnTo>
                  <a:lnTo>
                    <a:pt x="534257" y="12462"/>
                  </a:lnTo>
                  <a:lnTo>
                    <a:pt x="613596" y="14312"/>
                  </a:lnTo>
                  <a:lnTo>
                    <a:pt x="687053" y="16026"/>
                  </a:lnTo>
                  <a:lnTo>
                    <a:pt x="755439" y="17621"/>
                  </a:lnTo>
                  <a:lnTo>
                    <a:pt x="819410" y="19113"/>
                  </a:lnTo>
                  <a:lnTo>
                    <a:pt x="879502" y="20515"/>
                  </a:lnTo>
                  <a:lnTo>
                    <a:pt x="936158" y="21837"/>
                  </a:lnTo>
                  <a:lnTo>
                    <a:pt x="989750" y="23087"/>
                  </a:lnTo>
                  <a:lnTo>
                    <a:pt x="1040592" y="24273"/>
                  </a:lnTo>
                  <a:lnTo>
                    <a:pt x="1088953" y="25401"/>
                  </a:lnTo>
                  <a:lnTo>
                    <a:pt x="1135064" y="26476"/>
                  </a:lnTo>
                  <a:lnTo>
                    <a:pt x="1179125" y="27504"/>
                  </a:lnTo>
                  <a:lnTo>
                    <a:pt x="1221310" y="28488"/>
                  </a:lnTo>
                  <a:lnTo>
                    <a:pt x="1261774" y="29432"/>
                  </a:lnTo>
                  <a:lnTo>
                    <a:pt x="1300649" y="30339"/>
                  </a:lnTo>
                  <a:lnTo>
                    <a:pt x="1338058" y="31211"/>
                  </a:lnTo>
                  <a:lnTo>
                    <a:pt x="1374106" y="32052"/>
                  </a:lnTo>
                  <a:lnTo>
                    <a:pt x="1408889" y="32864"/>
                  </a:lnTo>
                  <a:lnTo>
                    <a:pt x="1442492" y="33647"/>
                  </a:lnTo>
                  <a:lnTo>
                    <a:pt x="1474994" y="34406"/>
                  </a:lnTo>
                  <a:lnTo>
                    <a:pt x="1506463" y="35140"/>
                  </a:lnTo>
                  <a:lnTo>
                    <a:pt x="1536964" y="35851"/>
                  </a:lnTo>
                  <a:lnTo>
                    <a:pt x="1566555" y="36541"/>
                  </a:lnTo>
                  <a:lnTo>
                    <a:pt x="1595288" y="37212"/>
                  </a:lnTo>
                  <a:lnTo>
                    <a:pt x="1623211" y="37863"/>
                  </a:lnTo>
                  <a:lnTo>
                    <a:pt x="1650369" y="38496"/>
                  </a:lnTo>
                  <a:lnTo>
                    <a:pt x="1676803" y="39113"/>
                  </a:lnTo>
                  <a:lnTo>
                    <a:pt x="1702550" y="39714"/>
                  </a:lnTo>
                  <a:lnTo>
                    <a:pt x="1727645" y="40299"/>
                  </a:lnTo>
                  <a:lnTo>
                    <a:pt x="1752121" y="40870"/>
                  </a:lnTo>
                  <a:lnTo>
                    <a:pt x="1776006" y="41427"/>
                  </a:lnTo>
                  <a:lnTo>
                    <a:pt x="1799330" y="41971"/>
                  </a:lnTo>
                  <a:lnTo>
                    <a:pt x="1822117" y="42503"/>
                  </a:lnTo>
                  <a:lnTo>
                    <a:pt x="1844393" y="43022"/>
                  </a:lnTo>
                  <a:lnTo>
                    <a:pt x="1866178" y="43530"/>
                  </a:lnTo>
                  <a:lnTo>
                    <a:pt x="1887495" y="44028"/>
                  </a:lnTo>
                  <a:lnTo>
                    <a:pt x="1908364" y="44514"/>
                  </a:lnTo>
                  <a:lnTo>
                    <a:pt x="1928802" y="44991"/>
                  </a:lnTo>
                  <a:lnTo>
                    <a:pt x="1948827" y="45458"/>
                  </a:lnTo>
                  <a:lnTo>
                    <a:pt x="1968455" y="45916"/>
                  </a:lnTo>
                  <a:lnTo>
                    <a:pt x="1987703" y="46365"/>
                  </a:lnTo>
                  <a:lnTo>
                    <a:pt x="2006583" y="46806"/>
                  </a:lnTo>
                  <a:lnTo>
                    <a:pt x="2025111" y="47238"/>
                  </a:lnTo>
                  <a:lnTo>
                    <a:pt x="2043299" y="47662"/>
                  </a:lnTo>
                  <a:lnTo>
                    <a:pt x="2061159" y="4807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623946" y="2387106"/>
              <a:ext cx="2061159" cy="233225"/>
            </a:xfrm>
            <a:custGeom>
              <a:avLst/>
              <a:pathLst>
                <a:path w="2061159" h="233225">
                  <a:moveTo>
                    <a:pt x="0" y="233225"/>
                  </a:moveTo>
                  <a:lnTo>
                    <a:pt x="132357" y="218249"/>
                  </a:lnTo>
                  <a:lnTo>
                    <a:pt x="249104" y="205038"/>
                  </a:lnTo>
                  <a:lnTo>
                    <a:pt x="353539" y="193221"/>
                  </a:lnTo>
                  <a:lnTo>
                    <a:pt x="448011" y="182532"/>
                  </a:lnTo>
                  <a:lnTo>
                    <a:pt x="534257" y="172773"/>
                  </a:lnTo>
                  <a:lnTo>
                    <a:pt x="613596" y="163795"/>
                  </a:lnTo>
                  <a:lnTo>
                    <a:pt x="687053" y="155483"/>
                  </a:lnTo>
                  <a:lnTo>
                    <a:pt x="755439" y="147745"/>
                  </a:lnTo>
                  <a:lnTo>
                    <a:pt x="819410" y="140507"/>
                  </a:lnTo>
                  <a:lnTo>
                    <a:pt x="879502" y="133707"/>
                  </a:lnTo>
                  <a:lnTo>
                    <a:pt x="936158" y="127296"/>
                  </a:lnTo>
                  <a:lnTo>
                    <a:pt x="989750" y="121232"/>
                  </a:lnTo>
                  <a:lnTo>
                    <a:pt x="1040592" y="115479"/>
                  </a:lnTo>
                  <a:lnTo>
                    <a:pt x="1088953" y="110007"/>
                  </a:lnTo>
                  <a:lnTo>
                    <a:pt x="1135064" y="104790"/>
                  </a:lnTo>
                  <a:lnTo>
                    <a:pt x="1179125" y="99804"/>
                  </a:lnTo>
                  <a:lnTo>
                    <a:pt x="1221310" y="95031"/>
                  </a:lnTo>
                  <a:lnTo>
                    <a:pt x="1261774" y="90452"/>
                  </a:lnTo>
                  <a:lnTo>
                    <a:pt x="1300649" y="86053"/>
                  </a:lnTo>
                  <a:lnTo>
                    <a:pt x="1338058" y="81820"/>
                  </a:lnTo>
                  <a:lnTo>
                    <a:pt x="1374106" y="77741"/>
                  </a:lnTo>
                  <a:lnTo>
                    <a:pt x="1408889" y="73806"/>
                  </a:lnTo>
                  <a:lnTo>
                    <a:pt x="1442492" y="70003"/>
                  </a:lnTo>
                  <a:lnTo>
                    <a:pt x="1474994" y="66326"/>
                  </a:lnTo>
                  <a:lnTo>
                    <a:pt x="1506463" y="62765"/>
                  </a:lnTo>
                  <a:lnTo>
                    <a:pt x="1536964" y="59314"/>
                  </a:lnTo>
                  <a:lnTo>
                    <a:pt x="1566555" y="55965"/>
                  </a:lnTo>
                  <a:lnTo>
                    <a:pt x="1595288" y="52714"/>
                  </a:lnTo>
                  <a:lnTo>
                    <a:pt x="1623211" y="49555"/>
                  </a:lnTo>
                  <a:lnTo>
                    <a:pt x="1650369" y="46482"/>
                  </a:lnTo>
                  <a:lnTo>
                    <a:pt x="1676803" y="43490"/>
                  </a:lnTo>
                  <a:lnTo>
                    <a:pt x="1702550" y="40577"/>
                  </a:lnTo>
                  <a:lnTo>
                    <a:pt x="1727645" y="37738"/>
                  </a:lnTo>
                  <a:lnTo>
                    <a:pt x="1752121" y="34968"/>
                  </a:lnTo>
                  <a:lnTo>
                    <a:pt x="1776006" y="32265"/>
                  </a:lnTo>
                  <a:lnTo>
                    <a:pt x="1799330" y="29626"/>
                  </a:lnTo>
                  <a:lnTo>
                    <a:pt x="1822117" y="27048"/>
                  </a:lnTo>
                  <a:lnTo>
                    <a:pt x="1844393" y="24527"/>
                  </a:lnTo>
                  <a:lnTo>
                    <a:pt x="1866178" y="22062"/>
                  </a:lnTo>
                  <a:lnTo>
                    <a:pt x="1887495" y="19650"/>
                  </a:lnTo>
                  <a:lnTo>
                    <a:pt x="1908364" y="17289"/>
                  </a:lnTo>
                  <a:lnTo>
                    <a:pt x="1928802" y="14976"/>
                  </a:lnTo>
                  <a:lnTo>
                    <a:pt x="1948827" y="12710"/>
                  </a:lnTo>
                  <a:lnTo>
                    <a:pt x="1968455" y="10489"/>
                  </a:lnTo>
                  <a:lnTo>
                    <a:pt x="1987703" y="8311"/>
                  </a:lnTo>
                  <a:lnTo>
                    <a:pt x="2006583" y="6175"/>
                  </a:lnTo>
                  <a:lnTo>
                    <a:pt x="2025111" y="4078"/>
                  </a:lnTo>
                  <a:lnTo>
                    <a:pt x="2043299" y="2020"/>
                  </a:lnTo>
                  <a:lnTo>
                    <a:pt x="206115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623946" y="2025114"/>
              <a:ext cx="2061159" cy="891462"/>
            </a:xfrm>
            <a:custGeom>
              <a:avLst/>
              <a:pathLst>
                <a:path w="2061159" h="891462">
                  <a:moveTo>
                    <a:pt x="0" y="891462"/>
                  </a:moveTo>
                  <a:lnTo>
                    <a:pt x="132357" y="834217"/>
                  </a:lnTo>
                  <a:lnTo>
                    <a:pt x="249104" y="783723"/>
                  </a:lnTo>
                  <a:lnTo>
                    <a:pt x="353539" y="738554"/>
                  </a:lnTo>
                  <a:lnTo>
                    <a:pt x="448011" y="697695"/>
                  </a:lnTo>
                  <a:lnTo>
                    <a:pt x="534257" y="660393"/>
                  </a:lnTo>
                  <a:lnTo>
                    <a:pt x="613596" y="626078"/>
                  </a:lnTo>
                  <a:lnTo>
                    <a:pt x="687053" y="594308"/>
                  </a:lnTo>
                  <a:lnTo>
                    <a:pt x="755439" y="564730"/>
                  </a:lnTo>
                  <a:lnTo>
                    <a:pt x="819410" y="537062"/>
                  </a:lnTo>
                  <a:lnTo>
                    <a:pt x="879502" y="511072"/>
                  </a:lnTo>
                  <a:lnTo>
                    <a:pt x="936158" y="486569"/>
                  </a:lnTo>
                  <a:lnTo>
                    <a:pt x="989750" y="463390"/>
                  </a:lnTo>
                  <a:lnTo>
                    <a:pt x="1040592" y="441400"/>
                  </a:lnTo>
                  <a:lnTo>
                    <a:pt x="1088953" y="420484"/>
                  </a:lnTo>
                  <a:lnTo>
                    <a:pt x="1135064" y="400540"/>
                  </a:lnTo>
                  <a:lnTo>
                    <a:pt x="1179125" y="381484"/>
                  </a:lnTo>
                  <a:lnTo>
                    <a:pt x="1221310" y="363238"/>
                  </a:lnTo>
                  <a:lnTo>
                    <a:pt x="1261774" y="345738"/>
                  </a:lnTo>
                  <a:lnTo>
                    <a:pt x="1300649" y="328924"/>
                  </a:lnTo>
                  <a:lnTo>
                    <a:pt x="1338058" y="312745"/>
                  </a:lnTo>
                  <a:lnTo>
                    <a:pt x="1374106" y="297154"/>
                  </a:lnTo>
                  <a:lnTo>
                    <a:pt x="1408889" y="282110"/>
                  </a:lnTo>
                  <a:lnTo>
                    <a:pt x="1442492" y="267576"/>
                  </a:lnTo>
                  <a:lnTo>
                    <a:pt x="1474994" y="253519"/>
                  </a:lnTo>
                  <a:lnTo>
                    <a:pt x="1506463" y="239908"/>
                  </a:lnTo>
                  <a:lnTo>
                    <a:pt x="1536964" y="226716"/>
                  </a:lnTo>
                  <a:lnTo>
                    <a:pt x="1566555" y="213918"/>
                  </a:lnTo>
                  <a:lnTo>
                    <a:pt x="1595288" y="201491"/>
                  </a:lnTo>
                  <a:lnTo>
                    <a:pt x="1623211" y="189414"/>
                  </a:lnTo>
                  <a:lnTo>
                    <a:pt x="1650369" y="177668"/>
                  </a:lnTo>
                  <a:lnTo>
                    <a:pt x="1676803" y="166236"/>
                  </a:lnTo>
                  <a:lnTo>
                    <a:pt x="1702550" y="155100"/>
                  </a:lnTo>
                  <a:lnTo>
                    <a:pt x="1727645" y="144246"/>
                  </a:lnTo>
                  <a:lnTo>
                    <a:pt x="1752121" y="133660"/>
                  </a:lnTo>
                  <a:lnTo>
                    <a:pt x="1776006" y="123330"/>
                  </a:lnTo>
                  <a:lnTo>
                    <a:pt x="1799330" y="113242"/>
                  </a:lnTo>
                  <a:lnTo>
                    <a:pt x="1822117" y="103386"/>
                  </a:lnTo>
                  <a:lnTo>
                    <a:pt x="1844393" y="93752"/>
                  </a:lnTo>
                  <a:lnTo>
                    <a:pt x="1866178" y="84330"/>
                  </a:lnTo>
                  <a:lnTo>
                    <a:pt x="1887495" y="75110"/>
                  </a:lnTo>
                  <a:lnTo>
                    <a:pt x="1908364" y="66084"/>
                  </a:lnTo>
                  <a:lnTo>
                    <a:pt x="1928802" y="57245"/>
                  </a:lnTo>
                  <a:lnTo>
                    <a:pt x="1948827" y="48584"/>
                  </a:lnTo>
                  <a:lnTo>
                    <a:pt x="1968455" y="40094"/>
                  </a:lnTo>
                  <a:lnTo>
                    <a:pt x="1987703" y="31770"/>
                  </a:lnTo>
                  <a:lnTo>
                    <a:pt x="2006583" y="23604"/>
                  </a:lnTo>
                  <a:lnTo>
                    <a:pt x="2025111" y="15590"/>
                  </a:lnTo>
                  <a:lnTo>
                    <a:pt x="2043299" y="7724"/>
                  </a:lnTo>
                  <a:lnTo>
                    <a:pt x="206115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623946" y="2179924"/>
              <a:ext cx="2061159" cy="645506"/>
            </a:xfrm>
            <a:custGeom>
              <a:avLst/>
              <a:pathLst>
                <a:path w="2061159" h="645506">
                  <a:moveTo>
                    <a:pt x="0" y="645506"/>
                  </a:moveTo>
                  <a:lnTo>
                    <a:pt x="132357" y="604055"/>
                  </a:lnTo>
                  <a:lnTo>
                    <a:pt x="249104" y="567493"/>
                  </a:lnTo>
                  <a:lnTo>
                    <a:pt x="353539" y="534786"/>
                  </a:lnTo>
                  <a:lnTo>
                    <a:pt x="448011" y="505200"/>
                  </a:lnTo>
                  <a:lnTo>
                    <a:pt x="534257" y="478189"/>
                  </a:lnTo>
                  <a:lnTo>
                    <a:pt x="613596" y="453342"/>
                  </a:lnTo>
                  <a:lnTo>
                    <a:pt x="687053" y="430337"/>
                  </a:lnTo>
                  <a:lnTo>
                    <a:pt x="755439" y="408920"/>
                  </a:lnTo>
                  <a:lnTo>
                    <a:pt x="819410" y="388886"/>
                  </a:lnTo>
                  <a:lnTo>
                    <a:pt x="879502" y="370067"/>
                  </a:lnTo>
                  <a:lnTo>
                    <a:pt x="936158" y="352324"/>
                  </a:lnTo>
                  <a:lnTo>
                    <a:pt x="989750" y="335540"/>
                  </a:lnTo>
                  <a:lnTo>
                    <a:pt x="1040592" y="319617"/>
                  </a:lnTo>
                  <a:lnTo>
                    <a:pt x="1088953" y="304472"/>
                  </a:lnTo>
                  <a:lnTo>
                    <a:pt x="1135064" y="290031"/>
                  </a:lnTo>
                  <a:lnTo>
                    <a:pt x="1179125" y="276232"/>
                  </a:lnTo>
                  <a:lnTo>
                    <a:pt x="1221310" y="263020"/>
                  </a:lnTo>
                  <a:lnTo>
                    <a:pt x="1261774" y="250348"/>
                  </a:lnTo>
                  <a:lnTo>
                    <a:pt x="1300649" y="238173"/>
                  </a:lnTo>
                  <a:lnTo>
                    <a:pt x="1338058" y="226458"/>
                  </a:lnTo>
                  <a:lnTo>
                    <a:pt x="1374106" y="215168"/>
                  </a:lnTo>
                  <a:lnTo>
                    <a:pt x="1408889" y="204275"/>
                  </a:lnTo>
                  <a:lnTo>
                    <a:pt x="1442492" y="193751"/>
                  </a:lnTo>
                  <a:lnTo>
                    <a:pt x="1474994" y="183573"/>
                  </a:lnTo>
                  <a:lnTo>
                    <a:pt x="1506463" y="173717"/>
                  </a:lnTo>
                  <a:lnTo>
                    <a:pt x="1536964" y="164165"/>
                  </a:lnTo>
                  <a:lnTo>
                    <a:pt x="1566555" y="154898"/>
                  </a:lnTo>
                  <a:lnTo>
                    <a:pt x="1595288" y="145900"/>
                  </a:lnTo>
                  <a:lnTo>
                    <a:pt x="1623211" y="137155"/>
                  </a:lnTo>
                  <a:lnTo>
                    <a:pt x="1650369" y="128649"/>
                  </a:lnTo>
                  <a:lnTo>
                    <a:pt x="1676803" y="120371"/>
                  </a:lnTo>
                  <a:lnTo>
                    <a:pt x="1702550" y="112308"/>
                  </a:lnTo>
                  <a:lnTo>
                    <a:pt x="1727645" y="104448"/>
                  </a:lnTo>
                  <a:lnTo>
                    <a:pt x="1752121" y="96783"/>
                  </a:lnTo>
                  <a:lnTo>
                    <a:pt x="1776006" y="89303"/>
                  </a:lnTo>
                  <a:lnTo>
                    <a:pt x="1799330" y="81998"/>
                  </a:lnTo>
                  <a:lnTo>
                    <a:pt x="1822117" y="74862"/>
                  </a:lnTo>
                  <a:lnTo>
                    <a:pt x="1844393" y="67886"/>
                  </a:lnTo>
                  <a:lnTo>
                    <a:pt x="1866178" y="61063"/>
                  </a:lnTo>
                  <a:lnTo>
                    <a:pt x="1887495" y="54387"/>
                  </a:lnTo>
                  <a:lnTo>
                    <a:pt x="1908364" y="47851"/>
                  </a:lnTo>
                  <a:lnTo>
                    <a:pt x="1928802" y="41451"/>
                  </a:lnTo>
                  <a:lnTo>
                    <a:pt x="1948827" y="35179"/>
                  </a:lnTo>
                  <a:lnTo>
                    <a:pt x="1968455" y="29032"/>
                  </a:lnTo>
                  <a:lnTo>
                    <a:pt x="1987703" y="23004"/>
                  </a:lnTo>
                  <a:lnTo>
                    <a:pt x="2006583" y="17091"/>
                  </a:lnTo>
                  <a:lnTo>
                    <a:pt x="2025111" y="11289"/>
                  </a:lnTo>
                  <a:lnTo>
                    <a:pt x="2043299" y="5593"/>
                  </a:lnTo>
                  <a:lnTo>
                    <a:pt x="206115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623946" y="2548147"/>
              <a:ext cx="2061159" cy="80029"/>
            </a:xfrm>
            <a:custGeom>
              <a:avLst/>
              <a:pathLst>
                <a:path w="2061159" h="80029">
                  <a:moveTo>
                    <a:pt x="0" y="0"/>
                  </a:moveTo>
                  <a:lnTo>
                    <a:pt x="132357" y="5139"/>
                  </a:lnTo>
                  <a:lnTo>
                    <a:pt x="249104" y="9672"/>
                  </a:lnTo>
                  <a:lnTo>
                    <a:pt x="353539" y="13726"/>
                  </a:lnTo>
                  <a:lnTo>
                    <a:pt x="448011" y="17395"/>
                  </a:lnTo>
                  <a:lnTo>
                    <a:pt x="534257" y="20743"/>
                  </a:lnTo>
                  <a:lnTo>
                    <a:pt x="613596" y="23824"/>
                  </a:lnTo>
                  <a:lnTo>
                    <a:pt x="687053" y="26676"/>
                  </a:lnTo>
                  <a:lnTo>
                    <a:pt x="755439" y="29331"/>
                  </a:lnTo>
                  <a:lnTo>
                    <a:pt x="819410" y="31815"/>
                  </a:lnTo>
                  <a:lnTo>
                    <a:pt x="879502" y="34148"/>
                  </a:lnTo>
                  <a:lnTo>
                    <a:pt x="936158" y="36348"/>
                  </a:lnTo>
                  <a:lnTo>
                    <a:pt x="989750" y="38429"/>
                  </a:lnTo>
                  <a:lnTo>
                    <a:pt x="1040592" y="40403"/>
                  </a:lnTo>
                  <a:lnTo>
                    <a:pt x="1088953" y="42281"/>
                  </a:lnTo>
                  <a:lnTo>
                    <a:pt x="1135064" y="44071"/>
                  </a:lnTo>
                  <a:lnTo>
                    <a:pt x="1179125" y="45782"/>
                  </a:lnTo>
                  <a:lnTo>
                    <a:pt x="1221310" y="47420"/>
                  </a:lnTo>
                  <a:lnTo>
                    <a:pt x="1261774" y="48991"/>
                  </a:lnTo>
                  <a:lnTo>
                    <a:pt x="1300649" y="50500"/>
                  </a:lnTo>
                  <a:lnTo>
                    <a:pt x="1338058" y="51953"/>
                  </a:lnTo>
                  <a:lnTo>
                    <a:pt x="1374106" y="53352"/>
                  </a:lnTo>
                  <a:lnTo>
                    <a:pt x="1408889" y="54703"/>
                  </a:lnTo>
                  <a:lnTo>
                    <a:pt x="1442492" y="56008"/>
                  </a:lnTo>
                  <a:lnTo>
                    <a:pt x="1474994" y="57270"/>
                  </a:lnTo>
                  <a:lnTo>
                    <a:pt x="1506463" y="58491"/>
                  </a:lnTo>
                  <a:lnTo>
                    <a:pt x="1536964" y="59676"/>
                  </a:lnTo>
                  <a:lnTo>
                    <a:pt x="1566555" y="60825"/>
                  </a:lnTo>
                  <a:lnTo>
                    <a:pt x="1595288" y="61940"/>
                  </a:lnTo>
                  <a:lnTo>
                    <a:pt x="1623211" y="63024"/>
                  </a:lnTo>
                  <a:lnTo>
                    <a:pt x="1650369" y="64079"/>
                  </a:lnTo>
                  <a:lnTo>
                    <a:pt x="1676803" y="65105"/>
                  </a:lnTo>
                  <a:lnTo>
                    <a:pt x="1702550" y="66105"/>
                  </a:lnTo>
                  <a:lnTo>
                    <a:pt x="1727645" y="67079"/>
                  </a:lnTo>
                  <a:lnTo>
                    <a:pt x="1752121" y="68030"/>
                  </a:lnTo>
                  <a:lnTo>
                    <a:pt x="1776006" y="68957"/>
                  </a:lnTo>
                  <a:lnTo>
                    <a:pt x="1799330" y="69863"/>
                  </a:lnTo>
                  <a:lnTo>
                    <a:pt x="1822117" y="70747"/>
                  </a:lnTo>
                  <a:lnTo>
                    <a:pt x="1844393" y="71612"/>
                  </a:lnTo>
                  <a:lnTo>
                    <a:pt x="1866178" y="72458"/>
                  </a:lnTo>
                  <a:lnTo>
                    <a:pt x="1887495" y="73286"/>
                  </a:lnTo>
                  <a:lnTo>
                    <a:pt x="1908364" y="74096"/>
                  </a:lnTo>
                  <a:lnTo>
                    <a:pt x="1928802" y="74890"/>
                  </a:lnTo>
                  <a:lnTo>
                    <a:pt x="1948827" y="75667"/>
                  </a:lnTo>
                  <a:lnTo>
                    <a:pt x="1968455" y="76429"/>
                  </a:lnTo>
                  <a:lnTo>
                    <a:pt x="1987703" y="77177"/>
                  </a:lnTo>
                  <a:lnTo>
                    <a:pt x="2006583" y="77910"/>
                  </a:lnTo>
                  <a:lnTo>
                    <a:pt x="2025111" y="78629"/>
                  </a:lnTo>
                  <a:lnTo>
                    <a:pt x="2043299" y="79335"/>
                  </a:lnTo>
                  <a:lnTo>
                    <a:pt x="2061159" y="80029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" name="rc99"/>
            <p:cNvSpPr/>
            <p:nvPr/>
          </p:nvSpPr>
          <p:spPr>
            <a:xfrm>
              <a:off x="1503277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503277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tx101"/>
            <p:cNvSpPr/>
            <p:nvPr/>
          </p:nvSpPr>
          <p:spPr>
            <a:xfrm rot="-5400000">
              <a:off x="1272281" y="331177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103" name="tx102"/>
            <p:cNvSpPr/>
            <p:nvPr/>
          </p:nvSpPr>
          <p:spPr>
            <a:xfrm rot="-5400000">
              <a:off x="1272281" y="282215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104" name="tx103"/>
            <p:cNvSpPr/>
            <p:nvPr/>
          </p:nvSpPr>
          <p:spPr>
            <a:xfrm rot="-5400000">
              <a:off x="1272281" y="233253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105" name="tx104"/>
            <p:cNvSpPr/>
            <p:nvPr/>
          </p:nvSpPr>
          <p:spPr>
            <a:xfrm rot="-5400000">
              <a:off x="1272281" y="1842917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106" name="tx105"/>
            <p:cNvSpPr/>
            <p:nvPr/>
          </p:nvSpPr>
          <p:spPr>
            <a:xfrm rot="-5400000">
              <a:off x="1272281" y="135329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107" name="pl106"/>
            <p:cNvSpPr/>
            <p:nvPr/>
          </p:nvSpPr>
          <p:spPr>
            <a:xfrm>
              <a:off x="1465319" y="336188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1465319" y="287226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1465319" y="238264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09"/>
            <p:cNvSpPr/>
            <p:nvPr/>
          </p:nvSpPr>
          <p:spPr>
            <a:xfrm>
              <a:off x="1465319" y="18930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0"/>
            <p:cNvSpPr/>
            <p:nvPr/>
          </p:nvSpPr>
          <p:spPr>
            <a:xfrm>
              <a:off x="1465319" y="140340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1"/>
            <p:cNvSpPr/>
            <p:nvPr/>
          </p:nvSpPr>
          <p:spPr>
            <a:xfrm>
              <a:off x="1503277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2"/>
            <p:cNvSpPr/>
            <p:nvPr/>
          </p:nvSpPr>
          <p:spPr>
            <a:xfrm>
              <a:off x="1623946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3"/>
            <p:cNvSpPr/>
            <p:nvPr/>
          </p:nvSpPr>
          <p:spPr>
            <a:xfrm>
              <a:off x="2310999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4"/>
            <p:cNvSpPr/>
            <p:nvPr/>
          </p:nvSpPr>
          <p:spPr>
            <a:xfrm>
              <a:off x="2998052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3685105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tx116"/>
            <p:cNvSpPr/>
            <p:nvPr/>
          </p:nvSpPr>
          <p:spPr>
            <a:xfrm rot="-5400000">
              <a:off x="1004992" y="2336425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8" name="tx117"/>
            <p:cNvSpPr/>
            <p:nvPr/>
          </p:nvSpPr>
          <p:spPr>
            <a:xfrm>
              <a:off x="1503277" y="1110514"/>
              <a:ext cx="651510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MLA</a:t>
              </a:r>
            </a:p>
          </p:txBody>
        </p:sp>
        <p:sp>
          <p:nvSpPr>
            <p:cNvPr id="119" name="rc118"/>
            <p:cNvSpPr/>
            <p:nvPr/>
          </p:nvSpPr>
          <p:spPr>
            <a:xfrm>
              <a:off x="4122981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249343" y="271894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256197" y="269129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4265903" y="252190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4221246" y="240267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4199531" y="317100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4206777" y="329385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4281584" y="252629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4255535" y="318722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4213693" y="252216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4275114" y="223887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4897231" y="254375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4884847" y="262292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4889830" y="162474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4960713" y="251165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4896399" y="178061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4934253" y="235443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4907758" y="224956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4918771" y="270211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4897301" y="254500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4934391" y="298656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4890371" y="301501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4922123" y="288550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4900361" y="330382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4959113" y="308183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4913505" y="317045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4905102" y="285346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4962181" y="302574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4958819" y="258352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598231" y="188251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632592" y="271529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584214" y="2226400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632770" y="267536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643901" y="236502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635794" y="267674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566955" y="180008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603277" y="235134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624482" y="249501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589853" y="291668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586957" y="250982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558164" y="159151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5600773" y="224299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5646081" y="267512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5564801" y="269117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5588345" y="290360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5567147" y="326113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5587773" y="302534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5635575" y="295760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5577682" y="231693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307239" y="222393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298997" y="205526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228566" y="246939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271936" y="262587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233005" y="331400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279634" y="262765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282218" y="331301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251311" y="2497792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247073" y="264004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279573" y="311824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252239" y="239174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267354" y="141911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248650" y="274508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242098" y="221930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280485" y="230023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252678" y="205743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6273743" y="241162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6314182" y="207720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6239408" y="277167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6291110" y="234708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6241986" y="269397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6316527" y="310483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6279027" y="173529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6290572" y="22069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276000" y="2269977"/>
              <a:ext cx="2026746" cy="295251"/>
            </a:xfrm>
            <a:custGeom>
              <a:avLst/>
              <a:pathLst>
                <a:path w="2026746" h="295251">
                  <a:moveTo>
                    <a:pt x="0" y="295251"/>
                  </a:moveTo>
                  <a:lnTo>
                    <a:pt x="130147" y="276291"/>
                  </a:lnTo>
                  <a:lnTo>
                    <a:pt x="244945" y="259568"/>
                  </a:lnTo>
                  <a:lnTo>
                    <a:pt x="347636" y="244608"/>
                  </a:lnTo>
                  <a:lnTo>
                    <a:pt x="440531" y="231076"/>
                  </a:lnTo>
                  <a:lnTo>
                    <a:pt x="525337" y="218721"/>
                  </a:lnTo>
                  <a:lnTo>
                    <a:pt x="603352" y="207356"/>
                  </a:lnTo>
                  <a:lnTo>
                    <a:pt x="675582" y="196834"/>
                  </a:lnTo>
                  <a:lnTo>
                    <a:pt x="742826" y="187038"/>
                  </a:lnTo>
                  <a:lnTo>
                    <a:pt x="805729" y="177874"/>
                  </a:lnTo>
                  <a:lnTo>
                    <a:pt x="864818" y="169266"/>
                  </a:lnTo>
                  <a:lnTo>
                    <a:pt x="920528" y="161151"/>
                  </a:lnTo>
                  <a:lnTo>
                    <a:pt x="973225" y="153474"/>
                  </a:lnTo>
                  <a:lnTo>
                    <a:pt x="1023218" y="146191"/>
                  </a:lnTo>
                  <a:lnTo>
                    <a:pt x="1070772" y="139264"/>
                  </a:lnTo>
                  <a:lnTo>
                    <a:pt x="1116113" y="132658"/>
                  </a:lnTo>
                  <a:lnTo>
                    <a:pt x="1159439" y="126347"/>
                  </a:lnTo>
                  <a:lnTo>
                    <a:pt x="1200920" y="120304"/>
                  </a:lnTo>
                  <a:lnTo>
                    <a:pt x="1240707" y="114508"/>
                  </a:lnTo>
                  <a:lnTo>
                    <a:pt x="1278934" y="108939"/>
                  </a:lnTo>
                  <a:lnTo>
                    <a:pt x="1315718" y="103580"/>
                  </a:lnTo>
                  <a:lnTo>
                    <a:pt x="1351164" y="98417"/>
                  </a:lnTo>
                  <a:lnTo>
                    <a:pt x="1385366" y="93434"/>
                  </a:lnTo>
                  <a:lnTo>
                    <a:pt x="1418409" y="88621"/>
                  </a:lnTo>
                  <a:lnTo>
                    <a:pt x="1450368" y="83965"/>
                  </a:lnTo>
                  <a:lnTo>
                    <a:pt x="1481312" y="79457"/>
                  </a:lnTo>
                  <a:lnTo>
                    <a:pt x="1511304" y="75088"/>
                  </a:lnTo>
                  <a:lnTo>
                    <a:pt x="1540400" y="70849"/>
                  </a:lnTo>
                  <a:lnTo>
                    <a:pt x="1568653" y="66733"/>
                  </a:lnTo>
                  <a:lnTo>
                    <a:pt x="1596110" y="62734"/>
                  </a:lnTo>
                  <a:lnTo>
                    <a:pt x="1622815" y="58843"/>
                  </a:lnTo>
                  <a:lnTo>
                    <a:pt x="1648807" y="55057"/>
                  </a:lnTo>
                  <a:lnTo>
                    <a:pt x="1674124" y="51369"/>
                  </a:lnTo>
                  <a:lnTo>
                    <a:pt x="1698801" y="47774"/>
                  </a:lnTo>
                  <a:lnTo>
                    <a:pt x="1722868" y="44268"/>
                  </a:lnTo>
                  <a:lnTo>
                    <a:pt x="1746354" y="40846"/>
                  </a:lnTo>
                  <a:lnTo>
                    <a:pt x="1769289" y="37505"/>
                  </a:lnTo>
                  <a:lnTo>
                    <a:pt x="1791696" y="34241"/>
                  </a:lnTo>
                  <a:lnTo>
                    <a:pt x="1813599" y="31050"/>
                  </a:lnTo>
                  <a:lnTo>
                    <a:pt x="1835021" y="27930"/>
                  </a:lnTo>
                  <a:lnTo>
                    <a:pt x="1855982" y="24876"/>
                  </a:lnTo>
                  <a:lnTo>
                    <a:pt x="1876502" y="21887"/>
                  </a:lnTo>
                  <a:lnTo>
                    <a:pt x="1896599" y="18959"/>
                  </a:lnTo>
                  <a:lnTo>
                    <a:pt x="1916290" y="16091"/>
                  </a:lnTo>
                  <a:lnTo>
                    <a:pt x="1935590" y="13279"/>
                  </a:lnTo>
                  <a:lnTo>
                    <a:pt x="1954516" y="10522"/>
                  </a:lnTo>
                  <a:lnTo>
                    <a:pt x="1973082" y="7817"/>
                  </a:lnTo>
                  <a:lnTo>
                    <a:pt x="1991300" y="5163"/>
                  </a:lnTo>
                  <a:lnTo>
                    <a:pt x="2009185" y="2558"/>
                  </a:lnTo>
                  <a:lnTo>
                    <a:pt x="202674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276000" y="1809924"/>
              <a:ext cx="2026746" cy="503018"/>
            </a:xfrm>
            <a:custGeom>
              <a:avLst/>
              <a:pathLst>
                <a:path w="2026746" h="503018">
                  <a:moveTo>
                    <a:pt x="0" y="503018"/>
                  </a:moveTo>
                  <a:lnTo>
                    <a:pt x="130147" y="470717"/>
                  </a:lnTo>
                  <a:lnTo>
                    <a:pt x="244945" y="442225"/>
                  </a:lnTo>
                  <a:lnTo>
                    <a:pt x="347636" y="416738"/>
                  </a:lnTo>
                  <a:lnTo>
                    <a:pt x="440531" y="393683"/>
                  </a:lnTo>
                  <a:lnTo>
                    <a:pt x="525337" y="372634"/>
                  </a:lnTo>
                  <a:lnTo>
                    <a:pt x="603352" y="353272"/>
                  </a:lnTo>
                  <a:lnTo>
                    <a:pt x="675582" y="335345"/>
                  </a:lnTo>
                  <a:lnTo>
                    <a:pt x="742826" y="318656"/>
                  </a:lnTo>
                  <a:lnTo>
                    <a:pt x="805729" y="303044"/>
                  </a:lnTo>
                  <a:lnTo>
                    <a:pt x="864818" y="288379"/>
                  </a:lnTo>
                  <a:lnTo>
                    <a:pt x="920528" y="274552"/>
                  </a:lnTo>
                  <a:lnTo>
                    <a:pt x="973225" y="261473"/>
                  </a:lnTo>
                  <a:lnTo>
                    <a:pt x="1023218" y="249065"/>
                  </a:lnTo>
                  <a:lnTo>
                    <a:pt x="1070772" y="237263"/>
                  </a:lnTo>
                  <a:lnTo>
                    <a:pt x="1116113" y="226010"/>
                  </a:lnTo>
                  <a:lnTo>
                    <a:pt x="1159439" y="215257"/>
                  </a:lnTo>
                  <a:lnTo>
                    <a:pt x="1200920" y="204962"/>
                  </a:lnTo>
                  <a:lnTo>
                    <a:pt x="1240707" y="195087"/>
                  </a:lnTo>
                  <a:lnTo>
                    <a:pt x="1278934" y="185599"/>
                  </a:lnTo>
                  <a:lnTo>
                    <a:pt x="1315718" y="176470"/>
                  </a:lnTo>
                  <a:lnTo>
                    <a:pt x="1351164" y="167672"/>
                  </a:lnTo>
                  <a:lnTo>
                    <a:pt x="1385366" y="159184"/>
                  </a:lnTo>
                  <a:lnTo>
                    <a:pt x="1418409" y="150983"/>
                  </a:lnTo>
                  <a:lnTo>
                    <a:pt x="1450368" y="143051"/>
                  </a:lnTo>
                  <a:lnTo>
                    <a:pt x="1481312" y="135371"/>
                  </a:lnTo>
                  <a:lnTo>
                    <a:pt x="1511304" y="127927"/>
                  </a:lnTo>
                  <a:lnTo>
                    <a:pt x="1540400" y="120706"/>
                  </a:lnTo>
                  <a:lnTo>
                    <a:pt x="1568653" y="113694"/>
                  </a:lnTo>
                  <a:lnTo>
                    <a:pt x="1596110" y="106879"/>
                  </a:lnTo>
                  <a:lnTo>
                    <a:pt x="1622815" y="100251"/>
                  </a:lnTo>
                  <a:lnTo>
                    <a:pt x="1648807" y="93800"/>
                  </a:lnTo>
                  <a:lnTo>
                    <a:pt x="1674124" y="87517"/>
                  </a:lnTo>
                  <a:lnTo>
                    <a:pt x="1698801" y="81392"/>
                  </a:lnTo>
                  <a:lnTo>
                    <a:pt x="1722868" y="75419"/>
                  </a:lnTo>
                  <a:lnTo>
                    <a:pt x="1746354" y="69590"/>
                  </a:lnTo>
                  <a:lnTo>
                    <a:pt x="1769289" y="63898"/>
                  </a:lnTo>
                  <a:lnTo>
                    <a:pt x="1791696" y="58337"/>
                  </a:lnTo>
                  <a:lnTo>
                    <a:pt x="1813599" y="52901"/>
                  </a:lnTo>
                  <a:lnTo>
                    <a:pt x="1835021" y="47584"/>
                  </a:lnTo>
                  <a:lnTo>
                    <a:pt x="1855982" y="42382"/>
                  </a:lnTo>
                  <a:lnTo>
                    <a:pt x="1876502" y="37289"/>
                  </a:lnTo>
                  <a:lnTo>
                    <a:pt x="1896599" y="32301"/>
                  </a:lnTo>
                  <a:lnTo>
                    <a:pt x="1916290" y="27414"/>
                  </a:lnTo>
                  <a:lnTo>
                    <a:pt x="1935590" y="22624"/>
                  </a:lnTo>
                  <a:lnTo>
                    <a:pt x="1954516" y="17926"/>
                  </a:lnTo>
                  <a:lnTo>
                    <a:pt x="1973082" y="13319"/>
                  </a:lnTo>
                  <a:lnTo>
                    <a:pt x="1991300" y="8797"/>
                  </a:lnTo>
                  <a:lnTo>
                    <a:pt x="2009185" y="4358"/>
                  </a:lnTo>
                  <a:lnTo>
                    <a:pt x="202674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276000" y="2407387"/>
              <a:ext cx="2026746" cy="83871"/>
            </a:xfrm>
            <a:custGeom>
              <a:avLst/>
              <a:pathLst>
                <a:path w="2026746" h="83871">
                  <a:moveTo>
                    <a:pt x="0" y="83871"/>
                  </a:moveTo>
                  <a:lnTo>
                    <a:pt x="130147" y="78486"/>
                  </a:lnTo>
                  <a:lnTo>
                    <a:pt x="244945" y="73735"/>
                  </a:lnTo>
                  <a:lnTo>
                    <a:pt x="347636" y="69485"/>
                  </a:lnTo>
                  <a:lnTo>
                    <a:pt x="440531" y="65641"/>
                  </a:lnTo>
                  <a:lnTo>
                    <a:pt x="525337" y="62132"/>
                  </a:lnTo>
                  <a:lnTo>
                    <a:pt x="603352" y="58903"/>
                  </a:lnTo>
                  <a:lnTo>
                    <a:pt x="675582" y="55914"/>
                  </a:lnTo>
                  <a:lnTo>
                    <a:pt x="742826" y="53131"/>
                  </a:lnTo>
                  <a:lnTo>
                    <a:pt x="805729" y="50528"/>
                  </a:lnTo>
                  <a:lnTo>
                    <a:pt x="864818" y="48083"/>
                  </a:lnTo>
                  <a:lnTo>
                    <a:pt x="920528" y="45778"/>
                  </a:lnTo>
                  <a:lnTo>
                    <a:pt x="973225" y="43597"/>
                  </a:lnTo>
                  <a:lnTo>
                    <a:pt x="1023218" y="41528"/>
                  </a:lnTo>
                  <a:lnTo>
                    <a:pt x="1070772" y="39560"/>
                  </a:lnTo>
                  <a:lnTo>
                    <a:pt x="1116113" y="37684"/>
                  </a:lnTo>
                  <a:lnTo>
                    <a:pt x="1159439" y="35891"/>
                  </a:lnTo>
                  <a:lnTo>
                    <a:pt x="1200920" y="34174"/>
                  </a:lnTo>
                  <a:lnTo>
                    <a:pt x="1240707" y="32528"/>
                  </a:lnTo>
                  <a:lnTo>
                    <a:pt x="1278934" y="30946"/>
                  </a:lnTo>
                  <a:lnTo>
                    <a:pt x="1315718" y="29424"/>
                  </a:lnTo>
                  <a:lnTo>
                    <a:pt x="1351164" y="27957"/>
                  </a:lnTo>
                  <a:lnTo>
                    <a:pt x="1385366" y="26541"/>
                  </a:lnTo>
                  <a:lnTo>
                    <a:pt x="1418409" y="25174"/>
                  </a:lnTo>
                  <a:lnTo>
                    <a:pt x="1450368" y="23852"/>
                  </a:lnTo>
                  <a:lnTo>
                    <a:pt x="1481312" y="22571"/>
                  </a:lnTo>
                  <a:lnTo>
                    <a:pt x="1511304" y="21330"/>
                  </a:lnTo>
                  <a:lnTo>
                    <a:pt x="1540400" y="20126"/>
                  </a:lnTo>
                  <a:lnTo>
                    <a:pt x="1568653" y="18957"/>
                  </a:lnTo>
                  <a:lnTo>
                    <a:pt x="1596110" y="17820"/>
                  </a:lnTo>
                  <a:lnTo>
                    <a:pt x="1622815" y="16715"/>
                  </a:lnTo>
                  <a:lnTo>
                    <a:pt x="1648807" y="15640"/>
                  </a:lnTo>
                  <a:lnTo>
                    <a:pt x="1674124" y="14592"/>
                  </a:lnTo>
                  <a:lnTo>
                    <a:pt x="1698801" y="13571"/>
                  </a:lnTo>
                  <a:lnTo>
                    <a:pt x="1722868" y="12575"/>
                  </a:lnTo>
                  <a:lnTo>
                    <a:pt x="1746354" y="11603"/>
                  </a:lnTo>
                  <a:lnTo>
                    <a:pt x="1769289" y="10654"/>
                  </a:lnTo>
                  <a:lnTo>
                    <a:pt x="1791696" y="9727"/>
                  </a:lnTo>
                  <a:lnTo>
                    <a:pt x="1813599" y="8820"/>
                  </a:lnTo>
                  <a:lnTo>
                    <a:pt x="1835021" y="7934"/>
                  </a:lnTo>
                  <a:lnTo>
                    <a:pt x="1855982" y="7066"/>
                  </a:lnTo>
                  <a:lnTo>
                    <a:pt x="1876502" y="6217"/>
                  </a:lnTo>
                  <a:lnTo>
                    <a:pt x="1896599" y="5385"/>
                  </a:lnTo>
                  <a:lnTo>
                    <a:pt x="1916290" y="4570"/>
                  </a:lnTo>
                  <a:lnTo>
                    <a:pt x="1935590" y="3772"/>
                  </a:lnTo>
                  <a:lnTo>
                    <a:pt x="1954516" y="2989"/>
                  </a:lnTo>
                  <a:lnTo>
                    <a:pt x="1973082" y="2220"/>
                  </a:lnTo>
                  <a:lnTo>
                    <a:pt x="1991300" y="1466"/>
                  </a:lnTo>
                  <a:lnTo>
                    <a:pt x="2009185" y="726"/>
                  </a:lnTo>
                  <a:lnTo>
                    <a:pt x="2026746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276000" y="2268329"/>
              <a:ext cx="2026746" cy="763422"/>
            </a:xfrm>
            <a:custGeom>
              <a:avLst/>
              <a:pathLst>
                <a:path w="2026746" h="763422">
                  <a:moveTo>
                    <a:pt x="0" y="763422"/>
                  </a:moveTo>
                  <a:lnTo>
                    <a:pt x="130147" y="714399"/>
                  </a:lnTo>
                  <a:lnTo>
                    <a:pt x="244945" y="671157"/>
                  </a:lnTo>
                  <a:lnTo>
                    <a:pt x="347636" y="632477"/>
                  </a:lnTo>
                  <a:lnTo>
                    <a:pt x="440531" y="597486"/>
                  </a:lnTo>
                  <a:lnTo>
                    <a:pt x="525337" y="565541"/>
                  </a:lnTo>
                  <a:lnTo>
                    <a:pt x="603352" y="536155"/>
                  </a:lnTo>
                  <a:lnTo>
                    <a:pt x="675582" y="508948"/>
                  </a:lnTo>
                  <a:lnTo>
                    <a:pt x="742826" y="483619"/>
                  </a:lnTo>
                  <a:lnTo>
                    <a:pt x="805729" y="459925"/>
                  </a:lnTo>
                  <a:lnTo>
                    <a:pt x="864818" y="437668"/>
                  </a:lnTo>
                  <a:lnTo>
                    <a:pt x="920528" y="416683"/>
                  </a:lnTo>
                  <a:lnTo>
                    <a:pt x="973225" y="396834"/>
                  </a:lnTo>
                  <a:lnTo>
                    <a:pt x="1023218" y="378002"/>
                  </a:lnTo>
                  <a:lnTo>
                    <a:pt x="1070772" y="360090"/>
                  </a:lnTo>
                  <a:lnTo>
                    <a:pt x="1116113" y="343011"/>
                  </a:lnTo>
                  <a:lnTo>
                    <a:pt x="1159439" y="326692"/>
                  </a:lnTo>
                  <a:lnTo>
                    <a:pt x="1200920" y="311067"/>
                  </a:lnTo>
                  <a:lnTo>
                    <a:pt x="1240707" y="296080"/>
                  </a:lnTo>
                  <a:lnTo>
                    <a:pt x="1278934" y="281681"/>
                  </a:lnTo>
                  <a:lnTo>
                    <a:pt x="1315718" y="267825"/>
                  </a:lnTo>
                  <a:lnTo>
                    <a:pt x="1351164" y="254474"/>
                  </a:lnTo>
                  <a:lnTo>
                    <a:pt x="1385366" y="241591"/>
                  </a:lnTo>
                  <a:lnTo>
                    <a:pt x="1418409" y="229144"/>
                  </a:lnTo>
                  <a:lnTo>
                    <a:pt x="1450368" y="217106"/>
                  </a:lnTo>
                  <a:lnTo>
                    <a:pt x="1481312" y="205451"/>
                  </a:lnTo>
                  <a:lnTo>
                    <a:pt x="1511304" y="194153"/>
                  </a:lnTo>
                  <a:lnTo>
                    <a:pt x="1540400" y="183193"/>
                  </a:lnTo>
                  <a:lnTo>
                    <a:pt x="1568653" y="172551"/>
                  </a:lnTo>
                  <a:lnTo>
                    <a:pt x="1596110" y="162209"/>
                  </a:lnTo>
                  <a:lnTo>
                    <a:pt x="1622815" y="152150"/>
                  </a:lnTo>
                  <a:lnTo>
                    <a:pt x="1648807" y="142359"/>
                  </a:lnTo>
                  <a:lnTo>
                    <a:pt x="1674124" y="132823"/>
                  </a:lnTo>
                  <a:lnTo>
                    <a:pt x="1698801" y="123528"/>
                  </a:lnTo>
                  <a:lnTo>
                    <a:pt x="1722868" y="114463"/>
                  </a:lnTo>
                  <a:lnTo>
                    <a:pt x="1746354" y="105616"/>
                  </a:lnTo>
                  <a:lnTo>
                    <a:pt x="1769289" y="96977"/>
                  </a:lnTo>
                  <a:lnTo>
                    <a:pt x="1791696" y="88537"/>
                  </a:lnTo>
                  <a:lnTo>
                    <a:pt x="1813599" y="80287"/>
                  </a:lnTo>
                  <a:lnTo>
                    <a:pt x="1835021" y="72218"/>
                  </a:lnTo>
                  <a:lnTo>
                    <a:pt x="1855982" y="64322"/>
                  </a:lnTo>
                  <a:lnTo>
                    <a:pt x="1876502" y="56593"/>
                  </a:lnTo>
                  <a:lnTo>
                    <a:pt x="1896599" y="49023"/>
                  </a:lnTo>
                  <a:lnTo>
                    <a:pt x="1916290" y="41606"/>
                  </a:lnTo>
                  <a:lnTo>
                    <a:pt x="1935590" y="34336"/>
                  </a:lnTo>
                  <a:lnTo>
                    <a:pt x="1954516" y="27207"/>
                  </a:lnTo>
                  <a:lnTo>
                    <a:pt x="1973082" y="20214"/>
                  </a:lnTo>
                  <a:lnTo>
                    <a:pt x="1991300" y="13351"/>
                  </a:lnTo>
                  <a:lnTo>
                    <a:pt x="2009185" y="6615"/>
                  </a:lnTo>
                  <a:lnTo>
                    <a:pt x="202674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276000" y="2879544"/>
              <a:ext cx="2026746" cy="378777"/>
            </a:xfrm>
            <a:custGeom>
              <a:avLst/>
              <a:pathLst>
                <a:path w="2026746" h="378777">
                  <a:moveTo>
                    <a:pt x="0" y="378777"/>
                  </a:moveTo>
                  <a:lnTo>
                    <a:pt x="130147" y="354454"/>
                  </a:lnTo>
                  <a:lnTo>
                    <a:pt x="244945" y="332999"/>
                  </a:lnTo>
                  <a:lnTo>
                    <a:pt x="347636" y="313808"/>
                  </a:lnTo>
                  <a:lnTo>
                    <a:pt x="440531" y="296446"/>
                  </a:lnTo>
                  <a:lnTo>
                    <a:pt x="525337" y="280597"/>
                  </a:lnTo>
                  <a:lnTo>
                    <a:pt x="603352" y="266017"/>
                  </a:lnTo>
                  <a:lnTo>
                    <a:pt x="675582" y="252518"/>
                  </a:lnTo>
                  <a:lnTo>
                    <a:pt x="742826" y="239951"/>
                  </a:lnTo>
                  <a:lnTo>
                    <a:pt x="805729" y="228195"/>
                  </a:lnTo>
                  <a:lnTo>
                    <a:pt x="864818" y="217152"/>
                  </a:lnTo>
                  <a:lnTo>
                    <a:pt x="920528" y="206740"/>
                  </a:lnTo>
                  <a:lnTo>
                    <a:pt x="973225" y="196892"/>
                  </a:lnTo>
                  <a:lnTo>
                    <a:pt x="1023218" y="187548"/>
                  </a:lnTo>
                  <a:lnTo>
                    <a:pt x="1070772" y="178661"/>
                  </a:lnTo>
                  <a:lnTo>
                    <a:pt x="1116113" y="170187"/>
                  </a:lnTo>
                  <a:lnTo>
                    <a:pt x="1159439" y="162090"/>
                  </a:lnTo>
                  <a:lnTo>
                    <a:pt x="1200920" y="154338"/>
                  </a:lnTo>
                  <a:lnTo>
                    <a:pt x="1240707" y="146902"/>
                  </a:lnTo>
                  <a:lnTo>
                    <a:pt x="1278934" y="139758"/>
                  </a:lnTo>
                  <a:lnTo>
                    <a:pt x="1315718" y="132883"/>
                  </a:lnTo>
                  <a:lnTo>
                    <a:pt x="1351164" y="126259"/>
                  </a:lnTo>
                  <a:lnTo>
                    <a:pt x="1385366" y="119867"/>
                  </a:lnTo>
                  <a:lnTo>
                    <a:pt x="1418409" y="113691"/>
                  </a:lnTo>
                  <a:lnTo>
                    <a:pt x="1450368" y="107719"/>
                  </a:lnTo>
                  <a:lnTo>
                    <a:pt x="1481312" y="101936"/>
                  </a:lnTo>
                  <a:lnTo>
                    <a:pt x="1511304" y="96330"/>
                  </a:lnTo>
                  <a:lnTo>
                    <a:pt x="1540400" y="90893"/>
                  </a:lnTo>
                  <a:lnTo>
                    <a:pt x="1568653" y="85612"/>
                  </a:lnTo>
                  <a:lnTo>
                    <a:pt x="1596110" y="80481"/>
                  </a:lnTo>
                  <a:lnTo>
                    <a:pt x="1622815" y="75490"/>
                  </a:lnTo>
                  <a:lnTo>
                    <a:pt x="1648807" y="70632"/>
                  </a:lnTo>
                  <a:lnTo>
                    <a:pt x="1674124" y="65901"/>
                  </a:lnTo>
                  <a:lnTo>
                    <a:pt x="1698801" y="61289"/>
                  </a:lnTo>
                  <a:lnTo>
                    <a:pt x="1722868" y="56791"/>
                  </a:lnTo>
                  <a:lnTo>
                    <a:pt x="1746354" y="52402"/>
                  </a:lnTo>
                  <a:lnTo>
                    <a:pt x="1769289" y="48116"/>
                  </a:lnTo>
                  <a:lnTo>
                    <a:pt x="1791696" y="43928"/>
                  </a:lnTo>
                  <a:lnTo>
                    <a:pt x="1813599" y="39835"/>
                  </a:lnTo>
                  <a:lnTo>
                    <a:pt x="1835021" y="35831"/>
                  </a:lnTo>
                  <a:lnTo>
                    <a:pt x="1855982" y="31914"/>
                  </a:lnTo>
                  <a:lnTo>
                    <a:pt x="1876502" y="28079"/>
                  </a:lnTo>
                  <a:lnTo>
                    <a:pt x="1896599" y="24323"/>
                  </a:lnTo>
                  <a:lnTo>
                    <a:pt x="1916290" y="20643"/>
                  </a:lnTo>
                  <a:lnTo>
                    <a:pt x="1935590" y="17036"/>
                  </a:lnTo>
                  <a:lnTo>
                    <a:pt x="1954516" y="13499"/>
                  </a:lnTo>
                  <a:lnTo>
                    <a:pt x="1973082" y="10029"/>
                  </a:lnTo>
                  <a:lnTo>
                    <a:pt x="1991300" y="6624"/>
                  </a:lnTo>
                  <a:lnTo>
                    <a:pt x="2009185" y="3282"/>
                  </a:lnTo>
                  <a:lnTo>
                    <a:pt x="202674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276000" y="3136803"/>
              <a:ext cx="2026746" cy="14235"/>
            </a:xfrm>
            <a:custGeom>
              <a:avLst/>
              <a:pathLst>
                <a:path w="2026746" h="14235">
                  <a:moveTo>
                    <a:pt x="0" y="14235"/>
                  </a:moveTo>
                  <a:lnTo>
                    <a:pt x="130147" y="13321"/>
                  </a:lnTo>
                  <a:lnTo>
                    <a:pt x="244945" y="12514"/>
                  </a:lnTo>
                  <a:lnTo>
                    <a:pt x="347636" y="11793"/>
                  </a:lnTo>
                  <a:lnTo>
                    <a:pt x="440531" y="11141"/>
                  </a:lnTo>
                  <a:lnTo>
                    <a:pt x="525337" y="10545"/>
                  </a:lnTo>
                  <a:lnTo>
                    <a:pt x="603352" y="9997"/>
                  </a:lnTo>
                  <a:lnTo>
                    <a:pt x="675582" y="9490"/>
                  </a:lnTo>
                  <a:lnTo>
                    <a:pt x="742826" y="9017"/>
                  </a:lnTo>
                  <a:lnTo>
                    <a:pt x="805729" y="8576"/>
                  </a:lnTo>
                  <a:lnTo>
                    <a:pt x="864818" y="8161"/>
                  </a:lnTo>
                  <a:lnTo>
                    <a:pt x="920528" y="7769"/>
                  </a:lnTo>
                  <a:lnTo>
                    <a:pt x="973225" y="7399"/>
                  </a:lnTo>
                  <a:lnTo>
                    <a:pt x="1023218" y="7048"/>
                  </a:lnTo>
                  <a:lnTo>
                    <a:pt x="1070772" y="6714"/>
                  </a:lnTo>
                  <a:lnTo>
                    <a:pt x="1116113" y="6396"/>
                  </a:lnTo>
                  <a:lnTo>
                    <a:pt x="1159439" y="6091"/>
                  </a:lnTo>
                  <a:lnTo>
                    <a:pt x="1200920" y="5800"/>
                  </a:lnTo>
                  <a:lnTo>
                    <a:pt x="1240707" y="5520"/>
                  </a:lnTo>
                  <a:lnTo>
                    <a:pt x="1278934" y="5252"/>
                  </a:lnTo>
                  <a:lnTo>
                    <a:pt x="1315718" y="4994"/>
                  </a:lnTo>
                  <a:lnTo>
                    <a:pt x="1351164" y="4745"/>
                  </a:lnTo>
                  <a:lnTo>
                    <a:pt x="1385366" y="4504"/>
                  </a:lnTo>
                  <a:lnTo>
                    <a:pt x="1418409" y="4272"/>
                  </a:lnTo>
                  <a:lnTo>
                    <a:pt x="1450368" y="4048"/>
                  </a:lnTo>
                  <a:lnTo>
                    <a:pt x="1481312" y="3830"/>
                  </a:lnTo>
                  <a:lnTo>
                    <a:pt x="1511304" y="3620"/>
                  </a:lnTo>
                  <a:lnTo>
                    <a:pt x="1540400" y="3415"/>
                  </a:lnTo>
                  <a:lnTo>
                    <a:pt x="1568653" y="3217"/>
                  </a:lnTo>
                  <a:lnTo>
                    <a:pt x="1596110" y="3024"/>
                  </a:lnTo>
                  <a:lnTo>
                    <a:pt x="1622815" y="2837"/>
                  </a:lnTo>
                  <a:lnTo>
                    <a:pt x="1648807" y="2654"/>
                  </a:lnTo>
                  <a:lnTo>
                    <a:pt x="1674124" y="2476"/>
                  </a:lnTo>
                  <a:lnTo>
                    <a:pt x="1698801" y="2303"/>
                  </a:lnTo>
                  <a:lnTo>
                    <a:pt x="1722868" y="2134"/>
                  </a:lnTo>
                  <a:lnTo>
                    <a:pt x="1746354" y="1969"/>
                  </a:lnTo>
                  <a:lnTo>
                    <a:pt x="1769289" y="1808"/>
                  </a:lnTo>
                  <a:lnTo>
                    <a:pt x="1791696" y="1650"/>
                  </a:lnTo>
                  <a:lnTo>
                    <a:pt x="1813599" y="1497"/>
                  </a:lnTo>
                  <a:lnTo>
                    <a:pt x="1835021" y="1346"/>
                  </a:lnTo>
                  <a:lnTo>
                    <a:pt x="1855982" y="1199"/>
                  </a:lnTo>
                  <a:lnTo>
                    <a:pt x="1876502" y="1055"/>
                  </a:lnTo>
                  <a:lnTo>
                    <a:pt x="1896599" y="914"/>
                  </a:lnTo>
                  <a:lnTo>
                    <a:pt x="1916290" y="775"/>
                  </a:lnTo>
                  <a:lnTo>
                    <a:pt x="1935590" y="640"/>
                  </a:lnTo>
                  <a:lnTo>
                    <a:pt x="1954516" y="507"/>
                  </a:lnTo>
                  <a:lnTo>
                    <a:pt x="1973082" y="376"/>
                  </a:lnTo>
                  <a:lnTo>
                    <a:pt x="1991300" y="248"/>
                  </a:lnTo>
                  <a:lnTo>
                    <a:pt x="2009185" y="123"/>
                  </a:lnTo>
                  <a:lnTo>
                    <a:pt x="202674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276000" y="2324985"/>
              <a:ext cx="2026746" cy="136923"/>
            </a:xfrm>
            <a:custGeom>
              <a:avLst/>
              <a:pathLst>
                <a:path w="2026746" h="136923">
                  <a:moveTo>
                    <a:pt x="0" y="0"/>
                  </a:moveTo>
                  <a:lnTo>
                    <a:pt x="130147" y="8792"/>
                  </a:lnTo>
                  <a:lnTo>
                    <a:pt x="244945" y="16548"/>
                  </a:lnTo>
                  <a:lnTo>
                    <a:pt x="347636" y="23485"/>
                  </a:lnTo>
                  <a:lnTo>
                    <a:pt x="440531" y="29761"/>
                  </a:lnTo>
                  <a:lnTo>
                    <a:pt x="525337" y="35490"/>
                  </a:lnTo>
                  <a:lnTo>
                    <a:pt x="603352" y="40761"/>
                  </a:lnTo>
                  <a:lnTo>
                    <a:pt x="675582" y="45641"/>
                  </a:lnTo>
                  <a:lnTo>
                    <a:pt x="742826" y="50184"/>
                  </a:lnTo>
                  <a:lnTo>
                    <a:pt x="805729" y="54433"/>
                  </a:lnTo>
                  <a:lnTo>
                    <a:pt x="864818" y="58425"/>
                  </a:lnTo>
                  <a:lnTo>
                    <a:pt x="920528" y="62189"/>
                  </a:lnTo>
                  <a:lnTo>
                    <a:pt x="973225" y="65749"/>
                  </a:lnTo>
                  <a:lnTo>
                    <a:pt x="1023218" y="69126"/>
                  </a:lnTo>
                  <a:lnTo>
                    <a:pt x="1070772" y="72339"/>
                  </a:lnTo>
                  <a:lnTo>
                    <a:pt x="1116113" y="75402"/>
                  </a:lnTo>
                  <a:lnTo>
                    <a:pt x="1159439" y="78329"/>
                  </a:lnTo>
                  <a:lnTo>
                    <a:pt x="1200920" y="81132"/>
                  </a:lnTo>
                  <a:lnTo>
                    <a:pt x="1240707" y="83820"/>
                  </a:lnTo>
                  <a:lnTo>
                    <a:pt x="1278934" y="86402"/>
                  </a:lnTo>
                  <a:lnTo>
                    <a:pt x="1315718" y="88887"/>
                  </a:lnTo>
                  <a:lnTo>
                    <a:pt x="1351164" y="91282"/>
                  </a:lnTo>
                  <a:lnTo>
                    <a:pt x="1385366" y="93593"/>
                  </a:lnTo>
                  <a:lnTo>
                    <a:pt x="1418409" y="95825"/>
                  </a:lnTo>
                  <a:lnTo>
                    <a:pt x="1450368" y="97984"/>
                  </a:lnTo>
                  <a:lnTo>
                    <a:pt x="1481312" y="100074"/>
                  </a:lnTo>
                  <a:lnTo>
                    <a:pt x="1511304" y="102101"/>
                  </a:lnTo>
                  <a:lnTo>
                    <a:pt x="1540400" y="104066"/>
                  </a:lnTo>
                  <a:lnTo>
                    <a:pt x="1568653" y="105975"/>
                  </a:lnTo>
                  <a:lnTo>
                    <a:pt x="1596110" y="107830"/>
                  </a:lnTo>
                  <a:lnTo>
                    <a:pt x="1622815" y="109634"/>
                  </a:lnTo>
                  <a:lnTo>
                    <a:pt x="1648807" y="111390"/>
                  </a:lnTo>
                  <a:lnTo>
                    <a:pt x="1674124" y="113101"/>
                  </a:lnTo>
                  <a:lnTo>
                    <a:pt x="1698801" y="114768"/>
                  </a:lnTo>
                  <a:lnTo>
                    <a:pt x="1722868" y="116394"/>
                  </a:lnTo>
                  <a:lnTo>
                    <a:pt x="1746354" y="117980"/>
                  </a:lnTo>
                  <a:lnTo>
                    <a:pt x="1769289" y="119530"/>
                  </a:lnTo>
                  <a:lnTo>
                    <a:pt x="1791696" y="121043"/>
                  </a:lnTo>
                  <a:lnTo>
                    <a:pt x="1813599" y="122523"/>
                  </a:lnTo>
                  <a:lnTo>
                    <a:pt x="1835021" y="123970"/>
                  </a:lnTo>
                  <a:lnTo>
                    <a:pt x="1855982" y="125387"/>
                  </a:lnTo>
                  <a:lnTo>
                    <a:pt x="1876502" y="126773"/>
                  </a:lnTo>
                  <a:lnTo>
                    <a:pt x="1896599" y="128131"/>
                  </a:lnTo>
                  <a:lnTo>
                    <a:pt x="1916290" y="129461"/>
                  </a:lnTo>
                  <a:lnTo>
                    <a:pt x="1935590" y="130765"/>
                  </a:lnTo>
                  <a:lnTo>
                    <a:pt x="1954516" y="132043"/>
                  </a:lnTo>
                  <a:lnTo>
                    <a:pt x="1973082" y="133298"/>
                  </a:lnTo>
                  <a:lnTo>
                    <a:pt x="1991300" y="134528"/>
                  </a:lnTo>
                  <a:lnTo>
                    <a:pt x="2009185" y="135737"/>
                  </a:lnTo>
                  <a:lnTo>
                    <a:pt x="2026746" y="13692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276000" y="2481903"/>
              <a:ext cx="2026746" cy="256848"/>
            </a:xfrm>
            <a:custGeom>
              <a:avLst/>
              <a:pathLst>
                <a:path w="2026746" h="256848">
                  <a:moveTo>
                    <a:pt x="0" y="256848"/>
                  </a:moveTo>
                  <a:lnTo>
                    <a:pt x="130147" y="240354"/>
                  </a:lnTo>
                  <a:lnTo>
                    <a:pt x="244945" y="225806"/>
                  </a:lnTo>
                  <a:lnTo>
                    <a:pt x="347636" y="212792"/>
                  </a:lnTo>
                  <a:lnTo>
                    <a:pt x="440531" y="201019"/>
                  </a:lnTo>
                  <a:lnTo>
                    <a:pt x="525337" y="190272"/>
                  </a:lnTo>
                  <a:lnTo>
                    <a:pt x="603352" y="180385"/>
                  </a:lnTo>
                  <a:lnTo>
                    <a:pt x="675582" y="171232"/>
                  </a:lnTo>
                  <a:lnTo>
                    <a:pt x="742826" y="162710"/>
                  </a:lnTo>
                  <a:lnTo>
                    <a:pt x="805729" y="154738"/>
                  </a:lnTo>
                  <a:lnTo>
                    <a:pt x="864818" y="147250"/>
                  </a:lnTo>
                  <a:lnTo>
                    <a:pt x="920528" y="140190"/>
                  </a:lnTo>
                  <a:lnTo>
                    <a:pt x="973225" y="133511"/>
                  </a:lnTo>
                  <a:lnTo>
                    <a:pt x="1023218" y="127176"/>
                  </a:lnTo>
                  <a:lnTo>
                    <a:pt x="1070772" y="121149"/>
                  </a:lnTo>
                  <a:lnTo>
                    <a:pt x="1116113" y="115403"/>
                  </a:lnTo>
                  <a:lnTo>
                    <a:pt x="1159439" y="109913"/>
                  </a:lnTo>
                  <a:lnTo>
                    <a:pt x="1200920" y="104656"/>
                  </a:lnTo>
                  <a:lnTo>
                    <a:pt x="1240707" y="99614"/>
                  </a:lnTo>
                  <a:lnTo>
                    <a:pt x="1278934" y="94769"/>
                  </a:lnTo>
                  <a:lnTo>
                    <a:pt x="1315718" y="90108"/>
                  </a:lnTo>
                  <a:lnTo>
                    <a:pt x="1351164" y="85616"/>
                  </a:lnTo>
                  <a:lnTo>
                    <a:pt x="1385366" y="81281"/>
                  </a:lnTo>
                  <a:lnTo>
                    <a:pt x="1418409" y="77094"/>
                  </a:lnTo>
                  <a:lnTo>
                    <a:pt x="1450368" y="73044"/>
                  </a:lnTo>
                  <a:lnTo>
                    <a:pt x="1481312" y="69122"/>
                  </a:lnTo>
                  <a:lnTo>
                    <a:pt x="1511304" y="65321"/>
                  </a:lnTo>
                  <a:lnTo>
                    <a:pt x="1540400" y="61634"/>
                  </a:lnTo>
                  <a:lnTo>
                    <a:pt x="1568653" y="58053"/>
                  </a:lnTo>
                  <a:lnTo>
                    <a:pt x="1596110" y="54574"/>
                  </a:lnTo>
                  <a:lnTo>
                    <a:pt x="1622815" y="51189"/>
                  </a:lnTo>
                  <a:lnTo>
                    <a:pt x="1648807" y="47895"/>
                  </a:lnTo>
                  <a:lnTo>
                    <a:pt x="1674124" y="44687"/>
                  </a:lnTo>
                  <a:lnTo>
                    <a:pt x="1698801" y="41560"/>
                  </a:lnTo>
                  <a:lnTo>
                    <a:pt x="1722868" y="38510"/>
                  </a:lnTo>
                  <a:lnTo>
                    <a:pt x="1746354" y="35533"/>
                  </a:lnTo>
                  <a:lnTo>
                    <a:pt x="1769289" y="32627"/>
                  </a:lnTo>
                  <a:lnTo>
                    <a:pt x="1791696" y="29787"/>
                  </a:lnTo>
                  <a:lnTo>
                    <a:pt x="1813599" y="27012"/>
                  </a:lnTo>
                  <a:lnTo>
                    <a:pt x="1835021" y="24297"/>
                  </a:lnTo>
                  <a:lnTo>
                    <a:pt x="1855982" y="21640"/>
                  </a:lnTo>
                  <a:lnTo>
                    <a:pt x="1876502" y="19040"/>
                  </a:lnTo>
                  <a:lnTo>
                    <a:pt x="1896599" y="16493"/>
                  </a:lnTo>
                  <a:lnTo>
                    <a:pt x="1916290" y="13998"/>
                  </a:lnTo>
                  <a:lnTo>
                    <a:pt x="1935590" y="11552"/>
                  </a:lnTo>
                  <a:lnTo>
                    <a:pt x="1954516" y="9153"/>
                  </a:lnTo>
                  <a:lnTo>
                    <a:pt x="1973082" y="6800"/>
                  </a:lnTo>
                  <a:lnTo>
                    <a:pt x="1991300" y="4492"/>
                  </a:lnTo>
                  <a:lnTo>
                    <a:pt x="2009185" y="2225"/>
                  </a:lnTo>
                  <a:lnTo>
                    <a:pt x="202674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4276000" y="2022760"/>
              <a:ext cx="2026746" cy="588578"/>
            </a:xfrm>
            <a:custGeom>
              <a:avLst/>
              <a:pathLst>
                <a:path w="2026746" h="588578">
                  <a:moveTo>
                    <a:pt x="0" y="588578"/>
                  </a:moveTo>
                  <a:lnTo>
                    <a:pt x="130147" y="550782"/>
                  </a:lnTo>
                  <a:lnTo>
                    <a:pt x="244945" y="517444"/>
                  </a:lnTo>
                  <a:lnTo>
                    <a:pt x="347636" y="487622"/>
                  </a:lnTo>
                  <a:lnTo>
                    <a:pt x="440531" y="460645"/>
                  </a:lnTo>
                  <a:lnTo>
                    <a:pt x="525337" y="436017"/>
                  </a:lnTo>
                  <a:lnTo>
                    <a:pt x="603352" y="413361"/>
                  </a:lnTo>
                  <a:lnTo>
                    <a:pt x="675582" y="392385"/>
                  </a:lnTo>
                  <a:lnTo>
                    <a:pt x="742826" y="372857"/>
                  </a:lnTo>
                  <a:lnTo>
                    <a:pt x="805729" y="354589"/>
                  </a:lnTo>
                  <a:lnTo>
                    <a:pt x="864818" y="337430"/>
                  </a:lnTo>
                  <a:lnTo>
                    <a:pt x="920528" y="321251"/>
                  </a:lnTo>
                  <a:lnTo>
                    <a:pt x="973225" y="305948"/>
                  </a:lnTo>
                  <a:lnTo>
                    <a:pt x="1023218" y="291429"/>
                  </a:lnTo>
                  <a:lnTo>
                    <a:pt x="1070772" y="277620"/>
                  </a:lnTo>
                  <a:lnTo>
                    <a:pt x="1116113" y="264452"/>
                  </a:lnTo>
                  <a:lnTo>
                    <a:pt x="1159439" y="251870"/>
                  </a:lnTo>
                  <a:lnTo>
                    <a:pt x="1200920" y="239824"/>
                  </a:lnTo>
                  <a:lnTo>
                    <a:pt x="1240707" y="228270"/>
                  </a:lnTo>
                  <a:lnTo>
                    <a:pt x="1278934" y="217168"/>
                  </a:lnTo>
                  <a:lnTo>
                    <a:pt x="1315718" y="206486"/>
                  </a:lnTo>
                  <a:lnTo>
                    <a:pt x="1351164" y="196192"/>
                  </a:lnTo>
                  <a:lnTo>
                    <a:pt x="1385366" y="186260"/>
                  </a:lnTo>
                  <a:lnTo>
                    <a:pt x="1418409" y="176664"/>
                  </a:lnTo>
                  <a:lnTo>
                    <a:pt x="1450368" y="167383"/>
                  </a:lnTo>
                  <a:lnTo>
                    <a:pt x="1481312" y="158397"/>
                  </a:lnTo>
                  <a:lnTo>
                    <a:pt x="1511304" y="149687"/>
                  </a:lnTo>
                  <a:lnTo>
                    <a:pt x="1540400" y="141237"/>
                  </a:lnTo>
                  <a:lnTo>
                    <a:pt x="1568653" y="133032"/>
                  </a:lnTo>
                  <a:lnTo>
                    <a:pt x="1596110" y="125059"/>
                  </a:lnTo>
                  <a:lnTo>
                    <a:pt x="1622815" y="117303"/>
                  </a:lnTo>
                  <a:lnTo>
                    <a:pt x="1648807" y="109755"/>
                  </a:lnTo>
                  <a:lnTo>
                    <a:pt x="1674124" y="102403"/>
                  </a:lnTo>
                  <a:lnTo>
                    <a:pt x="1698801" y="95237"/>
                  </a:lnTo>
                  <a:lnTo>
                    <a:pt x="1722868" y="88248"/>
                  </a:lnTo>
                  <a:lnTo>
                    <a:pt x="1746354" y="81427"/>
                  </a:lnTo>
                  <a:lnTo>
                    <a:pt x="1769289" y="74767"/>
                  </a:lnTo>
                  <a:lnTo>
                    <a:pt x="1791696" y="68260"/>
                  </a:lnTo>
                  <a:lnTo>
                    <a:pt x="1813599" y="61899"/>
                  </a:lnTo>
                  <a:lnTo>
                    <a:pt x="1835021" y="55678"/>
                  </a:lnTo>
                  <a:lnTo>
                    <a:pt x="1855982" y="49590"/>
                  </a:lnTo>
                  <a:lnTo>
                    <a:pt x="1876502" y="43631"/>
                  </a:lnTo>
                  <a:lnTo>
                    <a:pt x="1896599" y="37795"/>
                  </a:lnTo>
                  <a:lnTo>
                    <a:pt x="1916290" y="32077"/>
                  </a:lnTo>
                  <a:lnTo>
                    <a:pt x="1935590" y="26472"/>
                  </a:lnTo>
                  <a:lnTo>
                    <a:pt x="1954516" y="20975"/>
                  </a:lnTo>
                  <a:lnTo>
                    <a:pt x="1973082" y="15584"/>
                  </a:lnTo>
                  <a:lnTo>
                    <a:pt x="1991300" y="10293"/>
                  </a:lnTo>
                  <a:lnTo>
                    <a:pt x="2009185" y="5100"/>
                  </a:lnTo>
                  <a:lnTo>
                    <a:pt x="202674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4276000" y="2858543"/>
              <a:ext cx="2026746" cy="26047"/>
            </a:xfrm>
            <a:custGeom>
              <a:avLst/>
              <a:pathLst>
                <a:path w="2026746" h="26047">
                  <a:moveTo>
                    <a:pt x="0" y="26047"/>
                  </a:moveTo>
                  <a:lnTo>
                    <a:pt x="130147" y="24375"/>
                  </a:lnTo>
                  <a:lnTo>
                    <a:pt x="244945" y="22899"/>
                  </a:lnTo>
                  <a:lnTo>
                    <a:pt x="347636" y="21579"/>
                  </a:lnTo>
                  <a:lnTo>
                    <a:pt x="440531" y="20386"/>
                  </a:lnTo>
                  <a:lnTo>
                    <a:pt x="525337" y="19296"/>
                  </a:lnTo>
                  <a:lnTo>
                    <a:pt x="603352" y="18293"/>
                  </a:lnTo>
                  <a:lnTo>
                    <a:pt x="675582" y="17365"/>
                  </a:lnTo>
                  <a:lnTo>
                    <a:pt x="742826" y="16500"/>
                  </a:lnTo>
                  <a:lnTo>
                    <a:pt x="805729" y="15692"/>
                  </a:lnTo>
                  <a:lnTo>
                    <a:pt x="864818" y="14933"/>
                  </a:lnTo>
                  <a:lnTo>
                    <a:pt x="920528" y="14217"/>
                  </a:lnTo>
                  <a:lnTo>
                    <a:pt x="973225" y="13539"/>
                  </a:lnTo>
                  <a:lnTo>
                    <a:pt x="1023218" y="12897"/>
                  </a:lnTo>
                  <a:lnTo>
                    <a:pt x="1070772" y="12286"/>
                  </a:lnTo>
                  <a:lnTo>
                    <a:pt x="1116113" y="11703"/>
                  </a:lnTo>
                  <a:lnTo>
                    <a:pt x="1159439" y="11146"/>
                  </a:lnTo>
                  <a:lnTo>
                    <a:pt x="1200920" y="10613"/>
                  </a:lnTo>
                  <a:lnTo>
                    <a:pt x="1240707" y="10102"/>
                  </a:lnTo>
                  <a:lnTo>
                    <a:pt x="1278934" y="9610"/>
                  </a:lnTo>
                  <a:lnTo>
                    <a:pt x="1315718" y="9138"/>
                  </a:lnTo>
                  <a:lnTo>
                    <a:pt x="1351164" y="8682"/>
                  </a:lnTo>
                  <a:lnTo>
                    <a:pt x="1385366" y="8243"/>
                  </a:lnTo>
                  <a:lnTo>
                    <a:pt x="1418409" y="7818"/>
                  </a:lnTo>
                  <a:lnTo>
                    <a:pt x="1450368" y="7407"/>
                  </a:lnTo>
                  <a:lnTo>
                    <a:pt x="1481312" y="7009"/>
                  </a:lnTo>
                  <a:lnTo>
                    <a:pt x="1511304" y="6624"/>
                  </a:lnTo>
                  <a:lnTo>
                    <a:pt x="1540400" y="6250"/>
                  </a:lnTo>
                  <a:lnTo>
                    <a:pt x="1568653" y="5887"/>
                  </a:lnTo>
                  <a:lnTo>
                    <a:pt x="1596110" y="5534"/>
                  </a:lnTo>
                  <a:lnTo>
                    <a:pt x="1622815" y="5191"/>
                  </a:lnTo>
                  <a:lnTo>
                    <a:pt x="1648807" y="4857"/>
                  </a:lnTo>
                  <a:lnTo>
                    <a:pt x="1674124" y="4531"/>
                  </a:lnTo>
                  <a:lnTo>
                    <a:pt x="1698801" y="4214"/>
                  </a:lnTo>
                  <a:lnTo>
                    <a:pt x="1722868" y="3905"/>
                  </a:lnTo>
                  <a:lnTo>
                    <a:pt x="1746354" y="3603"/>
                  </a:lnTo>
                  <a:lnTo>
                    <a:pt x="1769289" y="3308"/>
                  </a:lnTo>
                  <a:lnTo>
                    <a:pt x="1791696" y="3020"/>
                  </a:lnTo>
                  <a:lnTo>
                    <a:pt x="1813599" y="2739"/>
                  </a:lnTo>
                  <a:lnTo>
                    <a:pt x="1835021" y="2464"/>
                  </a:lnTo>
                  <a:lnTo>
                    <a:pt x="1855982" y="2194"/>
                  </a:lnTo>
                  <a:lnTo>
                    <a:pt x="1876502" y="1930"/>
                  </a:lnTo>
                  <a:lnTo>
                    <a:pt x="1896599" y="1672"/>
                  </a:lnTo>
                  <a:lnTo>
                    <a:pt x="1916290" y="1419"/>
                  </a:lnTo>
                  <a:lnTo>
                    <a:pt x="1935590" y="1171"/>
                  </a:lnTo>
                  <a:lnTo>
                    <a:pt x="1954516" y="928"/>
                  </a:lnTo>
                  <a:lnTo>
                    <a:pt x="1973082" y="689"/>
                  </a:lnTo>
                  <a:lnTo>
                    <a:pt x="1991300" y="455"/>
                  </a:lnTo>
                  <a:lnTo>
                    <a:pt x="2009185" y="225"/>
                  </a:lnTo>
                  <a:lnTo>
                    <a:pt x="2026746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02" name="rc201"/>
            <p:cNvSpPr/>
            <p:nvPr/>
          </p:nvSpPr>
          <p:spPr>
            <a:xfrm>
              <a:off x="4122981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4122981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4085024" y="294055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4085024" y="228194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4085024" y="162333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6"/>
            <p:cNvSpPr/>
            <p:nvPr/>
          </p:nvSpPr>
          <p:spPr>
            <a:xfrm>
              <a:off x="4122981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7"/>
            <p:cNvSpPr/>
            <p:nvPr/>
          </p:nvSpPr>
          <p:spPr>
            <a:xfrm>
              <a:off x="4276000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8"/>
            <p:cNvSpPr/>
            <p:nvPr/>
          </p:nvSpPr>
          <p:spPr>
            <a:xfrm>
              <a:off x="4951582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09"/>
            <p:cNvSpPr/>
            <p:nvPr/>
          </p:nvSpPr>
          <p:spPr>
            <a:xfrm>
              <a:off x="5627165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0"/>
            <p:cNvSpPr/>
            <p:nvPr/>
          </p:nvSpPr>
          <p:spPr>
            <a:xfrm>
              <a:off x="6302747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tx211"/>
            <p:cNvSpPr/>
            <p:nvPr/>
          </p:nvSpPr>
          <p:spPr>
            <a:xfrm>
              <a:off x="4122981" y="1110514"/>
              <a:ext cx="63175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SLA</a:t>
              </a:r>
            </a:p>
          </p:txBody>
        </p:sp>
        <p:sp>
          <p:nvSpPr>
            <p:cNvPr id="213" name="rc212"/>
            <p:cNvSpPr/>
            <p:nvPr/>
          </p:nvSpPr>
          <p:spPr>
            <a:xfrm>
              <a:off x="6742685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6849955" y="295178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6832387" y="298425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6856358" y="317105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6897359" y="264068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6872819" y="269362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6819235" y="260735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6892404" y="312130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6870687" y="289032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6897337" y="303868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6873299" y="235068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7505942" y="323558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7552927" y="290112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7558239" y="221553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7550193" y="291468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7545411" y="330932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7588352" y="330182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7539706" y="301227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7528152" y="325531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7531580" y="218360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7558914" y="141911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7558443" y="283512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7560773" y="303862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7513391" y="299922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7588739" y="309311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7551843" y="288438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7496313" y="264669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7540763" y="276608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7498039" y="291136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8244948" y="319992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8254186" y="322189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8175279" y="3037042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8248956" y="299331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8218273" y="154107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8242728" y="304189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8239968" y="221578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8266641" y="238720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8184082" y="321833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8259834" y="146389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8254208" y="322613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8175155" y="314331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8259855" y="234240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8204743" y="287091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8209745" y="295640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8212132" y="165593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8240789" y="302418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8182857" y="304804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8185420" y="259564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8174672" y="265669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8869167" y="310905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8893195" y="315516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8854903" y="321716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8854692" y="310674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8926954" y="217186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8860522" y="313918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8924094" y="242053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8863834" y="322771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8864470" y="160685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8893049" y="167929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8926245" y="296355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8903364" y="297392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8854531" y="272496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8916125" y="294859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8920726" y="280969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8936231" y="318450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8852814" y="316040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8933584" y="283074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8919836" y="291624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8925678" y="259989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8914906" y="148806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8930944" y="252102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8884583" y="304460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8863017" y="241772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6895612" y="2899994"/>
              <a:ext cx="2032390" cy="159657"/>
            </a:xfrm>
            <a:custGeom>
              <a:avLst/>
              <a:pathLst>
                <a:path w="2032390" h="159657">
                  <a:moveTo>
                    <a:pt x="0" y="159657"/>
                  </a:moveTo>
                  <a:lnTo>
                    <a:pt x="130510" y="149404"/>
                  </a:lnTo>
                  <a:lnTo>
                    <a:pt x="245627" y="140361"/>
                  </a:lnTo>
                  <a:lnTo>
                    <a:pt x="348604" y="132271"/>
                  </a:lnTo>
                  <a:lnTo>
                    <a:pt x="441758" y="124954"/>
                  </a:lnTo>
                  <a:lnTo>
                    <a:pt x="526800" y="118273"/>
                  </a:lnTo>
                  <a:lnTo>
                    <a:pt x="605032" y="112127"/>
                  </a:lnTo>
                  <a:lnTo>
                    <a:pt x="677463" y="106438"/>
                  </a:lnTo>
                  <a:lnTo>
                    <a:pt x="744895" y="101140"/>
                  </a:lnTo>
                  <a:lnTo>
                    <a:pt x="807973" y="96185"/>
                  </a:lnTo>
                  <a:lnTo>
                    <a:pt x="867226" y="91530"/>
                  </a:lnTo>
                  <a:lnTo>
                    <a:pt x="923091" y="87142"/>
                  </a:lnTo>
                  <a:lnTo>
                    <a:pt x="975935" y="82991"/>
                  </a:lnTo>
                  <a:lnTo>
                    <a:pt x="1026067" y="79052"/>
                  </a:lnTo>
                  <a:lnTo>
                    <a:pt x="1073754" y="75306"/>
                  </a:lnTo>
                  <a:lnTo>
                    <a:pt x="1119221" y="71735"/>
                  </a:lnTo>
                  <a:lnTo>
                    <a:pt x="1162667" y="68322"/>
                  </a:lnTo>
                  <a:lnTo>
                    <a:pt x="1204264" y="65054"/>
                  </a:lnTo>
                  <a:lnTo>
                    <a:pt x="1244162" y="61920"/>
                  </a:lnTo>
                  <a:lnTo>
                    <a:pt x="1282495" y="58908"/>
                  </a:lnTo>
                  <a:lnTo>
                    <a:pt x="1319382" y="56011"/>
                  </a:lnTo>
                  <a:lnTo>
                    <a:pt x="1354926" y="53219"/>
                  </a:lnTo>
                  <a:lnTo>
                    <a:pt x="1389224" y="50524"/>
                  </a:lnTo>
                  <a:lnTo>
                    <a:pt x="1422358" y="47921"/>
                  </a:lnTo>
                  <a:lnTo>
                    <a:pt x="1454406" y="45404"/>
                  </a:lnTo>
                  <a:lnTo>
                    <a:pt x="1485436" y="42966"/>
                  </a:lnTo>
                  <a:lnTo>
                    <a:pt x="1515512" y="40604"/>
                  </a:lnTo>
                  <a:lnTo>
                    <a:pt x="1544689" y="38311"/>
                  </a:lnTo>
                  <a:lnTo>
                    <a:pt x="1573021" y="36086"/>
                  </a:lnTo>
                  <a:lnTo>
                    <a:pt x="1600554" y="33923"/>
                  </a:lnTo>
                  <a:lnTo>
                    <a:pt x="1627333" y="31819"/>
                  </a:lnTo>
                  <a:lnTo>
                    <a:pt x="1653398" y="29772"/>
                  </a:lnTo>
                  <a:lnTo>
                    <a:pt x="1678786" y="27777"/>
                  </a:lnTo>
                  <a:lnTo>
                    <a:pt x="1703531" y="25833"/>
                  </a:lnTo>
                  <a:lnTo>
                    <a:pt x="1727665" y="23938"/>
                  </a:lnTo>
                  <a:lnTo>
                    <a:pt x="1751217" y="22087"/>
                  </a:lnTo>
                  <a:lnTo>
                    <a:pt x="1774215" y="20281"/>
                  </a:lnTo>
                  <a:lnTo>
                    <a:pt x="1796685" y="18516"/>
                  </a:lnTo>
                  <a:lnTo>
                    <a:pt x="1818649" y="16790"/>
                  </a:lnTo>
                  <a:lnTo>
                    <a:pt x="1840131" y="15103"/>
                  </a:lnTo>
                  <a:lnTo>
                    <a:pt x="1861150" y="13451"/>
                  </a:lnTo>
                  <a:lnTo>
                    <a:pt x="1881727" y="11835"/>
                  </a:lnTo>
                  <a:lnTo>
                    <a:pt x="1901880" y="10252"/>
                  </a:lnTo>
                  <a:lnTo>
                    <a:pt x="1921625" y="8701"/>
                  </a:lnTo>
                  <a:lnTo>
                    <a:pt x="1940980" y="7180"/>
                  </a:lnTo>
                  <a:lnTo>
                    <a:pt x="1959959" y="5689"/>
                  </a:lnTo>
                  <a:lnTo>
                    <a:pt x="1978576" y="4227"/>
                  </a:lnTo>
                  <a:lnTo>
                    <a:pt x="1996845" y="2792"/>
                  </a:lnTo>
                  <a:lnTo>
                    <a:pt x="2014779" y="1383"/>
                  </a:lnTo>
                  <a:lnTo>
                    <a:pt x="203239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6895612" y="2881071"/>
              <a:ext cx="2032390" cy="161249"/>
            </a:xfrm>
            <a:custGeom>
              <a:avLst/>
              <a:pathLst>
                <a:path w="2032390" h="161249">
                  <a:moveTo>
                    <a:pt x="0" y="0"/>
                  </a:moveTo>
                  <a:lnTo>
                    <a:pt x="130510" y="10354"/>
                  </a:lnTo>
                  <a:lnTo>
                    <a:pt x="245627" y="19488"/>
                  </a:lnTo>
                  <a:lnTo>
                    <a:pt x="348604" y="27658"/>
                  </a:lnTo>
                  <a:lnTo>
                    <a:pt x="441758" y="35048"/>
                  </a:lnTo>
                  <a:lnTo>
                    <a:pt x="526800" y="41796"/>
                  </a:lnTo>
                  <a:lnTo>
                    <a:pt x="605032" y="48003"/>
                  </a:lnTo>
                  <a:lnTo>
                    <a:pt x="677463" y="53749"/>
                  </a:lnTo>
                  <a:lnTo>
                    <a:pt x="744895" y="59099"/>
                  </a:lnTo>
                  <a:lnTo>
                    <a:pt x="807973" y="64104"/>
                  </a:lnTo>
                  <a:lnTo>
                    <a:pt x="867226" y="68805"/>
                  </a:lnTo>
                  <a:lnTo>
                    <a:pt x="923091" y="73237"/>
                  </a:lnTo>
                  <a:lnTo>
                    <a:pt x="975935" y="77430"/>
                  </a:lnTo>
                  <a:lnTo>
                    <a:pt x="1026067" y="81407"/>
                  </a:lnTo>
                  <a:lnTo>
                    <a:pt x="1073754" y="85191"/>
                  </a:lnTo>
                  <a:lnTo>
                    <a:pt x="1119221" y="88798"/>
                  </a:lnTo>
                  <a:lnTo>
                    <a:pt x="1162667" y="92245"/>
                  </a:lnTo>
                  <a:lnTo>
                    <a:pt x="1204264" y="95545"/>
                  </a:lnTo>
                  <a:lnTo>
                    <a:pt x="1244162" y="98711"/>
                  </a:lnTo>
                  <a:lnTo>
                    <a:pt x="1282495" y="101752"/>
                  </a:lnTo>
                  <a:lnTo>
                    <a:pt x="1319382" y="104679"/>
                  </a:lnTo>
                  <a:lnTo>
                    <a:pt x="1354926" y="107499"/>
                  </a:lnTo>
                  <a:lnTo>
                    <a:pt x="1389224" y="110220"/>
                  </a:lnTo>
                  <a:lnTo>
                    <a:pt x="1422358" y="112849"/>
                  </a:lnTo>
                  <a:lnTo>
                    <a:pt x="1454406" y="115392"/>
                  </a:lnTo>
                  <a:lnTo>
                    <a:pt x="1485436" y="117854"/>
                  </a:lnTo>
                  <a:lnTo>
                    <a:pt x="1515512" y="120240"/>
                  </a:lnTo>
                  <a:lnTo>
                    <a:pt x="1544689" y="122555"/>
                  </a:lnTo>
                  <a:lnTo>
                    <a:pt x="1573021" y="124803"/>
                  </a:lnTo>
                  <a:lnTo>
                    <a:pt x="1600554" y="126987"/>
                  </a:lnTo>
                  <a:lnTo>
                    <a:pt x="1627333" y="129112"/>
                  </a:lnTo>
                  <a:lnTo>
                    <a:pt x="1653398" y="131180"/>
                  </a:lnTo>
                  <a:lnTo>
                    <a:pt x="1678786" y="133194"/>
                  </a:lnTo>
                  <a:lnTo>
                    <a:pt x="1703531" y="135157"/>
                  </a:lnTo>
                  <a:lnTo>
                    <a:pt x="1727665" y="137072"/>
                  </a:lnTo>
                  <a:lnTo>
                    <a:pt x="1751217" y="138941"/>
                  </a:lnTo>
                  <a:lnTo>
                    <a:pt x="1774215" y="140765"/>
                  </a:lnTo>
                  <a:lnTo>
                    <a:pt x="1796685" y="142548"/>
                  </a:lnTo>
                  <a:lnTo>
                    <a:pt x="1818649" y="144291"/>
                  </a:lnTo>
                  <a:lnTo>
                    <a:pt x="1840131" y="145995"/>
                  </a:lnTo>
                  <a:lnTo>
                    <a:pt x="1861150" y="147663"/>
                  </a:lnTo>
                  <a:lnTo>
                    <a:pt x="1881727" y="149295"/>
                  </a:lnTo>
                  <a:lnTo>
                    <a:pt x="1901880" y="150894"/>
                  </a:lnTo>
                  <a:lnTo>
                    <a:pt x="1921625" y="152461"/>
                  </a:lnTo>
                  <a:lnTo>
                    <a:pt x="1940980" y="153996"/>
                  </a:lnTo>
                  <a:lnTo>
                    <a:pt x="1959959" y="155502"/>
                  </a:lnTo>
                  <a:lnTo>
                    <a:pt x="1978576" y="156979"/>
                  </a:lnTo>
                  <a:lnTo>
                    <a:pt x="1996845" y="158429"/>
                  </a:lnTo>
                  <a:lnTo>
                    <a:pt x="2014779" y="159851"/>
                  </a:lnTo>
                  <a:lnTo>
                    <a:pt x="2032390" y="161249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6895612" y="3163513"/>
              <a:ext cx="2032390" cy="19909"/>
            </a:xfrm>
            <a:custGeom>
              <a:avLst/>
              <a:pathLst>
                <a:path w="2032390" h="19909">
                  <a:moveTo>
                    <a:pt x="0" y="0"/>
                  </a:moveTo>
                  <a:lnTo>
                    <a:pt x="130510" y="1278"/>
                  </a:lnTo>
                  <a:lnTo>
                    <a:pt x="245627" y="2406"/>
                  </a:lnTo>
                  <a:lnTo>
                    <a:pt x="348604" y="3415"/>
                  </a:lnTo>
                  <a:lnTo>
                    <a:pt x="441758" y="4327"/>
                  </a:lnTo>
                  <a:lnTo>
                    <a:pt x="526800" y="5160"/>
                  </a:lnTo>
                  <a:lnTo>
                    <a:pt x="605032" y="5927"/>
                  </a:lnTo>
                  <a:lnTo>
                    <a:pt x="677463" y="6636"/>
                  </a:lnTo>
                  <a:lnTo>
                    <a:pt x="744895" y="7297"/>
                  </a:lnTo>
                  <a:lnTo>
                    <a:pt x="807973" y="7915"/>
                  </a:lnTo>
                  <a:lnTo>
                    <a:pt x="867226" y="8495"/>
                  </a:lnTo>
                  <a:lnTo>
                    <a:pt x="923091" y="9042"/>
                  </a:lnTo>
                  <a:lnTo>
                    <a:pt x="975935" y="9560"/>
                  </a:lnTo>
                  <a:lnTo>
                    <a:pt x="1026067" y="10051"/>
                  </a:lnTo>
                  <a:lnTo>
                    <a:pt x="1073754" y="10518"/>
                  </a:lnTo>
                  <a:lnTo>
                    <a:pt x="1119221" y="10964"/>
                  </a:lnTo>
                  <a:lnTo>
                    <a:pt x="1162667" y="11389"/>
                  </a:lnTo>
                  <a:lnTo>
                    <a:pt x="1204264" y="11797"/>
                  </a:lnTo>
                  <a:lnTo>
                    <a:pt x="1244162" y="12188"/>
                  </a:lnTo>
                  <a:lnTo>
                    <a:pt x="1282495" y="12563"/>
                  </a:lnTo>
                  <a:lnTo>
                    <a:pt x="1319382" y="12925"/>
                  </a:lnTo>
                  <a:lnTo>
                    <a:pt x="1354926" y="13273"/>
                  </a:lnTo>
                  <a:lnTo>
                    <a:pt x="1389224" y="13609"/>
                  </a:lnTo>
                  <a:lnTo>
                    <a:pt x="1422358" y="13933"/>
                  </a:lnTo>
                  <a:lnTo>
                    <a:pt x="1454406" y="14247"/>
                  </a:lnTo>
                  <a:lnTo>
                    <a:pt x="1485436" y="14551"/>
                  </a:lnTo>
                  <a:lnTo>
                    <a:pt x="1515512" y="14846"/>
                  </a:lnTo>
                  <a:lnTo>
                    <a:pt x="1544689" y="15132"/>
                  </a:lnTo>
                  <a:lnTo>
                    <a:pt x="1573021" y="15409"/>
                  </a:lnTo>
                  <a:lnTo>
                    <a:pt x="1600554" y="15679"/>
                  </a:lnTo>
                  <a:lnTo>
                    <a:pt x="1627333" y="15941"/>
                  </a:lnTo>
                  <a:lnTo>
                    <a:pt x="1653398" y="16197"/>
                  </a:lnTo>
                  <a:lnTo>
                    <a:pt x="1678786" y="16445"/>
                  </a:lnTo>
                  <a:lnTo>
                    <a:pt x="1703531" y="16688"/>
                  </a:lnTo>
                  <a:lnTo>
                    <a:pt x="1727665" y="16924"/>
                  </a:lnTo>
                  <a:lnTo>
                    <a:pt x="1751217" y="17155"/>
                  </a:lnTo>
                  <a:lnTo>
                    <a:pt x="1774215" y="17380"/>
                  </a:lnTo>
                  <a:lnTo>
                    <a:pt x="1796685" y="17600"/>
                  </a:lnTo>
                  <a:lnTo>
                    <a:pt x="1818649" y="17816"/>
                  </a:lnTo>
                  <a:lnTo>
                    <a:pt x="1840131" y="18026"/>
                  </a:lnTo>
                  <a:lnTo>
                    <a:pt x="1861150" y="18232"/>
                  </a:lnTo>
                  <a:lnTo>
                    <a:pt x="1881727" y="18433"/>
                  </a:lnTo>
                  <a:lnTo>
                    <a:pt x="1901880" y="18631"/>
                  </a:lnTo>
                  <a:lnTo>
                    <a:pt x="1921625" y="18824"/>
                  </a:lnTo>
                  <a:lnTo>
                    <a:pt x="1940980" y="19014"/>
                  </a:lnTo>
                  <a:lnTo>
                    <a:pt x="1959959" y="19200"/>
                  </a:lnTo>
                  <a:lnTo>
                    <a:pt x="1978576" y="19382"/>
                  </a:lnTo>
                  <a:lnTo>
                    <a:pt x="1996845" y="19561"/>
                  </a:lnTo>
                  <a:lnTo>
                    <a:pt x="2014779" y="19737"/>
                  </a:lnTo>
                  <a:lnTo>
                    <a:pt x="2032390" y="19909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6895612" y="2712936"/>
              <a:ext cx="2032390" cy="343737"/>
            </a:xfrm>
            <a:custGeom>
              <a:avLst/>
              <a:pathLst>
                <a:path w="2032390" h="343737">
                  <a:moveTo>
                    <a:pt x="0" y="0"/>
                  </a:moveTo>
                  <a:lnTo>
                    <a:pt x="130510" y="22073"/>
                  </a:lnTo>
                  <a:lnTo>
                    <a:pt x="245627" y="41543"/>
                  </a:lnTo>
                  <a:lnTo>
                    <a:pt x="348604" y="58959"/>
                  </a:lnTo>
                  <a:lnTo>
                    <a:pt x="441758" y="74714"/>
                  </a:lnTo>
                  <a:lnTo>
                    <a:pt x="526800" y="89097"/>
                  </a:lnTo>
                  <a:lnTo>
                    <a:pt x="605032" y="102328"/>
                  </a:lnTo>
                  <a:lnTo>
                    <a:pt x="677463" y="114579"/>
                  </a:lnTo>
                  <a:lnTo>
                    <a:pt x="744895" y="125983"/>
                  </a:lnTo>
                  <a:lnTo>
                    <a:pt x="807973" y="136652"/>
                  </a:lnTo>
                  <a:lnTo>
                    <a:pt x="867226" y="146673"/>
                  </a:lnTo>
                  <a:lnTo>
                    <a:pt x="923091" y="156122"/>
                  </a:lnTo>
                  <a:lnTo>
                    <a:pt x="975935" y="165059"/>
                  </a:lnTo>
                  <a:lnTo>
                    <a:pt x="1026067" y="173538"/>
                  </a:lnTo>
                  <a:lnTo>
                    <a:pt x="1073754" y="181603"/>
                  </a:lnTo>
                  <a:lnTo>
                    <a:pt x="1119221" y="189293"/>
                  </a:lnTo>
                  <a:lnTo>
                    <a:pt x="1162667" y="196641"/>
                  </a:lnTo>
                  <a:lnTo>
                    <a:pt x="1204264" y="203676"/>
                  </a:lnTo>
                  <a:lnTo>
                    <a:pt x="1244162" y="210424"/>
                  </a:lnTo>
                  <a:lnTo>
                    <a:pt x="1282495" y="216908"/>
                  </a:lnTo>
                  <a:lnTo>
                    <a:pt x="1319382" y="223146"/>
                  </a:lnTo>
                  <a:lnTo>
                    <a:pt x="1354926" y="229158"/>
                  </a:lnTo>
                  <a:lnTo>
                    <a:pt x="1389224" y="234959"/>
                  </a:lnTo>
                  <a:lnTo>
                    <a:pt x="1422358" y="240563"/>
                  </a:lnTo>
                  <a:lnTo>
                    <a:pt x="1454406" y="245983"/>
                  </a:lnTo>
                  <a:lnTo>
                    <a:pt x="1485436" y="251231"/>
                  </a:lnTo>
                  <a:lnTo>
                    <a:pt x="1515512" y="256318"/>
                  </a:lnTo>
                  <a:lnTo>
                    <a:pt x="1544689" y="261253"/>
                  </a:lnTo>
                  <a:lnTo>
                    <a:pt x="1573021" y="266044"/>
                  </a:lnTo>
                  <a:lnTo>
                    <a:pt x="1600554" y="270701"/>
                  </a:lnTo>
                  <a:lnTo>
                    <a:pt x="1627333" y="275230"/>
                  </a:lnTo>
                  <a:lnTo>
                    <a:pt x="1653398" y="279638"/>
                  </a:lnTo>
                  <a:lnTo>
                    <a:pt x="1678786" y="283932"/>
                  </a:lnTo>
                  <a:lnTo>
                    <a:pt x="1703531" y="288117"/>
                  </a:lnTo>
                  <a:lnTo>
                    <a:pt x="1727665" y="292199"/>
                  </a:lnTo>
                  <a:lnTo>
                    <a:pt x="1751217" y="296183"/>
                  </a:lnTo>
                  <a:lnTo>
                    <a:pt x="1774215" y="300072"/>
                  </a:lnTo>
                  <a:lnTo>
                    <a:pt x="1796685" y="303872"/>
                  </a:lnTo>
                  <a:lnTo>
                    <a:pt x="1818649" y="307587"/>
                  </a:lnTo>
                  <a:lnTo>
                    <a:pt x="1840131" y="311220"/>
                  </a:lnTo>
                  <a:lnTo>
                    <a:pt x="1861150" y="314776"/>
                  </a:lnTo>
                  <a:lnTo>
                    <a:pt x="1881727" y="318256"/>
                  </a:lnTo>
                  <a:lnTo>
                    <a:pt x="1901880" y="321664"/>
                  </a:lnTo>
                  <a:lnTo>
                    <a:pt x="1921625" y="325004"/>
                  </a:lnTo>
                  <a:lnTo>
                    <a:pt x="1940980" y="328277"/>
                  </a:lnTo>
                  <a:lnTo>
                    <a:pt x="1959959" y="331487"/>
                  </a:lnTo>
                  <a:lnTo>
                    <a:pt x="1978576" y="334636"/>
                  </a:lnTo>
                  <a:lnTo>
                    <a:pt x="1996845" y="337726"/>
                  </a:lnTo>
                  <a:lnTo>
                    <a:pt x="2014779" y="340759"/>
                  </a:lnTo>
                  <a:lnTo>
                    <a:pt x="2032390" y="343737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6895612" y="2040983"/>
              <a:ext cx="2032390" cy="1302321"/>
            </a:xfrm>
            <a:custGeom>
              <a:avLst/>
              <a:pathLst>
                <a:path w="2032390" h="1302321">
                  <a:moveTo>
                    <a:pt x="0" y="1302321"/>
                  </a:moveTo>
                  <a:lnTo>
                    <a:pt x="130510" y="1218692"/>
                  </a:lnTo>
                  <a:lnTo>
                    <a:pt x="245627" y="1144927"/>
                  </a:lnTo>
                  <a:lnTo>
                    <a:pt x="348604" y="1078941"/>
                  </a:lnTo>
                  <a:lnTo>
                    <a:pt x="441758" y="1019250"/>
                  </a:lnTo>
                  <a:lnTo>
                    <a:pt x="526800" y="964756"/>
                  </a:lnTo>
                  <a:lnTo>
                    <a:pt x="605032" y="914626"/>
                  </a:lnTo>
                  <a:lnTo>
                    <a:pt x="677463" y="868214"/>
                  </a:lnTo>
                  <a:lnTo>
                    <a:pt x="744895" y="825005"/>
                  </a:lnTo>
                  <a:lnTo>
                    <a:pt x="807973" y="784585"/>
                  </a:lnTo>
                  <a:lnTo>
                    <a:pt x="867226" y="746617"/>
                  </a:lnTo>
                  <a:lnTo>
                    <a:pt x="923091" y="710820"/>
                  </a:lnTo>
                  <a:lnTo>
                    <a:pt x="975935" y="676958"/>
                  </a:lnTo>
                  <a:lnTo>
                    <a:pt x="1026067" y="644834"/>
                  </a:lnTo>
                  <a:lnTo>
                    <a:pt x="1073754" y="614277"/>
                  </a:lnTo>
                  <a:lnTo>
                    <a:pt x="1119221" y="585143"/>
                  </a:lnTo>
                  <a:lnTo>
                    <a:pt x="1162667" y="557303"/>
                  </a:lnTo>
                  <a:lnTo>
                    <a:pt x="1204264" y="530649"/>
                  </a:lnTo>
                  <a:lnTo>
                    <a:pt x="1244162" y="505083"/>
                  </a:lnTo>
                  <a:lnTo>
                    <a:pt x="1282495" y="480519"/>
                  </a:lnTo>
                  <a:lnTo>
                    <a:pt x="1319382" y="456883"/>
                  </a:lnTo>
                  <a:lnTo>
                    <a:pt x="1354926" y="434107"/>
                  </a:lnTo>
                  <a:lnTo>
                    <a:pt x="1389224" y="412130"/>
                  </a:lnTo>
                  <a:lnTo>
                    <a:pt x="1422358" y="390898"/>
                  </a:lnTo>
                  <a:lnTo>
                    <a:pt x="1454406" y="370362"/>
                  </a:lnTo>
                  <a:lnTo>
                    <a:pt x="1485436" y="350478"/>
                  </a:lnTo>
                  <a:lnTo>
                    <a:pt x="1515512" y="331206"/>
                  </a:lnTo>
                  <a:lnTo>
                    <a:pt x="1544689" y="312510"/>
                  </a:lnTo>
                  <a:lnTo>
                    <a:pt x="1573021" y="294355"/>
                  </a:lnTo>
                  <a:lnTo>
                    <a:pt x="1600554" y="276712"/>
                  </a:lnTo>
                  <a:lnTo>
                    <a:pt x="1627333" y="259553"/>
                  </a:lnTo>
                  <a:lnTo>
                    <a:pt x="1653398" y="242851"/>
                  </a:lnTo>
                  <a:lnTo>
                    <a:pt x="1678786" y="226583"/>
                  </a:lnTo>
                  <a:lnTo>
                    <a:pt x="1703531" y="210727"/>
                  </a:lnTo>
                  <a:lnTo>
                    <a:pt x="1727665" y="195262"/>
                  </a:lnTo>
                  <a:lnTo>
                    <a:pt x="1751217" y="180170"/>
                  </a:lnTo>
                  <a:lnTo>
                    <a:pt x="1774215" y="165433"/>
                  </a:lnTo>
                  <a:lnTo>
                    <a:pt x="1796685" y="151035"/>
                  </a:lnTo>
                  <a:lnTo>
                    <a:pt x="1818649" y="136961"/>
                  </a:lnTo>
                  <a:lnTo>
                    <a:pt x="1840131" y="123196"/>
                  </a:lnTo>
                  <a:lnTo>
                    <a:pt x="1861150" y="109727"/>
                  </a:lnTo>
                  <a:lnTo>
                    <a:pt x="1881727" y="96542"/>
                  </a:lnTo>
                  <a:lnTo>
                    <a:pt x="1901880" y="83628"/>
                  </a:lnTo>
                  <a:lnTo>
                    <a:pt x="1921625" y="70975"/>
                  </a:lnTo>
                  <a:lnTo>
                    <a:pt x="1940980" y="58573"/>
                  </a:lnTo>
                  <a:lnTo>
                    <a:pt x="1959959" y="46412"/>
                  </a:lnTo>
                  <a:lnTo>
                    <a:pt x="1978576" y="34483"/>
                  </a:lnTo>
                  <a:lnTo>
                    <a:pt x="1996845" y="22776"/>
                  </a:lnTo>
                  <a:lnTo>
                    <a:pt x="2014779" y="11284"/>
                  </a:lnTo>
                  <a:lnTo>
                    <a:pt x="203239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6895612" y="2126603"/>
              <a:ext cx="2032390" cy="4834"/>
            </a:xfrm>
            <a:custGeom>
              <a:avLst/>
              <a:pathLst>
                <a:path w="2032390" h="4834">
                  <a:moveTo>
                    <a:pt x="0" y="4834"/>
                  </a:moveTo>
                  <a:lnTo>
                    <a:pt x="130510" y="4523"/>
                  </a:lnTo>
                  <a:lnTo>
                    <a:pt x="245627" y="4249"/>
                  </a:lnTo>
                  <a:lnTo>
                    <a:pt x="348604" y="4004"/>
                  </a:lnTo>
                  <a:lnTo>
                    <a:pt x="441758" y="3783"/>
                  </a:lnTo>
                  <a:lnTo>
                    <a:pt x="526800" y="3581"/>
                  </a:lnTo>
                  <a:lnTo>
                    <a:pt x="605032" y="3395"/>
                  </a:lnTo>
                  <a:lnTo>
                    <a:pt x="677463" y="3222"/>
                  </a:lnTo>
                  <a:lnTo>
                    <a:pt x="744895" y="3062"/>
                  </a:lnTo>
                  <a:lnTo>
                    <a:pt x="807973" y="2912"/>
                  </a:lnTo>
                  <a:lnTo>
                    <a:pt x="867226" y="2771"/>
                  </a:lnTo>
                  <a:lnTo>
                    <a:pt x="923091" y="2638"/>
                  </a:lnTo>
                  <a:lnTo>
                    <a:pt x="975935" y="2512"/>
                  </a:lnTo>
                  <a:lnTo>
                    <a:pt x="1026067" y="2393"/>
                  </a:lnTo>
                  <a:lnTo>
                    <a:pt x="1073754" y="2280"/>
                  </a:lnTo>
                  <a:lnTo>
                    <a:pt x="1119221" y="2172"/>
                  </a:lnTo>
                  <a:lnTo>
                    <a:pt x="1162667" y="2068"/>
                  </a:lnTo>
                  <a:lnTo>
                    <a:pt x="1204264" y="1969"/>
                  </a:lnTo>
                  <a:lnTo>
                    <a:pt x="1244162" y="1874"/>
                  </a:lnTo>
                  <a:lnTo>
                    <a:pt x="1282495" y="1783"/>
                  </a:lnTo>
                  <a:lnTo>
                    <a:pt x="1319382" y="1695"/>
                  </a:lnTo>
                  <a:lnTo>
                    <a:pt x="1354926" y="1611"/>
                  </a:lnTo>
                  <a:lnTo>
                    <a:pt x="1389224" y="1529"/>
                  </a:lnTo>
                  <a:lnTo>
                    <a:pt x="1422358" y="1450"/>
                  </a:lnTo>
                  <a:lnTo>
                    <a:pt x="1454406" y="1374"/>
                  </a:lnTo>
                  <a:lnTo>
                    <a:pt x="1485436" y="1300"/>
                  </a:lnTo>
                  <a:lnTo>
                    <a:pt x="1515512" y="1229"/>
                  </a:lnTo>
                  <a:lnTo>
                    <a:pt x="1544689" y="1160"/>
                  </a:lnTo>
                  <a:lnTo>
                    <a:pt x="1573021" y="1092"/>
                  </a:lnTo>
                  <a:lnTo>
                    <a:pt x="1600554" y="1027"/>
                  </a:lnTo>
                  <a:lnTo>
                    <a:pt x="1627333" y="963"/>
                  </a:lnTo>
                  <a:lnTo>
                    <a:pt x="1653398" y="901"/>
                  </a:lnTo>
                  <a:lnTo>
                    <a:pt x="1678786" y="841"/>
                  </a:lnTo>
                  <a:lnTo>
                    <a:pt x="1703531" y="782"/>
                  </a:lnTo>
                  <a:lnTo>
                    <a:pt x="1727665" y="724"/>
                  </a:lnTo>
                  <a:lnTo>
                    <a:pt x="1751217" y="668"/>
                  </a:lnTo>
                  <a:lnTo>
                    <a:pt x="1774215" y="614"/>
                  </a:lnTo>
                  <a:lnTo>
                    <a:pt x="1796685" y="560"/>
                  </a:lnTo>
                  <a:lnTo>
                    <a:pt x="1818649" y="508"/>
                  </a:lnTo>
                  <a:lnTo>
                    <a:pt x="1840131" y="457"/>
                  </a:lnTo>
                  <a:lnTo>
                    <a:pt x="1861150" y="407"/>
                  </a:lnTo>
                  <a:lnTo>
                    <a:pt x="1881727" y="358"/>
                  </a:lnTo>
                  <a:lnTo>
                    <a:pt x="1901880" y="310"/>
                  </a:lnTo>
                  <a:lnTo>
                    <a:pt x="1921625" y="263"/>
                  </a:lnTo>
                  <a:lnTo>
                    <a:pt x="1940980" y="217"/>
                  </a:lnTo>
                  <a:lnTo>
                    <a:pt x="1959959" y="172"/>
                  </a:lnTo>
                  <a:lnTo>
                    <a:pt x="1978576" y="127"/>
                  </a:lnTo>
                  <a:lnTo>
                    <a:pt x="1996845" y="84"/>
                  </a:lnTo>
                  <a:lnTo>
                    <a:pt x="2014779" y="41"/>
                  </a:lnTo>
                  <a:lnTo>
                    <a:pt x="203239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6895612" y="2330744"/>
              <a:ext cx="2032390" cy="459498"/>
            </a:xfrm>
            <a:custGeom>
              <a:avLst/>
              <a:pathLst>
                <a:path w="2032390" h="459498">
                  <a:moveTo>
                    <a:pt x="0" y="0"/>
                  </a:moveTo>
                  <a:lnTo>
                    <a:pt x="130510" y="29506"/>
                  </a:lnTo>
                  <a:lnTo>
                    <a:pt x="245627" y="55533"/>
                  </a:lnTo>
                  <a:lnTo>
                    <a:pt x="348604" y="78815"/>
                  </a:lnTo>
                  <a:lnTo>
                    <a:pt x="441758" y="99875"/>
                  </a:lnTo>
                  <a:lnTo>
                    <a:pt x="526800" y="119103"/>
                  </a:lnTo>
                  <a:lnTo>
                    <a:pt x="605032" y="136790"/>
                  </a:lnTo>
                  <a:lnTo>
                    <a:pt x="677463" y="153166"/>
                  </a:lnTo>
                  <a:lnTo>
                    <a:pt x="744895" y="168411"/>
                  </a:lnTo>
                  <a:lnTo>
                    <a:pt x="807973" y="182672"/>
                  </a:lnTo>
                  <a:lnTo>
                    <a:pt x="867226" y="196069"/>
                  </a:lnTo>
                  <a:lnTo>
                    <a:pt x="923091" y="208699"/>
                  </a:lnTo>
                  <a:lnTo>
                    <a:pt x="975935" y="220646"/>
                  </a:lnTo>
                  <a:lnTo>
                    <a:pt x="1026067" y="231981"/>
                  </a:lnTo>
                  <a:lnTo>
                    <a:pt x="1073754" y="242762"/>
                  </a:lnTo>
                  <a:lnTo>
                    <a:pt x="1119221" y="253042"/>
                  </a:lnTo>
                  <a:lnTo>
                    <a:pt x="1162667" y="262864"/>
                  </a:lnTo>
                  <a:lnTo>
                    <a:pt x="1204264" y="272269"/>
                  </a:lnTo>
                  <a:lnTo>
                    <a:pt x="1244162" y="281289"/>
                  </a:lnTo>
                  <a:lnTo>
                    <a:pt x="1282495" y="289956"/>
                  </a:lnTo>
                  <a:lnTo>
                    <a:pt x="1319382" y="298295"/>
                  </a:lnTo>
                  <a:lnTo>
                    <a:pt x="1354926" y="306332"/>
                  </a:lnTo>
                  <a:lnTo>
                    <a:pt x="1389224" y="314086"/>
                  </a:lnTo>
                  <a:lnTo>
                    <a:pt x="1422358" y="321577"/>
                  </a:lnTo>
                  <a:lnTo>
                    <a:pt x="1454406" y="328823"/>
                  </a:lnTo>
                  <a:lnTo>
                    <a:pt x="1485436" y="335838"/>
                  </a:lnTo>
                  <a:lnTo>
                    <a:pt x="1515512" y="342638"/>
                  </a:lnTo>
                  <a:lnTo>
                    <a:pt x="1544689" y="349235"/>
                  </a:lnTo>
                  <a:lnTo>
                    <a:pt x="1573021" y="355640"/>
                  </a:lnTo>
                  <a:lnTo>
                    <a:pt x="1600554" y="361865"/>
                  </a:lnTo>
                  <a:lnTo>
                    <a:pt x="1627333" y="367919"/>
                  </a:lnTo>
                  <a:lnTo>
                    <a:pt x="1653398" y="373812"/>
                  </a:lnTo>
                  <a:lnTo>
                    <a:pt x="1678786" y="379552"/>
                  </a:lnTo>
                  <a:lnTo>
                    <a:pt x="1703531" y="385147"/>
                  </a:lnTo>
                  <a:lnTo>
                    <a:pt x="1727665" y="390603"/>
                  </a:lnTo>
                  <a:lnTo>
                    <a:pt x="1751217" y="395928"/>
                  </a:lnTo>
                  <a:lnTo>
                    <a:pt x="1774215" y="401127"/>
                  </a:lnTo>
                  <a:lnTo>
                    <a:pt x="1796685" y="406208"/>
                  </a:lnTo>
                  <a:lnTo>
                    <a:pt x="1818649" y="411173"/>
                  </a:lnTo>
                  <a:lnTo>
                    <a:pt x="1840131" y="416030"/>
                  </a:lnTo>
                  <a:lnTo>
                    <a:pt x="1861150" y="420782"/>
                  </a:lnTo>
                  <a:lnTo>
                    <a:pt x="1881727" y="425435"/>
                  </a:lnTo>
                  <a:lnTo>
                    <a:pt x="1901880" y="429991"/>
                  </a:lnTo>
                  <a:lnTo>
                    <a:pt x="1921625" y="434455"/>
                  </a:lnTo>
                  <a:lnTo>
                    <a:pt x="1940980" y="438831"/>
                  </a:lnTo>
                  <a:lnTo>
                    <a:pt x="1959959" y="443122"/>
                  </a:lnTo>
                  <a:lnTo>
                    <a:pt x="1978576" y="447331"/>
                  </a:lnTo>
                  <a:lnTo>
                    <a:pt x="1996845" y="451461"/>
                  </a:lnTo>
                  <a:lnTo>
                    <a:pt x="2014779" y="455516"/>
                  </a:lnTo>
                  <a:lnTo>
                    <a:pt x="2032390" y="459498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6895612" y="2944014"/>
              <a:ext cx="2032390" cy="107499"/>
            </a:xfrm>
            <a:custGeom>
              <a:avLst/>
              <a:pathLst>
                <a:path w="2032390" h="107499">
                  <a:moveTo>
                    <a:pt x="0" y="107499"/>
                  </a:moveTo>
                  <a:lnTo>
                    <a:pt x="130510" y="100596"/>
                  </a:lnTo>
                  <a:lnTo>
                    <a:pt x="245627" y="94507"/>
                  </a:lnTo>
                  <a:lnTo>
                    <a:pt x="348604" y="89060"/>
                  </a:lnTo>
                  <a:lnTo>
                    <a:pt x="441758" y="84133"/>
                  </a:lnTo>
                  <a:lnTo>
                    <a:pt x="526800" y="79635"/>
                  </a:lnTo>
                  <a:lnTo>
                    <a:pt x="605032" y="75497"/>
                  </a:lnTo>
                  <a:lnTo>
                    <a:pt x="677463" y="71666"/>
                  </a:lnTo>
                  <a:lnTo>
                    <a:pt x="744895" y="68099"/>
                  </a:lnTo>
                  <a:lnTo>
                    <a:pt x="807973" y="64763"/>
                  </a:lnTo>
                  <a:lnTo>
                    <a:pt x="867226" y="61628"/>
                  </a:lnTo>
                  <a:lnTo>
                    <a:pt x="923091" y="58674"/>
                  </a:lnTo>
                  <a:lnTo>
                    <a:pt x="975935" y="55879"/>
                  </a:lnTo>
                  <a:lnTo>
                    <a:pt x="1026067" y="53227"/>
                  </a:lnTo>
                  <a:lnTo>
                    <a:pt x="1073754" y="50705"/>
                  </a:lnTo>
                  <a:lnTo>
                    <a:pt x="1119221" y="48300"/>
                  </a:lnTo>
                  <a:lnTo>
                    <a:pt x="1162667" y="46002"/>
                  </a:lnTo>
                  <a:lnTo>
                    <a:pt x="1204264" y="43802"/>
                  </a:lnTo>
                  <a:lnTo>
                    <a:pt x="1244162" y="41691"/>
                  </a:lnTo>
                  <a:lnTo>
                    <a:pt x="1282495" y="39664"/>
                  </a:lnTo>
                  <a:lnTo>
                    <a:pt x="1319382" y="37713"/>
                  </a:lnTo>
                  <a:lnTo>
                    <a:pt x="1354926" y="35833"/>
                  </a:lnTo>
                  <a:lnTo>
                    <a:pt x="1389224" y="34018"/>
                  </a:lnTo>
                  <a:lnTo>
                    <a:pt x="1422358" y="32266"/>
                  </a:lnTo>
                  <a:lnTo>
                    <a:pt x="1454406" y="30571"/>
                  </a:lnTo>
                  <a:lnTo>
                    <a:pt x="1485436" y="28929"/>
                  </a:lnTo>
                  <a:lnTo>
                    <a:pt x="1515512" y="27339"/>
                  </a:lnTo>
                  <a:lnTo>
                    <a:pt x="1544689" y="25795"/>
                  </a:lnTo>
                  <a:lnTo>
                    <a:pt x="1573021" y="24297"/>
                  </a:lnTo>
                  <a:lnTo>
                    <a:pt x="1600554" y="22841"/>
                  </a:lnTo>
                  <a:lnTo>
                    <a:pt x="1627333" y="21424"/>
                  </a:lnTo>
                  <a:lnTo>
                    <a:pt x="1653398" y="20045"/>
                  </a:lnTo>
                  <a:lnTo>
                    <a:pt x="1678786" y="18703"/>
                  </a:lnTo>
                  <a:lnTo>
                    <a:pt x="1703531" y="17394"/>
                  </a:lnTo>
                  <a:lnTo>
                    <a:pt x="1727665" y="16117"/>
                  </a:lnTo>
                  <a:lnTo>
                    <a:pt x="1751217" y="14872"/>
                  </a:lnTo>
                  <a:lnTo>
                    <a:pt x="1774215" y="13655"/>
                  </a:lnTo>
                  <a:lnTo>
                    <a:pt x="1796685" y="12467"/>
                  </a:lnTo>
                  <a:lnTo>
                    <a:pt x="1818649" y="11305"/>
                  </a:lnTo>
                  <a:lnTo>
                    <a:pt x="1840131" y="10169"/>
                  </a:lnTo>
                  <a:lnTo>
                    <a:pt x="1861150" y="9057"/>
                  </a:lnTo>
                  <a:lnTo>
                    <a:pt x="1881727" y="7969"/>
                  </a:lnTo>
                  <a:lnTo>
                    <a:pt x="1901880" y="6903"/>
                  </a:lnTo>
                  <a:lnTo>
                    <a:pt x="1921625" y="5858"/>
                  </a:lnTo>
                  <a:lnTo>
                    <a:pt x="1940980" y="4834"/>
                  </a:lnTo>
                  <a:lnTo>
                    <a:pt x="1959959" y="3831"/>
                  </a:lnTo>
                  <a:lnTo>
                    <a:pt x="1978576" y="2846"/>
                  </a:lnTo>
                  <a:lnTo>
                    <a:pt x="1996845" y="1880"/>
                  </a:lnTo>
                  <a:lnTo>
                    <a:pt x="2014779" y="931"/>
                  </a:lnTo>
                  <a:lnTo>
                    <a:pt x="203239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6895612" y="3060075"/>
              <a:ext cx="2032390" cy="136062"/>
            </a:xfrm>
            <a:custGeom>
              <a:avLst/>
              <a:pathLst>
                <a:path w="2032390" h="136062">
                  <a:moveTo>
                    <a:pt x="0" y="0"/>
                  </a:moveTo>
                  <a:lnTo>
                    <a:pt x="130510" y="8737"/>
                  </a:lnTo>
                  <a:lnTo>
                    <a:pt x="245627" y="16444"/>
                  </a:lnTo>
                  <a:lnTo>
                    <a:pt x="348604" y="23338"/>
                  </a:lnTo>
                  <a:lnTo>
                    <a:pt x="441758" y="29574"/>
                  </a:lnTo>
                  <a:lnTo>
                    <a:pt x="526800" y="35267"/>
                  </a:lnTo>
                  <a:lnTo>
                    <a:pt x="605032" y="40505"/>
                  </a:lnTo>
                  <a:lnTo>
                    <a:pt x="677463" y="45354"/>
                  </a:lnTo>
                  <a:lnTo>
                    <a:pt x="744895" y="49868"/>
                  </a:lnTo>
                  <a:lnTo>
                    <a:pt x="807973" y="54091"/>
                  </a:lnTo>
                  <a:lnTo>
                    <a:pt x="867226" y="58058"/>
                  </a:lnTo>
                  <a:lnTo>
                    <a:pt x="923091" y="61798"/>
                  </a:lnTo>
                  <a:lnTo>
                    <a:pt x="975935" y="65336"/>
                  </a:lnTo>
                  <a:lnTo>
                    <a:pt x="1026067" y="68692"/>
                  </a:lnTo>
                  <a:lnTo>
                    <a:pt x="1073754" y="71884"/>
                  </a:lnTo>
                  <a:lnTo>
                    <a:pt x="1119221" y="74928"/>
                  </a:lnTo>
                  <a:lnTo>
                    <a:pt x="1162667" y="77837"/>
                  </a:lnTo>
                  <a:lnTo>
                    <a:pt x="1204264" y="80622"/>
                  </a:lnTo>
                  <a:lnTo>
                    <a:pt x="1244162" y="83293"/>
                  </a:lnTo>
                  <a:lnTo>
                    <a:pt x="1282495" y="85859"/>
                  </a:lnTo>
                  <a:lnTo>
                    <a:pt x="1319382" y="88328"/>
                  </a:lnTo>
                  <a:lnTo>
                    <a:pt x="1354926" y="90708"/>
                  </a:lnTo>
                  <a:lnTo>
                    <a:pt x="1389224" y="93004"/>
                  </a:lnTo>
                  <a:lnTo>
                    <a:pt x="1422358" y="95222"/>
                  </a:lnTo>
                  <a:lnTo>
                    <a:pt x="1454406" y="97368"/>
                  </a:lnTo>
                  <a:lnTo>
                    <a:pt x="1485436" y="99445"/>
                  </a:lnTo>
                  <a:lnTo>
                    <a:pt x="1515512" y="101459"/>
                  </a:lnTo>
                  <a:lnTo>
                    <a:pt x="1544689" y="103412"/>
                  </a:lnTo>
                  <a:lnTo>
                    <a:pt x="1573021" y="105309"/>
                  </a:lnTo>
                  <a:lnTo>
                    <a:pt x="1600554" y="107152"/>
                  </a:lnTo>
                  <a:lnTo>
                    <a:pt x="1627333" y="108945"/>
                  </a:lnTo>
                  <a:lnTo>
                    <a:pt x="1653398" y="110690"/>
                  </a:lnTo>
                  <a:lnTo>
                    <a:pt x="1678786" y="112389"/>
                  </a:lnTo>
                  <a:lnTo>
                    <a:pt x="1703531" y="114046"/>
                  </a:lnTo>
                  <a:lnTo>
                    <a:pt x="1727665" y="115662"/>
                  </a:lnTo>
                  <a:lnTo>
                    <a:pt x="1751217" y="117238"/>
                  </a:lnTo>
                  <a:lnTo>
                    <a:pt x="1774215" y="118778"/>
                  </a:lnTo>
                  <a:lnTo>
                    <a:pt x="1796685" y="120282"/>
                  </a:lnTo>
                  <a:lnTo>
                    <a:pt x="1818649" y="121753"/>
                  </a:lnTo>
                  <a:lnTo>
                    <a:pt x="1840131" y="123191"/>
                  </a:lnTo>
                  <a:lnTo>
                    <a:pt x="1861150" y="124598"/>
                  </a:lnTo>
                  <a:lnTo>
                    <a:pt x="1881727" y="125976"/>
                  </a:lnTo>
                  <a:lnTo>
                    <a:pt x="1901880" y="127325"/>
                  </a:lnTo>
                  <a:lnTo>
                    <a:pt x="1921625" y="128647"/>
                  </a:lnTo>
                  <a:lnTo>
                    <a:pt x="1940980" y="129943"/>
                  </a:lnTo>
                  <a:lnTo>
                    <a:pt x="1959959" y="131213"/>
                  </a:lnTo>
                  <a:lnTo>
                    <a:pt x="1978576" y="132460"/>
                  </a:lnTo>
                  <a:lnTo>
                    <a:pt x="1996845" y="133683"/>
                  </a:lnTo>
                  <a:lnTo>
                    <a:pt x="2014779" y="134883"/>
                  </a:lnTo>
                  <a:lnTo>
                    <a:pt x="2032390" y="136062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6895612" y="2766084"/>
              <a:ext cx="2032390" cy="79938"/>
            </a:xfrm>
            <a:custGeom>
              <a:avLst/>
              <a:pathLst>
                <a:path w="2032390" h="79938">
                  <a:moveTo>
                    <a:pt x="0" y="79938"/>
                  </a:moveTo>
                  <a:lnTo>
                    <a:pt x="130510" y="74805"/>
                  </a:lnTo>
                  <a:lnTo>
                    <a:pt x="245627" y="70277"/>
                  </a:lnTo>
                  <a:lnTo>
                    <a:pt x="348604" y="66227"/>
                  </a:lnTo>
                  <a:lnTo>
                    <a:pt x="441758" y="62563"/>
                  </a:lnTo>
                  <a:lnTo>
                    <a:pt x="526800" y="59218"/>
                  </a:lnTo>
                  <a:lnTo>
                    <a:pt x="605032" y="56141"/>
                  </a:lnTo>
                  <a:lnTo>
                    <a:pt x="677463" y="53292"/>
                  </a:lnTo>
                  <a:lnTo>
                    <a:pt x="744895" y="50640"/>
                  </a:lnTo>
                  <a:lnTo>
                    <a:pt x="807973" y="48159"/>
                  </a:lnTo>
                  <a:lnTo>
                    <a:pt x="867226" y="45828"/>
                  </a:lnTo>
                  <a:lnTo>
                    <a:pt x="923091" y="43631"/>
                  </a:lnTo>
                  <a:lnTo>
                    <a:pt x="975935" y="41552"/>
                  </a:lnTo>
                  <a:lnTo>
                    <a:pt x="1026067" y="39581"/>
                  </a:lnTo>
                  <a:lnTo>
                    <a:pt x="1073754" y="37705"/>
                  </a:lnTo>
                  <a:lnTo>
                    <a:pt x="1119221" y="35917"/>
                  </a:lnTo>
                  <a:lnTo>
                    <a:pt x="1162667" y="34208"/>
                  </a:lnTo>
                  <a:lnTo>
                    <a:pt x="1204264" y="32572"/>
                  </a:lnTo>
                  <a:lnTo>
                    <a:pt x="1244162" y="31002"/>
                  </a:lnTo>
                  <a:lnTo>
                    <a:pt x="1282495" y="29495"/>
                  </a:lnTo>
                  <a:lnTo>
                    <a:pt x="1319382" y="28044"/>
                  </a:lnTo>
                  <a:lnTo>
                    <a:pt x="1354926" y="26646"/>
                  </a:lnTo>
                  <a:lnTo>
                    <a:pt x="1389224" y="25297"/>
                  </a:lnTo>
                  <a:lnTo>
                    <a:pt x="1422358" y="23994"/>
                  </a:lnTo>
                  <a:lnTo>
                    <a:pt x="1454406" y="22733"/>
                  </a:lnTo>
                  <a:lnTo>
                    <a:pt x="1485436" y="21512"/>
                  </a:lnTo>
                  <a:lnTo>
                    <a:pt x="1515512" y="20330"/>
                  </a:lnTo>
                  <a:lnTo>
                    <a:pt x="1544689" y="19182"/>
                  </a:lnTo>
                  <a:lnTo>
                    <a:pt x="1573021" y="18068"/>
                  </a:lnTo>
                  <a:lnTo>
                    <a:pt x="1600554" y="16985"/>
                  </a:lnTo>
                  <a:lnTo>
                    <a:pt x="1627333" y="15931"/>
                  </a:lnTo>
                  <a:lnTo>
                    <a:pt x="1653398" y="14906"/>
                  </a:lnTo>
                  <a:lnTo>
                    <a:pt x="1678786" y="13908"/>
                  </a:lnTo>
                  <a:lnTo>
                    <a:pt x="1703531" y="12934"/>
                  </a:lnTo>
                  <a:lnTo>
                    <a:pt x="1727665" y="11985"/>
                  </a:lnTo>
                  <a:lnTo>
                    <a:pt x="1751217" y="11059"/>
                  </a:lnTo>
                  <a:lnTo>
                    <a:pt x="1774215" y="10154"/>
                  </a:lnTo>
                  <a:lnTo>
                    <a:pt x="1796685" y="9270"/>
                  </a:lnTo>
                  <a:lnTo>
                    <a:pt x="1818649" y="8406"/>
                  </a:lnTo>
                  <a:lnTo>
                    <a:pt x="1840131" y="7562"/>
                  </a:lnTo>
                  <a:lnTo>
                    <a:pt x="1861150" y="6735"/>
                  </a:lnTo>
                  <a:lnTo>
                    <a:pt x="1881727" y="5925"/>
                  </a:lnTo>
                  <a:lnTo>
                    <a:pt x="1901880" y="5133"/>
                  </a:lnTo>
                  <a:lnTo>
                    <a:pt x="1921625" y="4356"/>
                  </a:lnTo>
                  <a:lnTo>
                    <a:pt x="1940980" y="3595"/>
                  </a:lnTo>
                  <a:lnTo>
                    <a:pt x="1959959" y="2848"/>
                  </a:lnTo>
                  <a:lnTo>
                    <a:pt x="1978576" y="2116"/>
                  </a:lnTo>
                  <a:lnTo>
                    <a:pt x="1996845" y="1398"/>
                  </a:lnTo>
                  <a:lnTo>
                    <a:pt x="2014779" y="692"/>
                  </a:lnTo>
                  <a:lnTo>
                    <a:pt x="2032390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6" name="rc295"/>
            <p:cNvSpPr/>
            <p:nvPr/>
          </p:nvSpPr>
          <p:spPr>
            <a:xfrm>
              <a:off x="6742685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6742685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6704728" y="300123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6704728" y="238321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6704728" y="176518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6742685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6895612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7573075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8250539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8928002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tx305"/>
            <p:cNvSpPr/>
            <p:nvPr/>
          </p:nvSpPr>
          <p:spPr>
            <a:xfrm>
              <a:off x="6742685" y="1110514"/>
              <a:ext cx="779891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LDMC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9362389" y="1353673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9510472" y="290568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9471864" y="272951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9440612" y="263435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9465893" y="304426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9520984" y="310920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9438939" y="187844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9511507" y="292466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9464189" y="248004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9467325" y="291345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9471121" y="303533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10133352" y="272100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10124418" y="293186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10161751" y="230718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10205358" y="300482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10121068" y="289230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10116501" y="246811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10193156" y="311538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10137972" y="292494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10176030" y="277436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10178787" y="146151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10202824" y="200099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10169513" y="279559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10138860" y="270677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10195650" y="309870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10116559" y="281480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10202529" y="270683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10200559" y="298535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0160006" y="288426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0845269" y="331400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0876963" y="292873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0806911" y="2888248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10834310" y="268872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10860577" y="185696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0818125" y="170773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10798733" y="228236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0827041" y="248589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0851087" y="251257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10852430" y="237179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10849643" y="245157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10858733" y="234806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10862549" y="294208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0879878" y="274860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10816388" y="288461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10843919" y="219459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10801953" y="236336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0864361" y="271571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10883198" y="244855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10836338" y="141911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11536120" y="247381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11502948" y="267594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11553564" y="247750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11550504" y="246375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11550977" y="258274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1486778" y="248994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11526373" y="229250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11507170" y="246905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1536310" y="286901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11524931" y="201109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1545630" y="287143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11524143" y="284544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11496713" y="268369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11501457" y="251734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11473933" y="254569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11535216" y="286995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1539834" y="232691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1514693" y="257119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1481628" y="268586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1555644" y="255335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1555935" y="269182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11530322" y="212196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11500212" y="2590950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11539728" y="249029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9509330" y="2484584"/>
              <a:ext cx="2033684" cy="252241"/>
            </a:xfrm>
            <a:custGeom>
              <a:avLst/>
              <a:pathLst>
                <a:path w="2033684" h="252241">
                  <a:moveTo>
                    <a:pt x="0" y="252241"/>
                  </a:moveTo>
                  <a:lnTo>
                    <a:pt x="130593" y="236043"/>
                  </a:lnTo>
                  <a:lnTo>
                    <a:pt x="245784" y="221756"/>
                  </a:lnTo>
                  <a:lnTo>
                    <a:pt x="348826" y="208975"/>
                  </a:lnTo>
                  <a:lnTo>
                    <a:pt x="442039" y="197414"/>
                  </a:lnTo>
                  <a:lnTo>
                    <a:pt x="527136" y="186859"/>
                  </a:lnTo>
                  <a:lnTo>
                    <a:pt x="605417" y="177150"/>
                  </a:lnTo>
                  <a:lnTo>
                    <a:pt x="677894" y="168160"/>
                  </a:lnTo>
                  <a:lnTo>
                    <a:pt x="745369" y="159791"/>
                  </a:lnTo>
                  <a:lnTo>
                    <a:pt x="808487" y="151963"/>
                  </a:lnTo>
                  <a:lnTo>
                    <a:pt x="867778" y="144609"/>
                  </a:lnTo>
                  <a:lnTo>
                    <a:pt x="923678" y="137675"/>
                  </a:lnTo>
                  <a:lnTo>
                    <a:pt x="976556" y="131117"/>
                  </a:lnTo>
                  <a:lnTo>
                    <a:pt x="1026721" y="124895"/>
                  </a:lnTo>
                  <a:lnTo>
                    <a:pt x="1074437" y="118976"/>
                  </a:lnTo>
                  <a:lnTo>
                    <a:pt x="1119933" y="113333"/>
                  </a:lnTo>
                  <a:lnTo>
                    <a:pt x="1163407" y="107941"/>
                  </a:lnTo>
                  <a:lnTo>
                    <a:pt x="1205030" y="102779"/>
                  </a:lnTo>
                  <a:lnTo>
                    <a:pt x="1244954" y="97827"/>
                  </a:lnTo>
                  <a:lnTo>
                    <a:pt x="1283312" y="93069"/>
                  </a:lnTo>
                  <a:lnTo>
                    <a:pt x="1320221" y="88491"/>
                  </a:lnTo>
                  <a:lnTo>
                    <a:pt x="1355789" y="84080"/>
                  </a:lnTo>
                  <a:lnTo>
                    <a:pt x="1390108" y="79823"/>
                  </a:lnTo>
                  <a:lnTo>
                    <a:pt x="1423264" y="75711"/>
                  </a:lnTo>
                  <a:lnTo>
                    <a:pt x="1455332" y="71733"/>
                  </a:lnTo>
                  <a:lnTo>
                    <a:pt x="1486382" y="67882"/>
                  </a:lnTo>
                  <a:lnTo>
                    <a:pt x="1516476" y="64150"/>
                  </a:lnTo>
                  <a:lnTo>
                    <a:pt x="1545673" y="60528"/>
                  </a:lnTo>
                  <a:lnTo>
                    <a:pt x="1574022" y="57012"/>
                  </a:lnTo>
                  <a:lnTo>
                    <a:pt x="1601573" y="53595"/>
                  </a:lnTo>
                  <a:lnTo>
                    <a:pt x="1628369" y="50271"/>
                  </a:lnTo>
                  <a:lnTo>
                    <a:pt x="1654451" y="47036"/>
                  </a:lnTo>
                  <a:lnTo>
                    <a:pt x="1679855" y="43886"/>
                  </a:lnTo>
                  <a:lnTo>
                    <a:pt x="1704615" y="40814"/>
                  </a:lnTo>
                  <a:lnTo>
                    <a:pt x="1728765" y="37819"/>
                  </a:lnTo>
                  <a:lnTo>
                    <a:pt x="1752332" y="34896"/>
                  </a:lnTo>
                  <a:lnTo>
                    <a:pt x="1775345" y="32042"/>
                  </a:lnTo>
                  <a:lnTo>
                    <a:pt x="1797828" y="29253"/>
                  </a:lnTo>
                  <a:lnTo>
                    <a:pt x="1819807" y="26527"/>
                  </a:lnTo>
                  <a:lnTo>
                    <a:pt x="1841302" y="23861"/>
                  </a:lnTo>
                  <a:lnTo>
                    <a:pt x="1862335" y="21252"/>
                  </a:lnTo>
                  <a:lnTo>
                    <a:pt x="1882925" y="18698"/>
                  </a:lnTo>
                  <a:lnTo>
                    <a:pt x="1903090" y="16197"/>
                  </a:lnTo>
                  <a:lnTo>
                    <a:pt x="1922849" y="13747"/>
                  </a:lnTo>
                  <a:lnTo>
                    <a:pt x="1942215" y="11344"/>
                  </a:lnTo>
                  <a:lnTo>
                    <a:pt x="1961206" y="8989"/>
                  </a:lnTo>
                  <a:lnTo>
                    <a:pt x="1979835" y="6678"/>
                  </a:lnTo>
                  <a:lnTo>
                    <a:pt x="1998116" y="4411"/>
                  </a:lnTo>
                  <a:lnTo>
                    <a:pt x="2016061" y="2185"/>
                  </a:lnTo>
                  <a:lnTo>
                    <a:pt x="2033684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9509330" y="2568557"/>
              <a:ext cx="2033684" cy="494027"/>
            </a:xfrm>
            <a:custGeom>
              <a:avLst/>
              <a:pathLst>
                <a:path w="2033684" h="494027">
                  <a:moveTo>
                    <a:pt x="0" y="494027"/>
                  </a:moveTo>
                  <a:lnTo>
                    <a:pt x="130593" y="462303"/>
                  </a:lnTo>
                  <a:lnTo>
                    <a:pt x="245784" y="434320"/>
                  </a:lnTo>
                  <a:lnTo>
                    <a:pt x="348826" y="409289"/>
                  </a:lnTo>
                  <a:lnTo>
                    <a:pt x="442039" y="386646"/>
                  </a:lnTo>
                  <a:lnTo>
                    <a:pt x="527136" y="365974"/>
                  </a:lnTo>
                  <a:lnTo>
                    <a:pt x="605417" y="346957"/>
                  </a:lnTo>
                  <a:lnTo>
                    <a:pt x="677894" y="329351"/>
                  </a:lnTo>
                  <a:lnTo>
                    <a:pt x="745369" y="312960"/>
                  </a:lnTo>
                  <a:lnTo>
                    <a:pt x="808487" y="297627"/>
                  </a:lnTo>
                  <a:lnTo>
                    <a:pt x="867778" y="283224"/>
                  </a:lnTo>
                  <a:lnTo>
                    <a:pt x="923678" y="269645"/>
                  </a:lnTo>
                  <a:lnTo>
                    <a:pt x="976556" y="256799"/>
                  </a:lnTo>
                  <a:lnTo>
                    <a:pt x="1026721" y="244613"/>
                  </a:lnTo>
                  <a:lnTo>
                    <a:pt x="1074437" y="233022"/>
                  </a:lnTo>
                  <a:lnTo>
                    <a:pt x="1119933" y="221970"/>
                  </a:lnTo>
                  <a:lnTo>
                    <a:pt x="1163407" y="211409"/>
                  </a:lnTo>
                  <a:lnTo>
                    <a:pt x="1205030" y="201298"/>
                  </a:lnTo>
                  <a:lnTo>
                    <a:pt x="1244954" y="191600"/>
                  </a:lnTo>
                  <a:lnTo>
                    <a:pt x="1283312" y="182282"/>
                  </a:lnTo>
                  <a:lnTo>
                    <a:pt x="1320221" y="173315"/>
                  </a:lnTo>
                  <a:lnTo>
                    <a:pt x="1355789" y="164675"/>
                  </a:lnTo>
                  <a:lnTo>
                    <a:pt x="1390108" y="156338"/>
                  </a:lnTo>
                  <a:lnTo>
                    <a:pt x="1423264" y="148284"/>
                  </a:lnTo>
                  <a:lnTo>
                    <a:pt x="1455332" y="140494"/>
                  </a:lnTo>
                  <a:lnTo>
                    <a:pt x="1486382" y="132951"/>
                  </a:lnTo>
                  <a:lnTo>
                    <a:pt x="1516476" y="125641"/>
                  </a:lnTo>
                  <a:lnTo>
                    <a:pt x="1545673" y="118548"/>
                  </a:lnTo>
                  <a:lnTo>
                    <a:pt x="1574022" y="111662"/>
                  </a:lnTo>
                  <a:lnTo>
                    <a:pt x="1601573" y="104969"/>
                  </a:lnTo>
                  <a:lnTo>
                    <a:pt x="1628369" y="98459"/>
                  </a:lnTo>
                  <a:lnTo>
                    <a:pt x="1654451" y="92124"/>
                  </a:lnTo>
                  <a:lnTo>
                    <a:pt x="1679855" y="85952"/>
                  </a:lnTo>
                  <a:lnTo>
                    <a:pt x="1704615" y="79938"/>
                  </a:lnTo>
                  <a:lnTo>
                    <a:pt x="1728765" y="74071"/>
                  </a:lnTo>
                  <a:lnTo>
                    <a:pt x="1752332" y="68346"/>
                  </a:lnTo>
                  <a:lnTo>
                    <a:pt x="1775345" y="62756"/>
                  </a:lnTo>
                  <a:lnTo>
                    <a:pt x="1797828" y="57294"/>
                  </a:lnTo>
                  <a:lnTo>
                    <a:pt x="1819807" y="51955"/>
                  </a:lnTo>
                  <a:lnTo>
                    <a:pt x="1841302" y="46733"/>
                  </a:lnTo>
                  <a:lnTo>
                    <a:pt x="1862335" y="41624"/>
                  </a:lnTo>
                  <a:lnTo>
                    <a:pt x="1882925" y="36622"/>
                  </a:lnTo>
                  <a:lnTo>
                    <a:pt x="1903090" y="31723"/>
                  </a:lnTo>
                  <a:lnTo>
                    <a:pt x="1922849" y="26924"/>
                  </a:lnTo>
                  <a:lnTo>
                    <a:pt x="1942215" y="22219"/>
                  </a:lnTo>
                  <a:lnTo>
                    <a:pt x="1961206" y="17606"/>
                  </a:lnTo>
                  <a:lnTo>
                    <a:pt x="1979835" y="13080"/>
                  </a:lnTo>
                  <a:lnTo>
                    <a:pt x="1998116" y="8640"/>
                  </a:lnTo>
                  <a:lnTo>
                    <a:pt x="2016061" y="4280"/>
                  </a:lnTo>
                  <a:lnTo>
                    <a:pt x="2033684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9509330" y="2654391"/>
              <a:ext cx="2033684" cy="87283"/>
            </a:xfrm>
            <a:custGeom>
              <a:avLst/>
              <a:pathLst>
                <a:path w="2033684" h="87283">
                  <a:moveTo>
                    <a:pt x="0" y="87283"/>
                  </a:moveTo>
                  <a:lnTo>
                    <a:pt x="130593" y="81678"/>
                  </a:lnTo>
                  <a:lnTo>
                    <a:pt x="245784" y="76734"/>
                  </a:lnTo>
                  <a:lnTo>
                    <a:pt x="348826" y="72312"/>
                  </a:lnTo>
                  <a:lnTo>
                    <a:pt x="442039" y="68311"/>
                  </a:lnTo>
                  <a:lnTo>
                    <a:pt x="527136" y="64659"/>
                  </a:lnTo>
                  <a:lnTo>
                    <a:pt x="605417" y="61299"/>
                  </a:lnTo>
                  <a:lnTo>
                    <a:pt x="677894" y="58189"/>
                  </a:lnTo>
                  <a:lnTo>
                    <a:pt x="745369" y="55293"/>
                  </a:lnTo>
                  <a:lnTo>
                    <a:pt x="808487" y="52584"/>
                  </a:lnTo>
                  <a:lnTo>
                    <a:pt x="867778" y="50039"/>
                  </a:lnTo>
                  <a:lnTo>
                    <a:pt x="923678" y="47640"/>
                  </a:lnTo>
                  <a:lnTo>
                    <a:pt x="976556" y="45370"/>
                  </a:lnTo>
                  <a:lnTo>
                    <a:pt x="1026721" y="43217"/>
                  </a:lnTo>
                  <a:lnTo>
                    <a:pt x="1074437" y="41169"/>
                  </a:lnTo>
                  <a:lnTo>
                    <a:pt x="1119933" y="39217"/>
                  </a:lnTo>
                  <a:lnTo>
                    <a:pt x="1163407" y="37351"/>
                  </a:lnTo>
                  <a:lnTo>
                    <a:pt x="1205030" y="35564"/>
                  </a:lnTo>
                  <a:lnTo>
                    <a:pt x="1244954" y="33851"/>
                  </a:lnTo>
                  <a:lnTo>
                    <a:pt x="1283312" y="32205"/>
                  </a:lnTo>
                  <a:lnTo>
                    <a:pt x="1320221" y="30621"/>
                  </a:lnTo>
                  <a:lnTo>
                    <a:pt x="1355789" y="29094"/>
                  </a:lnTo>
                  <a:lnTo>
                    <a:pt x="1390108" y="27621"/>
                  </a:lnTo>
                  <a:lnTo>
                    <a:pt x="1423264" y="26198"/>
                  </a:lnTo>
                  <a:lnTo>
                    <a:pt x="1455332" y="24822"/>
                  </a:lnTo>
                  <a:lnTo>
                    <a:pt x="1486382" y="23489"/>
                  </a:lnTo>
                  <a:lnTo>
                    <a:pt x="1516476" y="22198"/>
                  </a:lnTo>
                  <a:lnTo>
                    <a:pt x="1545673" y="20944"/>
                  </a:lnTo>
                  <a:lnTo>
                    <a:pt x="1574022" y="19728"/>
                  </a:lnTo>
                  <a:lnTo>
                    <a:pt x="1601573" y="18545"/>
                  </a:lnTo>
                  <a:lnTo>
                    <a:pt x="1628369" y="17395"/>
                  </a:lnTo>
                  <a:lnTo>
                    <a:pt x="1654451" y="16276"/>
                  </a:lnTo>
                  <a:lnTo>
                    <a:pt x="1679855" y="15185"/>
                  </a:lnTo>
                  <a:lnTo>
                    <a:pt x="1704615" y="14123"/>
                  </a:lnTo>
                  <a:lnTo>
                    <a:pt x="1728765" y="13086"/>
                  </a:lnTo>
                  <a:lnTo>
                    <a:pt x="1752332" y="12075"/>
                  </a:lnTo>
                  <a:lnTo>
                    <a:pt x="1775345" y="11087"/>
                  </a:lnTo>
                  <a:lnTo>
                    <a:pt x="1797828" y="10122"/>
                  </a:lnTo>
                  <a:lnTo>
                    <a:pt x="1819807" y="9179"/>
                  </a:lnTo>
                  <a:lnTo>
                    <a:pt x="1841302" y="8256"/>
                  </a:lnTo>
                  <a:lnTo>
                    <a:pt x="1862335" y="7354"/>
                  </a:lnTo>
                  <a:lnTo>
                    <a:pt x="1882925" y="6470"/>
                  </a:lnTo>
                  <a:lnTo>
                    <a:pt x="1903090" y="5604"/>
                  </a:lnTo>
                  <a:lnTo>
                    <a:pt x="1922849" y="4756"/>
                  </a:lnTo>
                  <a:lnTo>
                    <a:pt x="1942215" y="3925"/>
                  </a:lnTo>
                  <a:lnTo>
                    <a:pt x="1961206" y="3110"/>
                  </a:lnTo>
                  <a:lnTo>
                    <a:pt x="1979835" y="2311"/>
                  </a:lnTo>
                  <a:lnTo>
                    <a:pt x="1998116" y="1526"/>
                  </a:lnTo>
                  <a:lnTo>
                    <a:pt x="2016061" y="756"/>
                  </a:lnTo>
                  <a:lnTo>
                    <a:pt x="2033684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9509330" y="1892380"/>
              <a:ext cx="2033684" cy="1143606"/>
            </a:xfrm>
            <a:custGeom>
              <a:avLst/>
              <a:pathLst>
                <a:path w="2033684" h="1143606">
                  <a:moveTo>
                    <a:pt x="0" y="1143606"/>
                  </a:moveTo>
                  <a:lnTo>
                    <a:pt x="130593" y="1070169"/>
                  </a:lnTo>
                  <a:lnTo>
                    <a:pt x="245784" y="1005394"/>
                  </a:lnTo>
                  <a:lnTo>
                    <a:pt x="348826" y="947450"/>
                  </a:lnTo>
                  <a:lnTo>
                    <a:pt x="442039" y="895033"/>
                  </a:lnTo>
                  <a:lnTo>
                    <a:pt x="527136" y="847180"/>
                  </a:lnTo>
                  <a:lnTo>
                    <a:pt x="605417" y="803160"/>
                  </a:lnTo>
                  <a:lnTo>
                    <a:pt x="677894" y="762404"/>
                  </a:lnTo>
                  <a:lnTo>
                    <a:pt x="745369" y="724461"/>
                  </a:lnTo>
                  <a:lnTo>
                    <a:pt x="808487" y="688967"/>
                  </a:lnTo>
                  <a:lnTo>
                    <a:pt x="867778" y="655626"/>
                  </a:lnTo>
                  <a:lnTo>
                    <a:pt x="923678" y="624191"/>
                  </a:lnTo>
                  <a:lnTo>
                    <a:pt x="976556" y="594457"/>
                  </a:lnTo>
                  <a:lnTo>
                    <a:pt x="1026721" y="566247"/>
                  </a:lnTo>
                  <a:lnTo>
                    <a:pt x="1074437" y="539415"/>
                  </a:lnTo>
                  <a:lnTo>
                    <a:pt x="1119933" y="513831"/>
                  </a:lnTo>
                  <a:lnTo>
                    <a:pt x="1163407" y="489384"/>
                  </a:lnTo>
                  <a:lnTo>
                    <a:pt x="1205030" y="465978"/>
                  </a:lnTo>
                  <a:lnTo>
                    <a:pt x="1244954" y="443528"/>
                  </a:lnTo>
                  <a:lnTo>
                    <a:pt x="1283312" y="421958"/>
                  </a:lnTo>
                  <a:lnTo>
                    <a:pt x="1320221" y="401202"/>
                  </a:lnTo>
                  <a:lnTo>
                    <a:pt x="1355789" y="381202"/>
                  </a:lnTo>
                  <a:lnTo>
                    <a:pt x="1390108" y="361903"/>
                  </a:lnTo>
                  <a:lnTo>
                    <a:pt x="1423264" y="343258"/>
                  </a:lnTo>
                  <a:lnTo>
                    <a:pt x="1455332" y="325225"/>
                  </a:lnTo>
                  <a:lnTo>
                    <a:pt x="1486382" y="307765"/>
                  </a:lnTo>
                  <a:lnTo>
                    <a:pt x="1516476" y="290842"/>
                  </a:lnTo>
                  <a:lnTo>
                    <a:pt x="1545673" y="274424"/>
                  </a:lnTo>
                  <a:lnTo>
                    <a:pt x="1574022" y="258482"/>
                  </a:lnTo>
                  <a:lnTo>
                    <a:pt x="1601573" y="242989"/>
                  </a:lnTo>
                  <a:lnTo>
                    <a:pt x="1628369" y="227921"/>
                  </a:lnTo>
                  <a:lnTo>
                    <a:pt x="1654451" y="213254"/>
                  </a:lnTo>
                  <a:lnTo>
                    <a:pt x="1679855" y="198969"/>
                  </a:lnTo>
                  <a:lnTo>
                    <a:pt x="1704615" y="185045"/>
                  </a:lnTo>
                  <a:lnTo>
                    <a:pt x="1728765" y="171465"/>
                  </a:lnTo>
                  <a:lnTo>
                    <a:pt x="1752332" y="158213"/>
                  </a:lnTo>
                  <a:lnTo>
                    <a:pt x="1775345" y="145272"/>
                  </a:lnTo>
                  <a:lnTo>
                    <a:pt x="1797828" y="132629"/>
                  </a:lnTo>
                  <a:lnTo>
                    <a:pt x="1819807" y="120269"/>
                  </a:lnTo>
                  <a:lnTo>
                    <a:pt x="1841302" y="108182"/>
                  </a:lnTo>
                  <a:lnTo>
                    <a:pt x="1862335" y="96354"/>
                  </a:lnTo>
                  <a:lnTo>
                    <a:pt x="1882925" y="84776"/>
                  </a:lnTo>
                  <a:lnTo>
                    <a:pt x="1903090" y="73436"/>
                  </a:lnTo>
                  <a:lnTo>
                    <a:pt x="1922849" y="62326"/>
                  </a:lnTo>
                  <a:lnTo>
                    <a:pt x="1942215" y="51435"/>
                  </a:lnTo>
                  <a:lnTo>
                    <a:pt x="1961206" y="40756"/>
                  </a:lnTo>
                  <a:lnTo>
                    <a:pt x="1979835" y="30280"/>
                  </a:lnTo>
                  <a:lnTo>
                    <a:pt x="1998116" y="20000"/>
                  </a:lnTo>
                  <a:lnTo>
                    <a:pt x="2016061" y="9909"/>
                  </a:lnTo>
                  <a:lnTo>
                    <a:pt x="2033684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9509330" y="2493299"/>
              <a:ext cx="2033684" cy="294471"/>
            </a:xfrm>
            <a:custGeom>
              <a:avLst/>
              <a:pathLst>
                <a:path w="2033684" h="294471">
                  <a:moveTo>
                    <a:pt x="0" y="0"/>
                  </a:moveTo>
                  <a:lnTo>
                    <a:pt x="130593" y="18909"/>
                  </a:lnTo>
                  <a:lnTo>
                    <a:pt x="245784" y="35588"/>
                  </a:lnTo>
                  <a:lnTo>
                    <a:pt x="348826" y="50508"/>
                  </a:lnTo>
                  <a:lnTo>
                    <a:pt x="442039" y="64005"/>
                  </a:lnTo>
                  <a:lnTo>
                    <a:pt x="527136" y="76327"/>
                  </a:lnTo>
                  <a:lnTo>
                    <a:pt x="605417" y="87662"/>
                  </a:lnTo>
                  <a:lnTo>
                    <a:pt x="677894" y="98157"/>
                  </a:lnTo>
                  <a:lnTo>
                    <a:pt x="745369" y="107927"/>
                  </a:lnTo>
                  <a:lnTo>
                    <a:pt x="808487" y="117066"/>
                  </a:lnTo>
                  <a:lnTo>
                    <a:pt x="867778" y="125651"/>
                  </a:lnTo>
                  <a:lnTo>
                    <a:pt x="923678" y="133745"/>
                  </a:lnTo>
                  <a:lnTo>
                    <a:pt x="976556" y="141402"/>
                  </a:lnTo>
                  <a:lnTo>
                    <a:pt x="1026721" y="148666"/>
                  </a:lnTo>
                  <a:lnTo>
                    <a:pt x="1074437" y="155575"/>
                  </a:lnTo>
                  <a:lnTo>
                    <a:pt x="1119933" y="162162"/>
                  </a:lnTo>
                  <a:lnTo>
                    <a:pt x="1163407" y="168457"/>
                  </a:lnTo>
                  <a:lnTo>
                    <a:pt x="1205030" y="174484"/>
                  </a:lnTo>
                  <a:lnTo>
                    <a:pt x="1244954" y="180265"/>
                  </a:lnTo>
                  <a:lnTo>
                    <a:pt x="1283312" y="185819"/>
                  </a:lnTo>
                  <a:lnTo>
                    <a:pt x="1320221" y="191164"/>
                  </a:lnTo>
                  <a:lnTo>
                    <a:pt x="1355789" y="196314"/>
                  </a:lnTo>
                  <a:lnTo>
                    <a:pt x="1390108" y="201283"/>
                  </a:lnTo>
                  <a:lnTo>
                    <a:pt x="1423264" y="206084"/>
                  </a:lnTo>
                  <a:lnTo>
                    <a:pt x="1455332" y="210727"/>
                  </a:lnTo>
                  <a:lnTo>
                    <a:pt x="1486382" y="215223"/>
                  </a:lnTo>
                  <a:lnTo>
                    <a:pt x="1516476" y="219581"/>
                  </a:lnTo>
                  <a:lnTo>
                    <a:pt x="1545673" y="223808"/>
                  </a:lnTo>
                  <a:lnTo>
                    <a:pt x="1574022" y="227913"/>
                  </a:lnTo>
                  <a:lnTo>
                    <a:pt x="1601573" y="231902"/>
                  </a:lnTo>
                  <a:lnTo>
                    <a:pt x="1628369" y="235782"/>
                  </a:lnTo>
                  <a:lnTo>
                    <a:pt x="1654451" y="239559"/>
                  </a:lnTo>
                  <a:lnTo>
                    <a:pt x="1679855" y="243237"/>
                  </a:lnTo>
                  <a:lnTo>
                    <a:pt x="1704615" y="246823"/>
                  </a:lnTo>
                  <a:lnTo>
                    <a:pt x="1728765" y="250319"/>
                  </a:lnTo>
                  <a:lnTo>
                    <a:pt x="1752332" y="253732"/>
                  </a:lnTo>
                  <a:lnTo>
                    <a:pt x="1775345" y="257064"/>
                  </a:lnTo>
                  <a:lnTo>
                    <a:pt x="1797828" y="260320"/>
                  </a:lnTo>
                  <a:lnTo>
                    <a:pt x="1819807" y="263502"/>
                  </a:lnTo>
                  <a:lnTo>
                    <a:pt x="1841302" y="266614"/>
                  </a:lnTo>
                  <a:lnTo>
                    <a:pt x="1862335" y="269660"/>
                  </a:lnTo>
                  <a:lnTo>
                    <a:pt x="1882925" y="272641"/>
                  </a:lnTo>
                  <a:lnTo>
                    <a:pt x="1903090" y="275561"/>
                  </a:lnTo>
                  <a:lnTo>
                    <a:pt x="1922849" y="278422"/>
                  </a:lnTo>
                  <a:lnTo>
                    <a:pt x="1942215" y="281226"/>
                  </a:lnTo>
                  <a:lnTo>
                    <a:pt x="1961206" y="283976"/>
                  </a:lnTo>
                  <a:lnTo>
                    <a:pt x="1979835" y="286674"/>
                  </a:lnTo>
                  <a:lnTo>
                    <a:pt x="1998116" y="289321"/>
                  </a:lnTo>
                  <a:lnTo>
                    <a:pt x="2016061" y="291919"/>
                  </a:lnTo>
                  <a:lnTo>
                    <a:pt x="2033684" y="294471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9509330" y="1814416"/>
              <a:ext cx="2033684" cy="452678"/>
            </a:xfrm>
            <a:custGeom>
              <a:avLst/>
              <a:pathLst>
                <a:path w="2033684" h="452678">
                  <a:moveTo>
                    <a:pt x="0" y="0"/>
                  </a:moveTo>
                  <a:lnTo>
                    <a:pt x="130593" y="29068"/>
                  </a:lnTo>
                  <a:lnTo>
                    <a:pt x="245784" y="54709"/>
                  </a:lnTo>
                  <a:lnTo>
                    <a:pt x="348826" y="77645"/>
                  </a:lnTo>
                  <a:lnTo>
                    <a:pt x="442039" y="98393"/>
                  </a:lnTo>
                  <a:lnTo>
                    <a:pt x="527136" y="117335"/>
                  </a:lnTo>
                  <a:lnTo>
                    <a:pt x="605417" y="134760"/>
                  </a:lnTo>
                  <a:lnTo>
                    <a:pt x="677894" y="150892"/>
                  </a:lnTo>
                  <a:lnTo>
                    <a:pt x="745369" y="165912"/>
                  </a:lnTo>
                  <a:lnTo>
                    <a:pt x="808487" y="179961"/>
                  </a:lnTo>
                  <a:lnTo>
                    <a:pt x="867778" y="193159"/>
                  </a:lnTo>
                  <a:lnTo>
                    <a:pt x="923678" y="205602"/>
                  </a:lnTo>
                  <a:lnTo>
                    <a:pt x="976556" y="217372"/>
                  </a:lnTo>
                  <a:lnTo>
                    <a:pt x="1026721" y="228538"/>
                  </a:lnTo>
                  <a:lnTo>
                    <a:pt x="1074437" y="239159"/>
                  </a:lnTo>
                  <a:lnTo>
                    <a:pt x="1119933" y="249286"/>
                  </a:lnTo>
                  <a:lnTo>
                    <a:pt x="1163407" y="258963"/>
                  </a:lnTo>
                  <a:lnTo>
                    <a:pt x="1205030" y="268228"/>
                  </a:lnTo>
                  <a:lnTo>
                    <a:pt x="1244954" y="277114"/>
                  </a:lnTo>
                  <a:lnTo>
                    <a:pt x="1283312" y="285652"/>
                  </a:lnTo>
                  <a:lnTo>
                    <a:pt x="1320221" y="293868"/>
                  </a:lnTo>
                  <a:lnTo>
                    <a:pt x="1355789" y="301785"/>
                  </a:lnTo>
                  <a:lnTo>
                    <a:pt x="1390108" y="309424"/>
                  </a:lnTo>
                  <a:lnTo>
                    <a:pt x="1423264" y="316804"/>
                  </a:lnTo>
                  <a:lnTo>
                    <a:pt x="1455332" y="323943"/>
                  </a:lnTo>
                  <a:lnTo>
                    <a:pt x="1486382" y="330854"/>
                  </a:lnTo>
                  <a:lnTo>
                    <a:pt x="1516476" y="337553"/>
                  </a:lnTo>
                  <a:lnTo>
                    <a:pt x="1545673" y="344052"/>
                  </a:lnTo>
                  <a:lnTo>
                    <a:pt x="1574022" y="350362"/>
                  </a:lnTo>
                  <a:lnTo>
                    <a:pt x="1601573" y="356494"/>
                  </a:lnTo>
                  <a:lnTo>
                    <a:pt x="1628369" y="362459"/>
                  </a:lnTo>
                  <a:lnTo>
                    <a:pt x="1654451" y="368264"/>
                  </a:lnTo>
                  <a:lnTo>
                    <a:pt x="1679855" y="373919"/>
                  </a:lnTo>
                  <a:lnTo>
                    <a:pt x="1704615" y="379431"/>
                  </a:lnTo>
                  <a:lnTo>
                    <a:pt x="1728765" y="384806"/>
                  </a:lnTo>
                  <a:lnTo>
                    <a:pt x="1752332" y="390052"/>
                  </a:lnTo>
                  <a:lnTo>
                    <a:pt x="1775345" y="395174"/>
                  </a:lnTo>
                  <a:lnTo>
                    <a:pt x="1797828" y="400179"/>
                  </a:lnTo>
                  <a:lnTo>
                    <a:pt x="1819807" y="405071"/>
                  </a:lnTo>
                  <a:lnTo>
                    <a:pt x="1841302" y="409856"/>
                  </a:lnTo>
                  <a:lnTo>
                    <a:pt x="1862335" y="414537"/>
                  </a:lnTo>
                  <a:lnTo>
                    <a:pt x="1882925" y="419121"/>
                  </a:lnTo>
                  <a:lnTo>
                    <a:pt x="1903090" y="423609"/>
                  </a:lnTo>
                  <a:lnTo>
                    <a:pt x="1922849" y="428007"/>
                  </a:lnTo>
                  <a:lnTo>
                    <a:pt x="1942215" y="432318"/>
                  </a:lnTo>
                  <a:lnTo>
                    <a:pt x="1961206" y="436545"/>
                  </a:lnTo>
                  <a:lnTo>
                    <a:pt x="1979835" y="440692"/>
                  </a:lnTo>
                  <a:lnTo>
                    <a:pt x="1998116" y="444761"/>
                  </a:lnTo>
                  <a:lnTo>
                    <a:pt x="2016061" y="448756"/>
                  </a:lnTo>
                  <a:lnTo>
                    <a:pt x="2033684" y="452678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9509330" y="2561426"/>
              <a:ext cx="2033684" cy="312640"/>
            </a:xfrm>
            <a:custGeom>
              <a:avLst/>
              <a:pathLst>
                <a:path w="2033684" h="312640">
                  <a:moveTo>
                    <a:pt x="0" y="312640"/>
                  </a:moveTo>
                  <a:lnTo>
                    <a:pt x="130593" y="292563"/>
                  </a:lnTo>
                  <a:lnTo>
                    <a:pt x="245784" y="274855"/>
                  </a:lnTo>
                  <a:lnTo>
                    <a:pt x="348826" y="259014"/>
                  </a:lnTo>
                  <a:lnTo>
                    <a:pt x="442039" y="244685"/>
                  </a:lnTo>
                  <a:lnTo>
                    <a:pt x="527136" y="231603"/>
                  </a:lnTo>
                  <a:lnTo>
                    <a:pt x="605417" y="219568"/>
                  </a:lnTo>
                  <a:lnTo>
                    <a:pt x="677894" y="208426"/>
                  </a:lnTo>
                  <a:lnTo>
                    <a:pt x="745369" y="198053"/>
                  </a:lnTo>
                  <a:lnTo>
                    <a:pt x="808487" y="188350"/>
                  </a:lnTo>
                  <a:lnTo>
                    <a:pt x="867778" y="179235"/>
                  </a:lnTo>
                  <a:lnTo>
                    <a:pt x="923678" y="170642"/>
                  </a:lnTo>
                  <a:lnTo>
                    <a:pt x="976556" y="162513"/>
                  </a:lnTo>
                  <a:lnTo>
                    <a:pt x="1026721" y="154801"/>
                  </a:lnTo>
                  <a:lnTo>
                    <a:pt x="1074437" y="147465"/>
                  </a:lnTo>
                  <a:lnTo>
                    <a:pt x="1119933" y="140471"/>
                  </a:lnTo>
                  <a:lnTo>
                    <a:pt x="1163407" y="133788"/>
                  </a:lnTo>
                  <a:lnTo>
                    <a:pt x="1205030" y="127389"/>
                  </a:lnTo>
                  <a:lnTo>
                    <a:pt x="1244954" y="121252"/>
                  </a:lnTo>
                  <a:lnTo>
                    <a:pt x="1283312" y="115355"/>
                  </a:lnTo>
                  <a:lnTo>
                    <a:pt x="1320221" y="109681"/>
                  </a:lnTo>
                  <a:lnTo>
                    <a:pt x="1355789" y="104213"/>
                  </a:lnTo>
                  <a:lnTo>
                    <a:pt x="1390108" y="98937"/>
                  </a:lnTo>
                  <a:lnTo>
                    <a:pt x="1423264" y="93840"/>
                  </a:lnTo>
                  <a:lnTo>
                    <a:pt x="1455332" y="88910"/>
                  </a:lnTo>
                  <a:lnTo>
                    <a:pt x="1486382" y="84137"/>
                  </a:lnTo>
                  <a:lnTo>
                    <a:pt x="1516476" y="79510"/>
                  </a:lnTo>
                  <a:lnTo>
                    <a:pt x="1545673" y="75022"/>
                  </a:lnTo>
                  <a:lnTo>
                    <a:pt x="1574022" y="70664"/>
                  </a:lnTo>
                  <a:lnTo>
                    <a:pt x="1601573" y="66428"/>
                  </a:lnTo>
                  <a:lnTo>
                    <a:pt x="1628369" y="62309"/>
                  </a:lnTo>
                  <a:lnTo>
                    <a:pt x="1654451" y="58299"/>
                  </a:lnTo>
                  <a:lnTo>
                    <a:pt x="1679855" y="54394"/>
                  </a:lnTo>
                  <a:lnTo>
                    <a:pt x="1704615" y="50587"/>
                  </a:lnTo>
                  <a:lnTo>
                    <a:pt x="1728765" y="46875"/>
                  </a:lnTo>
                  <a:lnTo>
                    <a:pt x="1752332" y="43252"/>
                  </a:lnTo>
                  <a:lnTo>
                    <a:pt x="1775345" y="39714"/>
                  </a:lnTo>
                  <a:lnTo>
                    <a:pt x="1797828" y="36258"/>
                  </a:lnTo>
                  <a:lnTo>
                    <a:pt x="1819807" y="32879"/>
                  </a:lnTo>
                  <a:lnTo>
                    <a:pt x="1841302" y="29575"/>
                  </a:lnTo>
                  <a:lnTo>
                    <a:pt x="1862335" y="26341"/>
                  </a:lnTo>
                  <a:lnTo>
                    <a:pt x="1882925" y="23176"/>
                  </a:lnTo>
                  <a:lnTo>
                    <a:pt x="1903090" y="20076"/>
                  </a:lnTo>
                  <a:lnTo>
                    <a:pt x="1922849" y="17038"/>
                  </a:lnTo>
                  <a:lnTo>
                    <a:pt x="1942215" y="14061"/>
                  </a:lnTo>
                  <a:lnTo>
                    <a:pt x="1961206" y="11141"/>
                  </a:lnTo>
                  <a:lnTo>
                    <a:pt x="1979835" y="8278"/>
                  </a:lnTo>
                  <a:lnTo>
                    <a:pt x="1998116" y="5467"/>
                  </a:lnTo>
                  <a:lnTo>
                    <a:pt x="2016061" y="2709"/>
                  </a:lnTo>
                  <a:lnTo>
                    <a:pt x="2033684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9509330" y="2438439"/>
              <a:ext cx="2033684" cy="551196"/>
            </a:xfrm>
            <a:custGeom>
              <a:avLst/>
              <a:pathLst>
                <a:path w="2033684" h="551196">
                  <a:moveTo>
                    <a:pt x="0" y="551196"/>
                  </a:moveTo>
                  <a:lnTo>
                    <a:pt x="130593" y="515801"/>
                  </a:lnTo>
                  <a:lnTo>
                    <a:pt x="245784" y="484580"/>
                  </a:lnTo>
                  <a:lnTo>
                    <a:pt x="348826" y="456652"/>
                  </a:lnTo>
                  <a:lnTo>
                    <a:pt x="442039" y="431388"/>
                  </a:lnTo>
                  <a:lnTo>
                    <a:pt x="527136" y="408324"/>
                  </a:lnTo>
                  <a:lnTo>
                    <a:pt x="605417" y="387107"/>
                  </a:lnTo>
                  <a:lnTo>
                    <a:pt x="677894" y="367464"/>
                  </a:lnTo>
                  <a:lnTo>
                    <a:pt x="745369" y="349176"/>
                  </a:lnTo>
                  <a:lnTo>
                    <a:pt x="808487" y="332068"/>
                  </a:lnTo>
                  <a:lnTo>
                    <a:pt x="867778" y="315999"/>
                  </a:lnTo>
                  <a:lnTo>
                    <a:pt x="923678" y="300848"/>
                  </a:lnTo>
                  <a:lnTo>
                    <a:pt x="976556" y="286516"/>
                  </a:lnTo>
                  <a:lnTo>
                    <a:pt x="1026721" y="272920"/>
                  </a:lnTo>
                  <a:lnTo>
                    <a:pt x="1074437" y="259987"/>
                  </a:lnTo>
                  <a:lnTo>
                    <a:pt x="1119933" y="247656"/>
                  </a:lnTo>
                  <a:lnTo>
                    <a:pt x="1163407" y="235873"/>
                  </a:lnTo>
                  <a:lnTo>
                    <a:pt x="1205030" y="224592"/>
                  </a:lnTo>
                  <a:lnTo>
                    <a:pt x="1244954" y="213771"/>
                  </a:lnTo>
                  <a:lnTo>
                    <a:pt x="1283312" y="203375"/>
                  </a:lnTo>
                  <a:lnTo>
                    <a:pt x="1320221" y="193371"/>
                  </a:lnTo>
                  <a:lnTo>
                    <a:pt x="1355789" y="183732"/>
                  </a:lnTo>
                  <a:lnTo>
                    <a:pt x="1390108" y="174430"/>
                  </a:lnTo>
                  <a:lnTo>
                    <a:pt x="1423264" y="165444"/>
                  </a:lnTo>
                  <a:lnTo>
                    <a:pt x="1455332" y="156752"/>
                  </a:lnTo>
                  <a:lnTo>
                    <a:pt x="1486382" y="148336"/>
                  </a:lnTo>
                  <a:lnTo>
                    <a:pt x="1516476" y="140180"/>
                  </a:lnTo>
                  <a:lnTo>
                    <a:pt x="1545673" y="132267"/>
                  </a:lnTo>
                  <a:lnTo>
                    <a:pt x="1574022" y="124583"/>
                  </a:lnTo>
                  <a:lnTo>
                    <a:pt x="1601573" y="117116"/>
                  </a:lnTo>
                  <a:lnTo>
                    <a:pt x="1628369" y="109853"/>
                  </a:lnTo>
                  <a:lnTo>
                    <a:pt x="1654451" y="102784"/>
                  </a:lnTo>
                  <a:lnTo>
                    <a:pt x="1679855" y="95899"/>
                  </a:lnTo>
                  <a:lnTo>
                    <a:pt x="1704615" y="89188"/>
                  </a:lnTo>
                  <a:lnTo>
                    <a:pt x="1728765" y="82643"/>
                  </a:lnTo>
                  <a:lnTo>
                    <a:pt x="1752332" y="76255"/>
                  </a:lnTo>
                  <a:lnTo>
                    <a:pt x="1775345" y="70018"/>
                  </a:lnTo>
                  <a:lnTo>
                    <a:pt x="1797828" y="63924"/>
                  </a:lnTo>
                  <a:lnTo>
                    <a:pt x="1819807" y="57967"/>
                  </a:lnTo>
                  <a:lnTo>
                    <a:pt x="1841302" y="52141"/>
                  </a:lnTo>
                  <a:lnTo>
                    <a:pt x="1862335" y="46441"/>
                  </a:lnTo>
                  <a:lnTo>
                    <a:pt x="1882925" y="40860"/>
                  </a:lnTo>
                  <a:lnTo>
                    <a:pt x="1903090" y="35395"/>
                  </a:lnTo>
                  <a:lnTo>
                    <a:pt x="1922849" y="30039"/>
                  </a:lnTo>
                  <a:lnTo>
                    <a:pt x="1942215" y="24790"/>
                  </a:lnTo>
                  <a:lnTo>
                    <a:pt x="1961206" y="19643"/>
                  </a:lnTo>
                  <a:lnTo>
                    <a:pt x="1979835" y="14594"/>
                  </a:lnTo>
                  <a:lnTo>
                    <a:pt x="1998116" y="9639"/>
                  </a:lnTo>
                  <a:lnTo>
                    <a:pt x="2016061" y="4776"/>
                  </a:lnTo>
                  <a:lnTo>
                    <a:pt x="2033684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9509330" y="2921055"/>
              <a:ext cx="2033684" cy="128824"/>
            </a:xfrm>
            <a:custGeom>
              <a:avLst/>
              <a:pathLst>
                <a:path w="2033684" h="128824">
                  <a:moveTo>
                    <a:pt x="0" y="128824"/>
                  </a:moveTo>
                  <a:lnTo>
                    <a:pt x="130593" y="120552"/>
                  </a:lnTo>
                  <a:lnTo>
                    <a:pt x="245784" y="113255"/>
                  </a:lnTo>
                  <a:lnTo>
                    <a:pt x="348826" y="106728"/>
                  </a:lnTo>
                  <a:lnTo>
                    <a:pt x="442039" y="100823"/>
                  </a:lnTo>
                  <a:lnTo>
                    <a:pt x="527136" y="95433"/>
                  </a:lnTo>
                  <a:lnTo>
                    <a:pt x="605417" y="90474"/>
                  </a:lnTo>
                  <a:lnTo>
                    <a:pt x="677894" y="85883"/>
                  </a:lnTo>
                  <a:lnTo>
                    <a:pt x="745369" y="81608"/>
                  </a:lnTo>
                  <a:lnTo>
                    <a:pt x="808487" y="77610"/>
                  </a:lnTo>
                  <a:lnTo>
                    <a:pt x="867778" y="73854"/>
                  </a:lnTo>
                  <a:lnTo>
                    <a:pt x="923678" y="70313"/>
                  </a:lnTo>
                  <a:lnTo>
                    <a:pt x="976556" y="66964"/>
                  </a:lnTo>
                  <a:lnTo>
                    <a:pt x="1026721" y="63786"/>
                  </a:lnTo>
                  <a:lnTo>
                    <a:pt x="1074437" y="60763"/>
                  </a:lnTo>
                  <a:lnTo>
                    <a:pt x="1119933" y="57881"/>
                  </a:lnTo>
                  <a:lnTo>
                    <a:pt x="1163407" y="55128"/>
                  </a:lnTo>
                  <a:lnTo>
                    <a:pt x="1205030" y="52491"/>
                  </a:lnTo>
                  <a:lnTo>
                    <a:pt x="1244954" y="49962"/>
                  </a:lnTo>
                  <a:lnTo>
                    <a:pt x="1283312" y="47532"/>
                  </a:lnTo>
                  <a:lnTo>
                    <a:pt x="1320221" y="45194"/>
                  </a:lnTo>
                  <a:lnTo>
                    <a:pt x="1355789" y="42941"/>
                  </a:lnTo>
                  <a:lnTo>
                    <a:pt x="1390108" y="40767"/>
                  </a:lnTo>
                  <a:lnTo>
                    <a:pt x="1423264" y="38667"/>
                  </a:lnTo>
                  <a:lnTo>
                    <a:pt x="1455332" y="36635"/>
                  </a:lnTo>
                  <a:lnTo>
                    <a:pt x="1486382" y="34669"/>
                  </a:lnTo>
                  <a:lnTo>
                    <a:pt x="1516476" y="32762"/>
                  </a:lnTo>
                  <a:lnTo>
                    <a:pt x="1545673" y="30913"/>
                  </a:lnTo>
                  <a:lnTo>
                    <a:pt x="1574022" y="29117"/>
                  </a:lnTo>
                  <a:lnTo>
                    <a:pt x="1601573" y="27372"/>
                  </a:lnTo>
                  <a:lnTo>
                    <a:pt x="1628369" y="25674"/>
                  </a:lnTo>
                  <a:lnTo>
                    <a:pt x="1654451" y="24022"/>
                  </a:lnTo>
                  <a:lnTo>
                    <a:pt x="1679855" y="22413"/>
                  </a:lnTo>
                  <a:lnTo>
                    <a:pt x="1704615" y="20844"/>
                  </a:lnTo>
                  <a:lnTo>
                    <a:pt x="1728765" y="19315"/>
                  </a:lnTo>
                  <a:lnTo>
                    <a:pt x="1752332" y="17822"/>
                  </a:lnTo>
                  <a:lnTo>
                    <a:pt x="1775345" y="16364"/>
                  </a:lnTo>
                  <a:lnTo>
                    <a:pt x="1797828" y="14940"/>
                  </a:lnTo>
                  <a:lnTo>
                    <a:pt x="1819807" y="13548"/>
                  </a:lnTo>
                  <a:lnTo>
                    <a:pt x="1841302" y="12186"/>
                  </a:lnTo>
                  <a:lnTo>
                    <a:pt x="1862335" y="10854"/>
                  </a:lnTo>
                  <a:lnTo>
                    <a:pt x="1882925" y="9549"/>
                  </a:lnTo>
                  <a:lnTo>
                    <a:pt x="1903090" y="8272"/>
                  </a:lnTo>
                  <a:lnTo>
                    <a:pt x="1922849" y="7020"/>
                  </a:lnTo>
                  <a:lnTo>
                    <a:pt x="1942215" y="5794"/>
                  </a:lnTo>
                  <a:lnTo>
                    <a:pt x="1961206" y="4591"/>
                  </a:lnTo>
                  <a:lnTo>
                    <a:pt x="1979835" y="3411"/>
                  </a:lnTo>
                  <a:lnTo>
                    <a:pt x="1998116" y="2253"/>
                  </a:lnTo>
                  <a:lnTo>
                    <a:pt x="2016061" y="1116"/>
                  </a:lnTo>
                  <a:lnTo>
                    <a:pt x="2033684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9509330" y="2668954"/>
              <a:ext cx="2033684" cy="150704"/>
            </a:xfrm>
            <a:custGeom>
              <a:avLst/>
              <a:pathLst>
                <a:path w="2033684" h="150704">
                  <a:moveTo>
                    <a:pt x="0" y="150704"/>
                  </a:moveTo>
                  <a:lnTo>
                    <a:pt x="130593" y="141027"/>
                  </a:lnTo>
                  <a:lnTo>
                    <a:pt x="245784" y="132490"/>
                  </a:lnTo>
                  <a:lnTo>
                    <a:pt x="348826" y="124855"/>
                  </a:lnTo>
                  <a:lnTo>
                    <a:pt x="442039" y="117947"/>
                  </a:lnTo>
                  <a:lnTo>
                    <a:pt x="527136" y="111641"/>
                  </a:lnTo>
                  <a:lnTo>
                    <a:pt x="605417" y="105840"/>
                  </a:lnTo>
                  <a:lnTo>
                    <a:pt x="677894" y="100469"/>
                  </a:lnTo>
                  <a:lnTo>
                    <a:pt x="745369" y="95469"/>
                  </a:lnTo>
                  <a:lnTo>
                    <a:pt x="808487" y="90792"/>
                  </a:lnTo>
                  <a:lnTo>
                    <a:pt x="867778" y="86398"/>
                  </a:lnTo>
                  <a:lnTo>
                    <a:pt x="923678" y="82256"/>
                  </a:lnTo>
                  <a:lnTo>
                    <a:pt x="976556" y="78337"/>
                  </a:lnTo>
                  <a:lnTo>
                    <a:pt x="1026721" y="74620"/>
                  </a:lnTo>
                  <a:lnTo>
                    <a:pt x="1074437" y="71084"/>
                  </a:lnTo>
                  <a:lnTo>
                    <a:pt x="1119933" y="67712"/>
                  </a:lnTo>
                  <a:lnTo>
                    <a:pt x="1163407" y="64491"/>
                  </a:lnTo>
                  <a:lnTo>
                    <a:pt x="1205030" y="61406"/>
                  </a:lnTo>
                  <a:lnTo>
                    <a:pt x="1244954" y="58448"/>
                  </a:lnTo>
                  <a:lnTo>
                    <a:pt x="1283312" y="55605"/>
                  </a:lnTo>
                  <a:lnTo>
                    <a:pt x="1320221" y="52870"/>
                  </a:lnTo>
                  <a:lnTo>
                    <a:pt x="1355789" y="50234"/>
                  </a:lnTo>
                  <a:lnTo>
                    <a:pt x="1390108" y="47691"/>
                  </a:lnTo>
                  <a:lnTo>
                    <a:pt x="1423264" y="45234"/>
                  </a:lnTo>
                  <a:lnTo>
                    <a:pt x="1455332" y="42858"/>
                  </a:lnTo>
                  <a:lnTo>
                    <a:pt x="1486382" y="40557"/>
                  </a:lnTo>
                  <a:lnTo>
                    <a:pt x="1516476" y="38327"/>
                  </a:lnTo>
                  <a:lnTo>
                    <a:pt x="1545673" y="36163"/>
                  </a:lnTo>
                  <a:lnTo>
                    <a:pt x="1574022" y="34062"/>
                  </a:lnTo>
                  <a:lnTo>
                    <a:pt x="1601573" y="32021"/>
                  </a:lnTo>
                  <a:lnTo>
                    <a:pt x="1628369" y="30035"/>
                  </a:lnTo>
                  <a:lnTo>
                    <a:pt x="1654451" y="28102"/>
                  </a:lnTo>
                  <a:lnTo>
                    <a:pt x="1679855" y="26220"/>
                  </a:lnTo>
                  <a:lnTo>
                    <a:pt x="1704615" y="24385"/>
                  </a:lnTo>
                  <a:lnTo>
                    <a:pt x="1728765" y="22595"/>
                  </a:lnTo>
                  <a:lnTo>
                    <a:pt x="1752332" y="20849"/>
                  </a:lnTo>
                  <a:lnTo>
                    <a:pt x="1775345" y="19144"/>
                  </a:lnTo>
                  <a:lnTo>
                    <a:pt x="1797828" y="17477"/>
                  </a:lnTo>
                  <a:lnTo>
                    <a:pt x="1819807" y="15849"/>
                  </a:lnTo>
                  <a:lnTo>
                    <a:pt x="1841302" y="14256"/>
                  </a:lnTo>
                  <a:lnTo>
                    <a:pt x="1862335" y="12697"/>
                  </a:lnTo>
                  <a:lnTo>
                    <a:pt x="1882925" y="11171"/>
                  </a:lnTo>
                  <a:lnTo>
                    <a:pt x="1903090" y="9677"/>
                  </a:lnTo>
                  <a:lnTo>
                    <a:pt x="1922849" y="8213"/>
                  </a:lnTo>
                  <a:lnTo>
                    <a:pt x="1942215" y="6778"/>
                  </a:lnTo>
                  <a:lnTo>
                    <a:pt x="1961206" y="5370"/>
                  </a:lnTo>
                  <a:lnTo>
                    <a:pt x="1979835" y="3990"/>
                  </a:lnTo>
                  <a:lnTo>
                    <a:pt x="1998116" y="2635"/>
                  </a:lnTo>
                  <a:lnTo>
                    <a:pt x="2016061" y="1305"/>
                  </a:lnTo>
                  <a:lnTo>
                    <a:pt x="2033684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rc389"/>
            <p:cNvSpPr/>
            <p:nvPr/>
          </p:nvSpPr>
          <p:spPr>
            <a:xfrm>
              <a:off x="9362389" y="1353673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9362389" y="1353673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9324432" y="334208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9324432" y="28329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9324432" y="232386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9324432" y="181474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9362389" y="3438049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9509330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10187225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10865119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11543014" y="343804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9362389" y="1110514"/>
              <a:ext cx="631576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LTO</a:t>
              </a:r>
            </a:p>
          </p:txBody>
        </p:sp>
        <p:sp>
          <p:nvSpPr>
            <p:cNvPr id="402" name="rc401"/>
            <p:cNvSpPr/>
            <p:nvPr/>
          </p:nvSpPr>
          <p:spPr>
            <a:xfrm>
              <a:off x="1503277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1600048" y="548436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636579" y="568439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647047" y="516175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579827" y="518172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664420" y="592577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600269" y="519294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661975" y="589806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623315" y="593254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654397" y="572732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619344" y="529965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2264320" y="535787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337559" y="403766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333085" y="508606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317617" y="556260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344572" y="575749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251985" y="557509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303285" y="491801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267936" y="518090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344354" y="547278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278702" y="435670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272708" y="493042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58822" y="536969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74066" y="473188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68049" y="474568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342932" y="578020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303848" y="434529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60507" y="502881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89191" y="518811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946158" y="527093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963171" y="515913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983380" y="532784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947644" y="534826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997400" y="484575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011939" y="545364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972991" y="519368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985415" y="558786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994869" y="558658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01893" y="478228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935137" y="500106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10431" y="477824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986930" y="470002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972348" y="577823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013464" y="542291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2948095" y="484141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2967493" y="450437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981018" y="559532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992946" y="487645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985060" y="515445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694714" y="533754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625167" y="550344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633252" y="542197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683214" y="592703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657656" y="555510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601499" y="568105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696822" y="415393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640617" y="570188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690343" y="539294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687781" y="520311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620544" y="556253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626920" y="523736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674722" y="560983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657585" y="561955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658219" y="564210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695498" y="579439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638200" y="507933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628701" y="566593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648796" y="549059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612023" y="533802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669216" y="547401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691532" y="427925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679434" y="545328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678045" y="554493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l474"/>
            <p:cNvSpPr/>
            <p:nvPr/>
          </p:nvSpPr>
          <p:spPr>
            <a:xfrm>
              <a:off x="1651055" y="5464947"/>
              <a:ext cx="2027656" cy="166985"/>
            </a:xfrm>
            <a:custGeom>
              <a:avLst/>
              <a:pathLst>
                <a:path w="2027656" h="166985">
                  <a:moveTo>
                    <a:pt x="0" y="0"/>
                  </a:moveTo>
                  <a:lnTo>
                    <a:pt x="130206" y="10722"/>
                  </a:lnTo>
                  <a:lnTo>
                    <a:pt x="245055" y="20181"/>
                  </a:lnTo>
                  <a:lnTo>
                    <a:pt x="347792" y="28642"/>
                  </a:lnTo>
                  <a:lnTo>
                    <a:pt x="440729" y="36295"/>
                  </a:lnTo>
                  <a:lnTo>
                    <a:pt x="525573" y="43282"/>
                  </a:lnTo>
                  <a:lnTo>
                    <a:pt x="603623" y="49710"/>
                  </a:lnTo>
                  <a:lnTo>
                    <a:pt x="675885" y="55661"/>
                  </a:lnTo>
                  <a:lnTo>
                    <a:pt x="743160" y="61202"/>
                  </a:lnTo>
                  <a:lnTo>
                    <a:pt x="806091" y="66384"/>
                  </a:lnTo>
                  <a:lnTo>
                    <a:pt x="865206" y="71252"/>
                  </a:lnTo>
                  <a:lnTo>
                    <a:pt x="920941" y="75842"/>
                  </a:lnTo>
                  <a:lnTo>
                    <a:pt x="973662" y="80184"/>
                  </a:lnTo>
                  <a:lnTo>
                    <a:pt x="1023677" y="84303"/>
                  </a:lnTo>
                  <a:lnTo>
                    <a:pt x="1071253" y="88221"/>
                  </a:lnTo>
                  <a:lnTo>
                    <a:pt x="1116614" y="91957"/>
                  </a:lnTo>
                  <a:lnTo>
                    <a:pt x="1159959" y="95526"/>
                  </a:lnTo>
                  <a:lnTo>
                    <a:pt x="1201459" y="98944"/>
                  </a:lnTo>
                  <a:lnTo>
                    <a:pt x="1241264" y="102222"/>
                  </a:lnTo>
                  <a:lnTo>
                    <a:pt x="1279508" y="105372"/>
                  </a:lnTo>
                  <a:lnTo>
                    <a:pt x="1316308" y="108402"/>
                  </a:lnTo>
                  <a:lnTo>
                    <a:pt x="1351770" y="111323"/>
                  </a:lnTo>
                  <a:lnTo>
                    <a:pt x="1385988" y="114141"/>
                  </a:lnTo>
                  <a:lnTo>
                    <a:pt x="1419045" y="116863"/>
                  </a:lnTo>
                  <a:lnTo>
                    <a:pt x="1451018" y="119496"/>
                  </a:lnTo>
                  <a:lnTo>
                    <a:pt x="1481976" y="122046"/>
                  </a:lnTo>
                  <a:lnTo>
                    <a:pt x="1511982" y="124517"/>
                  </a:lnTo>
                  <a:lnTo>
                    <a:pt x="1541091" y="126914"/>
                  </a:lnTo>
                  <a:lnTo>
                    <a:pt x="1569357" y="129242"/>
                  </a:lnTo>
                  <a:lnTo>
                    <a:pt x="1596826" y="131504"/>
                  </a:lnTo>
                  <a:lnTo>
                    <a:pt x="1623543" y="133704"/>
                  </a:lnTo>
                  <a:lnTo>
                    <a:pt x="1649547" y="135846"/>
                  </a:lnTo>
                  <a:lnTo>
                    <a:pt x="1674876" y="137932"/>
                  </a:lnTo>
                  <a:lnTo>
                    <a:pt x="1699563" y="139965"/>
                  </a:lnTo>
                  <a:lnTo>
                    <a:pt x="1723641" y="141948"/>
                  </a:lnTo>
                  <a:lnTo>
                    <a:pt x="1747138" y="143883"/>
                  </a:lnTo>
                  <a:lnTo>
                    <a:pt x="1770083" y="145772"/>
                  </a:lnTo>
                  <a:lnTo>
                    <a:pt x="1792500" y="147619"/>
                  </a:lnTo>
                  <a:lnTo>
                    <a:pt x="1814413" y="149423"/>
                  </a:lnTo>
                  <a:lnTo>
                    <a:pt x="1835844" y="151188"/>
                  </a:lnTo>
                  <a:lnTo>
                    <a:pt x="1856815" y="152915"/>
                  </a:lnTo>
                  <a:lnTo>
                    <a:pt x="1877344" y="154606"/>
                  </a:lnTo>
                  <a:lnTo>
                    <a:pt x="1897450" y="156262"/>
                  </a:lnTo>
                  <a:lnTo>
                    <a:pt x="1917149" y="157884"/>
                  </a:lnTo>
                  <a:lnTo>
                    <a:pt x="1936459" y="159474"/>
                  </a:lnTo>
                  <a:lnTo>
                    <a:pt x="1955393" y="161033"/>
                  </a:lnTo>
                  <a:lnTo>
                    <a:pt x="1973967" y="162563"/>
                  </a:lnTo>
                  <a:lnTo>
                    <a:pt x="1992194" y="164064"/>
                  </a:lnTo>
                  <a:lnTo>
                    <a:pt x="2010086" y="165538"/>
                  </a:lnTo>
                  <a:lnTo>
                    <a:pt x="2027656" y="166985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651055" y="5253555"/>
              <a:ext cx="2027656" cy="91499"/>
            </a:xfrm>
            <a:custGeom>
              <a:avLst/>
              <a:pathLst>
                <a:path w="2027656" h="91499">
                  <a:moveTo>
                    <a:pt x="0" y="0"/>
                  </a:moveTo>
                  <a:lnTo>
                    <a:pt x="130206" y="5875"/>
                  </a:lnTo>
                  <a:lnTo>
                    <a:pt x="245055" y="11058"/>
                  </a:lnTo>
                  <a:lnTo>
                    <a:pt x="347792" y="15694"/>
                  </a:lnTo>
                  <a:lnTo>
                    <a:pt x="440729" y="19888"/>
                  </a:lnTo>
                  <a:lnTo>
                    <a:pt x="525573" y="23716"/>
                  </a:lnTo>
                  <a:lnTo>
                    <a:pt x="603623" y="27238"/>
                  </a:lnTo>
                  <a:lnTo>
                    <a:pt x="675885" y="30499"/>
                  </a:lnTo>
                  <a:lnTo>
                    <a:pt x="743160" y="33535"/>
                  </a:lnTo>
                  <a:lnTo>
                    <a:pt x="806091" y="36375"/>
                  </a:lnTo>
                  <a:lnTo>
                    <a:pt x="865206" y="39042"/>
                  </a:lnTo>
                  <a:lnTo>
                    <a:pt x="920941" y="41558"/>
                  </a:lnTo>
                  <a:lnTo>
                    <a:pt x="973662" y="43937"/>
                  </a:lnTo>
                  <a:lnTo>
                    <a:pt x="1023677" y="46194"/>
                  </a:lnTo>
                  <a:lnTo>
                    <a:pt x="1071253" y="48340"/>
                  </a:lnTo>
                  <a:lnTo>
                    <a:pt x="1116614" y="50387"/>
                  </a:lnTo>
                  <a:lnTo>
                    <a:pt x="1159959" y="52343"/>
                  </a:lnTo>
                  <a:lnTo>
                    <a:pt x="1201459" y="54216"/>
                  </a:lnTo>
                  <a:lnTo>
                    <a:pt x="1241264" y="56012"/>
                  </a:lnTo>
                  <a:lnTo>
                    <a:pt x="1279508" y="57738"/>
                  </a:lnTo>
                  <a:lnTo>
                    <a:pt x="1316308" y="59399"/>
                  </a:lnTo>
                  <a:lnTo>
                    <a:pt x="1351770" y="60999"/>
                  </a:lnTo>
                  <a:lnTo>
                    <a:pt x="1385988" y="62543"/>
                  </a:lnTo>
                  <a:lnTo>
                    <a:pt x="1419045" y="64035"/>
                  </a:lnTo>
                  <a:lnTo>
                    <a:pt x="1451018" y="65478"/>
                  </a:lnTo>
                  <a:lnTo>
                    <a:pt x="1481976" y="66875"/>
                  </a:lnTo>
                  <a:lnTo>
                    <a:pt x="1511982" y="68229"/>
                  </a:lnTo>
                  <a:lnTo>
                    <a:pt x="1541091" y="69542"/>
                  </a:lnTo>
                  <a:lnTo>
                    <a:pt x="1569357" y="70818"/>
                  </a:lnTo>
                  <a:lnTo>
                    <a:pt x="1596826" y="72057"/>
                  </a:lnTo>
                  <a:lnTo>
                    <a:pt x="1623543" y="73263"/>
                  </a:lnTo>
                  <a:lnTo>
                    <a:pt x="1649547" y="74436"/>
                  </a:lnTo>
                  <a:lnTo>
                    <a:pt x="1674876" y="75579"/>
                  </a:lnTo>
                  <a:lnTo>
                    <a:pt x="1699563" y="76693"/>
                  </a:lnTo>
                  <a:lnTo>
                    <a:pt x="1723641" y="77780"/>
                  </a:lnTo>
                  <a:lnTo>
                    <a:pt x="1747138" y="78840"/>
                  </a:lnTo>
                  <a:lnTo>
                    <a:pt x="1770083" y="79876"/>
                  </a:lnTo>
                  <a:lnTo>
                    <a:pt x="1792500" y="80887"/>
                  </a:lnTo>
                  <a:lnTo>
                    <a:pt x="1814413" y="81876"/>
                  </a:lnTo>
                  <a:lnTo>
                    <a:pt x="1835844" y="82843"/>
                  </a:lnTo>
                  <a:lnTo>
                    <a:pt x="1856815" y="83789"/>
                  </a:lnTo>
                  <a:lnTo>
                    <a:pt x="1877344" y="84716"/>
                  </a:lnTo>
                  <a:lnTo>
                    <a:pt x="1897450" y="85623"/>
                  </a:lnTo>
                  <a:lnTo>
                    <a:pt x="1917149" y="86512"/>
                  </a:lnTo>
                  <a:lnTo>
                    <a:pt x="1936459" y="87383"/>
                  </a:lnTo>
                  <a:lnTo>
                    <a:pt x="1955393" y="88238"/>
                  </a:lnTo>
                  <a:lnTo>
                    <a:pt x="1973967" y="89076"/>
                  </a:lnTo>
                  <a:lnTo>
                    <a:pt x="1992194" y="89899"/>
                  </a:lnTo>
                  <a:lnTo>
                    <a:pt x="2010086" y="90706"/>
                  </a:lnTo>
                  <a:lnTo>
                    <a:pt x="2027656" y="91499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651055" y="5149500"/>
              <a:ext cx="2027656" cy="498553"/>
            </a:xfrm>
            <a:custGeom>
              <a:avLst/>
              <a:pathLst>
                <a:path w="2027656" h="498553">
                  <a:moveTo>
                    <a:pt x="0" y="0"/>
                  </a:moveTo>
                  <a:lnTo>
                    <a:pt x="130206" y="32014"/>
                  </a:lnTo>
                  <a:lnTo>
                    <a:pt x="245055" y="60253"/>
                  </a:lnTo>
                  <a:lnTo>
                    <a:pt x="347792" y="85514"/>
                  </a:lnTo>
                  <a:lnTo>
                    <a:pt x="440729" y="108364"/>
                  </a:lnTo>
                  <a:lnTo>
                    <a:pt x="525573" y="129226"/>
                  </a:lnTo>
                  <a:lnTo>
                    <a:pt x="603623" y="148416"/>
                  </a:lnTo>
                  <a:lnTo>
                    <a:pt x="675885" y="166184"/>
                  </a:lnTo>
                  <a:lnTo>
                    <a:pt x="743160" y="182725"/>
                  </a:lnTo>
                  <a:lnTo>
                    <a:pt x="806091" y="198198"/>
                  </a:lnTo>
                  <a:lnTo>
                    <a:pt x="865206" y="212733"/>
                  </a:lnTo>
                  <a:lnTo>
                    <a:pt x="920941" y="226437"/>
                  </a:lnTo>
                  <a:lnTo>
                    <a:pt x="973662" y="239400"/>
                  </a:lnTo>
                  <a:lnTo>
                    <a:pt x="1023677" y="251698"/>
                  </a:lnTo>
                  <a:lnTo>
                    <a:pt x="1071253" y="263395"/>
                  </a:lnTo>
                  <a:lnTo>
                    <a:pt x="1116614" y="274549"/>
                  </a:lnTo>
                  <a:lnTo>
                    <a:pt x="1159959" y="285206"/>
                  </a:lnTo>
                  <a:lnTo>
                    <a:pt x="1201459" y="295410"/>
                  </a:lnTo>
                  <a:lnTo>
                    <a:pt x="1241264" y="305197"/>
                  </a:lnTo>
                  <a:lnTo>
                    <a:pt x="1279508" y="314601"/>
                  </a:lnTo>
                  <a:lnTo>
                    <a:pt x="1316308" y="323649"/>
                  </a:lnTo>
                  <a:lnTo>
                    <a:pt x="1351770" y="332368"/>
                  </a:lnTo>
                  <a:lnTo>
                    <a:pt x="1385988" y="340781"/>
                  </a:lnTo>
                  <a:lnTo>
                    <a:pt x="1419045" y="348909"/>
                  </a:lnTo>
                  <a:lnTo>
                    <a:pt x="1451018" y="356771"/>
                  </a:lnTo>
                  <a:lnTo>
                    <a:pt x="1481976" y="364383"/>
                  </a:lnTo>
                  <a:lnTo>
                    <a:pt x="1511982" y="371760"/>
                  </a:lnTo>
                  <a:lnTo>
                    <a:pt x="1541091" y="378918"/>
                  </a:lnTo>
                  <a:lnTo>
                    <a:pt x="1569357" y="385868"/>
                  </a:lnTo>
                  <a:lnTo>
                    <a:pt x="1596826" y="392622"/>
                  </a:lnTo>
                  <a:lnTo>
                    <a:pt x="1623543" y="399191"/>
                  </a:lnTo>
                  <a:lnTo>
                    <a:pt x="1649547" y="405584"/>
                  </a:lnTo>
                  <a:lnTo>
                    <a:pt x="1674876" y="411812"/>
                  </a:lnTo>
                  <a:lnTo>
                    <a:pt x="1699563" y="417882"/>
                  </a:lnTo>
                  <a:lnTo>
                    <a:pt x="1723641" y="423802"/>
                  </a:lnTo>
                  <a:lnTo>
                    <a:pt x="1747138" y="429580"/>
                  </a:lnTo>
                  <a:lnTo>
                    <a:pt x="1770083" y="435221"/>
                  </a:lnTo>
                  <a:lnTo>
                    <a:pt x="1792500" y="440733"/>
                  </a:lnTo>
                  <a:lnTo>
                    <a:pt x="1814413" y="446121"/>
                  </a:lnTo>
                  <a:lnTo>
                    <a:pt x="1835844" y="451391"/>
                  </a:lnTo>
                  <a:lnTo>
                    <a:pt x="1856815" y="456547"/>
                  </a:lnTo>
                  <a:lnTo>
                    <a:pt x="1877344" y="461594"/>
                  </a:lnTo>
                  <a:lnTo>
                    <a:pt x="1897450" y="466538"/>
                  </a:lnTo>
                  <a:lnTo>
                    <a:pt x="1917149" y="471382"/>
                  </a:lnTo>
                  <a:lnTo>
                    <a:pt x="1936459" y="476129"/>
                  </a:lnTo>
                  <a:lnTo>
                    <a:pt x="1955393" y="480785"/>
                  </a:lnTo>
                  <a:lnTo>
                    <a:pt x="1973967" y="485352"/>
                  </a:lnTo>
                  <a:lnTo>
                    <a:pt x="1992194" y="489833"/>
                  </a:lnTo>
                  <a:lnTo>
                    <a:pt x="2010086" y="494233"/>
                  </a:lnTo>
                  <a:lnTo>
                    <a:pt x="2027656" y="49855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651055" y="4980284"/>
              <a:ext cx="2027656" cy="771865"/>
            </a:xfrm>
            <a:custGeom>
              <a:avLst/>
              <a:pathLst>
                <a:path w="2027656" h="771865">
                  <a:moveTo>
                    <a:pt x="0" y="771865"/>
                  </a:moveTo>
                  <a:lnTo>
                    <a:pt x="130206" y="722300"/>
                  </a:lnTo>
                  <a:lnTo>
                    <a:pt x="245055" y="678580"/>
                  </a:lnTo>
                  <a:lnTo>
                    <a:pt x="347792" y="639471"/>
                  </a:lnTo>
                  <a:lnTo>
                    <a:pt x="440729" y="604093"/>
                  </a:lnTo>
                  <a:lnTo>
                    <a:pt x="525573" y="571796"/>
                  </a:lnTo>
                  <a:lnTo>
                    <a:pt x="603623" y="542085"/>
                  </a:lnTo>
                  <a:lnTo>
                    <a:pt x="675885" y="514577"/>
                  </a:lnTo>
                  <a:lnTo>
                    <a:pt x="743160" y="488967"/>
                  </a:lnTo>
                  <a:lnTo>
                    <a:pt x="806091" y="465011"/>
                  </a:lnTo>
                  <a:lnTo>
                    <a:pt x="865206" y="442508"/>
                  </a:lnTo>
                  <a:lnTo>
                    <a:pt x="920941" y="421291"/>
                  </a:lnTo>
                  <a:lnTo>
                    <a:pt x="973662" y="401222"/>
                  </a:lnTo>
                  <a:lnTo>
                    <a:pt x="1023677" y="382183"/>
                  </a:lnTo>
                  <a:lnTo>
                    <a:pt x="1071253" y="364072"/>
                  </a:lnTo>
                  <a:lnTo>
                    <a:pt x="1116614" y="346805"/>
                  </a:lnTo>
                  <a:lnTo>
                    <a:pt x="1159959" y="330305"/>
                  </a:lnTo>
                  <a:lnTo>
                    <a:pt x="1201459" y="314507"/>
                  </a:lnTo>
                  <a:lnTo>
                    <a:pt x="1241264" y="299354"/>
                  </a:lnTo>
                  <a:lnTo>
                    <a:pt x="1279508" y="284796"/>
                  </a:lnTo>
                  <a:lnTo>
                    <a:pt x="1316308" y="270787"/>
                  </a:lnTo>
                  <a:lnTo>
                    <a:pt x="1351770" y="257288"/>
                  </a:lnTo>
                  <a:lnTo>
                    <a:pt x="1385988" y="244263"/>
                  </a:lnTo>
                  <a:lnTo>
                    <a:pt x="1419045" y="231679"/>
                  </a:lnTo>
                  <a:lnTo>
                    <a:pt x="1451018" y="219507"/>
                  </a:lnTo>
                  <a:lnTo>
                    <a:pt x="1481976" y="207723"/>
                  </a:lnTo>
                  <a:lnTo>
                    <a:pt x="1511982" y="196301"/>
                  </a:lnTo>
                  <a:lnTo>
                    <a:pt x="1541091" y="185219"/>
                  </a:lnTo>
                  <a:lnTo>
                    <a:pt x="1569357" y="174460"/>
                  </a:lnTo>
                  <a:lnTo>
                    <a:pt x="1596826" y="164003"/>
                  </a:lnTo>
                  <a:lnTo>
                    <a:pt x="1623543" y="153833"/>
                  </a:lnTo>
                  <a:lnTo>
                    <a:pt x="1649547" y="143934"/>
                  </a:lnTo>
                  <a:lnTo>
                    <a:pt x="1674876" y="134292"/>
                  </a:lnTo>
                  <a:lnTo>
                    <a:pt x="1699563" y="124894"/>
                  </a:lnTo>
                  <a:lnTo>
                    <a:pt x="1723641" y="115729"/>
                  </a:lnTo>
                  <a:lnTo>
                    <a:pt x="1747138" y="106784"/>
                  </a:lnTo>
                  <a:lnTo>
                    <a:pt x="1770083" y="98050"/>
                  </a:lnTo>
                  <a:lnTo>
                    <a:pt x="1792500" y="89516"/>
                  </a:lnTo>
                  <a:lnTo>
                    <a:pt x="1814413" y="81174"/>
                  </a:lnTo>
                  <a:lnTo>
                    <a:pt x="1835844" y="73016"/>
                  </a:lnTo>
                  <a:lnTo>
                    <a:pt x="1856815" y="65033"/>
                  </a:lnTo>
                  <a:lnTo>
                    <a:pt x="1877344" y="57219"/>
                  </a:lnTo>
                  <a:lnTo>
                    <a:pt x="1897450" y="49565"/>
                  </a:lnTo>
                  <a:lnTo>
                    <a:pt x="1917149" y="42066"/>
                  </a:lnTo>
                  <a:lnTo>
                    <a:pt x="1936459" y="34715"/>
                  </a:lnTo>
                  <a:lnTo>
                    <a:pt x="1955393" y="27508"/>
                  </a:lnTo>
                  <a:lnTo>
                    <a:pt x="1973967" y="20437"/>
                  </a:lnTo>
                  <a:lnTo>
                    <a:pt x="1992194" y="13499"/>
                  </a:lnTo>
                  <a:lnTo>
                    <a:pt x="2010086" y="6688"/>
                  </a:lnTo>
                  <a:lnTo>
                    <a:pt x="202765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651055" y="5448407"/>
              <a:ext cx="2027656" cy="11839"/>
            </a:xfrm>
            <a:custGeom>
              <a:avLst/>
              <a:pathLst>
                <a:path w="2027656" h="11839">
                  <a:moveTo>
                    <a:pt x="0" y="11839"/>
                  </a:moveTo>
                  <a:lnTo>
                    <a:pt x="130206" y="11078"/>
                  </a:lnTo>
                  <a:lnTo>
                    <a:pt x="245055" y="10408"/>
                  </a:lnTo>
                  <a:lnTo>
                    <a:pt x="347792" y="9808"/>
                  </a:lnTo>
                  <a:lnTo>
                    <a:pt x="440729" y="9265"/>
                  </a:lnTo>
                  <a:lnTo>
                    <a:pt x="525573" y="8770"/>
                  </a:lnTo>
                  <a:lnTo>
                    <a:pt x="603623" y="8314"/>
                  </a:lnTo>
                  <a:lnTo>
                    <a:pt x="675885" y="7892"/>
                  </a:lnTo>
                  <a:lnTo>
                    <a:pt x="743160" y="7500"/>
                  </a:lnTo>
                  <a:lnTo>
                    <a:pt x="806091" y="7132"/>
                  </a:lnTo>
                  <a:lnTo>
                    <a:pt x="865206" y="6787"/>
                  </a:lnTo>
                  <a:lnTo>
                    <a:pt x="920941" y="6461"/>
                  </a:lnTo>
                  <a:lnTo>
                    <a:pt x="973662" y="6154"/>
                  </a:lnTo>
                  <a:lnTo>
                    <a:pt x="1023677" y="5862"/>
                  </a:lnTo>
                  <a:lnTo>
                    <a:pt x="1071253" y="5584"/>
                  </a:lnTo>
                  <a:lnTo>
                    <a:pt x="1116614" y="5319"/>
                  </a:lnTo>
                  <a:lnTo>
                    <a:pt x="1159959" y="5066"/>
                  </a:lnTo>
                  <a:lnTo>
                    <a:pt x="1201459" y="4824"/>
                  </a:lnTo>
                  <a:lnTo>
                    <a:pt x="1241264" y="4591"/>
                  </a:lnTo>
                  <a:lnTo>
                    <a:pt x="1279508" y="4368"/>
                  </a:lnTo>
                  <a:lnTo>
                    <a:pt x="1316308" y="4153"/>
                  </a:lnTo>
                  <a:lnTo>
                    <a:pt x="1351770" y="3946"/>
                  </a:lnTo>
                  <a:lnTo>
                    <a:pt x="1385988" y="3746"/>
                  </a:lnTo>
                  <a:lnTo>
                    <a:pt x="1419045" y="3553"/>
                  </a:lnTo>
                  <a:lnTo>
                    <a:pt x="1451018" y="3366"/>
                  </a:lnTo>
                  <a:lnTo>
                    <a:pt x="1481976" y="3186"/>
                  </a:lnTo>
                  <a:lnTo>
                    <a:pt x="1511982" y="3010"/>
                  </a:lnTo>
                  <a:lnTo>
                    <a:pt x="1541091" y="2840"/>
                  </a:lnTo>
                  <a:lnTo>
                    <a:pt x="1569357" y="2675"/>
                  </a:lnTo>
                  <a:lnTo>
                    <a:pt x="1596826" y="2515"/>
                  </a:lnTo>
                  <a:lnTo>
                    <a:pt x="1623543" y="2359"/>
                  </a:lnTo>
                  <a:lnTo>
                    <a:pt x="1649547" y="2207"/>
                  </a:lnTo>
                  <a:lnTo>
                    <a:pt x="1674876" y="2059"/>
                  </a:lnTo>
                  <a:lnTo>
                    <a:pt x="1699563" y="1915"/>
                  </a:lnTo>
                  <a:lnTo>
                    <a:pt x="1723641" y="1775"/>
                  </a:lnTo>
                  <a:lnTo>
                    <a:pt x="1747138" y="1637"/>
                  </a:lnTo>
                  <a:lnTo>
                    <a:pt x="1770083" y="1503"/>
                  </a:lnTo>
                  <a:lnTo>
                    <a:pt x="1792500" y="1373"/>
                  </a:lnTo>
                  <a:lnTo>
                    <a:pt x="1814413" y="1245"/>
                  </a:lnTo>
                  <a:lnTo>
                    <a:pt x="1835844" y="1119"/>
                  </a:lnTo>
                  <a:lnTo>
                    <a:pt x="1856815" y="997"/>
                  </a:lnTo>
                  <a:lnTo>
                    <a:pt x="1877344" y="877"/>
                  </a:lnTo>
                  <a:lnTo>
                    <a:pt x="1897450" y="760"/>
                  </a:lnTo>
                  <a:lnTo>
                    <a:pt x="1917149" y="645"/>
                  </a:lnTo>
                  <a:lnTo>
                    <a:pt x="1936459" y="532"/>
                  </a:lnTo>
                  <a:lnTo>
                    <a:pt x="1955393" y="421"/>
                  </a:lnTo>
                  <a:lnTo>
                    <a:pt x="1973967" y="313"/>
                  </a:lnTo>
                  <a:lnTo>
                    <a:pt x="1992194" y="207"/>
                  </a:lnTo>
                  <a:lnTo>
                    <a:pt x="2010086" y="102"/>
                  </a:lnTo>
                  <a:lnTo>
                    <a:pt x="202765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651055" y="4555262"/>
              <a:ext cx="2027656" cy="414873"/>
            </a:xfrm>
            <a:custGeom>
              <a:avLst/>
              <a:pathLst>
                <a:path w="2027656" h="414873">
                  <a:moveTo>
                    <a:pt x="0" y="414873"/>
                  </a:moveTo>
                  <a:lnTo>
                    <a:pt x="130206" y="388232"/>
                  </a:lnTo>
                  <a:lnTo>
                    <a:pt x="245055" y="364733"/>
                  </a:lnTo>
                  <a:lnTo>
                    <a:pt x="347792" y="343712"/>
                  </a:lnTo>
                  <a:lnTo>
                    <a:pt x="440729" y="324697"/>
                  </a:lnTo>
                  <a:lnTo>
                    <a:pt x="525573" y="307337"/>
                  </a:lnTo>
                  <a:lnTo>
                    <a:pt x="603623" y="291367"/>
                  </a:lnTo>
                  <a:lnTo>
                    <a:pt x="675885" y="276582"/>
                  </a:lnTo>
                  <a:lnTo>
                    <a:pt x="743160" y="262817"/>
                  </a:lnTo>
                  <a:lnTo>
                    <a:pt x="806091" y="249941"/>
                  </a:lnTo>
                  <a:lnTo>
                    <a:pt x="865206" y="237845"/>
                  </a:lnTo>
                  <a:lnTo>
                    <a:pt x="920941" y="226442"/>
                  </a:lnTo>
                  <a:lnTo>
                    <a:pt x="973662" y="215655"/>
                  </a:lnTo>
                  <a:lnTo>
                    <a:pt x="1023677" y="205421"/>
                  </a:lnTo>
                  <a:lnTo>
                    <a:pt x="1071253" y="195687"/>
                  </a:lnTo>
                  <a:lnTo>
                    <a:pt x="1116614" y="186405"/>
                  </a:lnTo>
                  <a:lnTo>
                    <a:pt x="1159959" y="177537"/>
                  </a:lnTo>
                  <a:lnTo>
                    <a:pt x="1201459" y="169046"/>
                  </a:lnTo>
                  <a:lnTo>
                    <a:pt x="1241264" y="160901"/>
                  </a:lnTo>
                  <a:lnTo>
                    <a:pt x="1279508" y="153076"/>
                  </a:lnTo>
                  <a:lnTo>
                    <a:pt x="1316308" y="145546"/>
                  </a:lnTo>
                  <a:lnTo>
                    <a:pt x="1351770" y="138291"/>
                  </a:lnTo>
                  <a:lnTo>
                    <a:pt x="1385988" y="131290"/>
                  </a:lnTo>
                  <a:lnTo>
                    <a:pt x="1419045" y="124526"/>
                  </a:lnTo>
                  <a:lnTo>
                    <a:pt x="1451018" y="117984"/>
                  </a:lnTo>
                  <a:lnTo>
                    <a:pt x="1481976" y="111650"/>
                  </a:lnTo>
                  <a:lnTo>
                    <a:pt x="1511982" y="105510"/>
                  </a:lnTo>
                  <a:lnTo>
                    <a:pt x="1541091" y="99554"/>
                  </a:lnTo>
                  <a:lnTo>
                    <a:pt x="1569357" y="93771"/>
                  </a:lnTo>
                  <a:lnTo>
                    <a:pt x="1596826" y="88150"/>
                  </a:lnTo>
                  <a:lnTo>
                    <a:pt x="1623543" y="82684"/>
                  </a:lnTo>
                  <a:lnTo>
                    <a:pt x="1649547" y="77363"/>
                  </a:lnTo>
                  <a:lnTo>
                    <a:pt x="1674876" y="72181"/>
                  </a:lnTo>
                  <a:lnTo>
                    <a:pt x="1699563" y="67130"/>
                  </a:lnTo>
                  <a:lnTo>
                    <a:pt x="1723641" y="62203"/>
                  </a:lnTo>
                  <a:lnTo>
                    <a:pt x="1747138" y="57396"/>
                  </a:lnTo>
                  <a:lnTo>
                    <a:pt x="1770083" y="52701"/>
                  </a:lnTo>
                  <a:lnTo>
                    <a:pt x="1792500" y="48114"/>
                  </a:lnTo>
                  <a:lnTo>
                    <a:pt x="1814413" y="43631"/>
                  </a:lnTo>
                  <a:lnTo>
                    <a:pt x="1835844" y="39246"/>
                  </a:lnTo>
                  <a:lnTo>
                    <a:pt x="1856815" y="34955"/>
                  </a:lnTo>
                  <a:lnTo>
                    <a:pt x="1877344" y="30754"/>
                  </a:lnTo>
                  <a:lnTo>
                    <a:pt x="1897450" y="26641"/>
                  </a:lnTo>
                  <a:lnTo>
                    <a:pt x="1917149" y="22610"/>
                  </a:lnTo>
                  <a:lnTo>
                    <a:pt x="1936459" y="18659"/>
                  </a:lnTo>
                  <a:lnTo>
                    <a:pt x="1955393" y="14785"/>
                  </a:lnTo>
                  <a:lnTo>
                    <a:pt x="1973967" y="10985"/>
                  </a:lnTo>
                  <a:lnTo>
                    <a:pt x="1992194" y="7255"/>
                  </a:lnTo>
                  <a:lnTo>
                    <a:pt x="2010086" y="3594"/>
                  </a:lnTo>
                  <a:lnTo>
                    <a:pt x="202765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651055" y="4957823"/>
              <a:ext cx="2027656" cy="351407"/>
            </a:xfrm>
            <a:custGeom>
              <a:avLst/>
              <a:pathLst>
                <a:path w="2027656" h="351407">
                  <a:moveTo>
                    <a:pt x="0" y="0"/>
                  </a:moveTo>
                  <a:lnTo>
                    <a:pt x="130206" y="22565"/>
                  </a:lnTo>
                  <a:lnTo>
                    <a:pt x="245055" y="42469"/>
                  </a:lnTo>
                  <a:lnTo>
                    <a:pt x="347792" y="60274"/>
                  </a:lnTo>
                  <a:lnTo>
                    <a:pt x="440729" y="76381"/>
                  </a:lnTo>
                  <a:lnTo>
                    <a:pt x="525573" y="91085"/>
                  </a:lnTo>
                  <a:lnTo>
                    <a:pt x="603623" y="104612"/>
                  </a:lnTo>
                  <a:lnTo>
                    <a:pt x="675885" y="117135"/>
                  </a:lnTo>
                  <a:lnTo>
                    <a:pt x="743160" y="128794"/>
                  </a:lnTo>
                  <a:lnTo>
                    <a:pt x="806091" y="139701"/>
                  </a:lnTo>
                  <a:lnTo>
                    <a:pt x="865206" y="149946"/>
                  </a:lnTo>
                  <a:lnTo>
                    <a:pt x="920941" y="159605"/>
                  </a:lnTo>
                  <a:lnTo>
                    <a:pt x="973662" y="168742"/>
                  </a:lnTo>
                  <a:lnTo>
                    <a:pt x="1023677" y="177410"/>
                  </a:lnTo>
                  <a:lnTo>
                    <a:pt x="1071253" y="185655"/>
                  </a:lnTo>
                  <a:lnTo>
                    <a:pt x="1116614" y="193517"/>
                  </a:lnTo>
                  <a:lnTo>
                    <a:pt x="1159959" y="201029"/>
                  </a:lnTo>
                  <a:lnTo>
                    <a:pt x="1201459" y="208221"/>
                  </a:lnTo>
                  <a:lnTo>
                    <a:pt x="1241264" y="215119"/>
                  </a:lnTo>
                  <a:lnTo>
                    <a:pt x="1279508" y="221747"/>
                  </a:lnTo>
                  <a:lnTo>
                    <a:pt x="1316308" y="228125"/>
                  </a:lnTo>
                  <a:lnTo>
                    <a:pt x="1351770" y="234271"/>
                  </a:lnTo>
                  <a:lnTo>
                    <a:pt x="1385988" y="240201"/>
                  </a:lnTo>
                  <a:lnTo>
                    <a:pt x="1419045" y="245930"/>
                  </a:lnTo>
                  <a:lnTo>
                    <a:pt x="1451018" y="251471"/>
                  </a:lnTo>
                  <a:lnTo>
                    <a:pt x="1481976" y="256837"/>
                  </a:lnTo>
                  <a:lnTo>
                    <a:pt x="1511982" y="262037"/>
                  </a:lnTo>
                  <a:lnTo>
                    <a:pt x="1541091" y="267082"/>
                  </a:lnTo>
                  <a:lnTo>
                    <a:pt x="1569357" y="271980"/>
                  </a:lnTo>
                  <a:lnTo>
                    <a:pt x="1596826" y="276741"/>
                  </a:lnTo>
                  <a:lnTo>
                    <a:pt x="1623543" y="281371"/>
                  </a:lnTo>
                  <a:lnTo>
                    <a:pt x="1649547" y="285878"/>
                  </a:lnTo>
                  <a:lnTo>
                    <a:pt x="1674876" y="290267"/>
                  </a:lnTo>
                  <a:lnTo>
                    <a:pt x="1699563" y="294546"/>
                  </a:lnTo>
                  <a:lnTo>
                    <a:pt x="1723641" y="298719"/>
                  </a:lnTo>
                  <a:lnTo>
                    <a:pt x="1747138" y="302791"/>
                  </a:lnTo>
                  <a:lnTo>
                    <a:pt x="1770083" y="306767"/>
                  </a:lnTo>
                  <a:lnTo>
                    <a:pt x="1792500" y="310652"/>
                  </a:lnTo>
                  <a:lnTo>
                    <a:pt x="1814413" y="314450"/>
                  </a:lnTo>
                  <a:lnTo>
                    <a:pt x="1835844" y="318164"/>
                  </a:lnTo>
                  <a:lnTo>
                    <a:pt x="1856815" y="321799"/>
                  </a:lnTo>
                  <a:lnTo>
                    <a:pt x="1877344" y="325357"/>
                  </a:lnTo>
                  <a:lnTo>
                    <a:pt x="1897450" y="328841"/>
                  </a:lnTo>
                  <a:lnTo>
                    <a:pt x="1917149" y="332255"/>
                  </a:lnTo>
                  <a:lnTo>
                    <a:pt x="1936459" y="335602"/>
                  </a:lnTo>
                  <a:lnTo>
                    <a:pt x="1955393" y="338883"/>
                  </a:lnTo>
                  <a:lnTo>
                    <a:pt x="1973967" y="342102"/>
                  </a:lnTo>
                  <a:lnTo>
                    <a:pt x="1992194" y="345261"/>
                  </a:lnTo>
                  <a:lnTo>
                    <a:pt x="2010086" y="348362"/>
                  </a:lnTo>
                  <a:lnTo>
                    <a:pt x="2027656" y="351407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651055" y="5410540"/>
              <a:ext cx="2027656" cy="163458"/>
            </a:xfrm>
            <a:custGeom>
              <a:avLst/>
              <a:pathLst>
                <a:path w="2027656" h="163458">
                  <a:moveTo>
                    <a:pt x="0" y="0"/>
                  </a:moveTo>
                  <a:lnTo>
                    <a:pt x="130206" y="10496"/>
                  </a:lnTo>
                  <a:lnTo>
                    <a:pt x="245055" y="19755"/>
                  </a:lnTo>
                  <a:lnTo>
                    <a:pt x="347792" y="28037"/>
                  </a:lnTo>
                  <a:lnTo>
                    <a:pt x="440729" y="35529"/>
                  </a:lnTo>
                  <a:lnTo>
                    <a:pt x="525573" y="42368"/>
                  </a:lnTo>
                  <a:lnTo>
                    <a:pt x="603623" y="48660"/>
                  </a:lnTo>
                  <a:lnTo>
                    <a:pt x="675885" y="54486"/>
                  </a:lnTo>
                  <a:lnTo>
                    <a:pt x="743160" y="59909"/>
                  </a:lnTo>
                  <a:lnTo>
                    <a:pt x="806091" y="64982"/>
                  </a:lnTo>
                  <a:lnTo>
                    <a:pt x="865206" y="69748"/>
                  </a:lnTo>
                  <a:lnTo>
                    <a:pt x="920941" y="74241"/>
                  </a:lnTo>
                  <a:lnTo>
                    <a:pt x="973662" y="78491"/>
                  </a:lnTo>
                  <a:lnTo>
                    <a:pt x="1023677" y="82523"/>
                  </a:lnTo>
                  <a:lnTo>
                    <a:pt x="1071253" y="86358"/>
                  </a:lnTo>
                  <a:lnTo>
                    <a:pt x="1116614" y="90015"/>
                  </a:lnTo>
                  <a:lnTo>
                    <a:pt x="1159959" y="93509"/>
                  </a:lnTo>
                  <a:lnTo>
                    <a:pt x="1201459" y="96855"/>
                  </a:lnTo>
                  <a:lnTo>
                    <a:pt x="1241264" y="100064"/>
                  </a:lnTo>
                  <a:lnTo>
                    <a:pt x="1279508" y="103147"/>
                  </a:lnTo>
                  <a:lnTo>
                    <a:pt x="1316308" y="106113"/>
                  </a:lnTo>
                  <a:lnTo>
                    <a:pt x="1351770" y="108972"/>
                  </a:lnTo>
                  <a:lnTo>
                    <a:pt x="1385988" y="111730"/>
                  </a:lnTo>
                  <a:lnTo>
                    <a:pt x="1419045" y="114395"/>
                  </a:lnTo>
                  <a:lnTo>
                    <a:pt x="1451018" y="116973"/>
                  </a:lnTo>
                  <a:lnTo>
                    <a:pt x="1481976" y="119469"/>
                  </a:lnTo>
                  <a:lnTo>
                    <a:pt x="1511982" y="121887"/>
                  </a:lnTo>
                  <a:lnTo>
                    <a:pt x="1541091" y="124234"/>
                  </a:lnTo>
                  <a:lnTo>
                    <a:pt x="1569357" y="126513"/>
                  </a:lnTo>
                  <a:lnTo>
                    <a:pt x="1596826" y="128727"/>
                  </a:lnTo>
                  <a:lnTo>
                    <a:pt x="1623543" y="130881"/>
                  </a:lnTo>
                  <a:lnTo>
                    <a:pt x="1649547" y="132977"/>
                  </a:lnTo>
                  <a:lnTo>
                    <a:pt x="1674876" y="135019"/>
                  </a:lnTo>
                  <a:lnTo>
                    <a:pt x="1699563" y="137009"/>
                  </a:lnTo>
                  <a:lnTo>
                    <a:pt x="1723641" y="138950"/>
                  </a:lnTo>
                  <a:lnTo>
                    <a:pt x="1747138" y="140844"/>
                  </a:lnTo>
                  <a:lnTo>
                    <a:pt x="1770083" y="142694"/>
                  </a:lnTo>
                  <a:lnTo>
                    <a:pt x="1792500" y="144501"/>
                  </a:lnTo>
                  <a:lnTo>
                    <a:pt x="1814413" y="146268"/>
                  </a:lnTo>
                  <a:lnTo>
                    <a:pt x="1835844" y="147995"/>
                  </a:lnTo>
                  <a:lnTo>
                    <a:pt x="1856815" y="149686"/>
                  </a:lnTo>
                  <a:lnTo>
                    <a:pt x="1877344" y="151341"/>
                  </a:lnTo>
                  <a:lnTo>
                    <a:pt x="1897450" y="152962"/>
                  </a:lnTo>
                  <a:lnTo>
                    <a:pt x="1917149" y="154550"/>
                  </a:lnTo>
                  <a:lnTo>
                    <a:pt x="1936459" y="156106"/>
                  </a:lnTo>
                  <a:lnTo>
                    <a:pt x="1955393" y="157633"/>
                  </a:lnTo>
                  <a:lnTo>
                    <a:pt x="1973967" y="159130"/>
                  </a:lnTo>
                  <a:lnTo>
                    <a:pt x="1992194" y="160600"/>
                  </a:lnTo>
                  <a:lnTo>
                    <a:pt x="2010086" y="162042"/>
                  </a:lnTo>
                  <a:lnTo>
                    <a:pt x="2027656" y="16345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651055" y="5127700"/>
              <a:ext cx="2027656" cy="337508"/>
            </a:xfrm>
            <a:custGeom>
              <a:avLst/>
              <a:pathLst>
                <a:path w="2027656" h="337508">
                  <a:moveTo>
                    <a:pt x="0" y="0"/>
                  </a:moveTo>
                  <a:lnTo>
                    <a:pt x="130206" y="21673"/>
                  </a:lnTo>
                  <a:lnTo>
                    <a:pt x="245055" y="40790"/>
                  </a:lnTo>
                  <a:lnTo>
                    <a:pt x="347792" y="57891"/>
                  </a:lnTo>
                  <a:lnTo>
                    <a:pt x="440729" y="73360"/>
                  </a:lnTo>
                  <a:lnTo>
                    <a:pt x="525573" y="87483"/>
                  </a:lnTo>
                  <a:lnTo>
                    <a:pt x="603623" y="100474"/>
                  </a:lnTo>
                  <a:lnTo>
                    <a:pt x="675885" y="112502"/>
                  </a:lnTo>
                  <a:lnTo>
                    <a:pt x="743160" y="123701"/>
                  </a:lnTo>
                  <a:lnTo>
                    <a:pt x="806091" y="134176"/>
                  </a:lnTo>
                  <a:lnTo>
                    <a:pt x="865206" y="144015"/>
                  </a:lnTo>
                  <a:lnTo>
                    <a:pt x="920941" y="153293"/>
                  </a:lnTo>
                  <a:lnTo>
                    <a:pt x="973662" y="162068"/>
                  </a:lnTo>
                  <a:lnTo>
                    <a:pt x="1023677" y="170394"/>
                  </a:lnTo>
                  <a:lnTo>
                    <a:pt x="1071253" y="178313"/>
                  </a:lnTo>
                  <a:lnTo>
                    <a:pt x="1116614" y="185863"/>
                  </a:lnTo>
                  <a:lnTo>
                    <a:pt x="1159959" y="193078"/>
                  </a:lnTo>
                  <a:lnTo>
                    <a:pt x="1201459" y="199986"/>
                  </a:lnTo>
                  <a:lnTo>
                    <a:pt x="1241264" y="206611"/>
                  </a:lnTo>
                  <a:lnTo>
                    <a:pt x="1279508" y="212977"/>
                  </a:lnTo>
                  <a:lnTo>
                    <a:pt x="1316308" y="219103"/>
                  </a:lnTo>
                  <a:lnTo>
                    <a:pt x="1351770" y="225005"/>
                  </a:lnTo>
                  <a:lnTo>
                    <a:pt x="1385988" y="230701"/>
                  </a:lnTo>
                  <a:lnTo>
                    <a:pt x="1419045" y="236204"/>
                  </a:lnTo>
                  <a:lnTo>
                    <a:pt x="1451018" y="241526"/>
                  </a:lnTo>
                  <a:lnTo>
                    <a:pt x="1481976" y="246679"/>
                  </a:lnTo>
                  <a:lnTo>
                    <a:pt x="1511982" y="251673"/>
                  </a:lnTo>
                  <a:lnTo>
                    <a:pt x="1541091" y="256518"/>
                  </a:lnTo>
                  <a:lnTo>
                    <a:pt x="1569357" y="261223"/>
                  </a:lnTo>
                  <a:lnTo>
                    <a:pt x="1596826" y="265796"/>
                  </a:lnTo>
                  <a:lnTo>
                    <a:pt x="1623543" y="270243"/>
                  </a:lnTo>
                  <a:lnTo>
                    <a:pt x="1649547" y="274571"/>
                  </a:lnTo>
                  <a:lnTo>
                    <a:pt x="1674876" y="278787"/>
                  </a:lnTo>
                  <a:lnTo>
                    <a:pt x="1699563" y="282897"/>
                  </a:lnTo>
                  <a:lnTo>
                    <a:pt x="1723641" y="286904"/>
                  </a:lnTo>
                  <a:lnTo>
                    <a:pt x="1747138" y="290816"/>
                  </a:lnTo>
                  <a:lnTo>
                    <a:pt x="1770083" y="294635"/>
                  </a:lnTo>
                  <a:lnTo>
                    <a:pt x="1792500" y="298366"/>
                  </a:lnTo>
                  <a:lnTo>
                    <a:pt x="1814413" y="302014"/>
                  </a:lnTo>
                  <a:lnTo>
                    <a:pt x="1835844" y="305581"/>
                  </a:lnTo>
                  <a:lnTo>
                    <a:pt x="1856815" y="309072"/>
                  </a:lnTo>
                  <a:lnTo>
                    <a:pt x="1877344" y="312489"/>
                  </a:lnTo>
                  <a:lnTo>
                    <a:pt x="1897450" y="315835"/>
                  </a:lnTo>
                  <a:lnTo>
                    <a:pt x="1917149" y="319114"/>
                  </a:lnTo>
                  <a:lnTo>
                    <a:pt x="1936459" y="322329"/>
                  </a:lnTo>
                  <a:lnTo>
                    <a:pt x="1955393" y="325480"/>
                  </a:lnTo>
                  <a:lnTo>
                    <a:pt x="1973967" y="328572"/>
                  </a:lnTo>
                  <a:lnTo>
                    <a:pt x="1992194" y="331606"/>
                  </a:lnTo>
                  <a:lnTo>
                    <a:pt x="2010086" y="334584"/>
                  </a:lnTo>
                  <a:lnTo>
                    <a:pt x="2027656" y="337508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651055" y="5042177"/>
              <a:ext cx="2027656" cy="287454"/>
            </a:xfrm>
            <a:custGeom>
              <a:avLst/>
              <a:pathLst>
                <a:path w="2027656" h="287454">
                  <a:moveTo>
                    <a:pt x="0" y="0"/>
                  </a:moveTo>
                  <a:lnTo>
                    <a:pt x="130206" y="18458"/>
                  </a:lnTo>
                  <a:lnTo>
                    <a:pt x="245055" y="34740"/>
                  </a:lnTo>
                  <a:lnTo>
                    <a:pt x="347792" y="49305"/>
                  </a:lnTo>
                  <a:lnTo>
                    <a:pt x="440729" y="62480"/>
                  </a:lnTo>
                  <a:lnTo>
                    <a:pt x="525573" y="74508"/>
                  </a:lnTo>
                  <a:lnTo>
                    <a:pt x="603623" y="85573"/>
                  </a:lnTo>
                  <a:lnTo>
                    <a:pt x="675885" y="95818"/>
                  </a:lnTo>
                  <a:lnTo>
                    <a:pt x="743160" y="105355"/>
                  </a:lnTo>
                  <a:lnTo>
                    <a:pt x="806091" y="114276"/>
                  </a:lnTo>
                  <a:lnTo>
                    <a:pt x="865206" y="122657"/>
                  </a:lnTo>
                  <a:lnTo>
                    <a:pt x="920941" y="130558"/>
                  </a:lnTo>
                  <a:lnTo>
                    <a:pt x="973662" y="138032"/>
                  </a:lnTo>
                  <a:lnTo>
                    <a:pt x="1023677" y="145123"/>
                  </a:lnTo>
                  <a:lnTo>
                    <a:pt x="1071253" y="151867"/>
                  </a:lnTo>
                  <a:lnTo>
                    <a:pt x="1116614" y="158298"/>
                  </a:lnTo>
                  <a:lnTo>
                    <a:pt x="1159959" y="164443"/>
                  </a:lnTo>
                  <a:lnTo>
                    <a:pt x="1201459" y="170326"/>
                  </a:lnTo>
                  <a:lnTo>
                    <a:pt x="1241264" y="175969"/>
                  </a:lnTo>
                  <a:lnTo>
                    <a:pt x="1279508" y="181391"/>
                  </a:lnTo>
                  <a:lnTo>
                    <a:pt x="1316308" y="186608"/>
                  </a:lnTo>
                  <a:lnTo>
                    <a:pt x="1351770" y="191636"/>
                  </a:lnTo>
                  <a:lnTo>
                    <a:pt x="1385988" y="196486"/>
                  </a:lnTo>
                  <a:lnTo>
                    <a:pt x="1419045" y="201173"/>
                  </a:lnTo>
                  <a:lnTo>
                    <a:pt x="1451018" y="205706"/>
                  </a:lnTo>
                  <a:lnTo>
                    <a:pt x="1481976" y="210094"/>
                  </a:lnTo>
                  <a:lnTo>
                    <a:pt x="1511982" y="214348"/>
                  </a:lnTo>
                  <a:lnTo>
                    <a:pt x="1541091" y="218475"/>
                  </a:lnTo>
                  <a:lnTo>
                    <a:pt x="1569357" y="222482"/>
                  </a:lnTo>
                  <a:lnTo>
                    <a:pt x="1596826" y="226376"/>
                  </a:lnTo>
                  <a:lnTo>
                    <a:pt x="1623543" y="230164"/>
                  </a:lnTo>
                  <a:lnTo>
                    <a:pt x="1649547" y="233850"/>
                  </a:lnTo>
                  <a:lnTo>
                    <a:pt x="1674876" y="237441"/>
                  </a:lnTo>
                  <a:lnTo>
                    <a:pt x="1699563" y="240941"/>
                  </a:lnTo>
                  <a:lnTo>
                    <a:pt x="1723641" y="244354"/>
                  </a:lnTo>
                  <a:lnTo>
                    <a:pt x="1747138" y="247686"/>
                  </a:lnTo>
                  <a:lnTo>
                    <a:pt x="1770083" y="250938"/>
                  </a:lnTo>
                  <a:lnTo>
                    <a:pt x="1792500" y="254116"/>
                  </a:lnTo>
                  <a:lnTo>
                    <a:pt x="1814413" y="257223"/>
                  </a:lnTo>
                  <a:lnTo>
                    <a:pt x="1835844" y="260261"/>
                  </a:lnTo>
                  <a:lnTo>
                    <a:pt x="1856815" y="263234"/>
                  </a:lnTo>
                  <a:lnTo>
                    <a:pt x="1877344" y="266144"/>
                  </a:lnTo>
                  <a:lnTo>
                    <a:pt x="1897450" y="268995"/>
                  </a:lnTo>
                  <a:lnTo>
                    <a:pt x="1917149" y="271787"/>
                  </a:lnTo>
                  <a:lnTo>
                    <a:pt x="1936459" y="274525"/>
                  </a:lnTo>
                  <a:lnTo>
                    <a:pt x="1955393" y="277209"/>
                  </a:lnTo>
                  <a:lnTo>
                    <a:pt x="1973967" y="279842"/>
                  </a:lnTo>
                  <a:lnTo>
                    <a:pt x="1992194" y="282426"/>
                  </a:lnTo>
                  <a:lnTo>
                    <a:pt x="2010086" y="284963"/>
                  </a:lnTo>
                  <a:lnTo>
                    <a:pt x="2027656" y="28745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rc484"/>
            <p:cNvSpPr/>
            <p:nvPr/>
          </p:nvSpPr>
          <p:spPr>
            <a:xfrm>
              <a:off x="1503277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503277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272281" y="582375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272281" y="5335649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272281" y="484754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272281" y="435943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465319" y="587386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465319" y="538575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465319" y="489764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465319" y="440954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503277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651055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326940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3002826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678711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 rot="-5400000">
              <a:off x="1004992" y="4954968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1503277" y="3729057"/>
              <a:ext cx="552846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Chl</a:t>
              </a:r>
            </a:p>
          </p:txBody>
        </p:sp>
        <p:sp>
          <p:nvSpPr>
            <p:cNvPr id="502" name="rc501"/>
            <p:cNvSpPr/>
            <p:nvPr/>
          </p:nvSpPr>
          <p:spPr>
            <a:xfrm>
              <a:off x="4122981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4289767" y="534613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4199531" y="497700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4218580" y="5259953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4217227" y="527427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223510" y="556188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209776" y="521924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280667" y="544757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287863" y="534166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265445" y="562445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210315" y="565936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970853" y="579263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907147" y="573641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878702" y="548615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940744" y="569983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971940" y="549787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960582" y="513851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931944" y="574603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904011" y="572978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4945211" y="547016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4882174" y="519470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4922018" y="536254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965242" y="573292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4945151" y="506395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4906234" y="550728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4966203" y="527506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4915792" y="526229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4911734" y="487456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4943114" y="510385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629514" y="514565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649788" y="587375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599862" y="523039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619591" y="562602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572648" y="568002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616522" y="593254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598948" y="478482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622322" y="511794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631634" y="544732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649576" y="530898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614260" y="582077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578130" y="561076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553506" y="558983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610906" y="563627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572002" y="534047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559729" y="570935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574980" y="555837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631885" y="504557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596990" y="545719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583170" y="403766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6242722" y="541277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6275563" y="551465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6293288" y="480785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6254754" y="572131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6316527" y="499686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282384" y="559208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307898" y="553655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245165" y="5142485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244897" y="488539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265325" y="562868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297337" y="528069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265029" y="547681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312573" y="518165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234314" y="569718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276557" y="507581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294258" y="5009574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269810" y="548667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310747" y="511281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300743" y="501762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296635" y="544773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289244" y="503769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282741" y="575085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257086" y="559539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306490" y="586602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l574"/>
            <p:cNvSpPr/>
            <p:nvPr/>
          </p:nvSpPr>
          <p:spPr>
            <a:xfrm>
              <a:off x="4276201" y="5236993"/>
              <a:ext cx="2031132" cy="18736"/>
            </a:xfrm>
            <a:custGeom>
              <a:avLst/>
              <a:pathLst>
                <a:path w="2031132" h="18736">
                  <a:moveTo>
                    <a:pt x="0" y="18736"/>
                  </a:moveTo>
                  <a:lnTo>
                    <a:pt x="130429" y="17532"/>
                  </a:lnTo>
                  <a:lnTo>
                    <a:pt x="245475" y="16471"/>
                  </a:lnTo>
                  <a:lnTo>
                    <a:pt x="348388" y="15522"/>
                  </a:lnTo>
                  <a:lnTo>
                    <a:pt x="441484" y="14663"/>
                  </a:lnTo>
                  <a:lnTo>
                    <a:pt x="526474" y="13879"/>
                  </a:lnTo>
                  <a:lnTo>
                    <a:pt x="604657" y="13158"/>
                  </a:lnTo>
                  <a:lnTo>
                    <a:pt x="677044" y="12490"/>
                  </a:lnTo>
                  <a:lnTo>
                    <a:pt x="744434" y="11869"/>
                  </a:lnTo>
                  <a:lnTo>
                    <a:pt x="807473" y="11287"/>
                  </a:lnTo>
                  <a:lnTo>
                    <a:pt x="866689" y="10741"/>
                  </a:lnTo>
                  <a:lnTo>
                    <a:pt x="922520" y="10226"/>
                  </a:lnTo>
                  <a:lnTo>
                    <a:pt x="975331" y="9739"/>
                  </a:lnTo>
                  <a:lnTo>
                    <a:pt x="1025432" y="9277"/>
                  </a:lnTo>
                  <a:lnTo>
                    <a:pt x="1073089" y="8837"/>
                  </a:lnTo>
                  <a:lnTo>
                    <a:pt x="1118528" y="8418"/>
                  </a:lnTo>
                  <a:lnTo>
                    <a:pt x="1161947" y="8017"/>
                  </a:lnTo>
                  <a:lnTo>
                    <a:pt x="1203518" y="7634"/>
                  </a:lnTo>
                  <a:lnTo>
                    <a:pt x="1243392" y="7266"/>
                  </a:lnTo>
                  <a:lnTo>
                    <a:pt x="1281701" y="6913"/>
                  </a:lnTo>
                  <a:lnTo>
                    <a:pt x="1318565" y="6573"/>
                  </a:lnTo>
                  <a:lnTo>
                    <a:pt x="1354088" y="6245"/>
                  </a:lnTo>
                  <a:lnTo>
                    <a:pt x="1388364" y="5929"/>
                  </a:lnTo>
                  <a:lnTo>
                    <a:pt x="1421478" y="5623"/>
                  </a:lnTo>
                  <a:lnTo>
                    <a:pt x="1453506" y="5328"/>
                  </a:lnTo>
                  <a:lnTo>
                    <a:pt x="1484517" y="5042"/>
                  </a:lnTo>
                  <a:lnTo>
                    <a:pt x="1514574" y="4764"/>
                  </a:lnTo>
                  <a:lnTo>
                    <a:pt x="1543733" y="4495"/>
                  </a:lnTo>
                  <a:lnTo>
                    <a:pt x="1572047" y="4234"/>
                  </a:lnTo>
                  <a:lnTo>
                    <a:pt x="1599564" y="3980"/>
                  </a:lnTo>
                  <a:lnTo>
                    <a:pt x="1626326" y="3734"/>
                  </a:lnTo>
                  <a:lnTo>
                    <a:pt x="1652375" y="3493"/>
                  </a:lnTo>
                  <a:lnTo>
                    <a:pt x="1677747" y="3259"/>
                  </a:lnTo>
                  <a:lnTo>
                    <a:pt x="1702476" y="3031"/>
                  </a:lnTo>
                  <a:lnTo>
                    <a:pt x="1726595" y="2809"/>
                  </a:lnTo>
                  <a:lnTo>
                    <a:pt x="1750133" y="2592"/>
                  </a:lnTo>
                  <a:lnTo>
                    <a:pt x="1773117" y="2380"/>
                  </a:lnTo>
                  <a:lnTo>
                    <a:pt x="1795572" y="2172"/>
                  </a:lnTo>
                  <a:lnTo>
                    <a:pt x="1817523" y="1970"/>
                  </a:lnTo>
                  <a:lnTo>
                    <a:pt x="1838991" y="1772"/>
                  </a:lnTo>
                  <a:lnTo>
                    <a:pt x="1859998" y="1578"/>
                  </a:lnTo>
                  <a:lnTo>
                    <a:pt x="1880562" y="1388"/>
                  </a:lnTo>
                  <a:lnTo>
                    <a:pt x="1900703" y="1203"/>
                  </a:lnTo>
                  <a:lnTo>
                    <a:pt x="1920436" y="1021"/>
                  </a:lnTo>
                  <a:lnTo>
                    <a:pt x="1939778" y="842"/>
                  </a:lnTo>
                  <a:lnTo>
                    <a:pt x="1958745" y="667"/>
                  </a:lnTo>
                  <a:lnTo>
                    <a:pt x="1977351" y="496"/>
                  </a:lnTo>
                  <a:lnTo>
                    <a:pt x="1995609" y="327"/>
                  </a:lnTo>
                  <a:lnTo>
                    <a:pt x="2013532" y="162"/>
                  </a:lnTo>
                  <a:lnTo>
                    <a:pt x="203113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6" name="pl575"/>
            <p:cNvSpPr/>
            <p:nvPr/>
          </p:nvSpPr>
          <p:spPr>
            <a:xfrm>
              <a:off x="4276201" y="5462240"/>
              <a:ext cx="2031132" cy="53706"/>
            </a:xfrm>
            <a:custGeom>
              <a:avLst/>
              <a:pathLst>
                <a:path w="2031132" h="53706">
                  <a:moveTo>
                    <a:pt x="0" y="0"/>
                  </a:moveTo>
                  <a:lnTo>
                    <a:pt x="130429" y="3448"/>
                  </a:lnTo>
                  <a:lnTo>
                    <a:pt x="245475" y="6490"/>
                  </a:lnTo>
                  <a:lnTo>
                    <a:pt x="348388" y="9211"/>
                  </a:lnTo>
                  <a:lnTo>
                    <a:pt x="441484" y="11673"/>
                  </a:lnTo>
                  <a:lnTo>
                    <a:pt x="526474" y="13920"/>
                  </a:lnTo>
                  <a:lnTo>
                    <a:pt x="604657" y="15988"/>
                  </a:lnTo>
                  <a:lnTo>
                    <a:pt x="677044" y="17902"/>
                  </a:lnTo>
                  <a:lnTo>
                    <a:pt x="744434" y="19683"/>
                  </a:lnTo>
                  <a:lnTo>
                    <a:pt x="807473" y="21350"/>
                  </a:lnTo>
                  <a:lnTo>
                    <a:pt x="866689" y="22916"/>
                  </a:lnTo>
                  <a:lnTo>
                    <a:pt x="922520" y="24392"/>
                  </a:lnTo>
                  <a:lnTo>
                    <a:pt x="975331" y="25789"/>
                  </a:lnTo>
                  <a:lnTo>
                    <a:pt x="1025432" y="27113"/>
                  </a:lnTo>
                  <a:lnTo>
                    <a:pt x="1073089" y="28374"/>
                  </a:lnTo>
                  <a:lnTo>
                    <a:pt x="1118528" y="29575"/>
                  </a:lnTo>
                  <a:lnTo>
                    <a:pt x="1161947" y="30723"/>
                  </a:lnTo>
                  <a:lnTo>
                    <a:pt x="1203518" y="31822"/>
                  </a:lnTo>
                  <a:lnTo>
                    <a:pt x="1243392" y="32877"/>
                  </a:lnTo>
                  <a:lnTo>
                    <a:pt x="1281701" y="33890"/>
                  </a:lnTo>
                  <a:lnTo>
                    <a:pt x="1318565" y="34864"/>
                  </a:lnTo>
                  <a:lnTo>
                    <a:pt x="1354088" y="35804"/>
                  </a:lnTo>
                  <a:lnTo>
                    <a:pt x="1388364" y="36710"/>
                  </a:lnTo>
                  <a:lnTo>
                    <a:pt x="1421478" y="37585"/>
                  </a:lnTo>
                  <a:lnTo>
                    <a:pt x="1453506" y="38432"/>
                  </a:lnTo>
                  <a:lnTo>
                    <a:pt x="1484517" y="39252"/>
                  </a:lnTo>
                  <a:lnTo>
                    <a:pt x="1514574" y="40047"/>
                  </a:lnTo>
                  <a:lnTo>
                    <a:pt x="1543733" y="40818"/>
                  </a:lnTo>
                  <a:lnTo>
                    <a:pt x="1572047" y="41567"/>
                  </a:lnTo>
                  <a:lnTo>
                    <a:pt x="1599564" y="42294"/>
                  </a:lnTo>
                  <a:lnTo>
                    <a:pt x="1626326" y="43002"/>
                  </a:lnTo>
                  <a:lnTo>
                    <a:pt x="1652375" y="43691"/>
                  </a:lnTo>
                  <a:lnTo>
                    <a:pt x="1677747" y="44362"/>
                  </a:lnTo>
                  <a:lnTo>
                    <a:pt x="1702476" y="45016"/>
                  </a:lnTo>
                  <a:lnTo>
                    <a:pt x="1726595" y="45653"/>
                  </a:lnTo>
                  <a:lnTo>
                    <a:pt x="1750133" y="46276"/>
                  </a:lnTo>
                  <a:lnTo>
                    <a:pt x="1773117" y="46883"/>
                  </a:lnTo>
                  <a:lnTo>
                    <a:pt x="1795572" y="47477"/>
                  </a:lnTo>
                  <a:lnTo>
                    <a:pt x="1817523" y="48058"/>
                  </a:lnTo>
                  <a:lnTo>
                    <a:pt x="1838991" y="48625"/>
                  </a:lnTo>
                  <a:lnTo>
                    <a:pt x="1859998" y="49181"/>
                  </a:lnTo>
                  <a:lnTo>
                    <a:pt x="1880562" y="49724"/>
                  </a:lnTo>
                  <a:lnTo>
                    <a:pt x="1900703" y="50257"/>
                  </a:lnTo>
                  <a:lnTo>
                    <a:pt x="1920436" y="50779"/>
                  </a:lnTo>
                  <a:lnTo>
                    <a:pt x="1939778" y="51290"/>
                  </a:lnTo>
                  <a:lnTo>
                    <a:pt x="1958745" y="51792"/>
                  </a:lnTo>
                  <a:lnTo>
                    <a:pt x="1977351" y="52284"/>
                  </a:lnTo>
                  <a:lnTo>
                    <a:pt x="1995609" y="52766"/>
                  </a:lnTo>
                  <a:lnTo>
                    <a:pt x="2013532" y="53240"/>
                  </a:lnTo>
                  <a:lnTo>
                    <a:pt x="2031132" y="5370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4276201" y="5192687"/>
              <a:ext cx="2031132" cy="107014"/>
            </a:xfrm>
            <a:custGeom>
              <a:avLst/>
              <a:pathLst>
                <a:path w="2031132" h="107014">
                  <a:moveTo>
                    <a:pt x="0" y="107014"/>
                  </a:moveTo>
                  <a:lnTo>
                    <a:pt x="130429" y="100142"/>
                  </a:lnTo>
                  <a:lnTo>
                    <a:pt x="245475" y="94081"/>
                  </a:lnTo>
                  <a:lnTo>
                    <a:pt x="348388" y="88658"/>
                  </a:lnTo>
                  <a:lnTo>
                    <a:pt x="441484" y="83753"/>
                  </a:lnTo>
                  <a:lnTo>
                    <a:pt x="526474" y="79276"/>
                  </a:lnTo>
                  <a:lnTo>
                    <a:pt x="604657" y="75156"/>
                  </a:lnTo>
                  <a:lnTo>
                    <a:pt x="677044" y="71343"/>
                  </a:lnTo>
                  <a:lnTo>
                    <a:pt x="744434" y="67792"/>
                  </a:lnTo>
                  <a:lnTo>
                    <a:pt x="807473" y="64471"/>
                  </a:lnTo>
                  <a:lnTo>
                    <a:pt x="866689" y="61351"/>
                  </a:lnTo>
                  <a:lnTo>
                    <a:pt x="922520" y="58409"/>
                  </a:lnTo>
                  <a:lnTo>
                    <a:pt x="975331" y="55627"/>
                  </a:lnTo>
                  <a:lnTo>
                    <a:pt x="1025432" y="52987"/>
                  </a:lnTo>
                  <a:lnTo>
                    <a:pt x="1073089" y="50476"/>
                  </a:lnTo>
                  <a:lnTo>
                    <a:pt x="1118528" y="48082"/>
                  </a:lnTo>
                  <a:lnTo>
                    <a:pt x="1161947" y="45794"/>
                  </a:lnTo>
                  <a:lnTo>
                    <a:pt x="1203518" y="43604"/>
                  </a:lnTo>
                  <a:lnTo>
                    <a:pt x="1243392" y="41503"/>
                  </a:lnTo>
                  <a:lnTo>
                    <a:pt x="1281701" y="39485"/>
                  </a:lnTo>
                  <a:lnTo>
                    <a:pt x="1318565" y="37543"/>
                  </a:lnTo>
                  <a:lnTo>
                    <a:pt x="1354088" y="35671"/>
                  </a:lnTo>
                  <a:lnTo>
                    <a:pt x="1388364" y="33865"/>
                  </a:lnTo>
                  <a:lnTo>
                    <a:pt x="1421478" y="32120"/>
                  </a:lnTo>
                  <a:lnTo>
                    <a:pt x="1453506" y="30433"/>
                  </a:lnTo>
                  <a:lnTo>
                    <a:pt x="1484517" y="28799"/>
                  </a:lnTo>
                  <a:lnTo>
                    <a:pt x="1514574" y="27215"/>
                  </a:lnTo>
                  <a:lnTo>
                    <a:pt x="1543733" y="25679"/>
                  </a:lnTo>
                  <a:lnTo>
                    <a:pt x="1572047" y="24187"/>
                  </a:lnTo>
                  <a:lnTo>
                    <a:pt x="1599564" y="22738"/>
                  </a:lnTo>
                  <a:lnTo>
                    <a:pt x="1626326" y="21328"/>
                  </a:lnTo>
                  <a:lnTo>
                    <a:pt x="1652375" y="19955"/>
                  </a:lnTo>
                  <a:lnTo>
                    <a:pt x="1677747" y="18618"/>
                  </a:lnTo>
                  <a:lnTo>
                    <a:pt x="1702476" y="17315"/>
                  </a:lnTo>
                  <a:lnTo>
                    <a:pt x="1726595" y="16045"/>
                  </a:lnTo>
                  <a:lnTo>
                    <a:pt x="1750133" y="14805"/>
                  </a:lnTo>
                  <a:lnTo>
                    <a:pt x="1773117" y="13594"/>
                  </a:lnTo>
                  <a:lnTo>
                    <a:pt x="1795572" y="12410"/>
                  </a:lnTo>
                  <a:lnTo>
                    <a:pt x="1817523" y="11254"/>
                  </a:lnTo>
                  <a:lnTo>
                    <a:pt x="1838991" y="10123"/>
                  </a:lnTo>
                  <a:lnTo>
                    <a:pt x="1859998" y="9016"/>
                  </a:lnTo>
                  <a:lnTo>
                    <a:pt x="1880562" y="7933"/>
                  </a:lnTo>
                  <a:lnTo>
                    <a:pt x="1900703" y="6871"/>
                  </a:lnTo>
                  <a:lnTo>
                    <a:pt x="1920436" y="5832"/>
                  </a:lnTo>
                  <a:lnTo>
                    <a:pt x="1939778" y="4813"/>
                  </a:lnTo>
                  <a:lnTo>
                    <a:pt x="1958745" y="3813"/>
                  </a:lnTo>
                  <a:lnTo>
                    <a:pt x="1977351" y="2833"/>
                  </a:lnTo>
                  <a:lnTo>
                    <a:pt x="1995609" y="1871"/>
                  </a:lnTo>
                  <a:lnTo>
                    <a:pt x="2013532" y="927"/>
                  </a:lnTo>
                  <a:lnTo>
                    <a:pt x="203113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4276201" y="4883026"/>
              <a:ext cx="2031132" cy="387534"/>
            </a:xfrm>
            <a:custGeom>
              <a:avLst/>
              <a:pathLst>
                <a:path w="2031132" h="387534">
                  <a:moveTo>
                    <a:pt x="0" y="387534"/>
                  </a:moveTo>
                  <a:lnTo>
                    <a:pt x="130429" y="362648"/>
                  </a:lnTo>
                  <a:lnTo>
                    <a:pt x="245475" y="340698"/>
                  </a:lnTo>
                  <a:lnTo>
                    <a:pt x="348388" y="321062"/>
                  </a:lnTo>
                  <a:lnTo>
                    <a:pt x="441484" y="303300"/>
                  </a:lnTo>
                  <a:lnTo>
                    <a:pt x="526474" y="287084"/>
                  </a:lnTo>
                  <a:lnTo>
                    <a:pt x="604657" y="272167"/>
                  </a:lnTo>
                  <a:lnTo>
                    <a:pt x="677044" y="258356"/>
                  </a:lnTo>
                  <a:lnTo>
                    <a:pt x="744434" y="245498"/>
                  </a:lnTo>
                  <a:lnTo>
                    <a:pt x="807473" y="233470"/>
                  </a:lnTo>
                  <a:lnTo>
                    <a:pt x="866689" y="222172"/>
                  </a:lnTo>
                  <a:lnTo>
                    <a:pt x="922520" y="211519"/>
                  </a:lnTo>
                  <a:lnTo>
                    <a:pt x="975331" y="201443"/>
                  </a:lnTo>
                  <a:lnTo>
                    <a:pt x="1025432" y="191884"/>
                  </a:lnTo>
                  <a:lnTo>
                    <a:pt x="1073089" y="182791"/>
                  </a:lnTo>
                  <a:lnTo>
                    <a:pt x="1118528" y="174122"/>
                  </a:lnTo>
                  <a:lnTo>
                    <a:pt x="1161947" y="165837"/>
                  </a:lnTo>
                  <a:lnTo>
                    <a:pt x="1203518" y="157906"/>
                  </a:lnTo>
                  <a:lnTo>
                    <a:pt x="1243392" y="150298"/>
                  </a:lnTo>
                  <a:lnTo>
                    <a:pt x="1281701" y="142989"/>
                  </a:lnTo>
                  <a:lnTo>
                    <a:pt x="1318565" y="135955"/>
                  </a:lnTo>
                  <a:lnTo>
                    <a:pt x="1354088" y="129178"/>
                  </a:lnTo>
                  <a:lnTo>
                    <a:pt x="1388364" y="122638"/>
                  </a:lnTo>
                  <a:lnTo>
                    <a:pt x="1421478" y="116320"/>
                  </a:lnTo>
                  <a:lnTo>
                    <a:pt x="1453506" y="110209"/>
                  </a:lnTo>
                  <a:lnTo>
                    <a:pt x="1484517" y="104292"/>
                  </a:lnTo>
                  <a:lnTo>
                    <a:pt x="1514574" y="98557"/>
                  </a:lnTo>
                  <a:lnTo>
                    <a:pt x="1543733" y="92994"/>
                  </a:lnTo>
                  <a:lnTo>
                    <a:pt x="1572047" y="87591"/>
                  </a:lnTo>
                  <a:lnTo>
                    <a:pt x="1599564" y="82341"/>
                  </a:lnTo>
                  <a:lnTo>
                    <a:pt x="1626326" y="77235"/>
                  </a:lnTo>
                  <a:lnTo>
                    <a:pt x="1652375" y="72265"/>
                  </a:lnTo>
                  <a:lnTo>
                    <a:pt x="1677747" y="67424"/>
                  </a:lnTo>
                  <a:lnTo>
                    <a:pt x="1702476" y="62706"/>
                  </a:lnTo>
                  <a:lnTo>
                    <a:pt x="1726595" y="58104"/>
                  </a:lnTo>
                  <a:lnTo>
                    <a:pt x="1750133" y="53613"/>
                  </a:lnTo>
                  <a:lnTo>
                    <a:pt x="1773117" y="49228"/>
                  </a:lnTo>
                  <a:lnTo>
                    <a:pt x="1795572" y="44944"/>
                  </a:lnTo>
                  <a:lnTo>
                    <a:pt x="1817523" y="40755"/>
                  </a:lnTo>
                  <a:lnTo>
                    <a:pt x="1838991" y="36659"/>
                  </a:lnTo>
                  <a:lnTo>
                    <a:pt x="1859998" y="32651"/>
                  </a:lnTo>
                  <a:lnTo>
                    <a:pt x="1880562" y="28728"/>
                  </a:lnTo>
                  <a:lnTo>
                    <a:pt x="1900703" y="24885"/>
                  </a:lnTo>
                  <a:lnTo>
                    <a:pt x="1920436" y="21120"/>
                  </a:lnTo>
                  <a:lnTo>
                    <a:pt x="1939778" y="17429"/>
                  </a:lnTo>
                  <a:lnTo>
                    <a:pt x="1958745" y="13811"/>
                  </a:lnTo>
                  <a:lnTo>
                    <a:pt x="1977351" y="10261"/>
                  </a:lnTo>
                  <a:lnTo>
                    <a:pt x="1995609" y="6777"/>
                  </a:lnTo>
                  <a:lnTo>
                    <a:pt x="2013532" y="3358"/>
                  </a:lnTo>
                  <a:lnTo>
                    <a:pt x="203113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4276201" y="5030173"/>
              <a:ext cx="2031132" cy="365795"/>
            </a:xfrm>
            <a:custGeom>
              <a:avLst/>
              <a:pathLst>
                <a:path w="2031132" h="365795">
                  <a:moveTo>
                    <a:pt x="0" y="365795"/>
                  </a:moveTo>
                  <a:lnTo>
                    <a:pt x="130429" y="342305"/>
                  </a:lnTo>
                  <a:lnTo>
                    <a:pt x="245475" y="321586"/>
                  </a:lnTo>
                  <a:lnTo>
                    <a:pt x="348388" y="303052"/>
                  </a:lnTo>
                  <a:lnTo>
                    <a:pt x="441484" y="286286"/>
                  </a:lnTo>
                  <a:lnTo>
                    <a:pt x="526474" y="270980"/>
                  </a:lnTo>
                  <a:lnTo>
                    <a:pt x="604657" y="256899"/>
                  </a:lnTo>
                  <a:lnTo>
                    <a:pt x="677044" y="243863"/>
                  </a:lnTo>
                  <a:lnTo>
                    <a:pt x="744434" y="231727"/>
                  </a:lnTo>
                  <a:lnTo>
                    <a:pt x="807473" y="220374"/>
                  </a:lnTo>
                  <a:lnTo>
                    <a:pt x="866689" y="209709"/>
                  </a:lnTo>
                  <a:lnTo>
                    <a:pt x="922520" y="199654"/>
                  </a:lnTo>
                  <a:lnTo>
                    <a:pt x="975331" y="190143"/>
                  </a:lnTo>
                  <a:lnTo>
                    <a:pt x="1025432" y="181120"/>
                  </a:lnTo>
                  <a:lnTo>
                    <a:pt x="1073089" y="172538"/>
                  </a:lnTo>
                  <a:lnTo>
                    <a:pt x="1118528" y="164354"/>
                  </a:lnTo>
                  <a:lnTo>
                    <a:pt x="1161947" y="156535"/>
                  </a:lnTo>
                  <a:lnTo>
                    <a:pt x="1203518" y="149048"/>
                  </a:lnTo>
                  <a:lnTo>
                    <a:pt x="1243392" y="141867"/>
                  </a:lnTo>
                  <a:lnTo>
                    <a:pt x="1281701" y="134968"/>
                  </a:lnTo>
                  <a:lnTo>
                    <a:pt x="1318565" y="128329"/>
                  </a:lnTo>
                  <a:lnTo>
                    <a:pt x="1354088" y="121931"/>
                  </a:lnTo>
                  <a:lnTo>
                    <a:pt x="1388364" y="115758"/>
                  </a:lnTo>
                  <a:lnTo>
                    <a:pt x="1421478" y="109795"/>
                  </a:lnTo>
                  <a:lnTo>
                    <a:pt x="1453506" y="104027"/>
                  </a:lnTo>
                  <a:lnTo>
                    <a:pt x="1484517" y="98442"/>
                  </a:lnTo>
                  <a:lnTo>
                    <a:pt x="1514574" y="93029"/>
                  </a:lnTo>
                  <a:lnTo>
                    <a:pt x="1543733" y="87777"/>
                  </a:lnTo>
                  <a:lnTo>
                    <a:pt x="1572047" y="82678"/>
                  </a:lnTo>
                  <a:lnTo>
                    <a:pt x="1599564" y="77722"/>
                  </a:lnTo>
                  <a:lnTo>
                    <a:pt x="1626326" y="72903"/>
                  </a:lnTo>
                  <a:lnTo>
                    <a:pt x="1652375" y="68211"/>
                  </a:lnTo>
                  <a:lnTo>
                    <a:pt x="1677747" y="63642"/>
                  </a:lnTo>
                  <a:lnTo>
                    <a:pt x="1702476" y="59188"/>
                  </a:lnTo>
                  <a:lnTo>
                    <a:pt x="1726595" y="54845"/>
                  </a:lnTo>
                  <a:lnTo>
                    <a:pt x="1750133" y="50606"/>
                  </a:lnTo>
                  <a:lnTo>
                    <a:pt x="1773117" y="46467"/>
                  </a:lnTo>
                  <a:lnTo>
                    <a:pt x="1795572" y="42422"/>
                  </a:lnTo>
                  <a:lnTo>
                    <a:pt x="1817523" y="38469"/>
                  </a:lnTo>
                  <a:lnTo>
                    <a:pt x="1838991" y="34603"/>
                  </a:lnTo>
                  <a:lnTo>
                    <a:pt x="1859998" y="30820"/>
                  </a:lnTo>
                  <a:lnTo>
                    <a:pt x="1880562" y="27116"/>
                  </a:lnTo>
                  <a:lnTo>
                    <a:pt x="1900703" y="23489"/>
                  </a:lnTo>
                  <a:lnTo>
                    <a:pt x="1920436" y="19935"/>
                  </a:lnTo>
                  <a:lnTo>
                    <a:pt x="1939778" y="16452"/>
                  </a:lnTo>
                  <a:lnTo>
                    <a:pt x="1958745" y="13036"/>
                  </a:lnTo>
                  <a:lnTo>
                    <a:pt x="1977351" y="9685"/>
                  </a:lnTo>
                  <a:lnTo>
                    <a:pt x="1995609" y="6397"/>
                  </a:lnTo>
                  <a:lnTo>
                    <a:pt x="2013532" y="3169"/>
                  </a:lnTo>
                  <a:lnTo>
                    <a:pt x="203113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4276201" y="5196850"/>
              <a:ext cx="2031132" cy="481192"/>
            </a:xfrm>
            <a:custGeom>
              <a:avLst/>
              <a:pathLst>
                <a:path w="2031132" h="481192">
                  <a:moveTo>
                    <a:pt x="0" y="0"/>
                  </a:moveTo>
                  <a:lnTo>
                    <a:pt x="130429" y="30899"/>
                  </a:lnTo>
                  <a:lnTo>
                    <a:pt x="245475" y="58155"/>
                  </a:lnTo>
                  <a:lnTo>
                    <a:pt x="348388" y="82536"/>
                  </a:lnTo>
                  <a:lnTo>
                    <a:pt x="441484" y="104591"/>
                  </a:lnTo>
                  <a:lnTo>
                    <a:pt x="526474" y="124726"/>
                  </a:lnTo>
                  <a:lnTo>
                    <a:pt x="604657" y="143248"/>
                  </a:lnTo>
                  <a:lnTo>
                    <a:pt x="677044" y="160397"/>
                  </a:lnTo>
                  <a:lnTo>
                    <a:pt x="744434" y="176362"/>
                  </a:lnTo>
                  <a:lnTo>
                    <a:pt x="807473" y="191297"/>
                  </a:lnTo>
                  <a:lnTo>
                    <a:pt x="866689" y="205326"/>
                  </a:lnTo>
                  <a:lnTo>
                    <a:pt x="922520" y="218552"/>
                  </a:lnTo>
                  <a:lnTo>
                    <a:pt x="975331" y="231064"/>
                  </a:lnTo>
                  <a:lnTo>
                    <a:pt x="1025432" y="242933"/>
                  </a:lnTo>
                  <a:lnTo>
                    <a:pt x="1073089" y="254224"/>
                  </a:lnTo>
                  <a:lnTo>
                    <a:pt x="1118528" y="264989"/>
                  </a:lnTo>
                  <a:lnTo>
                    <a:pt x="1161947" y="275275"/>
                  </a:lnTo>
                  <a:lnTo>
                    <a:pt x="1203518" y="285123"/>
                  </a:lnTo>
                  <a:lnTo>
                    <a:pt x="1243392" y="294570"/>
                  </a:lnTo>
                  <a:lnTo>
                    <a:pt x="1281701" y="303646"/>
                  </a:lnTo>
                  <a:lnTo>
                    <a:pt x="1318565" y="312379"/>
                  </a:lnTo>
                  <a:lnTo>
                    <a:pt x="1354088" y="320795"/>
                  </a:lnTo>
                  <a:lnTo>
                    <a:pt x="1388364" y="328915"/>
                  </a:lnTo>
                  <a:lnTo>
                    <a:pt x="1421478" y="336760"/>
                  </a:lnTo>
                  <a:lnTo>
                    <a:pt x="1453506" y="344348"/>
                  </a:lnTo>
                  <a:lnTo>
                    <a:pt x="1484517" y="351694"/>
                  </a:lnTo>
                  <a:lnTo>
                    <a:pt x="1514574" y="358815"/>
                  </a:lnTo>
                  <a:lnTo>
                    <a:pt x="1543733" y="365723"/>
                  </a:lnTo>
                  <a:lnTo>
                    <a:pt x="1572047" y="372431"/>
                  </a:lnTo>
                  <a:lnTo>
                    <a:pt x="1599564" y="378950"/>
                  </a:lnTo>
                  <a:lnTo>
                    <a:pt x="1626326" y="385290"/>
                  </a:lnTo>
                  <a:lnTo>
                    <a:pt x="1652375" y="391461"/>
                  </a:lnTo>
                  <a:lnTo>
                    <a:pt x="1677747" y="397472"/>
                  </a:lnTo>
                  <a:lnTo>
                    <a:pt x="1702476" y="403331"/>
                  </a:lnTo>
                  <a:lnTo>
                    <a:pt x="1726595" y="409045"/>
                  </a:lnTo>
                  <a:lnTo>
                    <a:pt x="1750133" y="414621"/>
                  </a:lnTo>
                  <a:lnTo>
                    <a:pt x="1773117" y="420066"/>
                  </a:lnTo>
                  <a:lnTo>
                    <a:pt x="1795572" y="425386"/>
                  </a:lnTo>
                  <a:lnTo>
                    <a:pt x="1817523" y="430586"/>
                  </a:lnTo>
                  <a:lnTo>
                    <a:pt x="1838991" y="435672"/>
                  </a:lnTo>
                  <a:lnTo>
                    <a:pt x="1859998" y="440649"/>
                  </a:lnTo>
                  <a:lnTo>
                    <a:pt x="1880562" y="445521"/>
                  </a:lnTo>
                  <a:lnTo>
                    <a:pt x="1900703" y="450292"/>
                  </a:lnTo>
                  <a:lnTo>
                    <a:pt x="1920436" y="454967"/>
                  </a:lnTo>
                  <a:lnTo>
                    <a:pt x="1939778" y="459550"/>
                  </a:lnTo>
                  <a:lnTo>
                    <a:pt x="1958745" y="464043"/>
                  </a:lnTo>
                  <a:lnTo>
                    <a:pt x="1977351" y="468451"/>
                  </a:lnTo>
                  <a:lnTo>
                    <a:pt x="1995609" y="472777"/>
                  </a:lnTo>
                  <a:lnTo>
                    <a:pt x="2013532" y="477023"/>
                  </a:lnTo>
                  <a:lnTo>
                    <a:pt x="2031132" y="481192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4276201" y="5317904"/>
              <a:ext cx="2031132" cy="446258"/>
            </a:xfrm>
            <a:custGeom>
              <a:avLst/>
              <a:pathLst>
                <a:path w="2031132" h="446258">
                  <a:moveTo>
                    <a:pt x="0" y="446258"/>
                  </a:moveTo>
                  <a:lnTo>
                    <a:pt x="130429" y="417601"/>
                  </a:lnTo>
                  <a:lnTo>
                    <a:pt x="245475" y="392324"/>
                  </a:lnTo>
                  <a:lnTo>
                    <a:pt x="348388" y="369713"/>
                  </a:lnTo>
                  <a:lnTo>
                    <a:pt x="441484" y="349259"/>
                  </a:lnTo>
                  <a:lnTo>
                    <a:pt x="526474" y="330586"/>
                  </a:lnTo>
                  <a:lnTo>
                    <a:pt x="604657" y="313409"/>
                  </a:lnTo>
                  <a:lnTo>
                    <a:pt x="677044" y="297505"/>
                  </a:lnTo>
                  <a:lnTo>
                    <a:pt x="744434" y="282699"/>
                  </a:lnTo>
                  <a:lnTo>
                    <a:pt x="807473" y="268848"/>
                  </a:lnTo>
                  <a:lnTo>
                    <a:pt x="866689" y="255838"/>
                  </a:lnTo>
                  <a:lnTo>
                    <a:pt x="922520" y="243572"/>
                  </a:lnTo>
                  <a:lnTo>
                    <a:pt x="975331" y="231969"/>
                  </a:lnTo>
                  <a:lnTo>
                    <a:pt x="1025432" y="220961"/>
                  </a:lnTo>
                  <a:lnTo>
                    <a:pt x="1073089" y="210490"/>
                  </a:lnTo>
                  <a:lnTo>
                    <a:pt x="1118528" y="200507"/>
                  </a:lnTo>
                  <a:lnTo>
                    <a:pt x="1161947" y="190967"/>
                  </a:lnTo>
                  <a:lnTo>
                    <a:pt x="1203518" y="181834"/>
                  </a:lnTo>
                  <a:lnTo>
                    <a:pt x="1243392" y="173073"/>
                  </a:lnTo>
                  <a:lnTo>
                    <a:pt x="1281701" y="164656"/>
                  </a:lnTo>
                  <a:lnTo>
                    <a:pt x="1318565" y="156557"/>
                  </a:lnTo>
                  <a:lnTo>
                    <a:pt x="1354088" y="148752"/>
                  </a:lnTo>
                  <a:lnTo>
                    <a:pt x="1388364" y="141221"/>
                  </a:lnTo>
                  <a:lnTo>
                    <a:pt x="1421478" y="133946"/>
                  </a:lnTo>
                  <a:lnTo>
                    <a:pt x="1453506" y="126909"/>
                  </a:lnTo>
                  <a:lnTo>
                    <a:pt x="1484517" y="120096"/>
                  </a:lnTo>
                  <a:lnTo>
                    <a:pt x="1514574" y="113492"/>
                  </a:lnTo>
                  <a:lnTo>
                    <a:pt x="1543733" y="107085"/>
                  </a:lnTo>
                  <a:lnTo>
                    <a:pt x="1572047" y="100865"/>
                  </a:lnTo>
                  <a:lnTo>
                    <a:pt x="1599564" y="94819"/>
                  </a:lnTo>
                  <a:lnTo>
                    <a:pt x="1626326" y="88939"/>
                  </a:lnTo>
                  <a:lnTo>
                    <a:pt x="1652375" y="83216"/>
                  </a:lnTo>
                  <a:lnTo>
                    <a:pt x="1677747" y="77641"/>
                  </a:lnTo>
                  <a:lnTo>
                    <a:pt x="1702476" y="72208"/>
                  </a:lnTo>
                  <a:lnTo>
                    <a:pt x="1726595" y="66909"/>
                  </a:lnTo>
                  <a:lnTo>
                    <a:pt x="1750133" y="61737"/>
                  </a:lnTo>
                  <a:lnTo>
                    <a:pt x="1773117" y="56688"/>
                  </a:lnTo>
                  <a:lnTo>
                    <a:pt x="1795572" y="51754"/>
                  </a:lnTo>
                  <a:lnTo>
                    <a:pt x="1817523" y="46931"/>
                  </a:lnTo>
                  <a:lnTo>
                    <a:pt x="1838991" y="42214"/>
                  </a:lnTo>
                  <a:lnTo>
                    <a:pt x="1859998" y="37599"/>
                  </a:lnTo>
                  <a:lnTo>
                    <a:pt x="1880562" y="33081"/>
                  </a:lnTo>
                  <a:lnTo>
                    <a:pt x="1900703" y="28656"/>
                  </a:lnTo>
                  <a:lnTo>
                    <a:pt x="1920436" y="24320"/>
                  </a:lnTo>
                  <a:lnTo>
                    <a:pt x="1939778" y="20071"/>
                  </a:lnTo>
                  <a:lnTo>
                    <a:pt x="1958745" y="15903"/>
                  </a:lnTo>
                  <a:lnTo>
                    <a:pt x="1977351" y="11816"/>
                  </a:lnTo>
                  <a:lnTo>
                    <a:pt x="1995609" y="7804"/>
                  </a:lnTo>
                  <a:lnTo>
                    <a:pt x="2013532" y="3866"/>
                  </a:lnTo>
                  <a:lnTo>
                    <a:pt x="2031132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276201" y="5679053"/>
              <a:ext cx="2031132" cy="156921"/>
            </a:xfrm>
            <a:custGeom>
              <a:avLst/>
              <a:pathLst>
                <a:path w="2031132" h="156921">
                  <a:moveTo>
                    <a:pt x="0" y="0"/>
                  </a:moveTo>
                  <a:lnTo>
                    <a:pt x="130429" y="10076"/>
                  </a:lnTo>
                  <a:lnTo>
                    <a:pt x="245475" y="18965"/>
                  </a:lnTo>
                  <a:lnTo>
                    <a:pt x="348388" y="26915"/>
                  </a:lnTo>
                  <a:lnTo>
                    <a:pt x="441484" y="34108"/>
                  </a:lnTo>
                  <a:lnTo>
                    <a:pt x="526474" y="40674"/>
                  </a:lnTo>
                  <a:lnTo>
                    <a:pt x="604657" y="46714"/>
                  </a:lnTo>
                  <a:lnTo>
                    <a:pt x="677044" y="52307"/>
                  </a:lnTo>
                  <a:lnTo>
                    <a:pt x="744434" y="57513"/>
                  </a:lnTo>
                  <a:lnTo>
                    <a:pt x="807473" y="62384"/>
                  </a:lnTo>
                  <a:lnTo>
                    <a:pt x="866689" y="66958"/>
                  </a:lnTo>
                  <a:lnTo>
                    <a:pt x="922520" y="71272"/>
                  </a:lnTo>
                  <a:lnTo>
                    <a:pt x="975331" y="75352"/>
                  </a:lnTo>
                  <a:lnTo>
                    <a:pt x="1025432" y="79223"/>
                  </a:lnTo>
                  <a:lnTo>
                    <a:pt x="1073089" y="82905"/>
                  </a:lnTo>
                  <a:lnTo>
                    <a:pt x="1118528" y="86415"/>
                  </a:lnTo>
                  <a:lnTo>
                    <a:pt x="1161947" y="89770"/>
                  </a:lnTo>
                  <a:lnTo>
                    <a:pt x="1203518" y="92981"/>
                  </a:lnTo>
                  <a:lnTo>
                    <a:pt x="1243392" y="96062"/>
                  </a:lnTo>
                  <a:lnTo>
                    <a:pt x="1281701" y="99022"/>
                  </a:lnTo>
                  <a:lnTo>
                    <a:pt x="1318565" y="101870"/>
                  </a:lnTo>
                  <a:lnTo>
                    <a:pt x="1354088" y="104614"/>
                  </a:lnTo>
                  <a:lnTo>
                    <a:pt x="1388364" y="107262"/>
                  </a:lnTo>
                  <a:lnTo>
                    <a:pt x="1421478" y="109821"/>
                  </a:lnTo>
                  <a:lnTo>
                    <a:pt x="1453506" y="112295"/>
                  </a:lnTo>
                  <a:lnTo>
                    <a:pt x="1484517" y="114691"/>
                  </a:lnTo>
                  <a:lnTo>
                    <a:pt x="1514574" y="117013"/>
                  </a:lnTo>
                  <a:lnTo>
                    <a:pt x="1543733" y="119266"/>
                  </a:lnTo>
                  <a:lnTo>
                    <a:pt x="1572047" y="121453"/>
                  </a:lnTo>
                  <a:lnTo>
                    <a:pt x="1599564" y="123579"/>
                  </a:lnTo>
                  <a:lnTo>
                    <a:pt x="1626326" y="125647"/>
                  </a:lnTo>
                  <a:lnTo>
                    <a:pt x="1652375" y="127659"/>
                  </a:lnTo>
                  <a:lnTo>
                    <a:pt x="1677747" y="129619"/>
                  </a:lnTo>
                  <a:lnTo>
                    <a:pt x="1702476" y="131530"/>
                  </a:lnTo>
                  <a:lnTo>
                    <a:pt x="1726595" y="133393"/>
                  </a:lnTo>
                  <a:lnTo>
                    <a:pt x="1750133" y="135212"/>
                  </a:lnTo>
                  <a:lnTo>
                    <a:pt x="1773117" y="136988"/>
                  </a:lnTo>
                  <a:lnTo>
                    <a:pt x="1795572" y="138722"/>
                  </a:lnTo>
                  <a:lnTo>
                    <a:pt x="1817523" y="140418"/>
                  </a:lnTo>
                  <a:lnTo>
                    <a:pt x="1838991" y="142077"/>
                  </a:lnTo>
                  <a:lnTo>
                    <a:pt x="1859998" y="143700"/>
                  </a:lnTo>
                  <a:lnTo>
                    <a:pt x="1880562" y="145289"/>
                  </a:lnTo>
                  <a:lnTo>
                    <a:pt x="1900703" y="146845"/>
                  </a:lnTo>
                  <a:lnTo>
                    <a:pt x="1920436" y="148369"/>
                  </a:lnTo>
                  <a:lnTo>
                    <a:pt x="1939778" y="149864"/>
                  </a:lnTo>
                  <a:lnTo>
                    <a:pt x="1958745" y="151329"/>
                  </a:lnTo>
                  <a:lnTo>
                    <a:pt x="1977351" y="152766"/>
                  </a:lnTo>
                  <a:lnTo>
                    <a:pt x="1995609" y="154177"/>
                  </a:lnTo>
                  <a:lnTo>
                    <a:pt x="2013532" y="155562"/>
                  </a:lnTo>
                  <a:lnTo>
                    <a:pt x="2031132" y="156921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276201" y="5270068"/>
              <a:ext cx="2031132" cy="324945"/>
            </a:xfrm>
            <a:custGeom>
              <a:avLst/>
              <a:pathLst>
                <a:path w="2031132" h="324945">
                  <a:moveTo>
                    <a:pt x="0" y="324945"/>
                  </a:moveTo>
                  <a:lnTo>
                    <a:pt x="130429" y="304079"/>
                  </a:lnTo>
                  <a:lnTo>
                    <a:pt x="245475" y="285673"/>
                  </a:lnTo>
                  <a:lnTo>
                    <a:pt x="348388" y="269209"/>
                  </a:lnTo>
                  <a:lnTo>
                    <a:pt x="441484" y="254315"/>
                  </a:lnTo>
                  <a:lnTo>
                    <a:pt x="526474" y="240718"/>
                  </a:lnTo>
                  <a:lnTo>
                    <a:pt x="604657" y="228210"/>
                  </a:lnTo>
                  <a:lnTo>
                    <a:pt x="677044" y="216630"/>
                  </a:lnTo>
                  <a:lnTo>
                    <a:pt x="744434" y="205849"/>
                  </a:lnTo>
                  <a:lnTo>
                    <a:pt x="807473" y="195763"/>
                  </a:lnTo>
                  <a:lnTo>
                    <a:pt x="866689" y="186290"/>
                  </a:lnTo>
                  <a:lnTo>
                    <a:pt x="922520" y="177358"/>
                  </a:lnTo>
                  <a:lnTo>
                    <a:pt x="975331" y="168909"/>
                  </a:lnTo>
                  <a:lnTo>
                    <a:pt x="1025432" y="160894"/>
                  </a:lnTo>
                  <a:lnTo>
                    <a:pt x="1073089" y="153270"/>
                  </a:lnTo>
                  <a:lnTo>
                    <a:pt x="1118528" y="146000"/>
                  </a:lnTo>
                  <a:lnTo>
                    <a:pt x="1161947" y="139054"/>
                  </a:lnTo>
                  <a:lnTo>
                    <a:pt x="1203518" y="132403"/>
                  </a:lnTo>
                  <a:lnTo>
                    <a:pt x="1243392" y="126024"/>
                  </a:lnTo>
                  <a:lnTo>
                    <a:pt x="1281701" y="119895"/>
                  </a:lnTo>
                  <a:lnTo>
                    <a:pt x="1318565" y="113998"/>
                  </a:lnTo>
                  <a:lnTo>
                    <a:pt x="1354088" y="108315"/>
                  </a:lnTo>
                  <a:lnTo>
                    <a:pt x="1388364" y="102831"/>
                  </a:lnTo>
                  <a:lnTo>
                    <a:pt x="1421478" y="97533"/>
                  </a:lnTo>
                  <a:lnTo>
                    <a:pt x="1453506" y="92410"/>
                  </a:lnTo>
                  <a:lnTo>
                    <a:pt x="1484517" y="87448"/>
                  </a:lnTo>
                  <a:lnTo>
                    <a:pt x="1514574" y="82640"/>
                  </a:lnTo>
                  <a:lnTo>
                    <a:pt x="1543733" y="77975"/>
                  </a:lnTo>
                  <a:lnTo>
                    <a:pt x="1572047" y="73445"/>
                  </a:lnTo>
                  <a:lnTo>
                    <a:pt x="1599564" y="69043"/>
                  </a:lnTo>
                  <a:lnTo>
                    <a:pt x="1626326" y="64761"/>
                  </a:lnTo>
                  <a:lnTo>
                    <a:pt x="1652375" y="60594"/>
                  </a:lnTo>
                  <a:lnTo>
                    <a:pt x="1677747" y="56535"/>
                  </a:lnTo>
                  <a:lnTo>
                    <a:pt x="1702476" y="52579"/>
                  </a:lnTo>
                  <a:lnTo>
                    <a:pt x="1726595" y="48720"/>
                  </a:lnTo>
                  <a:lnTo>
                    <a:pt x="1750133" y="44954"/>
                  </a:lnTo>
                  <a:lnTo>
                    <a:pt x="1773117" y="41277"/>
                  </a:lnTo>
                  <a:lnTo>
                    <a:pt x="1795572" y="37685"/>
                  </a:lnTo>
                  <a:lnTo>
                    <a:pt x="1817523" y="34173"/>
                  </a:lnTo>
                  <a:lnTo>
                    <a:pt x="1838991" y="30739"/>
                  </a:lnTo>
                  <a:lnTo>
                    <a:pt x="1859998" y="27378"/>
                  </a:lnTo>
                  <a:lnTo>
                    <a:pt x="1880562" y="24088"/>
                  </a:lnTo>
                  <a:lnTo>
                    <a:pt x="1900703" y="20866"/>
                  </a:lnTo>
                  <a:lnTo>
                    <a:pt x="1920436" y="17709"/>
                  </a:lnTo>
                  <a:lnTo>
                    <a:pt x="1939778" y="14614"/>
                  </a:lnTo>
                  <a:lnTo>
                    <a:pt x="1958745" y="11580"/>
                  </a:lnTo>
                  <a:lnTo>
                    <a:pt x="1977351" y="8603"/>
                  </a:lnTo>
                  <a:lnTo>
                    <a:pt x="1995609" y="5683"/>
                  </a:lnTo>
                  <a:lnTo>
                    <a:pt x="2013532" y="2815"/>
                  </a:lnTo>
                  <a:lnTo>
                    <a:pt x="203113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276201" y="5074678"/>
              <a:ext cx="2031132" cy="149411"/>
            </a:xfrm>
            <a:custGeom>
              <a:avLst/>
              <a:pathLst>
                <a:path w="2031132" h="149411">
                  <a:moveTo>
                    <a:pt x="0" y="0"/>
                  </a:moveTo>
                  <a:lnTo>
                    <a:pt x="130429" y="9594"/>
                  </a:lnTo>
                  <a:lnTo>
                    <a:pt x="245475" y="18057"/>
                  </a:lnTo>
                  <a:lnTo>
                    <a:pt x="348388" y="25627"/>
                  </a:lnTo>
                  <a:lnTo>
                    <a:pt x="441484" y="32475"/>
                  </a:lnTo>
                  <a:lnTo>
                    <a:pt x="526474" y="38727"/>
                  </a:lnTo>
                  <a:lnTo>
                    <a:pt x="604657" y="44479"/>
                  </a:lnTo>
                  <a:lnTo>
                    <a:pt x="677044" y="49803"/>
                  </a:lnTo>
                  <a:lnTo>
                    <a:pt x="744434" y="54761"/>
                  </a:lnTo>
                  <a:lnTo>
                    <a:pt x="807473" y="59398"/>
                  </a:lnTo>
                  <a:lnTo>
                    <a:pt x="866689" y="63754"/>
                  </a:lnTo>
                  <a:lnTo>
                    <a:pt x="922520" y="67861"/>
                  </a:lnTo>
                  <a:lnTo>
                    <a:pt x="975331" y="71746"/>
                  </a:lnTo>
                  <a:lnTo>
                    <a:pt x="1025432" y="75431"/>
                  </a:lnTo>
                  <a:lnTo>
                    <a:pt x="1073089" y="78937"/>
                  </a:lnTo>
                  <a:lnTo>
                    <a:pt x="1118528" y="82279"/>
                  </a:lnTo>
                  <a:lnTo>
                    <a:pt x="1161947" y="85473"/>
                  </a:lnTo>
                  <a:lnTo>
                    <a:pt x="1203518" y="88531"/>
                  </a:lnTo>
                  <a:lnTo>
                    <a:pt x="1243392" y="91464"/>
                  </a:lnTo>
                  <a:lnTo>
                    <a:pt x="1281701" y="94282"/>
                  </a:lnTo>
                  <a:lnTo>
                    <a:pt x="1318565" y="96994"/>
                  </a:lnTo>
                  <a:lnTo>
                    <a:pt x="1354088" y="99607"/>
                  </a:lnTo>
                  <a:lnTo>
                    <a:pt x="1388364" y="102128"/>
                  </a:lnTo>
                  <a:lnTo>
                    <a:pt x="1421478" y="104564"/>
                  </a:lnTo>
                  <a:lnTo>
                    <a:pt x="1453506" y="106920"/>
                  </a:lnTo>
                  <a:lnTo>
                    <a:pt x="1484517" y="109202"/>
                  </a:lnTo>
                  <a:lnTo>
                    <a:pt x="1514574" y="111413"/>
                  </a:lnTo>
                  <a:lnTo>
                    <a:pt x="1543733" y="113558"/>
                  </a:lnTo>
                  <a:lnTo>
                    <a:pt x="1572047" y="115640"/>
                  </a:lnTo>
                  <a:lnTo>
                    <a:pt x="1599564" y="117664"/>
                  </a:lnTo>
                  <a:lnTo>
                    <a:pt x="1626326" y="119633"/>
                  </a:lnTo>
                  <a:lnTo>
                    <a:pt x="1652375" y="121549"/>
                  </a:lnTo>
                  <a:lnTo>
                    <a:pt x="1677747" y="123416"/>
                  </a:lnTo>
                  <a:lnTo>
                    <a:pt x="1702476" y="125235"/>
                  </a:lnTo>
                  <a:lnTo>
                    <a:pt x="1726595" y="127009"/>
                  </a:lnTo>
                  <a:lnTo>
                    <a:pt x="1750133" y="128740"/>
                  </a:lnTo>
                  <a:lnTo>
                    <a:pt x="1773117" y="130431"/>
                  </a:lnTo>
                  <a:lnTo>
                    <a:pt x="1795572" y="132083"/>
                  </a:lnTo>
                  <a:lnTo>
                    <a:pt x="1817523" y="133698"/>
                  </a:lnTo>
                  <a:lnTo>
                    <a:pt x="1838991" y="135277"/>
                  </a:lnTo>
                  <a:lnTo>
                    <a:pt x="1859998" y="136822"/>
                  </a:lnTo>
                  <a:lnTo>
                    <a:pt x="1880562" y="138335"/>
                  </a:lnTo>
                  <a:lnTo>
                    <a:pt x="1900703" y="139816"/>
                  </a:lnTo>
                  <a:lnTo>
                    <a:pt x="1920436" y="141268"/>
                  </a:lnTo>
                  <a:lnTo>
                    <a:pt x="1939778" y="142691"/>
                  </a:lnTo>
                  <a:lnTo>
                    <a:pt x="1958745" y="144086"/>
                  </a:lnTo>
                  <a:lnTo>
                    <a:pt x="1977351" y="145455"/>
                  </a:lnTo>
                  <a:lnTo>
                    <a:pt x="1995609" y="146798"/>
                  </a:lnTo>
                  <a:lnTo>
                    <a:pt x="2013532" y="148116"/>
                  </a:lnTo>
                  <a:lnTo>
                    <a:pt x="2031132" y="14941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rc584"/>
            <p:cNvSpPr/>
            <p:nvPr/>
          </p:nvSpPr>
          <p:spPr>
            <a:xfrm>
              <a:off x="4122981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122981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085024" y="598555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085024" y="539532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085024" y="480508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085024" y="421485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122981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276201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953245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5630289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6307334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tx595"/>
            <p:cNvSpPr/>
            <p:nvPr/>
          </p:nvSpPr>
          <p:spPr>
            <a:xfrm>
              <a:off x="4122981" y="3729057"/>
              <a:ext cx="77970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Height</a:t>
              </a:r>
            </a:p>
          </p:txBody>
        </p:sp>
        <p:sp>
          <p:nvSpPr>
            <p:cNvPr id="597" name="rc596"/>
            <p:cNvSpPr/>
            <p:nvPr/>
          </p:nvSpPr>
          <p:spPr>
            <a:xfrm>
              <a:off x="6742685" y="3972216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6843514" y="551010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6819235" y="448818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6835770" y="508991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6899283" y="555333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6899033" y="530271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6877784" y="532642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6907664" y="474170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6900863" y="552527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6889041" y="593254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6890925" y="549107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7546233" y="577084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7517892" y="403766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7560909" y="522732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7504246" y="567303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7514414" y="551634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7547372" y="540638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7580730" y="555961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7560210" y="581955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7497923" y="510996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7523023" y="533475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7565726" y="484330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7587353" y="549943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7572841" y="494130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7514638" y="523740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7584903" y="555399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7493035" y="507309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7522343" y="472977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7547685" y="425925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8201239" y="562071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8187621" y="545293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8223654" y="5037820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8186817" y="540888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8196757" y="526934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8228623" y="576058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8251995" y="567192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8261521" y="531019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8206135" y="526697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8247360" y="469961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8237097" y="547480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8238513" y="470093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8169231" y="556522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8225723" y="581289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8219993" y="518072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8208473" y="497626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8192017" y="566034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8255247" y="518176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8222564" y="465574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8231076" y="5159171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8872301" y="506801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8870694" y="5200545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8861570" y="544097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8876109" y="553560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8879915" y="552912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8843652" y="547891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8909443" y="497885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8859038" y="513558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8893756" y="499194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8886215" y="450866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8936231" y="556633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8926535" y="476891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8889176" y="438412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8898170" y="572316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8917396" y="5042914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8863432" y="556905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8872176" y="424615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8871043" y="509122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8857833" y="488353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8882754" y="528372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8845011" y="511034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8875175" y="550604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8889163" y="497115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8861144" y="555053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0" name="pl669"/>
            <p:cNvSpPr/>
            <p:nvPr/>
          </p:nvSpPr>
          <p:spPr>
            <a:xfrm>
              <a:off x="6892001" y="5280248"/>
              <a:ext cx="2029226" cy="305149"/>
            </a:xfrm>
            <a:custGeom>
              <a:avLst/>
              <a:pathLst>
                <a:path w="2029226" h="305149">
                  <a:moveTo>
                    <a:pt x="0" y="305149"/>
                  </a:moveTo>
                  <a:lnTo>
                    <a:pt x="130306" y="285554"/>
                  </a:lnTo>
                  <a:lnTo>
                    <a:pt x="245245" y="268270"/>
                  </a:lnTo>
                  <a:lnTo>
                    <a:pt x="348061" y="252809"/>
                  </a:lnTo>
                  <a:lnTo>
                    <a:pt x="441070" y="238822"/>
                  </a:lnTo>
                  <a:lnTo>
                    <a:pt x="525980" y="226054"/>
                  </a:lnTo>
                  <a:lnTo>
                    <a:pt x="604090" y="214308"/>
                  </a:lnTo>
                  <a:lnTo>
                    <a:pt x="676408" y="203433"/>
                  </a:lnTo>
                  <a:lnTo>
                    <a:pt x="743735" y="193308"/>
                  </a:lnTo>
                  <a:lnTo>
                    <a:pt x="806715" y="183837"/>
                  </a:lnTo>
                  <a:lnTo>
                    <a:pt x="865876" y="174941"/>
                  </a:lnTo>
                  <a:lnTo>
                    <a:pt x="921654" y="166553"/>
                  </a:lnTo>
                  <a:lnTo>
                    <a:pt x="974416" y="158619"/>
                  </a:lnTo>
                  <a:lnTo>
                    <a:pt x="1024470" y="151092"/>
                  </a:lnTo>
                  <a:lnTo>
                    <a:pt x="1072082" y="143932"/>
                  </a:lnTo>
                  <a:lnTo>
                    <a:pt x="1117479" y="137106"/>
                  </a:lnTo>
                  <a:lnTo>
                    <a:pt x="1160857" y="130583"/>
                  </a:lnTo>
                  <a:lnTo>
                    <a:pt x="1202389" y="124337"/>
                  </a:lnTo>
                  <a:lnTo>
                    <a:pt x="1242225" y="118347"/>
                  </a:lnTo>
                  <a:lnTo>
                    <a:pt x="1280499" y="112591"/>
                  </a:lnTo>
                  <a:lnTo>
                    <a:pt x="1317328" y="107053"/>
                  </a:lnTo>
                  <a:lnTo>
                    <a:pt x="1352817" y="101716"/>
                  </a:lnTo>
                  <a:lnTo>
                    <a:pt x="1387061" y="96567"/>
                  </a:lnTo>
                  <a:lnTo>
                    <a:pt x="1420144" y="91592"/>
                  </a:lnTo>
                  <a:lnTo>
                    <a:pt x="1452142" y="86780"/>
                  </a:lnTo>
                  <a:lnTo>
                    <a:pt x="1483124" y="82121"/>
                  </a:lnTo>
                  <a:lnTo>
                    <a:pt x="1513153" y="77605"/>
                  </a:lnTo>
                  <a:lnTo>
                    <a:pt x="1542285" y="73224"/>
                  </a:lnTo>
                  <a:lnTo>
                    <a:pt x="1570573" y="68971"/>
                  </a:lnTo>
                  <a:lnTo>
                    <a:pt x="1598063" y="64837"/>
                  </a:lnTo>
                  <a:lnTo>
                    <a:pt x="1624800" y="60816"/>
                  </a:lnTo>
                  <a:lnTo>
                    <a:pt x="1650825" y="56903"/>
                  </a:lnTo>
                  <a:lnTo>
                    <a:pt x="1676173" y="53091"/>
                  </a:lnTo>
                  <a:lnTo>
                    <a:pt x="1700879" y="49375"/>
                  </a:lnTo>
                  <a:lnTo>
                    <a:pt x="1724976" y="45752"/>
                  </a:lnTo>
                  <a:lnTo>
                    <a:pt x="1748491" y="42216"/>
                  </a:lnTo>
                  <a:lnTo>
                    <a:pt x="1771454" y="38763"/>
                  </a:lnTo>
                  <a:lnTo>
                    <a:pt x="1793888" y="35389"/>
                  </a:lnTo>
                  <a:lnTo>
                    <a:pt x="1815818" y="32091"/>
                  </a:lnTo>
                  <a:lnTo>
                    <a:pt x="1837266" y="28866"/>
                  </a:lnTo>
                  <a:lnTo>
                    <a:pt x="1858253" y="25710"/>
                  </a:lnTo>
                  <a:lnTo>
                    <a:pt x="1878798" y="22620"/>
                  </a:lnTo>
                  <a:lnTo>
                    <a:pt x="1898920" y="19595"/>
                  </a:lnTo>
                  <a:lnTo>
                    <a:pt x="1918634" y="16630"/>
                  </a:lnTo>
                  <a:lnTo>
                    <a:pt x="1937959" y="13724"/>
                  </a:lnTo>
                  <a:lnTo>
                    <a:pt x="1956908" y="10875"/>
                  </a:lnTo>
                  <a:lnTo>
                    <a:pt x="1975496" y="8079"/>
                  </a:lnTo>
                  <a:lnTo>
                    <a:pt x="1993737" y="5336"/>
                  </a:lnTo>
                  <a:lnTo>
                    <a:pt x="2011643" y="2644"/>
                  </a:lnTo>
                  <a:lnTo>
                    <a:pt x="2029226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1" name="pl670"/>
            <p:cNvSpPr/>
            <p:nvPr/>
          </p:nvSpPr>
          <p:spPr>
            <a:xfrm>
              <a:off x="6892001" y="4932243"/>
              <a:ext cx="2029226" cy="741565"/>
            </a:xfrm>
            <a:custGeom>
              <a:avLst/>
              <a:pathLst>
                <a:path w="2029226" h="741565">
                  <a:moveTo>
                    <a:pt x="0" y="741565"/>
                  </a:moveTo>
                  <a:lnTo>
                    <a:pt x="130306" y="693945"/>
                  </a:lnTo>
                  <a:lnTo>
                    <a:pt x="245245" y="651942"/>
                  </a:lnTo>
                  <a:lnTo>
                    <a:pt x="348061" y="614368"/>
                  </a:lnTo>
                  <a:lnTo>
                    <a:pt x="441070" y="580379"/>
                  </a:lnTo>
                  <a:lnTo>
                    <a:pt x="525980" y="549349"/>
                  </a:lnTo>
                  <a:lnTo>
                    <a:pt x="604090" y="520805"/>
                  </a:lnTo>
                  <a:lnTo>
                    <a:pt x="676408" y="494376"/>
                  </a:lnTo>
                  <a:lnTo>
                    <a:pt x="743735" y="469772"/>
                  </a:lnTo>
                  <a:lnTo>
                    <a:pt x="806715" y="446757"/>
                  </a:lnTo>
                  <a:lnTo>
                    <a:pt x="865876" y="425137"/>
                  </a:lnTo>
                  <a:lnTo>
                    <a:pt x="921654" y="404753"/>
                  </a:lnTo>
                  <a:lnTo>
                    <a:pt x="974416" y="385472"/>
                  </a:lnTo>
                  <a:lnTo>
                    <a:pt x="1024470" y="367180"/>
                  </a:lnTo>
                  <a:lnTo>
                    <a:pt x="1072082" y="349780"/>
                  </a:lnTo>
                  <a:lnTo>
                    <a:pt x="1117479" y="333191"/>
                  </a:lnTo>
                  <a:lnTo>
                    <a:pt x="1160857" y="317338"/>
                  </a:lnTo>
                  <a:lnTo>
                    <a:pt x="1202389" y="302161"/>
                  </a:lnTo>
                  <a:lnTo>
                    <a:pt x="1242225" y="287603"/>
                  </a:lnTo>
                  <a:lnTo>
                    <a:pt x="1280499" y="273616"/>
                  </a:lnTo>
                  <a:lnTo>
                    <a:pt x="1317328" y="260157"/>
                  </a:lnTo>
                  <a:lnTo>
                    <a:pt x="1352817" y="247188"/>
                  </a:lnTo>
                  <a:lnTo>
                    <a:pt x="1387061" y="234674"/>
                  </a:lnTo>
                  <a:lnTo>
                    <a:pt x="1420144" y="222584"/>
                  </a:lnTo>
                  <a:lnTo>
                    <a:pt x="1452142" y="210890"/>
                  </a:lnTo>
                  <a:lnTo>
                    <a:pt x="1483124" y="199568"/>
                  </a:lnTo>
                  <a:lnTo>
                    <a:pt x="1513153" y="188595"/>
                  </a:lnTo>
                  <a:lnTo>
                    <a:pt x="1542285" y="177948"/>
                  </a:lnTo>
                  <a:lnTo>
                    <a:pt x="1570573" y="167611"/>
                  </a:lnTo>
                  <a:lnTo>
                    <a:pt x="1598063" y="157565"/>
                  </a:lnTo>
                  <a:lnTo>
                    <a:pt x="1624800" y="147794"/>
                  </a:lnTo>
                  <a:lnTo>
                    <a:pt x="1650825" y="138283"/>
                  </a:lnTo>
                  <a:lnTo>
                    <a:pt x="1676173" y="129020"/>
                  </a:lnTo>
                  <a:lnTo>
                    <a:pt x="1700879" y="119991"/>
                  </a:lnTo>
                  <a:lnTo>
                    <a:pt x="1724976" y="111186"/>
                  </a:lnTo>
                  <a:lnTo>
                    <a:pt x="1748491" y="102592"/>
                  </a:lnTo>
                  <a:lnTo>
                    <a:pt x="1771454" y="94201"/>
                  </a:lnTo>
                  <a:lnTo>
                    <a:pt x="1793888" y="86002"/>
                  </a:lnTo>
                  <a:lnTo>
                    <a:pt x="1815818" y="77988"/>
                  </a:lnTo>
                  <a:lnTo>
                    <a:pt x="1837266" y="70150"/>
                  </a:lnTo>
                  <a:lnTo>
                    <a:pt x="1858253" y="62480"/>
                  </a:lnTo>
                  <a:lnTo>
                    <a:pt x="1878798" y="54972"/>
                  </a:lnTo>
                  <a:lnTo>
                    <a:pt x="1898920" y="47619"/>
                  </a:lnTo>
                  <a:lnTo>
                    <a:pt x="1918634" y="40414"/>
                  </a:lnTo>
                  <a:lnTo>
                    <a:pt x="1937959" y="33353"/>
                  </a:lnTo>
                  <a:lnTo>
                    <a:pt x="1956908" y="26428"/>
                  </a:lnTo>
                  <a:lnTo>
                    <a:pt x="1975496" y="19635"/>
                  </a:lnTo>
                  <a:lnTo>
                    <a:pt x="1993737" y="12969"/>
                  </a:lnTo>
                  <a:lnTo>
                    <a:pt x="2011643" y="6425"/>
                  </a:lnTo>
                  <a:lnTo>
                    <a:pt x="2029226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1"/>
            <p:cNvSpPr/>
            <p:nvPr/>
          </p:nvSpPr>
          <p:spPr>
            <a:xfrm>
              <a:off x="6892001" y="5101423"/>
              <a:ext cx="2029226" cy="28255"/>
            </a:xfrm>
            <a:custGeom>
              <a:avLst/>
              <a:pathLst>
                <a:path w="2029226" h="28255">
                  <a:moveTo>
                    <a:pt x="0" y="0"/>
                  </a:moveTo>
                  <a:lnTo>
                    <a:pt x="130306" y="1814"/>
                  </a:lnTo>
                  <a:lnTo>
                    <a:pt x="245245" y="3414"/>
                  </a:lnTo>
                  <a:lnTo>
                    <a:pt x="348061" y="4846"/>
                  </a:lnTo>
                  <a:lnTo>
                    <a:pt x="441070" y="6141"/>
                  </a:lnTo>
                  <a:lnTo>
                    <a:pt x="525980" y="7323"/>
                  </a:lnTo>
                  <a:lnTo>
                    <a:pt x="604090" y="8411"/>
                  </a:lnTo>
                  <a:lnTo>
                    <a:pt x="676408" y="9418"/>
                  </a:lnTo>
                  <a:lnTo>
                    <a:pt x="743735" y="10356"/>
                  </a:lnTo>
                  <a:lnTo>
                    <a:pt x="806715" y="11233"/>
                  </a:lnTo>
                  <a:lnTo>
                    <a:pt x="865876" y="12056"/>
                  </a:lnTo>
                  <a:lnTo>
                    <a:pt x="921654" y="12833"/>
                  </a:lnTo>
                  <a:lnTo>
                    <a:pt x="974416" y="13568"/>
                  </a:lnTo>
                  <a:lnTo>
                    <a:pt x="1024470" y="14265"/>
                  </a:lnTo>
                  <a:lnTo>
                    <a:pt x="1072082" y="14928"/>
                  </a:lnTo>
                  <a:lnTo>
                    <a:pt x="1117479" y="15560"/>
                  </a:lnTo>
                  <a:lnTo>
                    <a:pt x="1160857" y="16164"/>
                  </a:lnTo>
                  <a:lnTo>
                    <a:pt x="1202389" y="16742"/>
                  </a:lnTo>
                  <a:lnTo>
                    <a:pt x="1242225" y="17297"/>
                  </a:lnTo>
                  <a:lnTo>
                    <a:pt x="1280499" y="17830"/>
                  </a:lnTo>
                  <a:lnTo>
                    <a:pt x="1317328" y="18342"/>
                  </a:lnTo>
                  <a:lnTo>
                    <a:pt x="1352817" y="18837"/>
                  </a:lnTo>
                  <a:lnTo>
                    <a:pt x="1387061" y="19313"/>
                  </a:lnTo>
                  <a:lnTo>
                    <a:pt x="1420144" y="19774"/>
                  </a:lnTo>
                  <a:lnTo>
                    <a:pt x="1452142" y="20220"/>
                  </a:lnTo>
                  <a:lnTo>
                    <a:pt x="1483124" y="20651"/>
                  </a:lnTo>
                  <a:lnTo>
                    <a:pt x="1513153" y="21069"/>
                  </a:lnTo>
                  <a:lnTo>
                    <a:pt x="1542285" y="21475"/>
                  </a:lnTo>
                  <a:lnTo>
                    <a:pt x="1570573" y="21869"/>
                  </a:lnTo>
                  <a:lnTo>
                    <a:pt x="1598063" y="22252"/>
                  </a:lnTo>
                  <a:lnTo>
                    <a:pt x="1624800" y="22624"/>
                  </a:lnTo>
                  <a:lnTo>
                    <a:pt x="1650825" y="22986"/>
                  </a:lnTo>
                  <a:lnTo>
                    <a:pt x="1676173" y="23339"/>
                  </a:lnTo>
                  <a:lnTo>
                    <a:pt x="1700879" y="23683"/>
                  </a:lnTo>
                  <a:lnTo>
                    <a:pt x="1724976" y="24019"/>
                  </a:lnTo>
                  <a:lnTo>
                    <a:pt x="1748491" y="24346"/>
                  </a:lnTo>
                  <a:lnTo>
                    <a:pt x="1771454" y="24666"/>
                  </a:lnTo>
                  <a:lnTo>
                    <a:pt x="1793888" y="24978"/>
                  </a:lnTo>
                  <a:lnTo>
                    <a:pt x="1815818" y="25284"/>
                  </a:lnTo>
                  <a:lnTo>
                    <a:pt x="1837266" y="25582"/>
                  </a:lnTo>
                  <a:lnTo>
                    <a:pt x="1858253" y="25875"/>
                  </a:lnTo>
                  <a:lnTo>
                    <a:pt x="1878798" y="26161"/>
                  </a:lnTo>
                  <a:lnTo>
                    <a:pt x="1898920" y="26441"/>
                  </a:lnTo>
                  <a:lnTo>
                    <a:pt x="1918634" y="26715"/>
                  </a:lnTo>
                  <a:lnTo>
                    <a:pt x="1937959" y="26984"/>
                  </a:lnTo>
                  <a:lnTo>
                    <a:pt x="1956908" y="27248"/>
                  </a:lnTo>
                  <a:lnTo>
                    <a:pt x="1975496" y="27507"/>
                  </a:lnTo>
                  <a:lnTo>
                    <a:pt x="1993737" y="27761"/>
                  </a:lnTo>
                  <a:lnTo>
                    <a:pt x="2011643" y="28010"/>
                  </a:lnTo>
                  <a:lnTo>
                    <a:pt x="2029226" y="28255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3" name="pl672"/>
            <p:cNvSpPr/>
            <p:nvPr/>
          </p:nvSpPr>
          <p:spPr>
            <a:xfrm>
              <a:off x="6892001" y="4430630"/>
              <a:ext cx="2029226" cy="681057"/>
            </a:xfrm>
            <a:custGeom>
              <a:avLst/>
              <a:pathLst>
                <a:path w="2029226" h="681057">
                  <a:moveTo>
                    <a:pt x="0" y="681057"/>
                  </a:moveTo>
                  <a:lnTo>
                    <a:pt x="130306" y="637323"/>
                  </a:lnTo>
                  <a:lnTo>
                    <a:pt x="245245" y="598747"/>
                  </a:lnTo>
                  <a:lnTo>
                    <a:pt x="348061" y="564239"/>
                  </a:lnTo>
                  <a:lnTo>
                    <a:pt x="441070" y="533023"/>
                  </a:lnTo>
                  <a:lnTo>
                    <a:pt x="525980" y="504525"/>
                  </a:lnTo>
                  <a:lnTo>
                    <a:pt x="604090" y="478310"/>
                  </a:lnTo>
                  <a:lnTo>
                    <a:pt x="676408" y="454038"/>
                  </a:lnTo>
                  <a:lnTo>
                    <a:pt x="743735" y="431442"/>
                  </a:lnTo>
                  <a:lnTo>
                    <a:pt x="806715" y="410304"/>
                  </a:lnTo>
                  <a:lnTo>
                    <a:pt x="865876" y="390448"/>
                  </a:lnTo>
                  <a:lnTo>
                    <a:pt x="921654" y="371728"/>
                  </a:lnTo>
                  <a:lnTo>
                    <a:pt x="974416" y="354020"/>
                  </a:lnTo>
                  <a:lnTo>
                    <a:pt x="1024470" y="337220"/>
                  </a:lnTo>
                  <a:lnTo>
                    <a:pt x="1072082" y="321240"/>
                  </a:lnTo>
                  <a:lnTo>
                    <a:pt x="1117479" y="306004"/>
                  </a:lnTo>
                  <a:lnTo>
                    <a:pt x="1160857" y="291445"/>
                  </a:lnTo>
                  <a:lnTo>
                    <a:pt x="1202389" y="277506"/>
                  </a:lnTo>
                  <a:lnTo>
                    <a:pt x="1242225" y="264136"/>
                  </a:lnTo>
                  <a:lnTo>
                    <a:pt x="1280499" y="251291"/>
                  </a:lnTo>
                  <a:lnTo>
                    <a:pt x="1317328" y="238930"/>
                  </a:lnTo>
                  <a:lnTo>
                    <a:pt x="1352817" y="227019"/>
                  </a:lnTo>
                  <a:lnTo>
                    <a:pt x="1387061" y="215526"/>
                  </a:lnTo>
                  <a:lnTo>
                    <a:pt x="1420144" y="204422"/>
                  </a:lnTo>
                  <a:lnTo>
                    <a:pt x="1452142" y="193683"/>
                  </a:lnTo>
                  <a:lnTo>
                    <a:pt x="1483124" y="183285"/>
                  </a:lnTo>
                  <a:lnTo>
                    <a:pt x="1513153" y="173206"/>
                  </a:lnTo>
                  <a:lnTo>
                    <a:pt x="1542285" y="163429"/>
                  </a:lnTo>
                  <a:lnTo>
                    <a:pt x="1570573" y="153935"/>
                  </a:lnTo>
                  <a:lnTo>
                    <a:pt x="1598063" y="144708"/>
                  </a:lnTo>
                  <a:lnTo>
                    <a:pt x="1624800" y="135735"/>
                  </a:lnTo>
                  <a:lnTo>
                    <a:pt x="1650825" y="127000"/>
                  </a:lnTo>
                  <a:lnTo>
                    <a:pt x="1676173" y="118493"/>
                  </a:lnTo>
                  <a:lnTo>
                    <a:pt x="1700879" y="110201"/>
                  </a:lnTo>
                  <a:lnTo>
                    <a:pt x="1724976" y="102113"/>
                  </a:lnTo>
                  <a:lnTo>
                    <a:pt x="1748491" y="94221"/>
                  </a:lnTo>
                  <a:lnTo>
                    <a:pt x="1771454" y="86514"/>
                  </a:lnTo>
                  <a:lnTo>
                    <a:pt x="1793888" y="78985"/>
                  </a:lnTo>
                  <a:lnTo>
                    <a:pt x="1815818" y="71625"/>
                  </a:lnTo>
                  <a:lnTo>
                    <a:pt x="1837266" y="64426"/>
                  </a:lnTo>
                  <a:lnTo>
                    <a:pt x="1858253" y="57382"/>
                  </a:lnTo>
                  <a:lnTo>
                    <a:pt x="1878798" y="50487"/>
                  </a:lnTo>
                  <a:lnTo>
                    <a:pt x="1898920" y="43734"/>
                  </a:lnTo>
                  <a:lnTo>
                    <a:pt x="1918634" y="37117"/>
                  </a:lnTo>
                  <a:lnTo>
                    <a:pt x="1937959" y="30631"/>
                  </a:lnTo>
                  <a:lnTo>
                    <a:pt x="1956908" y="24271"/>
                  </a:lnTo>
                  <a:lnTo>
                    <a:pt x="1975496" y="18033"/>
                  </a:lnTo>
                  <a:lnTo>
                    <a:pt x="1993737" y="11911"/>
                  </a:lnTo>
                  <a:lnTo>
                    <a:pt x="2011643" y="5901"/>
                  </a:lnTo>
                  <a:lnTo>
                    <a:pt x="202922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4" name="pl673"/>
            <p:cNvSpPr/>
            <p:nvPr/>
          </p:nvSpPr>
          <p:spPr>
            <a:xfrm>
              <a:off x="6892001" y="5191624"/>
              <a:ext cx="2029226" cy="108311"/>
            </a:xfrm>
            <a:custGeom>
              <a:avLst/>
              <a:pathLst>
                <a:path w="2029226" h="108311">
                  <a:moveTo>
                    <a:pt x="0" y="108311"/>
                  </a:moveTo>
                  <a:lnTo>
                    <a:pt x="130306" y="101356"/>
                  </a:lnTo>
                  <a:lnTo>
                    <a:pt x="245245" y="95221"/>
                  </a:lnTo>
                  <a:lnTo>
                    <a:pt x="348061" y="89733"/>
                  </a:lnTo>
                  <a:lnTo>
                    <a:pt x="441070" y="84769"/>
                  </a:lnTo>
                  <a:lnTo>
                    <a:pt x="525980" y="80237"/>
                  </a:lnTo>
                  <a:lnTo>
                    <a:pt x="604090" y="76067"/>
                  </a:lnTo>
                  <a:lnTo>
                    <a:pt x="676408" y="72207"/>
                  </a:lnTo>
                  <a:lnTo>
                    <a:pt x="743735" y="68614"/>
                  </a:lnTo>
                  <a:lnTo>
                    <a:pt x="806715" y="65252"/>
                  </a:lnTo>
                  <a:lnTo>
                    <a:pt x="865876" y="62094"/>
                  </a:lnTo>
                  <a:lnTo>
                    <a:pt x="921654" y="59117"/>
                  </a:lnTo>
                  <a:lnTo>
                    <a:pt x="974416" y="56301"/>
                  </a:lnTo>
                  <a:lnTo>
                    <a:pt x="1024470" y="53629"/>
                  </a:lnTo>
                  <a:lnTo>
                    <a:pt x="1072082" y="51088"/>
                  </a:lnTo>
                  <a:lnTo>
                    <a:pt x="1117479" y="48665"/>
                  </a:lnTo>
                  <a:lnTo>
                    <a:pt x="1160857" y="46349"/>
                  </a:lnTo>
                  <a:lnTo>
                    <a:pt x="1202389" y="44133"/>
                  </a:lnTo>
                  <a:lnTo>
                    <a:pt x="1242225" y="42006"/>
                  </a:lnTo>
                  <a:lnTo>
                    <a:pt x="1280499" y="39963"/>
                  </a:lnTo>
                  <a:lnTo>
                    <a:pt x="1317328" y="37998"/>
                  </a:lnTo>
                  <a:lnTo>
                    <a:pt x="1352817" y="36103"/>
                  </a:lnTo>
                  <a:lnTo>
                    <a:pt x="1387061" y="34276"/>
                  </a:lnTo>
                  <a:lnTo>
                    <a:pt x="1420144" y="32510"/>
                  </a:lnTo>
                  <a:lnTo>
                    <a:pt x="1452142" y="30802"/>
                  </a:lnTo>
                  <a:lnTo>
                    <a:pt x="1483124" y="29148"/>
                  </a:lnTo>
                  <a:lnTo>
                    <a:pt x="1513153" y="27545"/>
                  </a:lnTo>
                  <a:lnTo>
                    <a:pt x="1542285" y="25990"/>
                  </a:lnTo>
                  <a:lnTo>
                    <a:pt x="1570573" y="24481"/>
                  </a:lnTo>
                  <a:lnTo>
                    <a:pt x="1598063" y="23013"/>
                  </a:lnTo>
                  <a:lnTo>
                    <a:pt x="1624800" y="21586"/>
                  </a:lnTo>
                  <a:lnTo>
                    <a:pt x="1650825" y="20197"/>
                  </a:lnTo>
                  <a:lnTo>
                    <a:pt x="1676173" y="18844"/>
                  </a:lnTo>
                  <a:lnTo>
                    <a:pt x="1700879" y="17525"/>
                  </a:lnTo>
                  <a:lnTo>
                    <a:pt x="1724976" y="16239"/>
                  </a:lnTo>
                  <a:lnTo>
                    <a:pt x="1748491" y="14984"/>
                  </a:lnTo>
                  <a:lnTo>
                    <a:pt x="1771454" y="13758"/>
                  </a:lnTo>
                  <a:lnTo>
                    <a:pt x="1793888" y="12561"/>
                  </a:lnTo>
                  <a:lnTo>
                    <a:pt x="1815818" y="11390"/>
                  </a:lnTo>
                  <a:lnTo>
                    <a:pt x="1837266" y="10246"/>
                  </a:lnTo>
                  <a:lnTo>
                    <a:pt x="1858253" y="9125"/>
                  </a:lnTo>
                  <a:lnTo>
                    <a:pt x="1878798" y="8029"/>
                  </a:lnTo>
                  <a:lnTo>
                    <a:pt x="1898920" y="6955"/>
                  </a:lnTo>
                  <a:lnTo>
                    <a:pt x="1918634" y="5902"/>
                  </a:lnTo>
                  <a:lnTo>
                    <a:pt x="1937959" y="4871"/>
                  </a:lnTo>
                  <a:lnTo>
                    <a:pt x="1956908" y="3860"/>
                  </a:lnTo>
                  <a:lnTo>
                    <a:pt x="1975496" y="2867"/>
                  </a:lnTo>
                  <a:lnTo>
                    <a:pt x="1993737" y="1894"/>
                  </a:lnTo>
                  <a:lnTo>
                    <a:pt x="2011643" y="938"/>
                  </a:lnTo>
                  <a:lnTo>
                    <a:pt x="202922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5" name="pl674"/>
            <p:cNvSpPr/>
            <p:nvPr/>
          </p:nvSpPr>
          <p:spPr>
            <a:xfrm>
              <a:off x="6892001" y="5028926"/>
              <a:ext cx="2029226" cy="372773"/>
            </a:xfrm>
            <a:custGeom>
              <a:avLst/>
              <a:pathLst>
                <a:path w="2029226" h="372773">
                  <a:moveTo>
                    <a:pt x="0" y="372773"/>
                  </a:moveTo>
                  <a:lnTo>
                    <a:pt x="130306" y="348836"/>
                  </a:lnTo>
                  <a:lnTo>
                    <a:pt x="245245" y="327721"/>
                  </a:lnTo>
                  <a:lnTo>
                    <a:pt x="348061" y="308833"/>
                  </a:lnTo>
                  <a:lnTo>
                    <a:pt x="441070" y="291748"/>
                  </a:lnTo>
                  <a:lnTo>
                    <a:pt x="525980" y="276149"/>
                  </a:lnTo>
                  <a:lnTo>
                    <a:pt x="604090" y="261800"/>
                  </a:lnTo>
                  <a:lnTo>
                    <a:pt x="676408" y="248515"/>
                  </a:lnTo>
                  <a:lnTo>
                    <a:pt x="743735" y="236147"/>
                  </a:lnTo>
                  <a:lnTo>
                    <a:pt x="806715" y="224578"/>
                  </a:lnTo>
                  <a:lnTo>
                    <a:pt x="865876" y="213710"/>
                  </a:lnTo>
                  <a:lnTo>
                    <a:pt x="921654" y="203463"/>
                  </a:lnTo>
                  <a:lnTo>
                    <a:pt x="974416" y="193771"/>
                  </a:lnTo>
                  <a:lnTo>
                    <a:pt x="1024470" y="184576"/>
                  </a:lnTo>
                  <a:lnTo>
                    <a:pt x="1072082" y="175829"/>
                  </a:lnTo>
                  <a:lnTo>
                    <a:pt x="1117479" y="167490"/>
                  </a:lnTo>
                  <a:lnTo>
                    <a:pt x="1160857" y="159521"/>
                  </a:lnTo>
                  <a:lnTo>
                    <a:pt x="1202389" y="151891"/>
                  </a:lnTo>
                  <a:lnTo>
                    <a:pt x="1242225" y="144573"/>
                  </a:lnTo>
                  <a:lnTo>
                    <a:pt x="1280499" y="137542"/>
                  </a:lnTo>
                  <a:lnTo>
                    <a:pt x="1317328" y="130777"/>
                  </a:lnTo>
                  <a:lnTo>
                    <a:pt x="1352817" y="124257"/>
                  </a:lnTo>
                  <a:lnTo>
                    <a:pt x="1387061" y="117967"/>
                  </a:lnTo>
                  <a:lnTo>
                    <a:pt x="1420144" y="111889"/>
                  </a:lnTo>
                  <a:lnTo>
                    <a:pt x="1452142" y="106011"/>
                  </a:lnTo>
                  <a:lnTo>
                    <a:pt x="1483124" y="100320"/>
                  </a:lnTo>
                  <a:lnTo>
                    <a:pt x="1513153" y="94803"/>
                  </a:lnTo>
                  <a:lnTo>
                    <a:pt x="1542285" y="89452"/>
                  </a:lnTo>
                  <a:lnTo>
                    <a:pt x="1570573" y="84255"/>
                  </a:lnTo>
                  <a:lnTo>
                    <a:pt x="1598063" y="79205"/>
                  </a:lnTo>
                  <a:lnTo>
                    <a:pt x="1624800" y="74293"/>
                  </a:lnTo>
                  <a:lnTo>
                    <a:pt x="1650825" y="69513"/>
                  </a:lnTo>
                  <a:lnTo>
                    <a:pt x="1676173" y="64856"/>
                  </a:lnTo>
                  <a:lnTo>
                    <a:pt x="1700879" y="60318"/>
                  </a:lnTo>
                  <a:lnTo>
                    <a:pt x="1724976" y="55891"/>
                  </a:lnTo>
                  <a:lnTo>
                    <a:pt x="1748491" y="51571"/>
                  </a:lnTo>
                  <a:lnTo>
                    <a:pt x="1771454" y="47353"/>
                  </a:lnTo>
                  <a:lnTo>
                    <a:pt x="1793888" y="43232"/>
                  </a:lnTo>
                  <a:lnTo>
                    <a:pt x="1815818" y="39203"/>
                  </a:lnTo>
                  <a:lnTo>
                    <a:pt x="1837266" y="35263"/>
                  </a:lnTo>
                  <a:lnTo>
                    <a:pt x="1858253" y="31408"/>
                  </a:lnTo>
                  <a:lnTo>
                    <a:pt x="1878798" y="27634"/>
                  </a:lnTo>
                  <a:lnTo>
                    <a:pt x="1898920" y="23937"/>
                  </a:lnTo>
                  <a:lnTo>
                    <a:pt x="1918634" y="20316"/>
                  </a:lnTo>
                  <a:lnTo>
                    <a:pt x="1937959" y="16766"/>
                  </a:lnTo>
                  <a:lnTo>
                    <a:pt x="1956908" y="13285"/>
                  </a:lnTo>
                  <a:lnTo>
                    <a:pt x="1975496" y="9870"/>
                  </a:lnTo>
                  <a:lnTo>
                    <a:pt x="1993737" y="6519"/>
                  </a:lnTo>
                  <a:lnTo>
                    <a:pt x="2011643" y="3230"/>
                  </a:lnTo>
                  <a:lnTo>
                    <a:pt x="202922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6" name="pl675"/>
            <p:cNvSpPr/>
            <p:nvPr/>
          </p:nvSpPr>
          <p:spPr>
            <a:xfrm>
              <a:off x="6892001" y="5367792"/>
              <a:ext cx="2029226" cy="78303"/>
            </a:xfrm>
            <a:custGeom>
              <a:avLst/>
              <a:pathLst>
                <a:path w="2029226" h="78303">
                  <a:moveTo>
                    <a:pt x="0" y="0"/>
                  </a:moveTo>
                  <a:lnTo>
                    <a:pt x="130306" y="5028"/>
                  </a:lnTo>
                  <a:lnTo>
                    <a:pt x="245245" y="9463"/>
                  </a:lnTo>
                  <a:lnTo>
                    <a:pt x="348061" y="13430"/>
                  </a:lnTo>
                  <a:lnTo>
                    <a:pt x="441070" y="17019"/>
                  </a:lnTo>
                  <a:lnTo>
                    <a:pt x="525980" y="20296"/>
                  </a:lnTo>
                  <a:lnTo>
                    <a:pt x="604090" y="23310"/>
                  </a:lnTo>
                  <a:lnTo>
                    <a:pt x="676408" y="26101"/>
                  </a:lnTo>
                  <a:lnTo>
                    <a:pt x="743735" y="28699"/>
                  </a:lnTo>
                  <a:lnTo>
                    <a:pt x="806715" y="31129"/>
                  </a:lnTo>
                  <a:lnTo>
                    <a:pt x="865876" y="33412"/>
                  </a:lnTo>
                  <a:lnTo>
                    <a:pt x="921654" y="35564"/>
                  </a:lnTo>
                  <a:lnTo>
                    <a:pt x="974416" y="37600"/>
                  </a:lnTo>
                  <a:lnTo>
                    <a:pt x="1024470" y="39532"/>
                  </a:lnTo>
                  <a:lnTo>
                    <a:pt x="1072082" y="41369"/>
                  </a:lnTo>
                  <a:lnTo>
                    <a:pt x="1117479" y="43121"/>
                  </a:lnTo>
                  <a:lnTo>
                    <a:pt x="1160857" y="44794"/>
                  </a:lnTo>
                  <a:lnTo>
                    <a:pt x="1202389" y="46397"/>
                  </a:lnTo>
                  <a:lnTo>
                    <a:pt x="1242225" y="47934"/>
                  </a:lnTo>
                  <a:lnTo>
                    <a:pt x="1280499" y="49411"/>
                  </a:lnTo>
                  <a:lnTo>
                    <a:pt x="1317328" y="50832"/>
                  </a:lnTo>
                  <a:lnTo>
                    <a:pt x="1352817" y="52202"/>
                  </a:lnTo>
                  <a:lnTo>
                    <a:pt x="1387061" y="53523"/>
                  </a:lnTo>
                  <a:lnTo>
                    <a:pt x="1420144" y="54800"/>
                  </a:lnTo>
                  <a:lnTo>
                    <a:pt x="1452142" y="56034"/>
                  </a:lnTo>
                  <a:lnTo>
                    <a:pt x="1483124" y="57230"/>
                  </a:lnTo>
                  <a:lnTo>
                    <a:pt x="1513153" y="58389"/>
                  </a:lnTo>
                  <a:lnTo>
                    <a:pt x="1542285" y="59513"/>
                  </a:lnTo>
                  <a:lnTo>
                    <a:pt x="1570573" y="60604"/>
                  </a:lnTo>
                  <a:lnTo>
                    <a:pt x="1598063" y="61665"/>
                  </a:lnTo>
                  <a:lnTo>
                    <a:pt x="1624800" y="62697"/>
                  </a:lnTo>
                  <a:lnTo>
                    <a:pt x="1650825" y="63701"/>
                  </a:lnTo>
                  <a:lnTo>
                    <a:pt x="1676173" y="64679"/>
                  </a:lnTo>
                  <a:lnTo>
                    <a:pt x="1700879" y="65633"/>
                  </a:lnTo>
                  <a:lnTo>
                    <a:pt x="1724976" y="66563"/>
                  </a:lnTo>
                  <a:lnTo>
                    <a:pt x="1748491" y="67470"/>
                  </a:lnTo>
                  <a:lnTo>
                    <a:pt x="1771454" y="68356"/>
                  </a:lnTo>
                  <a:lnTo>
                    <a:pt x="1793888" y="69222"/>
                  </a:lnTo>
                  <a:lnTo>
                    <a:pt x="1815818" y="70068"/>
                  </a:lnTo>
                  <a:lnTo>
                    <a:pt x="1837266" y="70896"/>
                  </a:lnTo>
                  <a:lnTo>
                    <a:pt x="1858253" y="71705"/>
                  </a:lnTo>
                  <a:lnTo>
                    <a:pt x="1878798" y="72498"/>
                  </a:lnTo>
                  <a:lnTo>
                    <a:pt x="1898920" y="73275"/>
                  </a:lnTo>
                  <a:lnTo>
                    <a:pt x="1918634" y="74035"/>
                  </a:lnTo>
                  <a:lnTo>
                    <a:pt x="1937959" y="74781"/>
                  </a:lnTo>
                  <a:lnTo>
                    <a:pt x="1956908" y="75512"/>
                  </a:lnTo>
                  <a:lnTo>
                    <a:pt x="1975496" y="76230"/>
                  </a:lnTo>
                  <a:lnTo>
                    <a:pt x="1993737" y="76933"/>
                  </a:lnTo>
                  <a:lnTo>
                    <a:pt x="2011643" y="77624"/>
                  </a:lnTo>
                  <a:lnTo>
                    <a:pt x="2029226" y="7830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7" name="pl676"/>
            <p:cNvSpPr/>
            <p:nvPr/>
          </p:nvSpPr>
          <p:spPr>
            <a:xfrm>
              <a:off x="6892001" y="5601182"/>
              <a:ext cx="2029226" cy="120283"/>
            </a:xfrm>
            <a:custGeom>
              <a:avLst/>
              <a:pathLst>
                <a:path w="2029226" h="120283">
                  <a:moveTo>
                    <a:pt x="0" y="120283"/>
                  </a:moveTo>
                  <a:lnTo>
                    <a:pt x="130306" y="112559"/>
                  </a:lnTo>
                  <a:lnTo>
                    <a:pt x="245245" y="105746"/>
                  </a:lnTo>
                  <a:lnTo>
                    <a:pt x="348061" y="99651"/>
                  </a:lnTo>
                  <a:lnTo>
                    <a:pt x="441070" y="94138"/>
                  </a:lnTo>
                  <a:lnTo>
                    <a:pt x="525980" y="89105"/>
                  </a:lnTo>
                  <a:lnTo>
                    <a:pt x="604090" y="84475"/>
                  </a:lnTo>
                  <a:lnTo>
                    <a:pt x="676408" y="80188"/>
                  </a:lnTo>
                  <a:lnTo>
                    <a:pt x="743735" y="76198"/>
                  </a:lnTo>
                  <a:lnTo>
                    <a:pt x="806715" y="72464"/>
                  </a:lnTo>
                  <a:lnTo>
                    <a:pt x="865876" y="68958"/>
                  </a:lnTo>
                  <a:lnTo>
                    <a:pt x="921654" y="65651"/>
                  </a:lnTo>
                  <a:lnTo>
                    <a:pt x="974416" y="62524"/>
                  </a:lnTo>
                  <a:lnTo>
                    <a:pt x="1024470" y="59557"/>
                  </a:lnTo>
                  <a:lnTo>
                    <a:pt x="1072082" y="56735"/>
                  </a:lnTo>
                  <a:lnTo>
                    <a:pt x="1117479" y="54044"/>
                  </a:lnTo>
                  <a:lnTo>
                    <a:pt x="1160857" y="51472"/>
                  </a:lnTo>
                  <a:lnTo>
                    <a:pt x="1202389" y="49011"/>
                  </a:lnTo>
                  <a:lnTo>
                    <a:pt x="1242225" y="46649"/>
                  </a:lnTo>
                  <a:lnTo>
                    <a:pt x="1280499" y="44381"/>
                  </a:lnTo>
                  <a:lnTo>
                    <a:pt x="1317328" y="42198"/>
                  </a:lnTo>
                  <a:lnTo>
                    <a:pt x="1352817" y="40094"/>
                  </a:lnTo>
                  <a:lnTo>
                    <a:pt x="1387061" y="38064"/>
                  </a:lnTo>
                  <a:lnTo>
                    <a:pt x="1420144" y="36103"/>
                  </a:lnTo>
                  <a:lnTo>
                    <a:pt x="1452142" y="34206"/>
                  </a:lnTo>
                  <a:lnTo>
                    <a:pt x="1483124" y="32370"/>
                  </a:lnTo>
                  <a:lnTo>
                    <a:pt x="1513153" y="30590"/>
                  </a:lnTo>
                  <a:lnTo>
                    <a:pt x="1542285" y="28863"/>
                  </a:lnTo>
                  <a:lnTo>
                    <a:pt x="1570573" y="27186"/>
                  </a:lnTo>
                  <a:lnTo>
                    <a:pt x="1598063" y="25557"/>
                  </a:lnTo>
                  <a:lnTo>
                    <a:pt x="1624800" y="23972"/>
                  </a:lnTo>
                  <a:lnTo>
                    <a:pt x="1650825" y="22429"/>
                  </a:lnTo>
                  <a:lnTo>
                    <a:pt x="1676173" y="20927"/>
                  </a:lnTo>
                  <a:lnTo>
                    <a:pt x="1700879" y="19462"/>
                  </a:lnTo>
                  <a:lnTo>
                    <a:pt x="1724976" y="18034"/>
                  </a:lnTo>
                  <a:lnTo>
                    <a:pt x="1748491" y="16640"/>
                  </a:lnTo>
                  <a:lnTo>
                    <a:pt x="1771454" y="15279"/>
                  </a:lnTo>
                  <a:lnTo>
                    <a:pt x="1793888" y="13949"/>
                  </a:lnTo>
                  <a:lnTo>
                    <a:pt x="1815818" y="12649"/>
                  </a:lnTo>
                  <a:lnTo>
                    <a:pt x="1837266" y="11378"/>
                  </a:lnTo>
                  <a:lnTo>
                    <a:pt x="1858253" y="10134"/>
                  </a:lnTo>
                  <a:lnTo>
                    <a:pt x="1878798" y="8916"/>
                  </a:lnTo>
                  <a:lnTo>
                    <a:pt x="1898920" y="7723"/>
                  </a:lnTo>
                  <a:lnTo>
                    <a:pt x="1918634" y="6555"/>
                  </a:lnTo>
                  <a:lnTo>
                    <a:pt x="1937959" y="5409"/>
                  </a:lnTo>
                  <a:lnTo>
                    <a:pt x="1956908" y="4286"/>
                  </a:lnTo>
                  <a:lnTo>
                    <a:pt x="1975496" y="3184"/>
                  </a:lnTo>
                  <a:lnTo>
                    <a:pt x="1993737" y="2103"/>
                  </a:lnTo>
                  <a:lnTo>
                    <a:pt x="2011643" y="1042"/>
                  </a:lnTo>
                  <a:lnTo>
                    <a:pt x="202922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8" name="pl677"/>
            <p:cNvSpPr/>
            <p:nvPr/>
          </p:nvSpPr>
          <p:spPr>
            <a:xfrm>
              <a:off x="6892001" y="4459136"/>
              <a:ext cx="2029226" cy="1006785"/>
            </a:xfrm>
            <a:custGeom>
              <a:avLst/>
              <a:pathLst>
                <a:path w="2029226" h="1006785">
                  <a:moveTo>
                    <a:pt x="0" y="0"/>
                  </a:moveTo>
                  <a:lnTo>
                    <a:pt x="130306" y="64650"/>
                  </a:lnTo>
                  <a:lnTo>
                    <a:pt x="245245" y="121676"/>
                  </a:lnTo>
                  <a:lnTo>
                    <a:pt x="348061" y="172688"/>
                  </a:lnTo>
                  <a:lnTo>
                    <a:pt x="441070" y="218833"/>
                  </a:lnTo>
                  <a:lnTo>
                    <a:pt x="525980" y="260961"/>
                  </a:lnTo>
                  <a:lnTo>
                    <a:pt x="604090" y="299715"/>
                  </a:lnTo>
                  <a:lnTo>
                    <a:pt x="676408" y="335595"/>
                  </a:lnTo>
                  <a:lnTo>
                    <a:pt x="743735" y="368998"/>
                  </a:lnTo>
                  <a:lnTo>
                    <a:pt x="806715" y="400246"/>
                  </a:lnTo>
                  <a:lnTo>
                    <a:pt x="865876" y="429598"/>
                  </a:lnTo>
                  <a:lnTo>
                    <a:pt x="921654" y="457272"/>
                  </a:lnTo>
                  <a:lnTo>
                    <a:pt x="974416" y="483449"/>
                  </a:lnTo>
                  <a:lnTo>
                    <a:pt x="1024470" y="508283"/>
                  </a:lnTo>
                  <a:lnTo>
                    <a:pt x="1072082" y="531905"/>
                  </a:lnTo>
                  <a:lnTo>
                    <a:pt x="1117479" y="554429"/>
                  </a:lnTo>
                  <a:lnTo>
                    <a:pt x="1160857" y="575950"/>
                  </a:lnTo>
                  <a:lnTo>
                    <a:pt x="1202389" y="596556"/>
                  </a:lnTo>
                  <a:lnTo>
                    <a:pt x="1242225" y="616321"/>
                  </a:lnTo>
                  <a:lnTo>
                    <a:pt x="1280499" y="635310"/>
                  </a:lnTo>
                  <a:lnTo>
                    <a:pt x="1317328" y="653582"/>
                  </a:lnTo>
                  <a:lnTo>
                    <a:pt x="1352817" y="671190"/>
                  </a:lnTo>
                  <a:lnTo>
                    <a:pt x="1387061" y="688180"/>
                  </a:lnTo>
                  <a:lnTo>
                    <a:pt x="1420144" y="704594"/>
                  </a:lnTo>
                  <a:lnTo>
                    <a:pt x="1452142" y="720469"/>
                  </a:lnTo>
                  <a:lnTo>
                    <a:pt x="1483124" y="735841"/>
                  </a:lnTo>
                  <a:lnTo>
                    <a:pt x="1513153" y="750739"/>
                  </a:lnTo>
                  <a:lnTo>
                    <a:pt x="1542285" y="765193"/>
                  </a:lnTo>
                  <a:lnTo>
                    <a:pt x="1570573" y="779228"/>
                  </a:lnTo>
                  <a:lnTo>
                    <a:pt x="1598063" y="792867"/>
                  </a:lnTo>
                  <a:lnTo>
                    <a:pt x="1624800" y="806132"/>
                  </a:lnTo>
                  <a:lnTo>
                    <a:pt x="1650825" y="819044"/>
                  </a:lnTo>
                  <a:lnTo>
                    <a:pt x="1676173" y="831620"/>
                  </a:lnTo>
                  <a:lnTo>
                    <a:pt x="1700879" y="843878"/>
                  </a:lnTo>
                  <a:lnTo>
                    <a:pt x="1724976" y="855834"/>
                  </a:lnTo>
                  <a:lnTo>
                    <a:pt x="1748491" y="867501"/>
                  </a:lnTo>
                  <a:lnTo>
                    <a:pt x="1771454" y="878893"/>
                  </a:lnTo>
                  <a:lnTo>
                    <a:pt x="1793888" y="890024"/>
                  </a:lnTo>
                  <a:lnTo>
                    <a:pt x="1815818" y="900904"/>
                  </a:lnTo>
                  <a:lnTo>
                    <a:pt x="1837266" y="911546"/>
                  </a:lnTo>
                  <a:lnTo>
                    <a:pt x="1858253" y="921958"/>
                  </a:lnTo>
                  <a:lnTo>
                    <a:pt x="1878798" y="932151"/>
                  </a:lnTo>
                  <a:lnTo>
                    <a:pt x="1898920" y="942135"/>
                  </a:lnTo>
                  <a:lnTo>
                    <a:pt x="1918634" y="951916"/>
                  </a:lnTo>
                  <a:lnTo>
                    <a:pt x="1937959" y="961504"/>
                  </a:lnTo>
                  <a:lnTo>
                    <a:pt x="1956908" y="970905"/>
                  </a:lnTo>
                  <a:lnTo>
                    <a:pt x="1975496" y="980127"/>
                  </a:lnTo>
                  <a:lnTo>
                    <a:pt x="1993737" y="989177"/>
                  </a:lnTo>
                  <a:lnTo>
                    <a:pt x="2011643" y="998061"/>
                  </a:lnTo>
                  <a:lnTo>
                    <a:pt x="2029226" y="1006785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79" name="pl678"/>
            <p:cNvSpPr/>
            <p:nvPr/>
          </p:nvSpPr>
          <p:spPr>
            <a:xfrm>
              <a:off x="6892001" y="4712374"/>
              <a:ext cx="2029226" cy="43498"/>
            </a:xfrm>
            <a:custGeom>
              <a:avLst/>
              <a:pathLst>
                <a:path w="2029226" h="43498">
                  <a:moveTo>
                    <a:pt x="0" y="43498"/>
                  </a:moveTo>
                  <a:lnTo>
                    <a:pt x="130306" y="40705"/>
                  </a:lnTo>
                  <a:lnTo>
                    <a:pt x="245245" y="38241"/>
                  </a:lnTo>
                  <a:lnTo>
                    <a:pt x="348061" y="36037"/>
                  </a:lnTo>
                  <a:lnTo>
                    <a:pt x="441070" y="34043"/>
                  </a:lnTo>
                  <a:lnTo>
                    <a:pt x="525980" y="32223"/>
                  </a:lnTo>
                  <a:lnTo>
                    <a:pt x="604090" y="30549"/>
                  </a:lnTo>
                  <a:lnTo>
                    <a:pt x="676408" y="28999"/>
                  </a:lnTo>
                  <a:lnTo>
                    <a:pt x="743735" y="27555"/>
                  </a:lnTo>
                  <a:lnTo>
                    <a:pt x="806715" y="26205"/>
                  </a:lnTo>
                  <a:lnTo>
                    <a:pt x="865876" y="24937"/>
                  </a:lnTo>
                  <a:lnTo>
                    <a:pt x="921654" y="23741"/>
                  </a:lnTo>
                  <a:lnTo>
                    <a:pt x="974416" y="22610"/>
                  </a:lnTo>
                  <a:lnTo>
                    <a:pt x="1024470" y="21537"/>
                  </a:lnTo>
                  <a:lnTo>
                    <a:pt x="1072082" y="20517"/>
                  </a:lnTo>
                  <a:lnTo>
                    <a:pt x="1117479" y="19544"/>
                  </a:lnTo>
                  <a:lnTo>
                    <a:pt x="1160857" y="18614"/>
                  </a:lnTo>
                  <a:lnTo>
                    <a:pt x="1202389" y="17724"/>
                  </a:lnTo>
                  <a:lnTo>
                    <a:pt x="1242225" y="16870"/>
                  </a:lnTo>
                  <a:lnTo>
                    <a:pt x="1280499" y="16049"/>
                  </a:lnTo>
                  <a:lnTo>
                    <a:pt x="1317328" y="15260"/>
                  </a:lnTo>
                  <a:lnTo>
                    <a:pt x="1352817" y="14499"/>
                  </a:lnTo>
                  <a:lnTo>
                    <a:pt x="1387061" y="13765"/>
                  </a:lnTo>
                  <a:lnTo>
                    <a:pt x="1420144" y="13056"/>
                  </a:lnTo>
                  <a:lnTo>
                    <a:pt x="1452142" y="12370"/>
                  </a:lnTo>
                  <a:lnTo>
                    <a:pt x="1483124" y="11706"/>
                  </a:lnTo>
                  <a:lnTo>
                    <a:pt x="1513153" y="11062"/>
                  </a:lnTo>
                  <a:lnTo>
                    <a:pt x="1542285" y="10438"/>
                  </a:lnTo>
                  <a:lnTo>
                    <a:pt x="1570573" y="9831"/>
                  </a:lnTo>
                  <a:lnTo>
                    <a:pt x="1598063" y="9242"/>
                  </a:lnTo>
                  <a:lnTo>
                    <a:pt x="1624800" y="8669"/>
                  </a:lnTo>
                  <a:lnTo>
                    <a:pt x="1650825" y="8111"/>
                  </a:lnTo>
                  <a:lnTo>
                    <a:pt x="1676173" y="7568"/>
                  </a:lnTo>
                  <a:lnTo>
                    <a:pt x="1700879" y="7038"/>
                  </a:lnTo>
                  <a:lnTo>
                    <a:pt x="1724976" y="6521"/>
                  </a:lnTo>
                  <a:lnTo>
                    <a:pt x="1748491" y="6017"/>
                  </a:lnTo>
                  <a:lnTo>
                    <a:pt x="1771454" y="5525"/>
                  </a:lnTo>
                  <a:lnTo>
                    <a:pt x="1793888" y="5044"/>
                  </a:lnTo>
                  <a:lnTo>
                    <a:pt x="1815818" y="4574"/>
                  </a:lnTo>
                  <a:lnTo>
                    <a:pt x="1837266" y="4114"/>
                  </a:lnTo>
                  <a:lnTo>
                    <a:pt x="1858253" y="3664"/>
                  </a:lnTo>
                  <a:lnTo>
                    <a:pt x="1878798" y="3224"/>
                  </a:lnTo>
                  <a:lnTo>
                    <a:pt x="1898920" y="2793"/>
                  </a:lnTo>
                  <a:lnTo>
                    <a:pt x="1918634" y="2370"/>
                  </a:lnTo>
                  <a:lnTo>
                    <a:pt x="1937959" y="1956"/>
                  </a:lnTo>
                  <a:lnTo>
                    <a:pt x="1956908" y="1550"/>
                  </a:lnTo>
                  <a:lnTo>
                    <a:pt x="1975496" y="1151"/>
                  </a:lnTo>
                  <a:lnTo>
                    <a:pt x="1993737" y="760"/>
                  </a:lnTo>
                  <a:lnTo>
                    <a:pt x="2011643" y="376"/>
                  </a:lnTo>
                  <a:lnTo>
                    <a:pt x="2029226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680" name="rc679"/>
            <p:cNvSpPr/>
            <p:nvPr/>
          </p:nvSpPr>
          <p:spPr>
            <a:xfrm>
              <a:off x="6742685" y="3972216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81" name="pl680"/>
            <p:cNvSpPr/>
            <p:nvPr/>
          </p:nvSpPr>
          <p:spPr>
            <a:xfrm>
              <a:off x="6742685" y="3972216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1"/>
            <p:cNvSpPr/>
            <p:nvPr/>
          </p:nvSpPr>
          <p:spPr>
            <a:xfrm>
              <a:off x="6704728" y="55482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2"/>
            <p:cNvSpPr/>
            <p:nvPr/>
          </p:nvSpPr>
          <p:spPr>
            <a:xfrm>
              <a:off x="6704728" y="495938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3"/>
            <p:cNvSpPr/>
            <p:nvPr/>
          </p:nvSpPr>
          <p:spPr>
            <a:xfrm>
              <a:off x="6704728" y="437049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4"/>
            <p:cNvSpPr/>
            <p:nvPr/>
          </p:nvSpPr>
          <p:spPr>
            <a:xfrm>
              <a:off x="6742685" y="6056592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5"/>
            <p:cNvSpPr/>
            <p:nvPr/>
          </p:nvSpPr>
          <p:spPr>
            <a:xfrm>
              <a:off x="6892001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6"/>
            <p:cNvSpPr/>
            <p:nvPr/>
          </p:nvSpPr>
          <p:spPr>
            <a:xfrm>
              <a:off x="7568410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7"/>
            <p:cNvSpPr/>
            <p:nvPr/>
          </p:nvSpPr>
          <p:spPr>
            <a:xfrm>
              <a:off x="8244819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8"/>
            <p:cNvSpPr/>
            <p:nvPr/>
          </p:nvSpPr>
          <p:spPr>
            <a:xfrm>
              <a:off x="8921228" y="6056592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tx689"/>
            <p:cNvSpPr/>
            <p:nvPr/>
          </p:nvSpPr>
          <p:spPr>
            <a:xfrm>
              <a:off x="6742685" y="3729057"/>
              <a:ext cx="6418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(g) SSD</a:t>
              </a:r>
            </a:p>
          </p:txBody>
        </p:sp>
        <p:sp>
          <p:nvSpPr>
            <p:cNvPr id="691" name="rc690"/>
            <p:cNvSpPr/>
            <p:nvPr/>
          </p:nvSpPr>
          <p:spPr>
            <a:xfrm>
              <a:off x="1503277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1579827" y="774806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657083" y="808811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601645" y="8046331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1636944" y="731317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1667243" y="8174699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1607706" y="794522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1615377" y="837140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1676408" y="828729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1586508" y="760246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1589788" y="788575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2287310" y="814376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2280947" y="766420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313714" y="776789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333120" y="847358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347685" y="665620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289941" y="696238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2309919" y="812607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2294025" y="848436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341438" y="841206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279626" y="811580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293510" y="802307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342926" y="831825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2313247" y="822379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2266007" y="813566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264252" y="834372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326640" y="796173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337064" y="829243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2287119" y="806186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965854" y="776124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2959004" y="85510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969656" y="801110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929872" y="828888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970253" y="750044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996894" y="805589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997899" y="765372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3006986" y="819153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931229" y="790868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928435" y="811574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3022704" y="822817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979796" y="717928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933816" y="810869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3007767" y="833302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2996439" y="730850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3013898" y="755371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949239" y="792376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993000" y="842113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960473" y="809668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3019587" y="7895397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3615753" y="803355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3669209" y="802696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3680813" y="807223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3601937" y="823989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3696822" y="798624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3693611" y="791772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3610883" y="784347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3676859" y="802632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3612976" y="824564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3617771" y="769500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3691728" y="827489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3682452" y="806292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3694232" y="818104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3612618" y="845156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3654402" y="822454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3611060" y="8320003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3622341" y="820195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3644087" y="795634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3657778" y="826841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3632216" y="786178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3690531" y="812747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3676132" y="789131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3646791" y="804965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3625317" y="833467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4" name="pl763"/>
            <p:cNvSpPr/>
            <p:nvPr/>
          </p:nvSpPr>
          <p:spPr>
            <a:xfrm>
              <a:off x="1657291" y="7386608"/>
              <a:ext cx="2022417" cy="615054"/>
            </a:xfrm>
            <a:custGeom>
              <a:avLst/>
              <a:pathLst>
                <a:path w="2022417" h="615054">
                  <a:moveTo>
                    <a:pt x="0" y="0"/>
                  </a:moveTo>
                  <a:lnTo>
                    <a:pt x="129869" y="39495"/>
                  </a:lnTo>
                  <a:lnTo>
                    <a:pt x="244422" y="74333"/>
                  </a:lnTo>
                  <a:lnTo>
                    <a:pt x="346893" y="105496"/>
                  </a:lnTo>
                  <a:lnTo>
                    <a:pt x="439590" y="133687"/>
                  </a:lnTo>
                  <a:lnTo>
                    <a:pt x="524215" y="159423"/>
                  </a:lnTo>
                  <a:lnTo>
                    <a:pt x="602063" y="183098"/>
                  </a:lnTo>
                  <a:lnTo>
                    <a:pt x="674139" y="205018"/>
                  </a:lnTo>
                  <a:lnTo>
                    <a:pt x="741239" y="225424"/>
                  </a:lnTo>
                  <a:lnTo>
                    <a:pt x="804008" y="244513"/>
                  </a:lnTo>
                  <a:lnTo>
                    <a:pt x="862970" y="262445"/>
                  </a:lnTo>
                  <a:lnTo>
                    <a:pt x="918561" y="279351"/>
                  </a:lnTo>
                  <a:lnTo>
                    <a:pt x="971146" y="295343"/>
                  </a:lnTo>
                  <a:lnTo>
                    <a:pt x="1021032" y="310514"/>
                  </a:lnTo>
                  <a:lnTo>
                    <a:pt x="1068485" y="324946"/>
                  </a:lnTo>
                  <a:lnTo>
                    <a:pt x="1113729" y="338705"/>
                  </a:lnTo>
                  <a:lnTo>
                    <a:pt x="1156962" y="351853"/>
                  </a:lnTo>
                  <a:lnTo>
                    <a:pt x="1198354" y="364441"/>
                  </a:lnTo>
                  <a:lnTo>
                    <a:pt x="1238057" y="376516"/>
                  </a:lnTo>
                  <a:lnTo>
                    <a:pt x="1276202" y="388116"/>
                  </a:lnTo>
                  <a:lnTo>
                    <a:pt x="1312907" y="399279"/>
                  </a:lnTo>
                  <a:lnTo>
                    <a:pt x="1348278" y="410036"/>
                  </a:lnTo>
                  <a:lnTo>
                    <a:pt x="1382407" y="420415"/>
                  </a:lnTo>
                  <a:lnTo>
                    <a:pt x="1415379" y="430442"/>
                  </a:lnTo>
                  <a:lnTo>
                    <a:pt x="1447269" y="440141"/>
                  </a:lnTo>
                  <a:lnTo>
                    <a:pt x="1478147" y="449531"/>
                  </a:lnTo>
                  <a:lnTo>
                    <a:pt x="1508075" y="458633"/>
                  </a:lnTo>
                  <a:lnTo>
                    <a:pt x="1537109" y="467463"/>
                  </a:lnTo>
                  <a:lnTo>
                    <a:pt x="1565302" y="476037"/>
                  </a:lnTo>
                  <a:lnTo>
                    <a:pt x="1592700" y="484369"/>
                  </a:lnTo>
                  <a:lnTo>
                    <a:pt x="1619348" y="492473"/>
                  </a:lnTo>
                  <a:lnTo>
                    <a:pt x="1645285" y="500361"/>
                  </a:lnTo>
                  <a:lnTo>
                    <a:pt x="1670548" y="508044"/>
                  </a:lnTo>
                  <a:lnTo>
                    <a:pt x="1695172" y="515533"/>
                  </a:lnTo>
                  <a:lnTo>
                    <a:pt x="1719187" y="522836"/>
                  </a:lnTo>
                  <a:lnTo>
                    <a:pt x="1742624" y="529964"/>
                  </a:lnTo>
                  <a:lnTo>
                    <a:pt x="1765509" y="536923"/>
                  </a:lnTo>
                  <a:lnTo>
                    <a:pt x="1787868" y="543723"/>
                  </a:lnTo>
                  <a:lnTo>
                    <a:pt x="1809725" y="550370"/>
                  </a:lnTo>
                  <a:lnTo>
                    <a:pt x="1831101" y="556871"/>
                  </a:lnTo>
                  <a:lnTo>
                    <a:pt x="1852017" y="563232"/>
                  </a:lnTo>
                  <a:lnTo>
                    <a:pt x="1872493" y="569459"/>
                  </a:lnTo>
                  <a:lnTo>
                    <a:pt x="1892547" y="575558"/>
                  </a:lnTo>
                  <a:lnTo>
                    <a:pt x="1912196" y="581534"/>
                  </a:lnTo>
                  <a:lnTo>
                    <a:pt x="1931455" y="587391"/>
                  </a:lnTo>
                  <a:lnTo>
                    <a:pt x="1950341" y="593134"/>
                  </a:lnTo>
                  <a:lnTo>
                    <a:pt x="1968867" y="598768"/>
                  </a:lnTo>
                  <a:lnTo>
                    <a:pt x="1987046" y="604297"/>
                  </a:lnTo>
                  <a:lnTo>
                    <a:pt x="2004892" y="609724"/>
                  </a:lnTo>
                  <a:lnTo>
                    <a:pt x="2022417" y="615054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5" name="pl764"/>
            <p:cNvSpPr/>
            <p:nvPr/>
          </p:nvSpPr>
          <p:spPr>
            <a:xfrm>
              <a:off x="1657291" y="7215541"/>
              <a:ext cx="2022417" cy="824494"/>
            </a:xfrm>
            <a:custGeom>
              <a:avLst/>
              <a:pathLst>
                <a:path w="2022417" h="824494">
                  <a:moveTo>
                    <a:pt x="0" y="0"/>
                  </a:moveTo>
                  <a:lnTo>
                    <a:pt x="129869" y="52944"/>
                  </a:lnTo>
                  <a:lnTo>
                    <a:pt x="244422" y="99645"/>
                  </a:lnTo>
                  <a:lnTo>
                    <a:pt x="346893" y="141420"/>
                  </a:lnTo>
                  <a:lnTo>
                    <a:pt x="439590" y="179211"/>
                  </a:lnTo>
                  <a:lnTo>
                    <a:pt x="524215" y="213710"/>
                  </a:lnTo>
                  <a:lnTo>
                    <a:pt x="602063" y="245447"/>
                  </a:lnTo>
                  <a:lnTo>
                    <a:pt x="674139" y="274831"/>
                  </a:lnTo>
                  <a:lnTo>
                    <a:pt x="741239" y="302186"/>
                  </a:lnTo>
                  <a:lnTo>
                    <a:pt x="804008" y="327776"/>
                  </a:lnTo>
                  <a:lnTo>
                    <a:pt x="862970" y="351813"/>
                  </a:lnTo>
                  <a:lnTo>
                    <a:pt x="918561" y="374477"/>
                  </a:lnTo>
                  <a:lnTo>
                    <a:pt x="971146" y="395914"/>
                  </a:lnTo>
                  <a:lnTo>
                    <a:pt x="1021032" y="416252"/>
                  </a:lnTo>
                  <a:lnTo>
                    <a:pt x="1068485" y="435597"/>
                  </a:lnTo>
                  <a:lnTo>
                    <a:pt x="1113729" y="454042"/>
                  </a:lnTo>
                  <a:lnTo>
                    <a:pt x="1156962" y="471667"/>
                  </a:lnTo>
                  <a:lnTo>
                    <a:pt x="1198354" y="488542"/>
                  </a:lnTo>
                  <a:lnTo>
                    <a:pt x="1238057" y="504728"/>
                  </a:lnTo>
                  <a:lnTo>
                    <a:pt x="1276202" y="520279"/>
                  </a:lnTo>
                  <a:lnTo>
                    <a:pt x="1312907" y="535243"/>
                  </a:lnTo>
                  <a:lnTo>
                    <a:pt x="1348278" y="549662"/>
                  </a:lnTo>
                  <a:lnTo>
                    <a:pt x="1382407" y="563576"/>
                  </a:lnTo>
                  <a:lnTo>
                    <a:pt x="1415379" y="577018"/>
                  </a:lnTo>
                  <a:lnTo>
                    <a:pt x="1447269" y="590019"/>
                  </a:lnTo>
                  <a:lnTo>
                    <a:pt x="1478147" y="602607"/>
                  </a:lnTo>
                  <a:lnTo>
                    <a:pt x="1508075" y="614808"/>
                  </a:lnTo>
                  <a:lnTo>
                    <a:pt x="1537109" y="626645"/>
                  </a:lnTo>
                  <a:lnTo>
                    <a:pt x="1565302" y="638138"/>
                  </a:lnTo>
                  <a:lnTo>
                    <a:pt x="1592700" y="649308"/>
                  </a:lnTo>
                  <a:lnTo>
                    <a:pt x="1619348" y="660172"/>
                  </a:lnTo>
                  <a:lnTo>
                    <a:pt x="1645285" y="670745"/>
                  </a:lnTo>
                  <a:lnTo>
                    <a:pt x="1670548" y="681045"/>
                  </a:lnTo>
                  <a:lnTo>
                    <a:pt x="1695172" y="691083"/>
                  </a:lnTo>
                  <a:lnTo>
                    <a:pt x="1719187" y="700874"/>
                  </a:lnTo>
                  <a:lnTo>
                    <a:pt x="1742624" y="710428"/>
                  </a:lnTo>
                  <a:lnTo>
                    <a:pt x="1765509" y="719758"/>
                  </a:lnTo>
                  <a:lnTo>
                    <a:pt x="1787868" y="728873"/>
                  </a:lnTo>
                  <a:lnTo>
                    <a:pt x="1809725" y="737784"/>
                  </a:lnTo>
                  <a:lnTo>
                    <a:pt x="1831101" y="746498"/>
                  </a:lnTo>
                  <a:lnTo>
                    <a:pt x="1852017" y="755026"/>
                  </a:lnTo>
                  <a:lnTo>
                    <a:pt x="1872493" y="763373"/>
                  </a:lnTo>
                  <a:lnTo>
                    <a:pt x="1892547" y="771549"/>
                  </a:lnTo>
                  <a:lnTo>
                    <a:pt x="1912196" y="779559"/>
                  </a:lnTo>
                  <a:lnTo>
                    <a:pt x="1931455" y="787411"/>
                  </a:lnTo>
                  <a:lnTo>
                    <a:pt x="1950341" y="795110"/>
                  </a:lnTo>
                  <a:lnTo>
                    <a:pt x="1968867" y="802663"/>
                  </a:lnTo>
                  <a:lnTo>
                    <a:pt x="1987046" y="810074"/>
                  </a:lnTo>
                  <a:lnTo>
                    <a:pt x="2004892" y="817349"/>
                  </a:lnTo>
                  <a:lnTo>
                    <a:pt x="2022417" y="82449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6" name="pl765"/>
            <p:cNvSpPr/>
            <p:nvPr/>
          </p:nvSpPr>
          <p:spPr>
            <a:xfrm>
              <a:off x="1657291" y="8046249"/>
              <a:ext cx="2022417" cy="24705"/>
            </a:xfrm>
            <a:custGeom>
              <a:avLst/>
              <a:pathLst>
                <a:path w="2022417" h="24705">
                  <a:moveTo>
                    <a:pt x="0" y="24705"/>
                  </a:moveTo>
                  <a:lnTo>
                    <a:pt x="129869" y="23118"/>
                  </a:lnTo>
                  <a:lnTo>
                    <a:pt x="244422" y="21719"/>
                  </a:lnTo>
                  <a:lnTo>
                    <a:pt x="346893" y="20467"/>
                  </a:lnTo>
                  <a:lnTo>
                    <a:pt x="439590" y="19335"/>
                  </a:lnTo>
                  <a:lnTo>
                    <a:pt x="524215" y="18301"/>
                  </a:lnTo>
                  <a:lnTo>
                    <a:pt x="602063" y="17350"/>
                  </a:lnTo>
                  <a:lnTo>
                    <a:pt x="674139" y="16470"/>
                  </a:lnTo>
                  <a:lnTo>
                    <a:pt x="741239" y="15650"/>
                  </a:lnTo>
                  <a:lnTo>
                    <a:pt x="804008" y="14883"/>
                  </a:lnTo>
                  <a:lnTo>
                    <a:pt x="862970" y="14163"/>
                  </a:lnTo>
                  <a:lnTo>
                    <a:pt x="918561" y="13484"/>
                  </a:lnTo>
                  <a:lnTo>
                    <a:pt x="971146" y="12842"/>
                  </a:lnTo>
                  <a:lnTo>
                    <a:pt x="1021032" y="12232"/>
                  </a:lnTo>
                  <a:lnTo>
                    <a:pt x="1068485" y="11653"/>
                  </a:lnTo>
                  <a:lnTo>
                    <a:pt x="1113729" y="11100"/>
                  </a:lnTo>
                  <a:lnTo>
                    <a:pt x="1156962" y="10572"/>
                  </a:lnTo>
                  <a:lnTo>
                    <a:pt x="1198354" y="10066"/>
                  </a:lnTo>
                  <a:lnTo>
                    <a:pt x="1238057" y="9581"/>
                  </a:lnTo>
                  <a:lnTo>
                    <a:pt x="1276202" y="9115"/>
                  </a:lnTo>
                  <a:lnTo>
                    <a:pt x="1312907" y="8667"/>
                  </a:lnTo>
                  <a:lnTo>
                    <a:pt x="1348278" y="8235"/>
                  </a:lnTo>
                  <a:lnTo>
                    <a:pt x="1382407" y="7818"/>
                  </a:lnTo>
                  <a:lnTo>
                    <a:pt x="1415379" y="7415"/>
                  </a:lnTo>
                  <a:lnTo>
                    <a:pt x="1447269" y="7025"/>
                  </a:lnTo>
                  <a:lnTo>
                    <a:pt x="1478147" y="6648"/>
                  </a:lnTo>
                  <a:lnTo>
                    <a:pt x="1508075" y="6283"/>
                  </a:lnTo>
                  <a:lnTo>
                    <a:pt x="1537109" y="5928"/>
                  </a:lnTo>
                  <a:lnTo>
                    <a:pt x="1565302" y="5584"/>
                  </a:lnTo>
                  <a:lnTo>
                    <a:pt x="1592700" y="5249"/>
                  </a:lnTo>
                  <a:lnTo>
                    <a:pt x="1619348" y="4923"/>
                  </a:lnTo>
                  <a:lnTo>
                    <a:pt x="1645285" y="4606"/>
                  </a:lnTo>
                  <a:lnTo>
                    <a:pt x="1670548" y="4298"/>
                  </a:lnTo>
                  <a:lnTo>
                    <a:pt x="1695172" y="3997"/>
                  </a:lnTo>
                  <a:lnTo>
                    <a:pt x="1719187" y="3704"/>
                  </a:lnTo>
                  <a:lnTo>
                    <a:pt x="1742624" y="3417"/>
                  </a:lnTo>
                  <a:lnTo>
                    <a:pt x="1765509" y="3138"/>
                  </a:lnTo>
                  <a:lnTo>
                    <a:pt x="1787868" y="2865"/>
                  </a:lnTo>
                  <a:lnTo>
                    <a:pt x="1809725" y="2598"/>
                  </a:lnTo>
                  <a:lnTo>
                    <a:pt x="1831101" y="2337"/>
                  </a:lnTo>
                  <a:lnTo>
                    <a:pt x="1852017" y="2081"/>
                  </a:lnTo>
                  <a:lnTo>
                    <a:pt x="1872493" y="1831"/>
                  </a:lnTo>
                  <a:lnTo>
                    <a:pt x="1892547" y="1586"/>
                  </a:lnTo>
                  <a:lnTo>
                    <a:pt x="1912196" y="1346"/>
                  </a:lnTo>
                  <a:lnTo>
                    <a:pt x="1931455" y="1111"/>
                  </a:lnTo>
                  <a:lnTo>
                    <a:pt x="1950341" y="880"/>
                  </a:lnTo>
                  <a:lnTo>
                    <a:pt x="1968867" y="654"/>
                  </a:lnTo>
                  <a:lnTo>
                    <a:pt x="1987046" y="432"/>
                  </a:lnTo>
                  <a:lnTo>
                    <a:pt x="2004892" y="214"/>
                  </a:lnTo>
                  <a:lnTo>
                    <a:pt x="2022417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7" name="pl766"/>
            <p:cNvSpPr/>
            <p:nvPr/>
          </p:nvSpPr>
          <p:spPr>
            <a:xfrm>
              <a:off x="1657291" y="8100096"/>
              <a:ext cx="2022417" cy="25371"/>
            </a:xfrm>
            <a:custGeom>
              <a:avLst/>
              <a:pathLst>
                <a:path w="2022417" h="25371">
                  <a:moveTo>
                    <a:pt x="0" y="25371"/>
                  </a:moveTo>
                  <a:lnTo>
                    <a:pt x="129869" y="23742"/>
                  </a:lnTo>
                  <a:lnTo>
                    <a:pt x="244422" y="22305"/>
                  </a:lnTo>
                  <a:lnTo>
                    <a:pt x="346893" y="21019"/>
                  </a:lnTo>
                  <a:lnTo>
                    <a:pt x="439590" y="19856"/>
                  </a:lnTo>
                  <a:lnTo>
                    <a:pt x="524215" y="18795"/>
                  </a:lnTo>
                  <a:lnTo>
                    <a:pt x="602063" y="17818"/>
                  </a:lnTo>
                  <a:lnTo>
                    <a:pt x="674139" y="16914"/>
                  </a:lnTo>
                  <a:lnTo>
                    <a:pt x="741239" y="16072"/>
                  </a:lnTo>
                  <a:lnTo>
                    <a:pt x="804008" y="15285"/>
                  </a:lnTo>
                  <a:lnTo>
                    <a:pt x="862970" y="14545"/>
                  </a:lnTo>
                  <a:lnTo>
                    <a:pt x="918561" y="13847"/>
                  </a:lnTo>
                  <a:lnTo>
                    <a:pt x="971146" y="13188"/>
                  </a:lnTo>
                  <a:lnTo>
                    <a:pt x="1021032" y="12562"/>
                  </a:lnTo>
                  <a:lnTo>
                    <a:pt x="1068485" y="11967"/>
                  </a:lnTo>
                  <a:lnTo>
                    <a:pt x="1113729" y="11399"/>
                  </a:lnTo>
                  <a:lnTo>
                    <a:pt x="1156962" y="10857"/>
                  </a:lnTo>
                  <a:lnTo>
                    <a:pt x="1198354" y="10337"/>
                  </a:lnTo>
                  <a:lnTo>
                    <a:pt x="1238057" y="9839"/>
                  </a:lnTo>
                  <a:lnTo>
                    <a:pt x="1276202" y="9361"/>
                  </a:lnTo>
                  <a:lnTo>
                    <a:pt x="1312907" y="8900"/>
                  </a:lnTo>
                  <a:lnTo>
                    <a:pt x="1348278" y="8457"/>
                  </a:lnTo>
                  <a:lnTo>
                    <a:pt x="1382407" y="8028"/>
                  </a:lnTo>
                  <a:lnTo>
                    <a:pt x="1415379" y="7615"/>
                  </a:lnTo>
                  <a:lnTo>
                    <a:pt x="1447269" y="7215"/>
                  </a:lnTo>
                  <a:lnTo>
                    <a:pt x="1478147" y="6827"/>
                  </a:lnTo>
                  <a:lnTo>
                    <a:pt x="1508075" y="6452"/>
                  </a:lnTo>
                  <a:lnTo>
                    <a:pt x="1537109" y="6088"/>
                  </a:lnTo>
                  <a:lnTo>
                    <a:pt x="1565302" y="5734"/>
                  </a:lnTo>
                  <a:lnTo>
                    <a:pt x="1592700" y="5390"/>
                  </a:lnTo>
                  <a:lnTo>
                    <a:pt x="1619348" y="5056"/>
                  </a:lnTo>
                  <a:lnTo>
                    <a:pt x="1645285" y="4731"/>
                  </a:lnTo>
                  <a:lnTo>
                    <a:pt x="1670548" y="4414"/>
                  </a:lnTo>
                  <a:lnTo>
                    <a:pt x="1695172" y="4105"/>
                  </a:lnTo>
                  <a:lnTo>
                    <a:pt x="1719187" y="3804"/>
                  </a:lnTo>
                  <a:lnTo>
                    <a:pt x="1742624" y="3510"/>
                  </a:lnTo>
                  <a:lnTo>
                    <a:pt x="1765509" y="3222"/>
                  </a:lnTo>
                  <a:lnTo>
                    <a:pt x="1787868" y="2942"/>
                  </a:lnTo>
                  <a:lnTo>
                    <a:pt x="1809725" y="2668"/>
                  </a:lnTo>
                  <a:lnTo>
                    <a:pt x="1831101" y="2400"/>
                  </a:lnTo>
                  <a:lnTo>
                    <a:pt x="1852017" y="2137"/>
                  </a:lnTo>
                  <a:lnTo>
                    <a:pt x="1872493" y="1880"/>
                  </a:lnTo>
                  <a:lnTo>
                    <a:pt x="1892547" y="1629"/>
                  </a:lnTo>
                  <a:lnTo>
                    <a:pt x="1912196" y="1382"/>
                  </a:lnTo>
                  <a:lnTo>
                    <a:pt x="1931455" y="1141"/>
                  </a:lnTo>
                  <a:lnTo>
                    <a:pt x="1950341" y="904"/>
                  </a:lnTo>
                  <a:lnTo>
                    <a:pt x="1968867" y="671"/>
                  </a:lnTo>
                  <a:lnTo>
                    <a:pt x="1987046" y="443"/>
                  </a:lnTo>
                  <a:lnTo>
                    <a:pt x="2004892" y="219"/>
                  </a:lnTo>
                  <a:lnTo>
                    <a:pt x="2022417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8" name="pl767"/>
            <p:cNvSpPr/>
            <p:nvPr/>
          </p:nvSpPr>
          <p:spPr>
            <a:xfrm>
              <a:off x="1657291" y="8061134"/>
              <a:ext cx="2022417" cy="185555"/>
            </a:xfrm>
            <a:custGeom>
              <a:avLst/>
              <a:pathLst>
                <a:path w="2022417" h="185555">
                  <a:moveTo>
                    <a:pt x="0" y="185555"/>
                  </a:moveTo>
                  <a:lnTo>
                    <a:pt x="129869" y="173639"/>
                  </a:lnTo>
                  <a:lnTo>
                    <a:pt x="244422" y="163129"/>
                  </a:lnTo>
                  <a:lnTo>
                    <a:pt x="346893" y="153728"/>
                  </a:lnTo>
                  <a:lnTo>
                    <a:pt x="439590" y="145223"/>
                  </a:lnTo>
                  <a:lnTo>
                    <a:pt x="524215" y="137458"/>
                  </a:lnTo>
                  <a:lnTo>
                    <a:pt x="602063" y="130316"/>
                  </a:lnTo>
                  <a:lnTo>
                    <a:pt x="674139" y="123703"/>
                  </a:lnTo>
                  <a:lnTo>
                    <a:pt x="741239" y="117547"/>
                  </a:lnTo>
                  <a:lnTo>
                    <a:pt x="804008" y="111788"/>
                  </a:lnTo>
                  <a:lnTo>
                    <a:pt x="862970" y="106378"/>
                  </a:lnTo>
                  <a:lnTo>
                    <a:pt x="918561" y="101277"/>
                  </a:lnTo>
                  <a:lnTo>
                    <a:pt x="971146" y="96453"/>
                  </a:lnTo>
                  <a:lnTo>
                    <a:pt x="1021032" y="91876"/>
                  </a:lnTo>
                  <a:lnTo>
                    <a:pt x="1068485" y="87522"/>
                  </a:lnTo>
                  <a:lnTo>
                    <a:pt x="1113729" y="83371"/>
                  </a:lnTo>
                  <a:lnTo>
                    <a:pt x="1156962" y="79404"/>
                  </a:lnTo>
                  <a:lnTo>
                    <a:pt x="1198354" y="75607"/>
                  </a:lnTo>
                  <a:lnTo>
                    <a:pt x="1238057" y="71964"/>
                  </a:lnTo>
                  <a:lnTo>
                    <a:pt x="1276202" y="68464"/>
                  </a:lnTo>
                  <a:lnTo>
                    <a:pt x="1312907" y="65097"/>
                  </a:lnTo>
                  <a:lnTo>
                    <a:pt x="1348278" y="61851"/>
                  </a:lnTo>
                  <a:lnTo>
                    <a:pt x="1382407" y="58720"/>
                  </a:lnTo>
                  <a:lnTo>
                    <a:pt x="1415379" y="55695"/>
                  </a:lnTo>
                  <a:lnTo>
                    <a:pt x="1447269" y="52769"/>
                  </a:lnTo>
                  <a:lnTo>
                    <a:pt x="1478147" y="49936"/>
                  </a:lnTo>
                  <a:lnTo>
                    <a:pt x="1508075" y="47190"/>
                  </a:lnTo>
                  <a:lnTo>
                    <a:pt x="1537109" y="44526"/>
                  </a:lnTo>
                  <a:lnTo>
                    <a:pt x="1565302" y="41939"/>
                  </a:lnTo>
                  <a:lnTo>
                    <a:pt x="1592700" y="39426"/>
                  </a:lnTo>
                  <a:lnTo>
                    <a:pt x="1619348" y="36981"/>
                  </a:lnTo>
                  <a:lnTo>
                    <a:pt x="1645285" y="34601"/>
                  </a:lnTo>
                  <a:lnTo>
                    <a:pt x="1670548" y="32283"/>
                  </a:lnTo>
                  <a:lnTo>
                    <a:pt x="1695172" y="30024"/>
                  </a:lnTo>
                  <a:lnTo>
                    <a:pt x="1719187" y="27821"/>
                  </a:lnTo>
                  <a:lnTo>
                    <a:pt x="1742624" y="25670"/>
                  </a:lnTo>
                  <a:lnTo>
                    <a:pt x="1765509" y="23571"/>
                  </a:lnTo>
                  <a:lnTo>
                    <a:pt x="1787868" y="21519"/>
                  </a:lnTo>
                  <a:lnTo>
                    <a:pt x="1809725" y="19514"/>
                  </a:lnTo>
                  <a:lnTo>
                    <a:pt x="1831101" y="17553"/>
                  </a:lnTo>
                  <a:lnTo>
                    <a:pt x="1852017" y="15634"/>
                  </a:lnTo>
                  <a:lnTo>
                    <a:pt x="1872493" y="13755"/>
                  </a:lnTo>
                  <a:lnTo>
                    <a:pt x="1892547" y="11915"/>
                  </a:lnTo>
                  <a:lnTo>
                    <a:pt x="1912196" y="10112"/>
                  </a:lnTo>
                  <a:lnTo>
                    <a:pt x="1931455" y="8345"/>
                  </a:lnTo>
                  <a:lnTo>
                    <a:pt x="1950341" y="6612"/>
                  </a:lnTo>
                  <a:lnTo>
                    <a:pt x="1968867" y="4913"/>
                  </a:lnTo>
                  <a:lnTo>
                    <a:pt x="1987046" y="3245"/>
                  </a:lnTo>
                  <a:lnTo>
                    <a:pt x="2004892" y="1607"/>
                  </a:lnTo>
                  <a:lnTo>
                    <a:pt x="202241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9" name="pl768"/>
            <p:cNvSpPr/>
            <p:nvPr/>
          </p:nvSpPr>
          <p:spPr>
            <a:xfrm>
              <a:off x="1657291" y="7842733"/>
              <a:ext cx="2022417" cy="216205"/>
            </a:xfrm>
            <a:custGeom>
              <a:avLst/>
              <a:pathLst>
                <a:path w="2022417" h="216205">
                  <a:moveTo>
                    <a:pt x="0" y="216205"/>
                  </a:moveTo>
                  <a:lnTo>
                    <a:pt x="129869" y="202321"/>
                  </a:lnTo>
                  <a:lnTo>
                    <a:pt x="244422" y="190075"/>
                  </a:lnTo>
                  <a:lnTo>
                    <a:pt x="346893" y="179120"/>
                  </a:lnTo>
                  <a:lnTo>
                    <a:pt x="439590" y="169210"/>
                  </a:lnTo>
                  <a:lnTo>
                    <a:pt x="524215" y="160164"/>
                  </a:lnTo>
                  <a:lnTo>
                    <a:pt x="602063" y="151841"/>
                  </a:lnTo>
                  <a:lnTo>
                    <a:pt x="674139" y="144136"/>
                  </a:lnTo>
                  <a:lnTo>
                    <a:pt x="741239" y="136963"/>
                  </a:lnTo>
                  <a:lnTo>
                    <a:pt x="804008" y="130253"/>
                  </a:lnTo>
                  <a:lnTo>
                    <a:pt x="862970" y="123949"/>
                  </a:lnTo>
                  <a:lnTo>
                    <a:pt x="918561" y="118006"/>
                  </a:lnTo>
                  <a:lnTo>
                    <a:pt x="971146" y="112385"/>
                  </a:lnTo>
                  <a:lnTo>
                    <a:pt x="1021032" y="107052"/>
                  </a:lnTo>
                  <a:lnTo>
                    <a:pt x="1068485" y="101979"/>
                  </a:lnTo>
                  <a:lnTo>
                    <a:pt x="1113729" y="97142"/>
                  </a:lnTo>
                  <a:lnTo>
                    <a:pt x="1156962" y="92520"/>
                  </a:lnTo>
                  <a:lnTo>
                    <a:pt x="1198354" y="88095"/>
                  </a:lnTo>
                  <a:lnTo>
                    <a:pt x="1238057" y="83851"/>
                  </a:lnTo>
                  <a:lnTo>
                    <a:pt x="1276202" y="79773"/>
                  </a:lnTo>
                  <a:lnTo>
                    <a:pt x="1312907" y="75849"/>
                  </a:lnTo>
                  <a:lnTo>
                    <a:pt x="1348278" y="72068"/>
                  </a:lnTo>
                  <a:lnTo>
                    <a:pt x="1382407" y="68419"/>
                  </a:lnTo>
                  <a:lnTo>
                    <a:pt x="1415379" y="64894"/>
                  </a:lnTo>
                  <a:lnTo>
                    <a:pt x="1447269" y="61485"/>
                  </a:lnTo>
                  <a:lnTo>
                    <a:pt x="1478147" y="58184"/>
                  </a:lnTo>
                  <a:lnTo>
                    <a:pt x="1508075" y="54985"/>
                  </a:lnTo>
                  <a:lnTo>
                    <a:pt x="1537109" y="51881"/>
                  </a:lnTo>
                  <a:lnTo>
                    <a:pt x="1565302" y="48867"/>
                  </a:lnTo>
                  <a:lnTo>
                    <a:pt x="1592700" y="45938"/>
                  </a:lnTo>
                  <a:lnTo>
                    <a:pt x="1619348" y="43089"/>
                  </a:lnTo>
                  <a:lnTo>
                    <a:pt x="1645285" y="40317"/>
                  </a:lnTo>
                  <a:lnTo>
                    <a:pt x="1670548" y="37616"/>
                  </a:lnTo>
                  <a:lnTo>
                    <a:pt x="1695172" y="34983"/>
                  </a:lnTo>
                  <a:lnTo>
                    <a:pt x="1719187" y="32416"/>
                  </a:lnTo>
                  <a:lnTo>
                    <a:pt x="1742624" y="29911"/>
                  </a:lnTo>
                  <a:lnTo>
                    <a:pt x="1765509" y="27464"/>
                  </a:lnTo>
                  <a:lnTo>
                    <a:pt x="1787868" y="25074"/>
                  </a:lnTo>
                  <a:lnTo>
                    <a:pt x="1809725" y="22737"/>
                  </a:lnTo>
                  <a:lnTo>
                    <a:pt x="1831101" y="20452"/>
                  </a:lnTo>
                  <a:lnTo>
                    <a:pt x="1852017" y="18216"/>
                  </a:lnTo>
                  <a:lnTo>
                    <a:pt x="1872493" y="16027"/>
                  </a:lnTo>
                  <a:lnTo>
                    <a:pt x="1892547" y="13883"/>
                  </a:lnTo>
                  <a:lnTo>
                    <a:pt x="1912196" y="11783"/>
                  </a:lnTo>
                  <a:lnTo>
                    <a:pt x="1931455" y="9724"/>
                  </a:lnTo>
                  <a:lnTo>
                    <a:pt x="1950341" y="7705"/>
                  </a:lnTo>
                  <a:lnTo>
                    <a:pt x="1968867" y="5724"/>
                  </a:lnTo>
                  <a:lnTo>
                    <a:pt x="1987046" y="3781"/>
                  </a:lnTo>
                  <a:lnTo>
                    <a:pt x="2004892" y="1873"/>
                  </a:lnTo>
                  <a:lnTo>
                    <a:pt x="2022417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0" name="pl769"/>
            <p:cNvSpPr/>
            <p:nvPr/>
          </p:nvSpPr>
          <p:spPr>
            <a:xfrm>
              <a:off x="1657291" y="7906780"/>
              <a:ext cx="2022417" cy="176275"/>
            </a:xfrm>
            <a:custGeom>
              <a:avLst/>
              <a:pathLst>
                <a:path w="2022417" h="176275">
                  <a:moveTo>
                    <a:pt x="0" y="0"/>
                  </a:moveTo>
                  <a:lnTo>
                    <a:pt x="129869" y="11319"/>
                  </a:lnTo>
                  <a:lnTo>
                    <a:pt x="244422" y="21304"/>
                  </a:lnTo>
                  <a:lnTo>
                    <a:pt x="346893" y="30235"/>
                  </a:lnTo>
                  <a:lnTo>
                    <a:pt x="439590" y="38315"/>
                  </a:lnTo>
                  <a:lnTo>
                    <a:pt x="524215" y="45691"/>
                  </a:lnTo>
                  <a:lnTo>
                    <a:pt x="602063" y="52476"/>
                  </a:lnTo>
                  <a:lnTo>
                    <a:pt x="674139" y="58758"/>
                  </a:lnTo>
                  <a:lnTo>
                    <a:pt x="741239" y="64607"/>
                  </a:lnTo>
                  <a:lnTo>
                    <a:pt x="804008" y="70078"/>
                  </a:lnTo>
                  <a:lnTo>
                    <a:pt x="862970" y="75217"/>
                  </a:lnTo>
                  <a:lnTo>
                    <a:pt x="918561" y="80062"/>
                  </a:lnTo>
                  <a:lnTo>
                    <a:pt x="971146" y="84645"/>
                  </a:lnTo>
                  <a:lnTo>
                    <a:pt x="1021032" y="88994"/>
                  </a:lnTo>
                  <a:lnTo>
                    <a:pt x="1068485" y="93130"/>
                  </a:lnTo>
                  <a:lnTo>
                    <a:pt x="1113729" y="97073"/>
                  </a:lnTo>
                  <a:lnTo>
                    <a:pt x="1156962" y="100841"/>
                  </a:lnTo>
                  <a:lnTo>
                    <a:pt x="1198354" y="104449"/>
                  </a:lnTo>
                  <a:lnTo>
                    <a:pt x="1238057" y="107910"/>
                  </a:lnTo>
                  <a:lnTo>
                    <a:pt x="1276202" y="111234"/>
                  </a:lnTo>
                  <a:lnTo>
                    <a:pt x="1312907" y="114434"/>
                  </a:lnTo>
                  <a:lnTo>
                    <a:pt x="1348278" y="117517"/>
                  </a:lnTo>
                  <a:lnTo>
                    <a:pt x="1382407" y="120491"/>
                  </a:lnTo>
                  <a:lnTo>
                    <a:pt x="1415379" y="123365"/>
                  </a:lnTo>
                  <a:lnTo>
                    <a:pt x="1447269" y="126145"/>
                  </a:lnTo>
                  <a:lnTo>
                    <a:pt x="1478147" y="128836"/>
                  </a:lnTo>
                  <a:lnTo>
                    <a:pt x="1508075" y="131445"/>
                  </a:lnTo>
                  <a:lnTo>
                    <a:pt x="1537109" y="133975"/>
                  </a:lnTo>
                  <a:lnTo>
                    <a:pt x="1565302" y="136433"/>
                  </a:lnTo>
                  <a:lnTo>
                    <a:pt x="1592700" y="138821"/>
                  </a:lnTo>
                  <a:lnTo>
                    <a:pt x="1619348" y="141143"/>
                  </a:lnTo>
                  <a:lnTo>
                    <a:pt x="1645285" y="143404"/>
                  </a:lnTo>
                  <a:lnTo>
                    <a:pt x="1670548" y="145606"/>
                  </a:lnTo>
                  <a:lnTo>
                    <a:pt x="1695172" y="147752"/>
                  </a:lnTo>
                  <a:lnTo>
                    <a:pt x="1719187" y="149845"/>
                  </a:lnTo>
                  <a:lnTo>
                    <a:pt x="1742624" y="151888"/>
                  </a:lnTo>
                  <a:lnTo>
                    <a:pt x="1765509" y="153883"/>
                  </a:lnTo>
                  <a:lnTo>
                    <a:pt x="1787868" y="155832"/>
                  </a:lnTo>
                  <a:lnTo>
                    <a:pt x="1809725" y="157737"/>
                  </a:lnTo>
                  <a:lnTo>
                    <a:pt x="1831101" y="159600"/>
                  </a:lnTo>
                  <a:lnTo>
                    <a:pt x="1852017" y="161423"/>
                  </a:lnTo>
                  <a:lnTo>
                    <a:pt x="1872493" y="163208"/>
                  </a:lnTo>
                  <a:lnTo>
                    <a:pt x="1892547" y="164955"/>
                  </a:lnTo>
                  <a:lnTo>
                    <a:pt x="1912196" y="166668"/>
                  </a:lnTo>
                  <a:lnTo>
                    <a:pt x="1931455" y="168347"/>
                  </a:lnTo>
                  <a:lnTo>
                    <a:pt x="1950341" y="169993"/>
                  </a:lnTo>
                  <a:lnTo>
                    <a:pt x="1968867" y="171608"/>
                  </a:lnTo>
                  <a:lnTo>
                    <a:pt x="1987046" y="173192"/>
                  </a:lnTo>
                  <a:lnTo>
                    <a:pt x="2004892" y="174748"/>
                  </a:lnTo>
                  <a:lnTo>
                    <a:pt x="2022417" y="17627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1" name="pl770"/>
            <p:cNvSpPr/>
            <p:nvPr/>
          </p:nvSpPr>
          <p:spPr>
            <a:xfrm>
              <a:off x="1657291" y="8134666"/>
              <a:ext cx="2022417" cy="308054"/>
            </a:xfrm>
            <a:custGeom>
              <a:avLst/>
              <a:pathLst>
                <a:path w="2022417" h="308054">
                  <a:moveTo>
                    <a:pt x="0" y="0"/>
                  </a:moveTo>
                  <a:lnTo>
                    <a:pt x="129869" y="19781"/>
                  </a:lnTo>
                  <a:lnTo>
                    <a:pt x="244422" y="37230"/>
                  </a:lnTo>
                  <a:lnTo>
                    <a:pt x="346893" y="52838"/>
                  </a:lnTo>
                  <a:lnTo>
                    <a:pt x="439590" y="66958"/>
                  </a:lnTo>
                  <a:lnTo>
                    <a:pt x="524215" y="79848"/>
                  </a:lnTo>
                  <a:lnTo>
                    <a:pt x="602063" y="91706"/>
                  </a:lnTo>
                  <a:lnTo>
                    <a:pt x="674139" y="102684"/>
                  </a:lnTo>
                  <a:lnTo>
                    <a:pt x="741239" y="112905"/>
                  </a:lnTo>
                  <a:lnTo>
                    <a:pt x="804008" y="122466"/>
                  </a:lnTo>
                  <a:lnTo>
                    <a:pt x="862970" y="131447"/>
                  </a:lnTo>
                  <a:lnTo>
                    <a:pt x="918561" y="139915"/>
                  </a:lnTo>
                  <a:lnTo>
                    <a:pt x="971146" y="147924"/>
                  </a:lnTo>
                  <a:lnTo>
                    <a:pt x="1021032" y="155523"/>
                  </a:lnTo>
                  <a:lnTo>
                    <a:pt x="1068485" y="162751"/>
                  </a:lnTo>
                  <a:lnTo>
                    <a:pt x="1113729" y="169643"/>
                  </a:lnTo>
                  <a:lnTo>
                    <a:pt x="1156962" y="176228"/>
                  </a:lnTo>
                  <a:lnTo>
                    <a:pt x="1198354" y="182533"/>
                  </a:lnTo>
                  <a:lnTo>
                    <a:pt x="1238057" y="188580"/>
                  </a:lnTo>
                  <a:lnTo>
                    <a:pt x="1276202" y="194391"/>
                  </a:lnTo>
                  <a:lnTo>
                    <a:pt x="1312907" y="199981"/>
                  </a:lnTo>
                  <a:lnTo>
                    <a:pt x="1348278" y="205369"/>
                  </a:lnTo>
                  <a:lnTo>
                    <a:pt x="1382407" y="210568"/>
                  </a:lnTo>
                  <a:lnTo>
                    <a:pt x="1415379" y="215590"/>
                  </a:lnTo>
                  <a:lnTo>
                    <a:pt x="1447269" y="220447"/>
                  </a:lnTo>
                  <a:lnTo>
                    <a:pt x="1478147" y="225151"/>
                  </a:lnTo>
                  <a:lnTo>
                    <a:pt x="1508075" y="229709"/>
                  </a:lnTo>
                  <a:lnTo>
                    <a:pt x="1537109" y="234132"/>
                  </a:lnTo>
                  <a:lnTo>
                    <a:pt x="1565302" y="238426"/>
                  </a:lnTo>
                  <a:lnTo>
                    <a:pt x="1592700" y="242600"/>
                  </a:lnTo>
                  <a:lnTo>
                    <a:pt x="1619348" y="246658"/>
                  </a:lnTo>
                  <a:lnTo>
                    <a:pt x="1645285" y="250609"/>
                  </a:lnTo>
                  <a:lnTo>
                    <a:pt x="1670548" y="254457"/>
                  </a:lnTo>
                  <a:lnTo>
                    <a:pt x="1695172" y="258208"/>
                  </a:lnTo>
                  <a:lnTo>
                    <a:pt x="1719187" y="261866"/>
                  </a:lnTo>
                  <a:lnTo>
                    <a:pt x="1742624" y="265436"/>
                  </a:lnTo>
                  <a:lnTo>
                    <a:pt x="1765509" y="268922"/>
                  </a:lnTo>
                  <a:lnTo>
                    <a:pt x="1787868" y="272327"/>
                  </a:lnTo>
                  <a:lnTo>
                    <a:pt x="1809725" y="275657"/>
                  </a:lnTo>
                  <a:lnTo>
                    <a:pt x="1831101" y="278913"/>
                  </a:lnTo>
                  <a:lnTo>
                    <a:pt x="1852017" y="282099"/>
                  </a:lnTo>
                  <a:lnTo>
                    <a:pt x="1872493" y="285218"/>
                  </a:lnTo>
                  <a:lnTo>
                    <a:pt x="1892547" y="288272"/>
                  </a:lnTo>
                  <a:lnTo>
                    <a:pt x="1912196" y="291265"/>
                  </a:lnTo>
                  <a:lnTo>
                    <a:pt x="1931455" y="294199"/>
                  </a:lnTo>
                  <a:lnTo>
                    <a:pt x="1950341" y="297075"/>
                  </a:lnTo>
                  <a:lnTo>
                    <a:pt x="1968867" y="299897"/>
                  </a:lnTo>
                  <a:lnTo>
                    <a:pt x="1987046" y="302666"/>
                  </a:lnTo>
                  <a:lnTo>
                    <a:pt x="2004892" y="305385"/>
                  </a:lnTo>
                  <a:lnTo>
                    <a:pt x="2022417" y="308054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2" name="pl771"/>
            <p:cNvSpPr/>
            <p:nvPr/>
          </p:nvSpPr>
          <p:spPr>
            <a:xfrm>
              <a:off x="1657291" y="8052542"/>
              <a:ext cx="2022417" cy="13817"/>
            </a:xfrm>
            <a:custGeom>
              <a:avLst/>
              <a:pathLst>
                <a:path w="2022417" h="13817">
                  <a:moveTo>
                    <a:pt x="0" y="13817"/>
                  </a:moveTo>
                  <a:lnTo>
                    <a:pt x="129869" y="12929"/>
                  </a:lnTo>
                  <a:lnTo>
                    <a:pt x="244422" y="12147"/>
                  </a:lnTo>
                  <a:lnTo>
                    <a:pt x="346893" y="11447"/>
                  </a:lnTo>
                  <a:lnTo>
                    <a:pt x="439590" y="10813"/>
                  </a:lnTo>
                  <a:lnTo>
                    <a:pt x="524215" y="10235"/>
                  </a:lnTo>
                  <a:lnTo>
                    <a:pt x="602063" y="9703"/>
                  </a:lnTo>
                  <a:lnTo>
                    <a:pt x="674139" y="9211"/>
                  </a:lnTo>
                  <a:lnTo>
                    <a:pt x="741239" y="8752"/>
                  </a:lnTo>
                  <a:lnTo>
                    <a:pt x="804008" y="8324"/>
                  </a:lnTo>
                  <a:lnTo>
                    <a:pt x="862970" y="7921"/>
                  </a:lnTo>
                  <a:lnTo>
                    <a:pt x="918561" y="7541"/>
                  </a:lnTo>
                  <a:lnTo>
                    <a:pt x="971146" y="7182"/>
                  </a:lnTo>
                  <a:lnTo>
                    <a:pt x="1021032" y="6841"/>
                  </a:lnTo>
                  <a:lnTo>
                    <a:pt x="1068485" y="6517"/>
                  </a:lnTo>
                  <a:lnTo>
                    <a:pt x="1113729" y="6208"/>
                  </a:lnTo>
                  <a:lnTo>
                    <a:pt x="1156962" y="5912"/>
                  </a:lnTo>
                  <a:lnTo>
                    <a:pt x="1198354" y="5629"/>
                  </a:lnTo>
                  <a:lnTo>
                    <a:pt x="1238057" y="5358"/>
                  </a:lnTo>
                  <a:lnTo>
                    <a:pt x="1276202" y="5098"/>
                  </a:lnTo>
                  <a:lnTo>
                    <a:pt x="1312907" y="4847"/>
                  </a:lnTo>
                  <a:lnTo>
                    <a:pt x="1348278" y="4605"/>
                  </a:lnTo>
                  <a:lnTo>
                    <a:pt x="1382407" y="4372"/>
                  </a:lnTo>
                  <a:lnTo>
                    <a:pt x="1415379" y="4147"/>
                  </a:lnTo>
                  <a:lnTo>
                    <a:pt x="1447269" y="3929"/>
                  </a:lnTo>
                  <a:lnTo>
                    <a:pt x="1478147" y="3718"/>
                  </a:lnTo>
                  <a:lnTo>
                    <a:pt x="1508075" y="3513"/>
                  </a:lnTo>
                  <a:lnTo>
                    <a:pt x="1537109" y="3315"/>
                  </a:lnTo>
                  <a:lnTo>
                    <a:pt x="1565302" y="3122"/>
                  </a:lnTo>
                  <a:lnTo>
                    <a:pt x="1592700" y="2935"/>
                  </a:lnTo>
                  <a:lnTo>
                    <a:pt x="1619348" y="2753"/>
                  </a:lnTo>
                  <a:lnTo>
                    <a:pt x="1645285" y="2576"/>
                  </a:lnTo>
                  <a:lnTo>
                    <a:pt x="1670548" y="2403"/>
                  </a:lnTo>
                  <a:lnTo>
                    <a:pt x="1695172" y="2235"/>
                  </a:lnTo>
                  <a:lnTo>
                    <a:pt x="1719187" y="2071"/>
                  </a:lnTo>
                  <a:lnTo>
                    <a:pt x="1742624" y="1911"/>
                  </a:lnTo>
                  <a:lnTo>
                    <a:pt x="1765509" y="1755"/>
                  </a:lnTo>
                  <a:lnTo>
                    <a:pt x="1787868" y="1602"/>
                  </a:lnTo>
                  <a:lnTo>
                    <a:pt x="1809725" y="1453"/>
                  </a:lnTo>
                  <a:lnTo>
                    <a:pt x="1831101" y="1307"/>
                  </a:lnTo>
                  <a:lnTo>
                    <a:pt x="1852017" y="1164"/>
                  </a:lnTo>
                  <a:lnTo>
                    <a:pt x="1872493" y="1024"/>
                  </a:lnTo>
                  <a:lnTo>
                    <a:pt x="1892547" y="887"/>
                  </a:lnTo>
                  <a:lnTo>
                    <a:pt x="1912196" y="753"/>
                  </a:lnTo>
                  <a:lnTo>
                    <a:pt x="1931455" y="621"/>
                  </a:lnTo>
                  <a:lnTo>
                    <a:pt x="1950341" y="492"/>
                  </a:lnTo>
                  <a:lnTo>
                    <a:pt x="1968867" y="365"/>
                  </a:lnTo>
                  <a:lnTo>
                    <a:pt x="1987046" y="241"/>
                  </a:lnTo>
                  <a:lnTo>
                    <a:pt x="2004892" y="119"/>
                  </a:lnTo>
                  <a:lnTo>
                    <a:pt x="2022417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3" name="pl772"/>
            <p:cNvSpPr/>
            <p:nvPr/>
          </p:nvSpPr>
          <p:spPr>
            <a:xfrm>
              <a:off x="1657291" y="8105725"/>
              <a:ext cx="2022417" cy="128965"/>
            </a:xfrm>
            <a:custGeom>
              <a:avLst/>
              <a:pathLst>
                <a:path w="2022417" h="128965">
                  <a:moveTo>
                    <a:pt x="0" y="0"/>
                  </a:moveTo>
                  <a:lnTo>
                    <a:pt x="129869" y="8281"/>
                  </a:lnTo>
                  <a:lnTo>
                    <a:pt x="244422" y="15586"/>
                  </a:lnTo>
                  <a:lnTo>
                    <a:pt x="346893" y="22120"/>
                  </a:lnTo>
                  <a:lnTo>
                    <a:pt x="439590" y="28031"/>
                  </a:lnTo>
                  <a:lnTo>
                    <a:pt x="524215" y="33428"/>
                  </a:lnTo>
                  <a:lnTo>
                    <a:pt x="602063" y="38392"/>
                  </a:lnTo>
                  <a:lnTo>
                    <a:pt x="674139" y="42988"/>
                  </a:lnTo>
                  <a:lnTo>
                    <a:pt x="741239" y="47267"/>
                  </a:lnTo>
                  <a:lnTo>
                    <a:pt x="804008" y="51269"/>
                  </a:lnTo>
                  <a:lnTo>
                    <a:pt x="862970" y="55029"/>
                  </a:lnTo>
                  <a:lnTo>
                    <a:pt x="918561" y="58574"/>
                  </a:lnTo>
                  <a:lnTo>
                    <a:pt x="971146" y="61927"/>
                  </a:lnTo>
                  <a:lnTo>
                    <a:pt x="1021032" y="65109"/>
                  </a:lnTo>
                  <a:lnTo>
                    <a:pt x="1068485" y="68134"/>
                  </a:lnTo>
                  <a:lnTo>
                    <a:pt x="1113729" y="71020"/>
                  </a:lnTo>
                  <a:lnTo>
                    <a:pt x="1156962" y="73776"/>
                  </a:lnTo>
                  <a:lnTo>
                    <a:pt x="1198354" y="76416"/>
                  </a:lnTo>
                  <a:lnTo>
                    <a:pt x="1238057" y="78948"/>
                  </a:lnTo>
                  <a:lnTo>
                    <a:pt x="1276202" y="81380"/>
                  </a:lnTo>
                  <a:lnTo>
                    <a:pt x="1312907" y="83721"/>
                  </a:lnTo>
                  <a:lnTo>
                    <a:pt x="1348278" y="85976"/>
                  </a:lnTo>
                  <a:lnTo>
                    <a:pt x="1382407" y="88153"/>
                  </a:lnTo>
                  <a:lnTo>
                    <a:pt x="1415379" y="90255"/>
                  </a:lnTo>
                  <a:lnTo>
                    <a:pt x="1447269" y="92289"/>
                  </a:lnTo>
                  <a:lnTo>
                    <a:pt x="1478147" y="94258"/>
                  </a:lnTo>
                  <a:lnTo>
                    <a:pt x="1508075" y="96166"/>
                  </a:lnTo>
                  <a:lnTo>
                    <a:pt x="1537109" y="98018"/>
                  </a:lnTo>
                  <a:lnTo>
                    <a:pt x="1565302" y="99815"/>
                  </a:lnTo>
                  <a:lnTo>
                    <a:pt x="1592700" y="101562"/>
                  </a:lnTo>
                  <a:lnTo>
                    <a:pt x="1619348" y="103262"/>
                  </a:lnTo>
                  <a:lnTo>
                    <a:pt x="1645285" y="104916"/>
                  </a:lnTo>
                  <a:lnTo>
                    <a:pt x="1670548" y="106527"/>
                  </a:lnTo>
                  <a:lnTo>
                    <a:pt x="1695172" y="108097"/>
                  </a:lnTo>
                  <a:lnTo>
                    <a:pt x="1719187" y="109628"/>
                  </a:lnTo>
                  <a:lnTo>
                    <a:pt x="1742624" y="111123"/>
                  </a:lnTo>
                  <a:lnTo>
                    <a:pt x="1765509" y="112582"/>
                  </a:lnTo>
                  <a:lnTo>
                    <a:pt x="1787868" y="114008"/>
                  </a:lnTo>
                  <a:lnTo>
                    <a:pt x="1809725" y="115402"/>
                  </a:lnTo>
                  <a:lnTo>
                    <a:pt x="1831101" y="116765"/>
                  </a:lnTo>
                  <a:lnTo>
                    <a:pt x="1852017" y="118099"/>
                  </a:lnTo>
                  <a:lnTo>
                    <a:pt x="1872493" y="119404"/>
                  </a:lnTo>
                  <a:lnTo>
                    <a:pt x="1892547" y="120683"/>
                  </a:lnTo>
                  <a:lnTo>
                    <a:pt x="1912196" y="121936"/>
                  </a:lnTo>
                  <a:lnTo>
                    <a:pt x="1931455" y="123164"/>
                  </a:lnTo>
                  <a:lnTo>
                    <a:pt x="1950341" y="124368"/>
                  </a:lnTo>
                  <a:lnTo>
                    <a:pt x="1968867" y="125550"/>
                  </a:lnTo>
                  <a:lnTo>
                    <a:pt x="1987046" y="126709"/>
                  </a:lnTo>
                  <a:lnTo>
                    <a:pt x="2004892" y="127847"/>
                  </a:lnTo>
                  <a:lnTo>
                    <a:pt x="2022417" y="12896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74" name="rc773"/>
            <p:cNvSpPr/>
            <p:nvPr/>
          </p:nvSpPr>
          <p:spPr>
            <a:xfrm>
              <a:off x="1503277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75" name="pl774"/>
            <p:cNvSpPr/>
            <p:nvPr/>
          </p:nvSpPr>
          <p:spPr>
            <a:xfrm>
              <a:off x="1503277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tx775"/>
            <p:cNvSpPr/>
            <p:nvPr/>
          </p:nvSpPr>
          <p:spPr>
            <a:xfrm rot="-5400000">
              <a:off x="1272281" y="844232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777" name="tx776"/>
            <p:cNvSpPr/>
            <p:nvPr/>
          </p:nvSpPr>
          <p:spPr>
            <a:xfrm rot="-5400000">
              <a:off x="1272281" y="7778518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778" name="tx777"/>
            <p:cNvSpPr/>
            <p:nvPr/>
          </p:nvSpPr>
          <p:spPr>
            <a:xfrm rot="-5400000">
              <a:off x="1272281" y="7114714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779" name="pl778"/>
            <p:cNvSpPr/>
            <p:nvPr/>
          </p:nvSpPr>
          <p:spPr>
            <a:xfrm>
              <a:off x="1465319" y="849243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79"/>
            <p:cNvSpPr/>
            <p:nvPr/>
          </p:nvSpPr>
          <p:spPr>
            <a:xfrm>
              <a:off x="1465319" y="782862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0"/>
            <p:cNvSpPr/>
            <p:nvPr/>
          </p:nvSpPr>
          <p:spPr>
            <a:xfrm>
              <a:off x="1465319" y="716482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1"/>
            <p:cNvSpPr/>
            <p:nvPr/>
          </p:nvSpPr>
          <p:spPr>
            <a:xfrm>
              <a:off x="1503277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2"/>
            <p:cNvSpPr/>
            <p:nvPr/>
          </p:nvSpPr>
          <p:spPr>
            <a:xfrm>
              <a:off x="1657291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3"/>
            <p:cNvSpPr/>
            <p:nvPr/>
          </p:nvSpPr>
          <p:spPr>
            <a:xfrm>
              <a:off x="2331430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4"/>
            <p:cNvSpPr/>
            <p:nvPr/>
          </p:nvSpPr>
          <p:spPr>
            <a:xfrm>
              <a:off x="3005569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5"/>
            <p:cNvSpPr/>
            <p:nvPr/>
          </p:nvSpPr>
          <p:spPr>
            <a:xfrm>
              <a:off x="3679708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tx786"/>
            <p:cNvSpPr/>
            <p:nvPr/>
          </p:nvSpPr>
          <p:spPr>
            <a:xfrm>
              <a:off x="1618429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88" name="tx787"/>
            <p:cNvSpPr/>
            <p:nvPr/>
          </p:nvSpPr>
          <p:spPr>
            <a:xfrm>
              <a:off x="2292568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89" name="tx788"/>
            <p:cNvSpPr/>
            <p:nvPr/>
          </p:nvSpPr>
          <p:spPr>
            <a:xfrm>
              <a:off x="2966707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90" name="tx789"/>
            <p:cNvSpPr/>
            <p:nvPr/>
          </p:nvSpPr>
          <p:spPr>
            <a:xfrm>
              <a:off x="3640846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791" name="tx790"/>
            <p:cNvSpPr/>
            <p:nvPr/>
          </p:nvSpPr>
          <p:spPr>
            <a:xfrm>
              <a:off x="2300585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792" name="tx791"/>
            <p:cNvSpPr/>
            <p:nvPr/>
          </p:nvSpPr>
          <p:spPr>
            <a:xfrm rot="-5400000">
              <a:off x="1004992" y="7573512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793" name="tx792"/>
            <p:cNvSpPr/>
            <p:nvPr/>
          </p:nvSpPr>
          <p:spPr>
            <a:xfrm>
              <a:off x="1503277" y="6347601"/>
              <a:ext cx="63175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(h) SRL</a:t>
              </a:r>
            </a:p>
          </p:txBody>
        </p:sp>
        <p:sp>
          <p:nvSpPr>
            <p:cNvPr id="794" name="rc793"/>
            <p:cNvSpPr/>
            <p:nvPr/>
          </p:nvSpPr>
          <p:spPr>
            <a:xfrm>
              <a:off x="4122981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4233502" y="757677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4291423" y="709111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4207794" y="763861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4199531" y="759025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4216308" y="685752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4287805" y="7534529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4269374" y="816844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4289266" y="795125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4266757" y="760391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4230992" y="674606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4899282" y="85510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4890941" y="7485617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4945295" y="766410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4940519" y="835767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4887244" y="767345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4954125" y="793849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4950405" y="808332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4926208" y="822225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4962879" y="784560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4943252" y="730357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4881723" y="721406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4937204" y="806875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4921497" y="780860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4964878" y="787902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4887818" y="767934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4874932" y="710720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4924268" y="7980358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4925659" y="685984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5635216" y="704796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5564746" y="774365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5546669" y="761334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5626691" y="795465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5622703" y="791231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5551094" y="810078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5634994" y="749649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5605102" y="729968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5560357" y="732062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5582302" y="741665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5591785" y="768571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5549158" y="692733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5586079" y="813517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5586243" y="833433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5634794" y="756636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5572543" y="720162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5564368" y="7698756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5632758" y="832935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5595958" y="665620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5579234" y="7452923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6295779" y="7982659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6308044" y="768793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6275643" y="795948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6303657" y="7935534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6316146" y="807656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6274262" y="757453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6256230" y="786997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6261718" y="8489233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6224702" y="769560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6241733" y="806941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6306010" y="808938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6255114" y="780350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6223738" y="7636233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6268339" y="822456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6256336" y="8098823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6316527" y="814838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6295825" y="7226516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6277774" y="745892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6240668" y="815459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6231934" y="778474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6291566" y="7538020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6279188" y="758758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6240020" y="748790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6295831" y="794767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67" name="pl866"/>
            <p:cNvSpPr/>
            <p:nvPr/>
          </p:nvSpPr>
          <p:spPr>
            <a:xfrm>
              <a:off x="4274741" y="7656736"/>
              <a:ext cx="2024732" cy="15409"/>
            </a:xfrm>
            <a:custGeom>
              <a:avLst/>
              <a:pathLst>
                <a:path w="2024732" h="15409">
                  <a:moveTo>
                    <a:pt x="0" y="0"/>
                  </a:moveTo>
                  <a:lnTo>
                    <a:pt x="130018" y="989"/>
                  </a:lnTo>
                  <a:lnTo>
                    <a:pt x="244702" y="1862"/>
                  </a:lnTo>
                  <a:lnTo>
                    <a:pt x="347290" y="2643"/>
                  </a:lnTo>
                  <a:lnTo>
                    <a:pt x="440093" y="3349"/>
                  </a:lnTo>
                  <a:lnTo>
                    <a:pt x="524815" y="3994"/>
                  </a:lnTo>
                  <a:lnTo>
                    <a:pt x="602752" y="4587"/>
                  </a:lnTo>
                  <a:lnTo>
                    <a:pt x="674910" y="5136"/>
                  </a:lnTo>
                  <a:lnTo>
                    <a:pt x="742088" y="5647"/>
                  </a:lnTo>
                  <a:lnTo>
                    <a:pt x="804928" y="6125"/>
                  </a:lnTo>
                  <a:lnTo>
                    <a:pt x="863958" y="6575"/>
                  </a:lnTo>
                  <a:lnTo>
                    <a:pt x="919613" y="6998"/>
                  </a:lnTo>
                  <a:lnTo>
                    <a:pt x="972257" y="7399"/>
                  </a:lnTo>
                  <a:lnTo>
                    <a:pt x="1022201" y="7779"/>
                  </a:lnTo>
                  <a:lnTo>
                    <a:pt x="1069708" y="8141"/>
                  </a:lnTo>
                  <a:lnTo>
                    <a:pt x="1115004" y="8485"/>
                  </a:lnTo>
                  <a:lnTo>
                    <a:pt x="1158286" y="8815"/>
                  </a:lnTo>
                  <a:lnTo>
                    <a:pt x="1199726" y="9130"/>
                  </a:lnTo>
                  <a:lnTo>
                    <a:pt x="1239474" y="9433"/>
                  </a:lnTo>
                  <a:lnTo>
                    <a:pt x="1277663" y="9723"/>
                  </a:lnTo>
                  <a:lnTo>
                    <a:pt x="1314410" y="10003"/>
                  </a:lnTo>
                  <a:lnTo>
                    <a:pt x="1349821" y="10272"/>
                  </a:lnTo>
                  <a:lnTo>
                    <a:pt x="1383989" y="10532"/>
                  </a:lnTo>
                  <a:lnTo>
                    <a:pt x="1416999" y="10784"/>
                  </a:lnTo>
                  <a:lnTo>
                    <a:pt x="1448926" y="11027"/>
                  </a:lnTo>
                  <a:lnTo>
                    <a:pt x="1479839" y="11262"/>
                  </a:lnTo>
                  <a:lnTo>
                    <a:pt x="1509801" y="11490"/>
                  </a:lnTo>
                  <a:lnTo>
                    <a:pt x="1538869" y="11711"/>
                  </a:lnTo>
                  <a:lnTo>
                    <a:pt x="1567094" y="11926"/>
                  </a:lnTo>
                  <a:lnTo>
                    <a:pt x="1594523" y="12135"/>
                  </a:lnTo>
                  <a:lnTo>
                    <a:pt x="1621202" y="12338"/>
                  </a:lnTo>
                  <a:lnTo>
                    <a:pt x="1647168" y="12535"/>
                  </a:lnTo>
                  <a:lnTo>
                    <a:pt x="1672460" y="12728"/>
                  </a:lnTo>
                  <a:lnTo>
                    <a:pt x="1697112" y="12915"/>
                  </a:lnTo>
                  <a:lnTo>
                    <a:pt x="1721155" y="13098"/>
                  </a:lnTo>
                  <a:lnTo>
                    <a:pt x="1744618" y="13277"/>
                  </a:lnTo>
                  <a:lnTo>
                    <a:pt x="1767530" y="13451"/>
                  </a:lnTo>
                  <a:lnTo>
                    <a:pt x="1789915" y="13622"/>
                  </a:lnTo>
                  <a:lnTo>
                    <a:pt x="1811796" y="13788"/>
                  </a:lnTo>
                  <a:lnTo>
                    <a:pt x="1833197" y="13951"/>
                  </a:lnTo>
                  <a:lnTo>
                    <a:pt x="1854137" y="14111"/>
                  </a:lnTo>
                  <a:lnTo>
                    <a:pt x="1874637" y="14267"/>
                  </a:lnTo>
                  <a:lnTo>
                    <a:pt x="1894713" y="14419"/>
                  </a:lnTo>
                  <a:lnTo>
                    <a:pt x="1914385" y="14569"/>
                  </a:lnTo>
                  <a:lnTo>
                    <a:pt x="1933666" y="14716"/>
                  </a:lnTo>
                  <a:lnTo>
                    <a:pt x="1952573" y="14860"/>
                  </a:lnTo>
                  <a:lnTo>
                    <a:pt x="1971121" y="15001"/>
                  </a:lnTo>
                  <a:lnTo>
                    <a:pt x="1989321" y="15139"/>
                  </a:lnTo>
                  <a:lnTo>
                    <a:pt x="2007187" y="15275"/>
                  </a:lnTo>
                  <a:lnTo>
                    <a:pt x="2024732" y="15409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8" name="pl867"/>
            <p:cNvSpPr/>
            <p:nvPr/>
          </p:nvSpPr>
          <p:spPr>
            <a:xfrm>
              <a:off x="4274741" y="7628222"/>
              <a:ext cx="2024732" cy="18921"/>
            </a:xfrm>
            <a:custGeom>
              <a:avLst/>
              <a:pathLst>
                <a:path w="2024732" h="18921">
                  <a:moveTo>
                    <a:pt x="0" y="18921"/>
                  </a:moveTo>
                  <a:lnTo>
                    <a:pt x="130018" y="17706"/>
                  </a:lnTo>
                  <a:lnTo>
                    <a:pt x="244702" y="16635"/>
                  </a:lnTo>
                  <a:lnTo>
                    <a:pt x="347290" y="15676"/>
                  </a:lnTo>
                  <a:lnTo>
                    <a:pt x="440093" y="14809"/>
                  </a:lnTo>
                  <a:lnTo>
                    <a:pt x="524815" y="14017"/>
                  </a:lnTo>
                  <a:lnTo>
                    <a:pt x="602752" y="13288"/>
                  </a:lnTo>
                  <a:lnTo>
                    <a:pt x="674910" y="12614"/>
                  </a:lnTo>
                  <a:lnTo>
                    <a:pt x="742088" y="11986"/>
                  </a:lnTo>
                  <a:lnTo>
                    <a:pt x="804928" y="11399"/>
                  </a:lnTo>
                  <a:lnTo>
                    <a:pt x="863958" y="10847"/>
                  </a:lnTo>
                  <a:lnTo>
                    <a:pt x="919613" y="10327"/>
                  </a:lnTo>
                  <a:lnTo>
                    <a:pt x="972257" y="9835"/>
                  </a:lnTo>
                  <a:lnTo>
                    <a:pt x="1022201" y="9369"/>
                  </a:lnTo>
                  <a:lnTo>
                    <a:pt x="1069708" y="8925"/>
                  </a:lnTo>
                  <a:lnTo>
                    <a:pt x="1115004" y="8501"/>
                  </a:lnTo>
                  <a:lnTo>
                    <a:pt x="1158286" y="8097"/>
                  </a:lnTo>
                  <a:lnTo>
                    <a:pt x="1199726" y="7710"/>
                  </a:lnTo>
                  <a:lnTo>
                    <a:pt x="1239474" y="7338"/>
                  </a:lnTo>
                  <a:lnTo>
                    <a:pt x="1277663" y="6981"/>
                  </a:lnTo>
                  <a:lnTo>
                    <a:pt x="1314410" y="6638"/>
                  </a:lnTo>
                  <a:lnTo>
                    <a:pt x="1349821" y="6307"/>
                  </a:lnTo>
                  <a:lnTo>
                    <a:pt x="1383989" y="5987"/>
                  </a:lnTo>
                  <a:lnTo>
                    <a:pt x="1416999" y="5679"/>
                  </a:lnTo>
                  <a:lnTo>
                    <a:pt x="1448926" y="5381"/>
                  </a:lnTo>
                  <a:lnTo>
                    <a:pt x="1479839" y="5092"/>
                  </a:lnTo>
                  <a:lnTo>
                    <a:pt x="1509801" y="4812"/>
                  </a:lnTo>
                  <a:lnTo>
                    <a:pt x="1538869" y="4540"/>
                  </a:lnTo>
                  <a:lnTo>
                    <a:pt x="1567094" y="4276"/>
                  </a:lnTo>
                  <a:lnTo>
                    <a:pt x="1594523" y="4020"/>
                  </a:lnTo>
                  <a:lnTo>
                    <a:pt x="1621202" y="3771"/>
                  </a:lnTo>
                  <a:lnTo>
                    <a:pt x="1647168" y="3528"/>
                  </a:lnTo>
                  <a:lnTo>
                    <a:pt x="1672460" y="3292"/>
                  </a:lnTo>
                  <a:lnTo>
                    <a:pt x="1697112" y="3061"/>
                  </a:lnTo>
                  <a:lnTo>
                    <a:pt x="1721155" y="2837"/>
                  </a:lnTo>
                  <a:lnTo>
                    <a:pt x="1744618" y="2617"/>
                  </a:lnTo>
                  <a:lnTo>
                    <a:pt x="1767530" y="2403"/>
                  </a:lnTo>
                  <a:lnTo>
                    <a:pt x="1789915" y="2194"/>
                  </a:lnTo>
                  <a:lnTo>
                    <a:pt x="1811796" y="1989"/>
                  </a:lnTo>
                  <a:lnTo>
                    <a:pt x="1833197" y="1789"/>
                  </a:lnTo>
                  <a:lnTo>
                    <a:pt x="1854137" y="1594"/>
                  </a:lnTo>
                  <a:lnTo>
                    <a:pt x="1874637" y="1402"/>
                  </a:lnTo>
                  <a:lnTo>
                    <a:pt x="1894713" y="1215"/>
                  </a:lnTo>
                  <a:lnTo>
                    <a:pt x="1914385" y="1031"/>
                  </a:lnTo>
                  <a:lnTo>
                    <a:pt x="1933666" y="851"/>
                  </a:lnTo>
                  <a:lnTo>
                    <a:pt x="1952573" y="674"/>
                  </a:lnTo>
                  <a:lnTo>
                    <a:pt x="1971121" y="501"/>
                  </a:lnTo>
                  <a:lnTo>
                    <a:pt x="1989321" y="330"/>
                  </a:lnTo>
                  <a:lnTo>
                    <a:pt x="2007187" y="163"/>
                  </a:lnTo>
                  <a:lnTo>
                    <a:pt x="202473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69" name="pl868"/>
            <p:cNvSpPr/>
            <p:nvPr/>
          </p:nvSpPr>
          <p:spPr>
            <a:xfrm>
              <a:off x="4274741" y="7540887"/>
              <a:ext cx="2024732" cy="723928"/>
            </a:xfrm>
            <a:custGeom>
              <a:avLst/>
              <a:pathLst>
                <a:path w="2024732" h="723928">
                  <a:moveTo>
                    <a:pt x="0" y="0"/>
                  </a:moveTo>
                  <a:lnTo>
                    <a:pt x="130018" y="46487"/>
                  </a:lnTo>
                  <a:lnTo>
                    <a:pt x="244702" y="87491"/>
                  </a:lnTo>
                  <a:lnTo>
                    <a:pt x="347290" y="124171"/>
                  </a:lnTo>
                  <a:lnTo>
                    <a:pt x="440093" y="157352"/>
                  </a:lnTo>
                  <a:lnTo>
                    <a:pt x="524815" y="187644"/>
                  </a:lnTo>
                  <a:lnTo>
                    <a:pt x="602752" y="215509"/>
                  </a:lnTo>
                  <a:lnTo>
                    <a:pt x="674910" y="241309"/>
                  </a:lnTo>
                  <a:lnTo>
                    <a:pt x="742088" y="265328"/>
                  </a:lnTo>
                  <a:lnTo>
                    <a:pt x="804928" y="287796"/>
                  </a:lnTo>
                  <a:lnTo>
                    <a:pt x="863958" y="308902"/>
                  </a:lnTo>
                  <a:lnTo>
                    <a:pt x="919613" y="328801"/>
                  </a:lnTo>
                  <a:lnTo>
                    <a:pt x="972257" y="347624"/>
                  </a:lnTo>
                  <a:lnTo>
                    <a:pt x="1022201" y="365481"/>
                  </a:lnTo>
                  <a:lnTo>
                    <a:pt x="1069708" y="382466"/>
                  </a:lnTo>
                  <a:lnTo>
                    <a:pt x="1115004" y="398661"/>
                  </a:lnTo>
                  <a:lnTo>
                    <a:pt x="1158286" y="414137"/>
                  </a:lnTo>
                  <a:lnTo>
                    <a:pt x="1199726" y="428953"/>
                  </a:lnTo>
                  <a:lnTo>
                    <a:pt x="1239474" y="443165"/>
                  </a:lnTo>
                  <a:lnTo>
                    <a:pt x="1277663" y="456819"/>
                  </a:lnTo>
                  <a:lnTo>
                    <a:pt x="1314410" y="469958"/>
                  </a:lnTo>
                  <a:lnTo>
                    <a:pt x="1349821" y="482619"/>
                  </a:lnTo>
                  <a:lnTo>
                    <a:pt x="1383989" y="494835"/>
                  </a:lnTo>
                  <a:lnTo>
                    <a:pt x="1416999" y="506638"/>
                  </a:lnTo>
                  <a:lnTo>
                    <a:pt x="1448926" y="518053"/>
                  </a:lnTo>
                  <a:lnTo>
                    <a:pt x="1479839" y="529106"/>
                  </a:lnTo>
                  <a:lnTo>
                    <a:pt x="1509801" y="539819"/>
                  </a:lnTo>
                  <a:lnTo>
                    <a:pt x="1538869" y="550211"/>
                  </a:lnTo>
                  <a:lnTo>
                    <a:pt x="1567094" y="560303"/>
                  </a:lnTo>
                  <a:lnTo>
                    <a:pt x="1594523" y="570110"/>
                  </a:lnTo>
                  <a:lnTo>
                    <a:pt x="1621202" y="579649"/>
                  </a:lnTo>
                  <a:lnTo>
                    <a:pt x="1647168" y="588933"/>
                  </a:lnTo>
                  <a:lnTo>
                    <a:pt x="1672460" y="597976"/>
                  </a:lnTo>
                  <a:lnTo>
                    <a:pt x="1697112" y="606790"/>
                  </a:lnTo>
                  <a:lnTo>
                    <a:pt x="1721155" y="615387"/>
                  </a:lnTo>
                  <a:lnTo>
                    <a:pt x="1744618" y="623776"/>
                  </a:lnTo>
                  <a:lnTo>
                    <a:pt x="1767530" y="631968"/>
                  </a:lnTo>
                  <a:lnTo>
                    <a:pt x="1789915" y="639971"/>
                  </a:lnTo>
                  <a:lnTo>
                    <a:pt x="1811796" y="647795"/>
                  </a:lnTo>
                  <a:lnTo>
                    <a:pt x="1833197" y="655446"/>
                  </a:lnTo>
                  <a:lnTo>
                    <a:pt x="1854137" y="662933"/>
                  </a:lnTo>
                  <a:lnTo>
                    <a:pt x="1874637" y="670263"/>
                  </a:lnTo>
                  <a:lnTo>
                    <a:pt x="1894713" y="677441"/>
                  </a:lnTo>
                  <a:lnTo>
                    <a:pt x="1914385" y="684475"/>
                  </a:lnTo>
                  <a:lnTo>
                    <a:pt x="1933666" y="691369"/>
                  </a:lnTo>
                  <a:lnTo>
                    <a:pt x="1952573" y="698129"/>
                  </a:lnTo>
                  <a:lnTo>
                    <a:pt x="1971121" y="704760"/>
                  </a:lnTo>
                  <a:lnTo>
                    <a:pt x="1989321" y="711267"/>
                  </a:lnTo>
                  <a:lnTo>
                    <a:pt x="2007187" y="717655"/>
                  </a:lnTo>
                  <a:lnTo>
                    <a:pt x="2024732" y="723928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0" name="pl869"/>
            <p:cNvSpPr/>
            <p:nvPr/>
          </p:nvSpPr>
          <p:spPr>
            <a:xfrm>
              <a:off x="4274741" y="6873610"/>
              <a:ext cx="2024732" cy="509905"/>
            </a:xfrm>
            <a:custGeom>
              <a:avLst/>
              <a:pathLst>
                <a:path w="2024732" h="509905">
                  <a:moveTo>
                    <a:pt x="0" y="0"/>
                  </a:moveTo>
                  <a:lnTo>
                    <a:pt x="130018" y="32743"/>
                  </a:lnTo>
                  <a:lnTo>
                    <a:pt x="244702" y="61625"/>
                  </a:lnTo>
                  <a:lnTo>
                    <a:pt x="347290" y="87461"/>
                  </a:lnTo>
                  <a:lnTo>
                    <a:pt x="440093" y="110832"/>
                  </a:lnTo>
                  <a:lnTo>
                    <a:pt x="524815" y="132168"/>
                  </a:lnTo>
                  <a:lnTo>
                    <a:pt x="602752" y="151796"/>
                  </a:lnTo>
                  <a:lnTo>
                    <a:pt x="674910" y="169968"/>
                  </a:lnTo>
                  <a:lnTo>
                    <a:pt x="742088" y="186886"/>
                  </a:lnTo>
                  <a:lnTo>
                    <a:pt x="804928" y="202712"/>
                  </a:lnTo>
                  <a:lnTo>
                    <a:pt x="863958" y="217578"/>
                  </a:lnTo>
                  <a:lnTo>
                    <a:pt x="919613" y="231594"/>
                  </a:lnTo>
                  <a:lnTo>
                    <a:pt x="972257" y="244851"/>
                  </a:lnTo>
                  <a:lnTo>
                    <a:pt x="1022201" y="257429"/>
                  </a:lnTo>
                  <a:lnTo>
                    <a:pt x="1069708" y="269393"/>
                  </a:lnTo>
                  <a:lnTo>
                    <a:pt x="1115004" y="280801"/>
                  </a:lnTo>
                  <a:lnTo>
                    <a:pt x="1158286" y="291701"/>
                  </a:lnTo>
                  <a:lnTo>
                    <a:pt x="1199726" y="302137"/>
                  </a:lnTo>
                  <a:lnTo>
                    <a:pt x="1239474" y="312147"/>
                  </a:lnTo>
                  <a:lnTo>
                    <a:pt x="1277663" y="321764"/>
                  </a:lnTo>
                  <a:lnTo>
                    <a:pt x="1314410" y="331019"/>
                  </a:lnTo>
                  <a:lnTo>
                    <a:pt x="1349821" y="339937"/>
                  </a:lnTo>
                  <a:lnTo>
                    <a:pt x="1383989" y="348541"/>
                  </a:lnTo>
                  <a:lnTo>
                    <a:pt x="1416999" y="356854"/>
                  </a:lnTo>
                  <a:lnTo>
                    <a:pt x="1448926" y="364895"/>
                  </a:lnTo>
                  <a:lnTo>
                    <a:pt x="1479839" y="372680"/>
                  </a:lnTo>
                  <a:lnTo>
                    <a:pt x="1509801" y="380226"/>
                  </a:lnTo>
                  <a:lnTo>
                    <a:pt x="1538869" y="387546"/>
                  </a:lnTo>
                  <a:lnTo>
                    <a:pt x="1567094" y="394654"/>
                  </a:lnTo>
                  <a:lnTo>
                    <a:pt x="1594523" y="401562"/>
                  </a:lnTo>
                  <a:lnTo>
                    <a:pt x="1621202" y="408281"/>
                  </a:lnTo>
                  <a:lnTo>
                    <a:pt x="1647168" y="414820"/>
                  </a:lnTo>
                  <a:lnTo>
                    <a:pt x="1672460" y="421190"/>
                  </a:lnTo>
                  <a:lnTo>
                    <a:pt x="1697112" y="427398"/>
                  </a:lnTo>
                  <a:lnTo>
                    <a:pt x="1721155" y="433453"/>
                  </a:lnTo>
                  <a:lnTo>
                    <a:pt x="1744618" y="439362"/>
                  </a:lnTo>
                  <a:lnTo>
                    <a:pt x="1767530" y="445132"/>
                  </a:lnTo>
                  <a:lnTo>
                    <a:pt x="1789915" y="450769"/>
                  </a:lnTo>
                  <a:lnTo>
                    <a:pt x="1811796" y="456280"/>
                  </a:lnTo>
                  <a:lnTo>
                    <a:pt x="1833197" y="461669"/>
                  </a:lnTo>
                  <a:lnTo>
                    <a:pt x="1854137" y="466943"/>
                  </a:lnTo>
                  <a:lnTo>
                    <a:pt x="1874637" y="472105"/>
                  </a:lnTo>
                  <a:lnTo>
                    <a:pt x="1894713" y="477161"/>
                  </a:lnTo>
                  <a:lnTo>
                    <a:pt x="1914385" y="482115"/>
                  </a:lnTo>
                  <a:lnTo>
                    <a:pt x="1933666" y="486971"/>
                  </a:lnTo>
                  <a:lnTo>
                    <a:pt x="1952573" y="491733"/>
                  </a:lnTo>
                  <a:lnTo>
                    <a:pt x="1971121" y="496404"/>
                  </a:lnTo>
                  <a:lnTo>
                    <a:pt x="1989321" y="500987"/>
                  </a:lnTo>
                  <a:lnTo>
                    <a:pt x="2007187" y="505487"/>
                  </a:lnTo>
                  <a:lnTo>
                    <a:pt x="2024732" y="509905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1" name="pl870"/>
            <p:cNvSpPr/>
            <p:nvPr/>
          </p:nvSpPr>
          <p:spPr>
            <a:xfrm>
              <a:off x="4274741" y="7748760"/>
              <a:ext cx="2024732" cy="72453"/>
            </a:xfrm>
            <a:custGeom>
              <a:avLst/>
              <a:pathLst>
                <a:path w="2024732" h="72453">
                  <a:moveTo>
                    <a:pt x="0" y="0"/>
                  </a:moveTo>
                  <a:lnTo>
                    <a:pt x="130018" y="4652"/>
                  </a:lnTo>
                  <a:lnTo>
                    <a:pt x="244702" y="8756"/>
                  </a:lnTo>
                  <a:lnTo>
                    <a:pt x="347290" y="12427"/>
                  </a:lnTo>
                  <a:lnTo>
                    <a:pt x="440093" y="15748"/>
                  </a:lnTo>
                  <a:lnTo>
                    <a:pt x="524815" y="18780"/>
                  </a:lnTo>
                  <a:lnTo>
                    <a:pt x="602752" y="21568"/>
                  </a:lnTo>
                  <a:lnTo>
                    <a:pt x="674910" y="24151"/>
                  </a:lnTo>
                  <a:lnTo>
                    <a:pt x="742088" y="26554"/>
                  </a:lnTo>
                  <a:lnTo>
                    <a:pt x="804928" y="28803"/>
                  </a:lnTo>
                  <a:lnTo>
                    <a:pt x="863958" y="30915"/>
                  </a:lnTo>
                  <a:lnTo>
                    <a:pt x="919613" y="32907"/>
                  </a:lnTo>
                  <a:lnTo>
                    <a:pt x="972257" y="34791"/>
                  </a:lnTo>
                  <a:lnTo>
                    <a:pt x="1022201" y="36578"/>
                  </a:lnTo>
                  <a:lnTo>
                    <a:pt x="1069708" y="38278"/>
                  </a:lnTo>
                  <a:lnTo>
                    <a:pt x="1115004" y="39899"/>
                  </a:lnTo>
                  <a:lnTo>
                    <a:pt x="1158286" y="41448"/>
                  </a:lnTo>
                  <a:lnTo>
                    <a:pt x="1199726" y="42931"/>
                  </a:lnTo>
                  <a:lnTo>
                    <a:pt x="1239474" y="44353"/>
                  </a:lnTo>
                  <a:lnTo>
                    <a:pt x="1277663" y="45720"/>
                  </a:lnTo>
                  <a:lnTo>
                    <a:pt x="1314410" y="47034"/>
                  </a:lnTo>
                  <a:lnTo>
                    <a:pt x="1349821" y="48302"/>
                  </a:lnTo>
                  <a:lnTo>
                    <a:pt x="1383989" y="49524"/>
                  </a:lnTo>
                  <a:lnTo>
                    <a:pt x="1416999" y="50706"/>
                  </a:lnTo>
                  <a:lnTo>
                    <a:pt x="1448926" y="51848"/>
                  </a:lnTo>
                  <a:lnTo>
                    <a:pt x="1479839" y="52954"/>
                  </a:lnTo>
                  <a:lnTo>
                    <a:pt x="1509801" y="54026"/>
                  </a:lnTo>
                  <a:lnTo>
                    <a:pt x="1538869" y="55067"/>
                  </a:lnTo>
                  <a:lnTo>
                    <a:pt x="1567094" y="56077"/>
                  </a:lnTo>
                  <a:lnTo>
                    <a:pt x="1594523" y="57058"/>
                  </a:lnTo>
                  <a:lnTo>
                    <a:pt x="1621202" y="58013"/>
                  </a:lnTo>
                  <a:lnTo>
                    <a:pt x="1647168" y="58942"/>
                  </a:lnTo>
                  <a:lnTo>
                    <a:pt x="1672460" y="59847"/>
                  </a:lnTo>
                  <a:lnTo>
                    <a:pt x="1697112" y="60729"/>
                  </a:lnTo>
                  <a:lnTo>
                    <a:pt x="1721155" y="61589"/>
                  </a:lnTo>
                  <a:lnTo>
                    <a:pt x="1744618" y="62429"/>
                  </a:lnTo>
                  <a:lnTo>
                    <a:pt x="1767530" y="63249"/>
                  </a:lnTo>
                  <a:lnTo>
                    <a:pt x="1789915" y="64050"/>
                  </a:lnTo>
                  <a:lnTo>
                    <a:pt x="1811796" y="64833"/>
                  </a:lnTo>
                  <a:lnTo>
                    <a:pt x="1833197" y="65599"/>
                  </a:lnTo>
                  <a:lnTo>
                    <a:pt x="1854137" y="66348"/>
                  </a:lnTo>
                  <a:lnTo>
                    <a:pt x="1874637" y="67082"/>
                  </a:lnTo>
                  <a:lnTo>
                    <a:pt x="1894713" y="67800"/>
                  </a:lnTo>
                  <a:lnTo>
                    <a:pt x="1914385" y="68504"/>
                  </a:lnTo>
                  <a:lnTo>
                    <a:pt x="1933666" y="69194"/>
                  </a:lnTo>
                  <a:lnTo>
                    <a:pt x="1952573" y="69871"/>
                  </a:lnTo>
                  <a:lnTo>
                    <a:pt x="1971121" y="70534"/>
                  </a:lnTo>
                  <a:lnTo>
                    <a:pt x="1989321" y="71186"/>
                  </a:lnTo>
                  <a:lnTo>
                    <a:pt x="2007187" y="71825"/>
                  </a:lnTo>
                  <a:lnTo>
                    <a:pt x="2024732" y="72453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2" name="pl871"/>
            <p:cNvSpPr/>
            <p:nvPr/>
          </p:nvSpPr>
          <p:spPr>
            <a:xfrm>
              <a:off x="4274741" y="7326183"/>
              <a:ext cx="2024732" cy="432747"/>
            </a:xfrm>
            <a:custGeom>
              <a:avLst/>
              <a:pathLst>
                <a:path w="2024732" h="432747">
                  <a:moveTo>
                    <a:pt x="0" y="0"/>
                  </a:moveTo>
                  <a:lnTo>
                    <a:pt x="130018" y="27788"/>
                  </a:lnTo>
                  <a:lnTo>
                    <a:pt x="244702" y="52300"/>
                  </a:lnTo>
                  <a:lnTo>
                    <a:pt x="347290" y="74226"/>
                  </a:lnTo>
                  <a:lnTo>
                    <a:pt x="440093" y="94061"/>
                  </a:lnTo>
                  <a:lnTo>
                    <a:pt x="524815" y="112169"/>
                  </a:lnTo>
                  <a:lnTo>
                    <a:pt x="602752" y="128826"/>
                  </a:lnTo>
                  <a:lnTo>
                    <a:pt x="674910" y="144249"/>
                  </a:lnTo>
                  <a:lnTo>
                    <a:pt x="742088" y="158606"/>
                  </a:lnTo>
                  <a:lnTo>
                    <a:pt x="804928" y="172037"/>
                  </a:lnTo>
                  <a:lnTo>
                    <a:pt x="863958" y="184654"/>
                  </a:lnTo>
                  <a:lnTo>
                    <a:pt x="919613" y="196549"/>
                  </a:lnTo>
                  <a:lnTo>
                    <a:pt x="972257" y="207801"/>
                  </a:lnTo>
                  <a:lnTo>
                    <a:pt x="1022201" y="218475"/>
                  </a:lnTo>
                  <a:lnTo>
                    <a:pt x="1069708" y="228629"/>
                  </a:lnTo>
                  <a:lnTo>
                    <a:pt x="1115004" y="238310"/>
                  </a:lnTo>
                  <a:lnTo>
                    <a:pt x="1158286" y="247561"/>
                  </a:lnTo>
                  <a:lnTo>
                    <a:pt x="1199726" y="256418"/>
                  </a:lnTo>
                  <a:lnTo>
                    <a:pt x="1239474" y="264913"/>
                  </a:lnTo>
                  <a:lnTo>
                    <a:pt x="1277663" y="273075"/>
                  </a:lnTo>
                  <a:lnTo>
                    <a:pt x="1314410" y="280929"/>
                  </a:lnTo>
                  <a:lnTo>
                    <a:pt x="1349821" y="288498"/>
                  </a:lnTo>
                  <a:lnTo>
                    <a:pt x="1383989" y="295800"/>
                  </a:lnTo>
                  <a:lnTo>
                    <a:pt x="1416999" y="302855"/>
                  </a:lnTo>
                  <a:lnTo>
                    <a:pt x="1448926" y="309679"/>
                  </a:lnTo>
                  <a:lnTo>
                    <a:pt x="1479839" y="316286"/>
                  </a:lnTo>
                  <a:lnTo>
                    <a:pt x="1509801" y="322690"/>
                  </a:lnTo>
                  <a:lnTo>
                    <a:pt x="1538869" y="328903"/>
                  </a:lnTo>
                  <a:lnTo>
                    <a:pt x="1567094" y="334935"/>
                  </a:lnTo>
                  <a:lnTo>
                    <a:pt x="1594523" y="340798"/>
                  </a:lnTo>
                  <a:lnTo>
                    <a:pt x="1621202" y="346500"/>
                  </a:lnTo>
                  <a:lnTo>
                    <a:pt x="1647168" y="352050"/>
                  </a:lnTo>
                  <a:lnTo>
                    <a:pt x="1672460" y="357455"/>
                  </a:lnTo>
                  <a:lnTo>
                    <a:pt x="1697112" y="362724"/>
                  </a:lnTo>
                  <a:lnTo>
                    <a:pt x="1721155" y="367863"/>
                  </a:lnTo>
                  <a:lnTo>
                    <a:pt x="1744618" y="372878"/>
                  </a:lnTo>
                  <a:lnTo>
                    <a:pt x="1767530" y="377775"/>
                  </a:lnTo>
                  <a:lnTo>
                    <a:pt x="1789915" y="382559"/>
                  </a:lnTo>
                  <a:lnTo>
                    <a:pt x="1811796" y="387236"/>
                  </a:lnTo>
                  <a:lnTo>
                    <a:pt x="1833197" y="391810"/>
                  </a:lnTo>
                  <a:lnTo>
                    <a:pt x="1854137" y="396285"/>
                  </a:lnTo>
                  <a:lnTo>
                    <a:pt x="1874637" y="400667"/>
                  </a:lnTo>
                  <a:lnTo>
                    <a:pt x="1894713" y="404958"/>
                  </a:lnTo>
                  <a:lnTo>
                    <a:pt x="1914385" y="409162"/>
                  </a:lnTo>
                  <a:lnTo>
                    <a:pt x="1933666" y="413283"/>
                  </a:lnTo>
                  <a:lnTo>
                    <a:pt x="1952573" y="417324"/>
                  </a:lnTo>
                  <a:lnTo>
                    <a:pt x="1971121" y="421288"/>
                  </a:lnTo>
                  <a:lnTo>
                    <a:pt x="1989321" y="425178"/>
                  </a:lnTo>
                  <a:lnTo>
                    <a:pt x="2007187" y="428997"/>
                  </a:lnTo>
                  <a:lnTo>
                    <a:pt x="2024732" y="43274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3" name="pl872"/>
            <p:cNvSpPr/>
            <p:nvPr/>
          </p:nvSpPr>
          <p:spPr>
            <a:xfrm>
              <a:off x="4274741" y="7270208"/>
              <a:ext cx="2024732" cy="874902"/>
            </a:xfrm>
            <a:custGeom>
              <a:avLst/>
              <a:pathLst>
                <a:path w="2024732" h="874902">
                  <a:moveTo>
                    <a:pt x="0" y="0"/>
                  </a:moveTo>
                  <a:lnTo>
                    <a:pt x="130018" y="56181"/>
                  </a:lnTo>
                  <a:lnTo>
                    <a:pt x="244702" y="105737"/>
                  </a:lnTo>
                  <a:lnTo>
                    <a:pt x="347290" y="150067"/>
                  </a:lnTo>
                  <a:lnTo>
                    <a:pt x="440093" y="190167"/>
                  </a:lnTo>
                  <a:lnTo>
                    <a:pt x="524815" y="226776"/>
                  </a:lnTo>
                  <a:lnTo>
                    <a:pt x="602752" y="260453"/>
                  </a:lnTo>
                  <a:lnTo>
                    <a:pt x="674910" y="291634"/>
                  </a:lnTo>
                  <a:lnTo>
                    <a:pt x="742088" y="320662"/>
                  </a:lnTo>
                  <a:lnTo>
                    <a:pt x="804928" y="347815"/>
                  </a:lnTo>
                  <a:lnTo>
                    <a:pt x="863958" y="373323"/>
                  </a:lnTo>
                  <a:lnTo>
                    <a:pt x="919613" y="397371"/>
                  </a:lnTo>
                  <a:lnTo>
                    <a:pt x="972257" y="420119"/>
                  </a:lnTo>
                  <a:lnTo>
                    <a:pt x="1022201" y="441701"/>
                  </a:lnTo>
                  <a:lnTo>
                    <a:pt x="1069708" y="462228"/>
                  </a:lnTo>
                  <a:lnTo>
                    <a:pt x="1115004" y="481801"/>
                  </a:lnTo>
                  <a:lnTo>
                    <a:pt x="1158286" y="500504"/>
                  </a:lnTo>
                  <a:lnTo>
                    <a:pt x="1199726" y="518410"/>
                  </a:lnTo>
                  <a:lnTo>
                    <a:pt x="1239474" y="535586"/>
                  </a:lnTo>
                  <a:lnTo>
                    <a:pt x="1277663" y="552087"/>
                  </a:lnTo>
                  <a:lnTo>
                    <a:pt x="1314410" y="567966"/>
                  </a:lnTo>
                  <a:lnTo>
                    <a:pt x="1349821" y="583268"/>
                  </a:lnTo>
                  <a:lnTo>
                    <a:pt x="1383989" y="598032"/>
                  </a:lnTo>
                  <a:lnTo>
                    <a:pt x="1416999" y="612296"/>
                  </a:lnTo>
                  <a:lnTo>
                    <a:pt x="1448926" y="626091"/>
                  </a:lnTo>
                  <a:lnTo>
                    <a:pt x="1479839" y="639449"/>
                  </a:lnTo>
                  <a:lnTo>
                    <a:pt x="1509801" y="652396"/>
                  </a:lnTo>
                  <a:lnTo>
                    <a:pt x="1538869" y="664957"/>
                  </a:lnTo>
                  <a:lnTo>
                    <a:pt x="1567094" y="677153"/>
                  </a:lnTo>
                  <a:lnTo>
                    <a:pt x="1594523" y="689005"/>
                  </a:lnTo>
                  <a:lnTo>
                    <a:pt x="1621202" y="700533"/>
                  </a:lnTo>
                  <a:lnTo>
                    <a:pt x="1647168" y="711753"/>
                  </a:lnTo>
                  <a:lnTo>
                    <a:pt x="1672460" y="722682"/>
                  </a:lnTo>
                  <a:lnTo>
                    <a:pt x="1697112" y="733335"/>
                  </a:lnTo>
                  <a:lnTo>
                    <a:pt x="1721155" y="743724"/>
                  </a:lnTo>
                  <a:lnTo>
                    <a:pt x="1744618" y="753862"/>
                  </a:lnTo>
                  <a:lnTo>
                    <a:pt x="1767530" y="763763"/>
                  </a:lnTo>
                  <a:lnTo>
                    <a:pt x="1789915" y="773435"/>
                  </a:lnTo>
                  <a:lnTo>
                    <a:pt x="1811796" y="782890"/>
                  </a:lnTo>
                  <a:lnTo>
                    <a:pt x="1833197" y="792138"/>
                  </a:lnTo>
                  <a:lnTo>
                    <a:pt x="1854137" y="801186"/>
                  </a:lnTo>
                  <a:lnTo>
                    <a:pt x="1874637" y="810044"/>
                  </a:lnTo>
                  <a:lnTo>
                    <a:pt x="1894713" y="818720"/>
                  </a:lnTo>
                  <a:lnTo>
                    <a:pt x="1914385" y="827220"/>
                  </a:lnTo>
                  <a:lnTo>
                    <a:pt x="1933666" y="835551"/>
                  </a:lnTo>
                  <a:lnTo>
                    <a:pt x="1952573" y="843721"/>
                  </a:lnTo>
                  <a:lnTo>
                    <a:pt x="1971121" y="851736"/>
                  </a:lnTo>
                  <a:lnTo>
                    <a:pt x="1989321" y="859600"/>
                  </a:lnTo>
                  <a:lnTo>
                    <a:pt x="2007187" y="867320"/>
                  </a:lnTo>
                  <a:lnTo>
                    <a:pt x="2024732" y="874902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3"/>
            <p:cNvSpPr/>
            <p:nvPr/>
          </p:nvSpPr>
          <p:spPr>
            <a:xfrm>
              <a:off x="4274741" y="8069815"/>
              <a:ext cx="2024732" cy="12645"/>
            </a:xfrm>
            <a:custGeom>
              <a:avLst/>
              <a:pathLst>
                <a:path w="2024732" h="12645">
                  <a:moveTo>
                    <a:pt x="0" y="0"/>
                  </a:moveTo>
                  <a:lnTo>
                    <a:pt x="130018" y="812"/>
                  </a:lnTo>
                  <a:lnTo>
                    <a:pt x="244702" y="1528"/>
                  </a:lnTo>
                  <a:lnTo>
                    <a:pt x="347290" y="2169"/>
                  </a:lnTo>
                  <a:lnTo>
                    <a:pt x="440093" y="2748"/>
                  </a:lnTo>
                  <a:lnTo>
                    <a:pt x="524815" y="3277"/>
                  </a:lnTo>
                  <a:lnTo>
                    <a:pt x="602752" y="3764"/>
                  </a:lnTo>
                  <a:lnTo>
                    <a:pt x="674910" y="4215"/>
                  </a:lnTo>
                  <a:lnTo>
                    <a:pt x="742088" y="4634"/>
                  </a:lnTo>
                  <a:lnTo>
                    <a:pt x="804928" y="5027"/>
                  </a:lnTo>
                  <a:lnTo>
                    <a:pt x="863958" y="5395"/>
                  </a:lnTo>
                  <a:lnTo>
                    <a:pt x="919613" y="5743"/>
                  </a:lnTo>
                  <a:lnTo>
                    <a:pt x="972257" y="6072"/>
                  </a:lnTo>
                  <a:lnTo>
                    <a:pt x="1022201" y="6384"/>
                  </a:lnTo>
                  <a:lnTo>
                    <a:pt x="1069708" y="6680"/>
                  </a:lnTo>
                  <a:lnTo>
                    <a:pt x="1115004" y="6963"/>
                  </a:lnTo>
                  <a:lnTo>
                    <a:pt x="1158286" y="7234"/>
                  </a:lnTo>
                  <a:lnTo>
                    <a:pt x="1199726" y="7492"/>
                  </a:lnTo>
                  <a:lnTo>
                    <a:pt x="1239474" y="7741"/>
                  </a:lnTo>
                  <a:lnTo>
                    <a:pt x="1277663" y="7979"/>
                  </a:lnTo>
                  <a:lnTo>
                    <a:pt x="1314410" y="8209"/>
                  </a:lnTo>
                  <a:lnTo>
                    <a:pt x="1349821" y="8430"/>
                  </a:lnTo>
                  <a:lnTo>
                    <a:pt x="1383989" y="8643"/>
                  </a:lnTo>
                  <a:lnTo>
                    <a:pt x="1416999" y="8849"/>
                  </a:lnTo>
                  <a:lnTo>
                    <a:pt x="1448926" y="9049"/>
                  </a:lnTo>
                  <a:lnTo>
                    <a:pt x="1479839" y="9242"/>
                  </a:lnTo>
                  <a:lnTo>
                    <a:pt x="1509801" y="9429"/>
                  </a:lnTo>
                  <a:lnTo>
                    <a:pt x="1538869" y="9611"/>
                  </a:lnTo>
                  <a:lnTo>
                    <a:pt x="1567094" y="9787"/>
                  </a:lnTo>
                  <a:lnTo>
                    <a:pt x="1594523" y="9958"/>
                  </a:lnTo>
                  <a:lnTo>
                    <a:pt x="1621202" y="10125"/>
                  </a:lnTo>
                  <a:lnTo>
                    <a:pt x="1647168" y="10287"/>
                  </a:lnTo>
                  <a:lnTo>
                    <a:pt x="1672460" y="10445"/>
                  </a:lnTo>
                  <a:lnTo>
                    <a:pt x="1697112" y="10599"/>
                  </a:lnTo>
                  <a:lnTo>
                    <a:pt x="1721155" y="10749"/>
                  </a:lnTo>
                  <a:lnTo>
                    <a:pt x="1744618" y="10896"/>
                  </a:lnTo>
                  <a:lnTo>
                    <a:pt x="1767530" y="11039"/>
                  </a:lnTo>
                  <a:lnTo>
                    <a:pt x="1789915" y="11179"/>
                  </a:lnTo>
                  <a:lnTo>
                    <a:pt x="1811796" y="11315"/>
                  </a:lnTo>
                  <a:lnTo>
                    <a:pt x="1833197" y="11449"/>
                  </a:lnTo>
                  <a:lnTo>
                    <a:pt x="1854137" y="11580"/>
                  </a:lnTo>
                  <a:lnTo>
                    <a:pt x="1874637" y="11708"/>
                  </a:lnTo>
                  <a:lnTo>
                    <a:pt x="1894713" y="11833"/>
                  </a:lnTo>
                  <a:lnTo>
                    <a:pt x="1914385" y="11956"/>
                  </a:lnTo>
                  <a:lnTo>
                    <a:pt x="1933666" y="12076"/>
                  </a:lnTo>
                  <a:lnTo>
                    <a:pt x="1952573" y="12194"/>
                  </a:lnTo>
                  <a:lnTo>
                    <a:pt x="1971121" y="12310"/>
                  </a:lnTo>
                  <a:lnTo>
                    <a:pt x="1989321" y="12424"/>
                  </a:lnTo>
                  <a:lnTo>
                    <a:pt x="2007187" y="12536"/>
                  </a:lnTo>
                  <a:lnTo>
                    <a:pt x="2024732" y="12645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5" name="pl874"/>
            <p:cNvSpPr/>
            <p:nvPr/>
          </p:nvSpPr>
          <p:spPr>
            <a:xfrm>
              <a:off x="4274741" y="7687953"/>
              <a:ext cx="2024732" cy="123165"/>
            </a:xfrm>
            <a:custGeom>
              <a:avLst/>
              <a:pathLst>
                <a:path w="2024732" h="123165">
                  <a:moveTo>
                    <a:pt x="0" y="123165"/>
                  </a:moveTo>
                  <a:lnTo>
                    <a:pt x="130018" y="115256"/>
                  </a:lnTo>
                  <a:lnTo>
                    <a:pt x="244702" y="108280"/>
                  </a:lnTo>
                  <a:lnTo>
                    <a:pt x="347290" y="102039"/>
                  </a:lnTo>
                  <a:lnTo>
                    <a:pt x="440093" y="96394"/>
                  </a:lnTo>
                  <a:lnTo>
                    <a:pt x="524815" y="91240"/>
                  </a:lnTo>
                  <a:lnTo>
                    <a:pt x="602752" y="86499"/>
                  </a:lnTo>
                  <a:lnTo>
                    <a:pt x="674910" y="82110"/>
                  </a:lnTo>
                  <a:lnTo>
                    <a:pt x="742088" y="78024"/>
                  </a:lnTo>
                  <a:lnTo>
                    <a:pt x="804928" y="74201"/>
                  </a:lnTo>
                  <a:lnTo>
                    <a:pt x="863958" y="70610"/>
                  </a:lnTo>
                  <a:lnTo>
                    <a:pt x="919613" y="67225"/>
                  </a:lnTo>
                  <a:lnTo>
                    <a:pt x="972257" y="64022"/>
                  </a:lnTo>
                  <a:lnTo>
                    <a:pt x="1022201" y="60984"/>
                  </a:lnTo>
                  <a:lnTo>
                    <a:pt x="1069708" y="58094"/>
                  </a:lnTo>
                  <a:lnTo>
                    <a:pt x="1115004" y="55339"/>
                  </a:lnTo>
                  <a:lnTo>
                    <a:pt x="1158286" y="52706"/>
                  </a:lnTo>
                  <a:lnTo>
                    <a:pt x="1199726" y="50185"/>
                  </a:lnTo>
                  <a:lnTo>
                    <a:pt x="1239474" y="47767"/>
                  </a:lnTo>
                  <a:lnTo>
                    <a:pt x="1277663" y="45444"/>
                  </a:lnTo>
                  <a:lnTo>
                    <a:pt x="1314410" y="43209"/>
                  </a:lnTo>
                  <a:lnTo>
                    <a:pt x="1349821" y="41055"/>
                  </a:lnTo>
                  <a:lnTo>
                    <a:pt x="1383989" y="38976"/>
                  </a:lnTo>
                  <a:lnTo>
                    <a:pt x="1416999" y="36968"/>
                  </a:lnTo>
                  <a:lnTo>
                    <a:pt x="1448926" y="35026"/>
                  </a:lnTo>
                  <a:lnTo>
                    <a:pt x="1479839" y="33146"/>
                  </a:lnTo>
                  <a:lnTo>
                    <a:pt x="1509801" y="31323"/>
                  </a:lnTo>
                  <a:lnTo>
                    <a:pt x="1538869" y="29555"/>
                  </a:lnTo>
                  <a:lnTo>
                    <a:pt x="1567094" y="27838"/>
                  </a:lnTo>
                  <a:lnTo>
                    <a:pt x="1594523" y="26169"/>
                  </a:lnTo>
                  <a:lnTo>
                    <a:pt x="1621202" y="24547"/>
                  </a:lnTo>
                  <a:lnTo>
                    <a:pt x="1647168" y="22967"/>
                  </a:lnTo>
                  <a:lnTo>
                    <a:pt x="1672460" y="21428"/>
                  </a:lnTo>
                  <a:lnTo>
                    <a:pt x="1697112" y="19929"/>
                  </a:lnTo>
                  <a:lnTo>
                    <a:pt x="1721155" y="18466"/>
                  </a:lnTo>
                  <a:lnTo>
                    <a:pt x="1744618" y="17039"/>
                  </a:lnTo>
                  <a:lnTo>
                    <a:pt x="1767530" y="15645"/>
                  </a:lnTo>
                  <a:lnTo>
                    <a:pt x="1789915" y="14284"/>
                  </a:lnTo>
                  <a:lnTo>
                    <a:pt x="1811796" y="12953"/>
                  </a:lnTo>
                  <a:lnTo>
                    <a:pt x="1833197" y="11651"/>
                  </a:lnTo>
                  <a:lnTo>
                    <a:pt x="1854137" y="10377"/>
                  </a:lnTo>
                  <a:lnTo>
                    <a:pt x="1874637" y="9130"/>
                  </a:lnTo>
                  <a:lnTo>
                    <a:pt x="1894713" y="7909"/>
                  </a:lnTo>
                  <a:lnTo>
                    <a:pt x="1914385" y="6712"/>
                  </a:lnTo>
                  <a:lnTo>
                    <a:pt x="1933666" y="5539"/>
                  </a:lnTo>
                  <a:lnTo>
                    <a:pt x="1952573" y="4389"/>
                  </a:lnTo>
                  <a:lnTo>
                    <a:pt x="1971121" y="3261"/>
                  </a:lnTo>
                  <a:lnTo>
                    <a:pt x="1989321" y="2154"/>
                  </a:lnTo>
                  <a:lnTo>
                    <a:pt x="2007187" y="1067"/>
                  </a:lnTo>
                  <a:lnTo>
                    <a:pt x="2024732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6" name="pl875"/>
            <p:cNvSpPr/>
            <p:nvPr/>
          </p:nvSpPr>
          <p:spPr>
            <a:xfrm>
              <a:off x="4274741" y="7149428"/>
              <a:ext cx="2024732" cy="571470"/>
            </a:xfrm>
            <a:custGeom>
              <a:avLst/>
              <a:pathLst>
                <a:path w="2024732" h="571470">
                  <a:moveTo>
                    <a:pt x="0" y="0"/>
                  </a:moveTo>
                  <a:lnTo>
                    <a:pt x="130018" y="36696"/>
                  </a:lnTo>
                  <a:lnTo>
                    <a:pt x="244702" y="69065"/>
                  </a:lnTo>
                  <a:lnTo>
                    <a:pt x="347290" y="98021"/>
                  </a:lnTo>
                  <a:lnTo>
                    <a:pt x="440093" y="124214"/>
                  </a:lnTo>
                  <a:lnTo>
                    <a:pt x="524815" y="148126"/>
                  </a:lnTo>
                  <a:lnTo>
                    <a:pt x="602752" y="170123"/>
                  </a:lnTo>
                  <a:lnTo>
                    <a:pt x="674910" y="190490"/>
                  </a:lnTo>
                  <a:lnTo>
                    <a:pt x="742088" y="209450"/>
                  </a:lnTo>
                  <a:lnTo>
                    <a:pt x="804928" y="227187"/>
                  </a:lnTo>
                  <a:lnTo>
                    <a:pt x="863958" y="243847"/>
                  </a:lnTo>
                  <a:lnTo>
                    <a:pt x="919613" y="259556"/>
                  </a:lnTo>
                  <a:lnTo>
                    <a:pt x="972257" y="274414"/>
                  </a:lnTo>
                  <a:lnTo>
                    <a:pt x="1022201" y="288511"/>
                  </a:lnTo>
                  <a:lnTo>
                    <a:pt x="1069708" y="301919"/>
                  </a:lnTo>
                  <a:lnTo>
                    <a:pt x="1115004" y="314704"/>
                  </a:lnTo>
                  <a:lnTo>
                    <a:pt x="1158286" y="326920"/>
                  </a:lnTo>
                  <a:lnTo>
                    <a:pt x="1199726" y="338616"/>
                  </a:lnTo>
                  <a:lnTo>
                    <a:pt x="1239474" y="349835"/>
                  </a:lnTo>
                  <a:lnTo>
                    <a:pt x="1277663" y="360613"/>
                  </a:lnTo>
                  <a:lnTo>
                    <a:pt x="1314410" y="370985"/>
                  </a:lnTo>
                  <a:lnTo>
                    <a:pt x="1349821" y="380980"/>
                  </a:lnTo>
                  <a:lnTo>
                    <a:pt x="1383989" y="390623"/>
                  </a:lnTo>
                  <a:lnTo>
                    <a:pt x="1416999" y="399940"/>
                  </a:lnTo>
                  <a:lnTo>
                    <a:pt x="1448926" y="408951"/>
                  </a:lnTo>
                  <a:lnTo>
                    <a:pt x="1479839" y="417677"/>
                  </a:lnTo>
                  <a:lnTo>
                    <a:pt x="1509801" y="426133"/>
                  </a:lnTo>
                  <a:lnTo>
                    <a:pt x="1538869" y="434337"/>
                  </a:lnTo>
                  <a:lnTo>
                    <a:pt x="1567094" y="442304"/>
                  </a:lnTo>
                  <a:lnTo>
                    <a:pt x="1594523" y="450046"/>
                  </a:lnTo>
                  <a:lnTo>
                    <a:pt x="1621202" y="457575"/>
                  </a:lnTo>
                  <a:lnTo>
                    <a:pt x="1647168" y="464904"/>
                  </a:lnTo>
                  <a:lnTo>
                    <a:pt x="1672460" y="472043"/>
                  </a:lnTo>
                  <a:lnTo>
                    <a:pt x="1697112" y="479001"/>
                  </a:lnTo>
                  <a:lnTo>
                    <a:pt x="1721155" y="485787"/>
                  </a:lnTo>
                  <a:lnTo>
                    <a:pt x="1744618" y="492409"/>
                  </a:lnTo>
                  <a:lnTo>
                    <a:pt x="1767530" y="498876"/>
                  </a:lnTo>
                  <a:lnTo>
                    <a:pt x="1789915" y="505194"/>
                  </a:lnTo>
                  <a:lnTo>
                    <a:pt x="1811796" y="511370"/>
                  </a:lnTo>
                  <a:lnTo>
                    <a:pt x="1833197" y="517410"/>
                  </a:lnTo>
                  <a:lnTo>
                    <a:pt x="1854137" y="523320"/>
                  </a:lnTo>
                  <a:lnTo>
                    <a:pt x="1874637" y="529106"/>
                  </a:lnTo>
                  <a:lnTo>
                    <a:pt x="1894713" y="534773"/>
                  </a:lnTo>
                  <a:lnTo>
                    <a:pt x="1914385" y="540325"/>
                  </a:lnTo>
                  <a:lnTo>
                    <a:pt x="1933666" y="545767"/>
                  </a:lnTo>
                  <a:lnTo>
                    <a:pt x="1952573" y="551103"/>
                  </a:lnTo>
                  <a:lnTo>
                    <a:pt x="1971121" y="556338"/>
                  </a:lnTo>
                  <a:lnTo>
                    <a:pt x="1989321" y="561475"/>
                  </a:lnTo>
                  <a:lnTo>
                    <a:pt x="2007187" y="566518"/>
                  </a:lnTo>
                  <a:lnTo>
                    <a:pt x="2024732" y="57147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7" name="rc876"/>
            <p:cNvSpPr/>
            <p:nvPr/>
          </p:nvSpPr>
          <p:spPr>
            <a:xfrm>
              <a:off x="4122981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78" name="pl877"/>
            <p:cNvSpPr/>
            <p:nvPr/>
          </p:nvSpPr>
          <p:spPr>
            <a:xfrm>
              <a:off x="4122981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8"/>
            <p:cNvSpPr/>
            <p:nvPr/>
          </p:nvSpPr>
          <p:spPr>
            <a:xfrm>
              <a:off x="4085024" y="850768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79"/>
            <p:cNvSpPr/>
            <p:nvPr/>
          </p:nvSpPr>
          <p:spPr>
            <a:xfrm>
              <a:off x="4085024" y="785742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0"/>
            <p:cNvSpPr/>
            <p:nvPr/>
          </p:nvSpPr>
          <p:spPr>
            <a:xfrm>
              <a:off x="4085024" y="720716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1"/>
            <p:cNvSpPr/>
            <p:nvPr/>
          </p:nvSpPr>
          <p:spPr>
            <a:xfrm>
              <a:off x="4122981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2"/>
            <p:cNvSpPr/>
            <p:nvPr/>
          </p:nvSpPr>
          <p:spPr>
            <a:xfrm>
              <a:off x="4274741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3"/>
            <p:cNvSpPr/>
            <p:nvPr/>
          </p:nvSpPr>
          <p:spPr>
            <a:xfrm>
              <a:off x="4949652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4"/>
            <p:cNvSpPr/>
            <p:nvPr/>
          </p:nvSpPr>
          <p:spPr>
            <a:xfrm>
              <a:off x="5624563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5"/>
            <p:cNvSpPr/>
            <p:nvPr/>
          </p:nvSpPr>
          <p:spPr>
            <a:xfrm>
              <a:off x="6299474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tx886"/>
            <p:cNvSpPr/>
            <p:nvPr/>
          </p:nvSpPr>
          <p:spPr>
            <a:xfrm>
              <a:off x="4235879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88" name="tx887"/>
            <p:cNvSpPr/>
            <p:nvPr/>
          </p:nvSpPr>
          <p:spPr>
            <a:xfrm>
              <a:off x="4910790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89" name="tx888"/>
            <p:cNvSpPr/>
            <p:nvPr/>
          </p:nvSpPr>
          <p:spPr>
            <a:xfrm>
              <a:off x="5585701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90" name="tx889"/>
            <p:cNvSpPr/>
            <p:nvPr/>
          </p:nvSpPr>
          <p:spPr>
            <a:xfrm>
              <a:off x="6260612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891" name="tx890"/>
            <p:cNvSpPr/>
            <p:nvPr/>
          </p:nvSpPr>
          <p:spPr>
            <a:xfrm>
              <a:off x="4920289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892" name="tx891"/>
            <p:cNvSpPr/>
            <p:nvPr/>
          </p:nvSpPr>
          <p:spPr>
            <a:xfrm>
              <a:off x="4122981" y="6347601"/>
              <a:ext cx="473842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(i) RD</a:t>
              </a:r>
            </a:p>
          </p:txBody>
        </p:sp>
        <p:sp>
          <p:nvSpPr>
            <p:cNvPr id="893" name="rc892"/>
            <p:cNvSpPr/>
            <p:nvPr/>
          </p:nvSpPr>
          <p:spPr>
            <a:xfrm>
              <a:off x="6742685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6905925" y="826668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6883461" y="8039852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6904669" y="830232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6896332" y="693451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6846333" y="785769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6906560" y="750953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6909810" y="8551091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6819235" y="804855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6852018" y="7829523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6841080" y="727115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7508293" y="780278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7571467" y="736803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7550240" y="827114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7516704" y="838167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7502610" y="665620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7575503" y="696874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7535763" y="847801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7491698" y="832849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7569336" y="839900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7556890" y="824832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7519381" y="817894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7533640" y="843148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7507054" y="800263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7491788" y="805581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7496755" y="767169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7522460" y="784542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7584470" y="8439287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7558930" y="821808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8256322" y="827203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8245963" y="818362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8222507" y="8186656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8261241" y="8125755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8229670" y="8151304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8230393" y="8275989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8257458" y="823586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8256979" y="772837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8218933" y="8354607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8255946" y="791064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8177868" y="831805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8169141" y="7991922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8170389" y="829992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8252774" y="836969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8188701" y="755676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8217999" y="8222444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8259439" y="781008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8186966" y="807586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8242668" y="789040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8242515" y="790831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8899777" y="843324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8929303" y="8109120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8911349" y="781603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8919738" y="808214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8891216" y="787335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8936231" y="821740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8892250" y="804000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8857776" y="824251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8880963" y="7751647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8889961" y="779152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8886612" y="812223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8906015" y="830302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8887385" y="802230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8933746" y="832107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8906968" y="800568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8879907" y="840462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8920182" y="7602544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8866471" y="830105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8893225" y="8228356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8914214" y="8042840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8894116" y="790174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8935405" y="8061073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8886582" y="814353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8846160" y="826725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5"/>
            <p:cNvSpPr/>
            <p:nvPr/>
          </p:nvSpPr>
          <p:spPr>
            <a:xfrm>
              <a:off x="6891247" y="7823788"/>
              <a:ext cx="2028602" cy="383298"/>
            </a:xfrm>
            <a:custGeom>
              <a:avLst/>
              <a:pathLst>
                <a:path w="2028602" h="383298">
                  <a:moveTo>
                    <a:pt x="0" y="0"/>
                  </a:moveTo>
                  <a:lnTo>
                    <a:pt x="130266" y="24613"/>
                  </a:lnTo>
                  <a:lnTo>
                    <a:pt x="245170" y="46324"/>
                  </a:lnTo>
                  <a:lnTo>
                    <a:pt x="347954" y="65745"/>
                  </a:lnTo>
                  <a:lnTo>
                    <a:pt x="440934" y="83313"/>
                  </a:lnTo>
                  <a:lnTo>
                    <a:pt x="525818" y="99351"/>
                  </a:lnTo>
                  <a:lnTo>
                    <a:pt x="603904" y="114106"/>
                  </a:lnTo>
                  <a:lnTo>
                    <a:pt x="676200" y="127766"/>
                  </a:lnTo>
                  <a:lnTo>
                    <a:pt x="743506" y="140483"/>
                  </a:lnTo>
                  <a:lnTo>
                    <a:pt x="806467" y="152379"/>
                  </a:lnTo>
                  <a:lnTo>
                    <a:pt x="865609" y="163554"/>
                  </a:lnTo>
                  <a:lnTo>
                    <a:pt x="921370" y="174090"/>
                  </a:lnTo>
                  <a:lnTo>
                    <a:pt x="974116" y="184056"/>
                  </a:lnTo>
                  <a:lnTo>
                    <a:pt x="1024155" y="193511"/>
                  </a:lnTo>
                  <a:lnTo>
                    <a:pt x="1071752" y="202504"/>
                  </a:lnTo>
                  <a:lnTo>
                    <a:pt x="1117135" y="211079"/>
                  </a:lnTo>
                  <a:lnTo>
                    <a:pt x="1160500" y="219273"/>
                  </a:lnTo>
                  <a:lnTo>
                    <a:pt x="1202019" y="227118"/>
                  </a:lnTo>
                  <a:lnTo>
                    <a:pt x="1241843" y="234642"/>
                  </a:lnTo>
                  <a:lnTo>
                    <a:pt x="1280105" y="241872"/>
                  </a:lnTo>
                  <a:lnTo>
                    <a:pt x="1316922" y="248828"/>
                  </a:lnTo>
                  <a:lnTo>
                    <a:pt x="1352401" y="255532"/>
                  </a:lnTo>
                  <a:lnTo>
                    <a:pt x="1386634" y="262000"/>
                  </a:lnTo>
                  <a:lnTo>
                    <a:pt x="1419707" y="268249"/>
                  </a:lnTo>
                  <a:lnTo>
                    <a:pt x="1451695" y="274293"/>
                  </a:lnTo>
                  <a:lnTo>
                    <a:pt x="1482668" y="280145"/>
                  </a:lnTo>
                  <a:lnTo>
                    <a:pt x="1512687" y="285817"/>
                  </a:lnTo>
                  <a:lnTo>
                    <a:pt x="1541810" y="291320"/>
                  </a:lnTo>
                  <a:lnTo>
                    <a:pt x="1570089" y="296663"/>
                  </a:lnTo>
                  <a:lnTo>
                    <a:pt x="1597571" y="301856"/>
                  </a:lnTo>
                  <a:lnTo>
                    <a:pt x="1624300" y="306906"/>
                  </a:lnTo>
                  <a:lnTo>
                    <a:pt x="1650316" y="311822"/>
                  </a:lnTo>
                  <a:lnTo>
                    <a:pt x="1675657" y="316610"/>
                  </a:lnTo>
                  <a:lnTo>
                    <a:pt x="1700356" y="321277"/>
                  </a:lnTo>
                  <a:lnTo>
                    <a:pt x="1724445" y="325828"/>
                  </a:lnTo>
                  <a:lnTo>
                    <a:pt x="1747953" y="330270"/>
                  </a:lnTo>
                  <a:lnTo>
                    <a:pt x="1770908" y="334608"/>
                  </a:lnTo>
                  <a:lnTo>
                    <a:pt x="1793336" y="338845"/>
                  </a:lnTo>
                  <a:lnTo>
                    <a:pt x="1815259" y="342988"/>
                  </a:lnTo>
                  <a:lnTo>
                    <a:pt x="1836701" y="347039"/>
                  </a:lnTo>
                  <a:lnTo>
                    <a:pt x="1857681" y="351003"/>
                  </a:lnTo>
                  <a:lnTo>
                    <a:pt x="1878220" y="354884"/>
                  </a:lnTo>
                  <a:lnTo>
                    <a:pt x="1898335" y="358684"/>
                  </a:lnTo>
                  <a:lnTo>
                    <a:pt x="1918044" y="362408"/>
                  </a:lnTo>
                  <a:lnTo>
                    <a:pt x="1937362" y="366059"/>
                  </a:lnTo>
                  <a:lnTo>
                    <a:pt x="1956305" y="369638"/>
                  </a:lnTo>
                  <a:lnTo>
                    <a:pt x="1974888" y="373149"/>
                  </a:lnTo>
                  <a:lnTo>
                    <a:pt x="1993123" y="376594"/>
                  </a:lnTo>
                  <a:lnTo>
                    <a:pt x="2011024" y="379977"/>
                  </a:lnTo>
                  <a:lnTo>
                    <a:pt x="2028602" y="383298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7" name="pl966"/>
            <p:cNvSpPr/>
            <p:nvPr/>
          </p:nvSpPr>
          <p:spPr>
            <a:xfrm>
              <a:off x="6891247" y="7079002"/>
              <a:ext cx="2028602" cy="1254178"/>
            </a:xfrm>
            <a:custGeom>
              <a:avLst/>
              <a:pathLst>
                <a:path w="2028602" h="1254178">
                  <a:moveTo>
                    <a:pt x="0" y="0"/>
                  </a:moveTo>
                  <a:lnTo>
                    <a:pt x="130266" y="80537"/>
                  </a:lnTo>
                  <a:lnTo>
                    <a:pt x="245170" y="151575"/>
                  </a:lnTo>
                  <a:lnTo>
                    <a:pt x="347954" y="215122"/>
                  </a:lnTo>
                  <a:lnTo>
                    <a:pt x="440934" y="272606"/>
                  </a:lnTo>
                  <a:lnTo>
                    <a:pt x="525818" y="325086"/>
                  </a:lnTo>
                  <a:lnTo>
                    <a:pt x="603904" y="373362"/>
                  </a:lnTo>
                  <a:lnTo>
                    <a:pt x="676200" y="418059"/>
                  </a:lnTo>
                  <a:lnTo>
                    <a:pt x="743506" y="459671"/>
                  </a:lnTo>
                  <a:lnTo>
                    <a:pt x="806467" y="498596"/>
                  </a:lnTo>
                  <a:lnTo>
                    <a:pt x="865609" y="535161"/>
                  </a:lnTo>
                  <a:lnTo>
                    <a:pt x="921370" y="569635"/>
                  </a:lnTo>
                  <a:lnTo>
                    <a:pt x="974116" y="602245"/>
                  </a:lnTo>
                  <a:lnTo>
                    <a:pt x="1024155" y="633181"/>
                  </a:lnTo>
                  <a:lnTo>
                    <a:pt x="1071752" y="662608"/>
                  </a:lnTo>
                  <a:lnTo>
                    <a:pt x="1117135" y="690666"/>
                  </a:lnTo>
                  <a:lnTo>
                    <a:pt x="1160500" y="717476"/>
                  </a:lnTo>
                  <a:lnTo>
                    <a:pt x="1202019" y="743145"/>
                  </a:lnTo>
                  <a:lnTo>
                    <a:pt x="1241843" y="767766"/>
                  </a:lnTo>
                  <a:lnTo>
                    <a:pt x="1280105" y="791422"/>
                  </a:lnTo>
                  <a:lnTo>
                    <a:pt x="1316922" y="814184"/>
                  </a:lnTo>
                  <a:lnTo>
                    <a:pt x="1352401" y="836119"/>
                  </a:lnTo>
                  <a:lnTo>
                    <a:pt x="1386634" y="857283"/>
                  </a:lnTo>
                  <a:lnTo>
                    <a:pt x="1419707" y="877730"/>
                  </a:lnTo>
                  <a:lnTo>
                    <a:pt x="1451695" y="897507"/>
                  </a:lnTo>
                  <a:lnTo>
                    <a:pt x="1482668" y="916656"/>
                  </a:lnTo>
                  <a:lnTo>
                    <a:pt x="1512687" y="935215"/>
                  </a:lnTo>
                  <a:lnTo>
                    <a:pt x="1541810" y="953220"/>
                  </a:lnTo>
                  <a:lnTo>
                    <a:pt x="1570089" y="970704"/>
                  </a:lnTo>
                  <a:lnTo>
                    <a:pt x="1597571" y="987695"/>
                  </a:lnTo>
                  <a:lnTo>
                    <a:pt x="1624300" y="1004220"/>
                  </a:lnTo>
                  <a:lnTo>
                    <a:pt x="1650316" y="1020304"/>
                  </a:lnTo>
                  <a:lnTo>
                    <a:pt x="1675657" y="1035971"/>
                  </a:lnTo>
                  <a:lnTo>
                    <a:pt x="1700356" y="1051241"/>
                  </a:lnTo>
                  <a:lnTo>
                    <a:pt x="1724445" y="1066134"/>
                  </a:lnTo>
                  <a:lnTo>
                    <a:pt x="1747953" y="1080668"/>
                  </a:lnTo>
                  <a:lnTo>
                    <a:pt x="1770908" y="1094860"/>
                  </a:lnTo>
                  <a:lnTo>
                    <a:pt x="1793336" y="1108726"/>
                  </a:lnTo>
                  <a:lnTo>
                    <a:pt x="1815259" y="1122280"/>
                  </a:lnTo>
                  <a:lnTo>
                    <a:pt x="1836701" y="1135536"/>
                  </a:lnTo>
                  <a:lnTo>
                    <a:pt x="1857681" y="1148507"/>
                  </a:lnTo>
                  <a:lnTo>
                    <a:pt x="1878220" y="1161205"/>
                  </a:lnTo>
                  <a:lnTo>
                    <a:pt x="1898335" y="1173641"/>
                  </a:lnTo>
                  <a:lnTo>
                    <a:pt x="1918044" y="1185826"/>
                  </a:lnTo>
                  <a:lnTo>
                    <a:pt x="1937362" y="1197770"/>
                  </a:lnTo>
                  <a:lnTo>
                    <a:pt x="1956305" y="1209481"/>
                  </a:lnTo>
                  <a:lnTo>
                    <a:pt x="1974888" y="1220970"/>
                  </a:lnTo>
                  <a:lnTo>
                    <a:pt x="1993123" y="1232244"/>
                  </a:lnTo>
                  <a:lnTo>
                    <a:pt x="2011024" y="1243311"/>
                  </a:lnTo>
                  <a:lnTo>
                    <a:pt x="2028602" y="1254178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7"/>
            <p:cNvSpPr/>
            <p:nvPr/>
          </p:nvSpPr>
          <p:spPr>
            <a:xfrm>
              <a:off x="6891247" y="8239304"/>
              <a:ext cx="2028602" cy="76005"/>
            </a:xfrm>
            <a:custGeom>
              <a:avLst/>
              <a:pathLst>
                <a:path w="2028602" h="76005">
                  <a:moveTo>
                    <a:pt x="0" y="76005"/>
                  </a:moveTo>
                  <a:lnTo>
                    <a:pt x="130266" y="71125"/>
                  </a:lnTo>
                  <a:lnTo>
                    <a:pt x="245170" y="66820"/>
                  </a:lnTo>
                  <a:lnTo>
                    <a:pt x="347954" y="62969"/>
                  </a:lnTo>
                  <a:lnTo>
                    <a:pt x="440934" y="59485"/>
                  </a:lnTo>
                  <a:lnTo>
                    <a:pt x="525818" y="56305"/>
                  </a:lnTo>
                  <a:lnTo>
                    <a:pt x="603904" y="53379"/>
                  </a:lnTo>
                  <a:lnTo>
                    <a:pt x="676200" y="50670"/>
                  </a:lnTo>
                  <a:lnTo>
                    <a:pt x="743506" y="48148"/>
                  </a:lnTo>
                  <a:lnTo>
                    <a:pt x="806467" y="45789"/>
                  </a:lnTo>
                  <a:lnTo>
                    <a:pt x="865609" y="43574"/>
                  </a:lnTo>
                  <a:lnTo>
                    <a:pt x="921370" y="41484"/>
                  </a:lnTo>
                  <a:lnTo>
                    <a:pt x="974116" y="39508"/>
                  </a:lnTo>
                  <a:lnTo>
                    <a:pt x="1024155" y="37633"/>
                  </a:lnTo>
                  <a:lnTo>
                    <a:pt x="1071752" y="35850"/>
                  </a:lnTo>
                  <a:lnTo>
                    <a:pt x="1117135" y="34150"/>
                  </a:lnTo>
                  <a:lnTo>
                    <a:pt x="1160500" y="32525"/>
                  </a:lnTo>
                  <a:lnTo>
                    <a:pt x="1202019" y="30969"/>
                  </a:lnTo>
                  <a:lnTo>
                    <a:pt x="1241843" y="29477"/>
                  </a:lnTo>
                  <a:lnTo>
                    <a:pt x="1280105" y="28044"/>
                  </a:lnTo>
                  <a:lnTo>
                    <a:pt x="1316922" y="26664"/>
                  </a:lnTo>
                  <a:lnTo>
                    <a:pt x="1352401" y="25335"/>
                  </a:lnTo>
                  <a:lnTo>
                    <a:pt x="1386634" y="24052"/>
                  </a:lnTo>
                  <a:lnTo>
                    <a:pt x="1419707" y="22813"/>
                  </a:lnTo>
                  <a:lnTo>
                    <a:pt x="1451695" y="21615"/>
                  </a:lnTo>
                  <a:lnTo>
                    <a:pt x="1482668" y="20454"/>
                  </a:lnTo>
                  <a:lnTo>
                    <a:pt x="1512687" y="19329"/>
                  </a:lnTo>
                  <a:lnTo>
                    <a:pt x="1541810" y="18238"/>
                  </a:lnTo>
                  <a:lnTo>
                    <a:pt x="1570089" y="17179"/>
                  </a:lnTo>
                  <a:lnTo>
                    <a:pt x="1597571" y="16149"/>
                  </a:lnTo>
                  <a:lnTo>
                    <a:pt x="1624300" y="15148"/>
                  </a:lnTo>
                  <a:lnTo>
                    <a:pt x="1650316" y="14173"/>
                  </a:lnTo>
                  <a:lnTo>
                    <a:pt x="1675657" y="13223"/>
                  </a:lnTo>
                  <a:lnTo>
                    <a:pt x="1700356" y="12298"/>
                  </a:lnTo>
                  <a:lnTo>
                    <a:pt x="1724445" y="11395"/>
                  </a:lnTo>
                  <a:lnTo>
                    <a:pt x="1747953" y="10515"/>
                  </a:lnTo>
                  <a:lnTo>
                    <a:pt x="1770908" y="9655"/>
                  </a:lnTo>
                  <a:lnTo>
                    <a:pt x="1793336" y="8814"/>
                  </a:lnTo>
                  <a:lnTo>
                    <a:pt x="1815259" y="7993"/>
                  </a:lnTo>
                  <a:lnTo>
                    <a:pt x="1836701" y="7189"/>
                  </a:lnTo>
                  <a:lnTo>
                    <a:pt x="1857681" y="6403"/>
                  </a:lnTo>
                  <a:lnTo>
                    <a:pt x="1878220" y="5634"/>
                  </a:lnTo>
                  <a:lnTo>
                    <a:pt x="1898335" y="4880"/>
                  </a:lnTo>
                  <a:lnTo>
                    <a:pt x="1918044" y="4142"/>
                  </a:lnTo>
                  <a:lnTo>
                    <a:pt x="1937362" y="3418"/>
                  </a:lnTo>
                  <a:lnTo>
                    <a:pt x="1956305" y="2708"/>
                  </a:lnTo>
                  <a:lnTo>
                    <a:pt x="1974888" y="2012"/>
                  </a:lnTo>
                  <a:lnTo>
                    <a:pt x="1993123" y="1329"/>
                  </a:lnTo>
                  <a:lnTo>
                    <a:pt x="2011024" y="658"/>
                  </a:lnTo>
                  <a:lnTo>
                    <a:pt x="2028602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pl968"/>
            <p:cNvSpPr/>
            <p:nvPr/>
          </p:nvSpPr>
          <p:spPr>
            <a:xfrm>
              <a:off x="6891247" y="7764608"/>
              <a:ext cx="2028602" cy="322631"/>
            </a:xfrm>
            <a:custGeom>
              <a:avLst/>
              <a:pathLst>
                <a:path w="2028602" h="322631">
                  <a:moveTo>
                    <a:pt x="0" y="322631"/>
                  </a:moveTo>
                  <a:lnTo>
                    <a:pt x="130266" y="301913"/>
                  </a:lnTo>
                  <a:lnTo>
                    <a:pt x="245170" y="283639"/>
                  </a:lnTo>
                  <a:lnTo>
                    <a:pt x="347954" y="267292"/>
                  </a:lnTo>
                  <a:lnTo>
                    <a:pt x="440934" y="252504"/>
                  </a:lnTo>
                  <a:lnTo>
                    <a:pt x="525818" y="239004"/>
                  </a:lnTo>
                  <a:lnTo>
                    <a:pt x="603904" y="226585"/>
                  </a:lnTo>
                  <a:lnTo>
                    <a:pt x="676200" y="215087"/>
                  </a:lnTo>
                  <a:lnTo>
                    <a:pt x="743506" y="204383"/>
                  </a:lnTo>
                  <a:lnTo>
                    <a:pt x="806467" y="194370"/>
                  </a:lnTo>
                  <a:lnTo>
                    <a:pt x="865609" y="184963"/>
                  </a:lnTo>
                  <a:lnTo>
                    <a:pt x="921370" y="176095"/>
                  </a:lnTo>
                  <a:lnTo>
                    <a:pt x="974116" y="167706"/>
                  </a:lnTo>
                  <a:lnTo>
                    <a:pt x="1024155" y="159748"/>
                  </a:lnTo>
                  <a:lnTo>
                    <a:pt x="1071752" y="152178"/>
                  </a:lnTo>
                  <a:lnTo>
                    <a:pt x="1117135" y="144960"/>
                  </a:lnTo>
                  <a:lnTo>
                    <a:pt x="1160500" y="138064"/>
                  </a:lnTo>
                  <a:lnTo>
                    <a:pt x="1202019" y="131460"/>
                  </a:lnTo>
                  <a:lnTo>
                    <a:pt x="1241843" y="125127"/>
                  </a:lnTo>
                  <a:lnTo>
                    <a:pt x="1280105" y="119042"/>
                  </a:lnTo>
                  <a:lnTo>
                    <a:pt x="1316922" y="113186"/>
                  </a:lnTo>
                  <a:lnTo>
                    <a:pt x="1352401" y="107543"/>
                  </a:lnTo>
                  <a:lnTo>
                    <a:pt x="1386634" y="102099"/>
                  </a:lnTo>
                  <a:lnTo>
                    <a:pt x="1419707" y="96839"/>
                  </a:lnTo>
                  <a:lnTo>
                    <a:pt x="1451695" y="91752"/>
                  </a:lnTo>
                  <a:lnTo>
                    <a:pt x="1482668" y="86826"/>
                  </a:lnTo>
                  <a:lnTo>
                    <a:pt x="1512687" y="82051"/>
                  </a:lnTo>
                  <a:lnTo>
                    <a:pt x="1541810" y="77420"/>
                  </a:lnTo>
                  <a:lnTo>
                    <a:pt x="1570089" y="72922"/>
                  </a:lnTo>
                  <a:lnTo>
                    <a:pt x="1597571" y="68551"/>
                  </a:lnTo>
                  <a:lnTo>
                    <a:pt x="1624300" y="64300"/>
                  </a:lnTo>
                  <a:lnTo>
                    <a:pt x="1650316" y="60163"/>
                  </a:lnTo>
                  <a:lnTo>
                    <a:pt x="1675657" y="56132"/>
                  </a:lnTo>
                  <a:lnTo>
                    <a:pt x="1700356" y="52204"/>
                  </a:lnTo>
                  <a:lnTo>
                    <a:pt x="1724445" y="48373"/>
                  </a:lnTo>
                  <a:lnTo>
                    <a:pt x="1747953" y="44634"/>
                  </a:lnTo>
                  <a:lnTo>
                    <a:pt x="1770908" y="40983"/>
                  </a:lnTo>
                  <a:lnTo>
                    <a:pt x="1793336" y="37417"/>
                  </a:lnTo>
                  <a:lnTo>
                    <a:pt x="1815259" y="33930"/>
                  </a:lnTo>
                  <a:lnTo>
                    <a:pt x="1836701" y="30520"/>
                  </a:lnTo>
                  <a:lnTo>
                    <a:pt x="1857681" y="27183"/>
                  </a:lnTo>
                  <a:lnTo>
                    <a:pt x="1878220" y="23916"/>
                  </a:lnTo>
                  <a:lnTo>
                    <a:pt x="1898335" y="20717"/>
                  </a:lnTo>
                  <a:lnTo>
                    <a:pt x="1918044" y="17583"/>
                  </a:lnTo>
                  <a:lnTo>
                    <a:pt x="1937362" y="14510"/>
                  </a:lnTo>
                  <a:lnTo>
                    <a:pt x="1956305" y="11498"/>
                  </a:lnTo>
                  <a:lnTo>
                    <a:pt x="1974888" y="8542"/>
                  </a:lnTo>
                  <a:lnTo>
                    <a:pt x="1993123" y="5642"/>
                  </a:lnTo>
                  <a:lnTo>
                    <a:pt x="2011024" y="2795"/>
                  </a:lnTo>
                  <a:lnTo>
                    <a:pt x="202860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pl969"/>
            <p:cNvSpPr/>
            <p:nvPr/>
          </p:nvSpPr>
          <p:spPr>
            <a:xfrm>
              <a:off x="6891247" y="7844114"/>
              <a:ext cx="2028602" cy="198518"/>
            </a:xfrm>
            <a:custGeom>
              <a:avLst/>
              <a:pathLst>
                <a:path w="2028602" h="198518">
                  <a:moveTo>
                    <a:pt x="0" y="198518"/>
                  </a:moveTo>
                  <a:lnTo>
                    <a:pt x="130266" y="185771"/>
                  </a:lnTo>
                  <a:lnTo>
                    <a:pt x="245170" y="174526"/>
                  </a:lnTo>
                  <a:lnTo>
                    <a:pt x="347954" y="164468"/>
                  </a:lnTo>
                  <a:lnTo>
                    <a:pt x="440934" y="155369"/>
                  </a:lnTo>
                  <a:lnTo>
                    <a:pt x="525818" y="147062"/>
                  </a:lnTo>
                  <a:lnTo>
                    <a:pt x="603904" y="139420"/>
                  </a:lnTo>
                  <a:lnTo>
                    <a:pt x="676200" y="132345"/>
                  </a:lnTo>
                  <a:lnTo>
                    <a:pt x="743506" y="125759"/>
                  </a:lnTo>
                  <a:lnTo>
                    <a:pt x="806467" y="119598"/>
                  </a:lnTo>
                  <a:lnTo>
                    <a:pt x="865609" y="113810"/>
                  </a:lnTo>
                  <a:lnTo>
                    <a:pt x="921370" y="108353"/>
                  </a:lnTo>
                  <a:lnTo>
                    <a:pt x="974116" y="103191"/>
                  </a:lnTo>
                  <a:lnTo>
                    <a:pt x="1024155" y="98295"/>
                  </a:lnTo>
                  <a:lnTo>
                    <a:pt x="1071752" y="93637"/>
                  </a:lnTo>
                  <a:lnTo>
                    <a:pt x="1117135" y="89196"/>
                  </a:lnTo>
                  <a:lnTo>
                    <a:pt x="1160500" y="84952"/>
                  </a:lnTo>
                  <a:lnTo>
                    <a:pt x="1202019" y="80889"/>
                  </a:lnTo>
                  <a:lnTo>
                    <a:pt x="1241843" y="76992"/>
                  </a:lnTo>
                  <a:lnTo>
                    <a:pt x="1280105" y="73247"/>
                  </a:lnTo>
                  <a:lnTo>
                    <a:pt x="1316922" y="69644"/>
                  </a:lnTo>
                  <a:lnTo>
                    <a:pt x="1352401" y="66172"/>
                  </a:lnTo>
                  <a:lnTo>
                    <a:pt x="1386634" y="62822"/>
                  </a:lnTo>
                  <a:lnTo>
                    <a:pt x="1419707" y="59586"/>
                  </a:lnTo>
                  <a:lnTo>
                    <a:pt x="1451695" y="56456"/>
                  </a:lnTo>
                  <a:lnTo>
                    <a:pt x="1482668" y="53425"/>
                  </a:lnTo>
                  <a:lnTo>
                    <a:pt x="1512687" y="50487"/>
                  </a:lnTo>
                  <a:lnTo>
                    <a:pt x="1541810" y="47637"/>
                  </a:lnTo>
                  <a:lnTo>
                    <a:pt x="1570089" y="44870"/>
                  </a:lnTo>
                  <a:lnTo>
                    <a:pt x="1597571" y="42180"/>
                  </a:lnTo>
                  <a:lnTo>
                    <a:pt x="1624300" y="39564"/>
                  </a:lnTo>
                  <a:lnTo>
                    <a:pt x="1650316" y="37018"/>
                  </a:lnTo>
                  <a:lnTo>
                    <a:pt x="1675657" y="34539"/>
                  </a:lnTo>
                  <a:lnTo>
                    <a:pt x="1700356" y="32122"/>
                  </a:lnTo>
                  <a:lnTo>
                    <a:pt x="1724445" y="29764"/>
                  </a:lnTo>
                  <a:lnTo>
                    <a:pt x="1747953" y="27464"/>
                  </a:lnTo>
                  <a:lnTo>
                    <a:pt x="1770908" y="25217"/>
                  </a:lnTo>
                  <a:lnTo>
                    <a:pt x="1793336" y="23023"/>
                  </a:lnTo>
                  <a:lnTo>
                    <a:pt x="1815259" y="20877"/>
                  </a:lnTo>
                  <a:lnTo>
                    <a:pt x="1836701" y="18779"/>
                  </a:lnTo>
                  <a:lnTo>
                    <a:pt x="1857681" y="16726"/>
                  </a:lnTo>
                  <a:lnTo>
                    <a:pt x="1878220" y="14716"/>
                  </a:lnTo>
                  <a:lnTo>
                    <a:pt x="1898335" y="12747"/>
                  </a:lnTo>
                  <a:lnTo>
                    <a:pt x="1918044" y="10819"/>
                  </a:lnTo>
                  <a:lnTo>
                    <a:pt x="1937362" y="8928"/>
                  </a:lnTo>
                  <a:lnTo>
                    <a:pt x="1956305" y="7074"/>
                  </a:lnTo>
                  <a:lnTo>
                    <a:pt x="1974888" y="5256"/>
                  </a:lnTo>
                  <a:lnTo>
                    <a:pt x="1993123" y="3471"/>
                  </a:lnTo>
                  <a:lnTo>
                    <a:pt x="2011024" y="1720"/>
                  </a:lnTo>
                  <a:lnTo>
                    <a:pt x="202860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1" name="pl970"/>
            <p:cNvSpPr/>
            <p:nvPr/>
          </p:nvSpPr>
          <p:spPr>
            <a:xfrm>
              <a:off x="6891247" y="7822224"/>
              <a:ext cx="2028602" cy="234437"/>
            </a:xfrm>
            <a:custGeom>
              <a:avLst/>
              <a:pathLst>
                <a:path w="2028602" h="234437">
                  <a:moveTo>
                    <a:pt x="0" y="0"/>
                  </a:moveTo>
                  <a:lnTo>
                    <a:pt x="130266" y="15054"/>
                  </a:lnTo>
                  <a:lnTo>
                    <a:pt x="245170" y="28333"/>
                  </a:lnTo>
                  <a:lnTo>
                    <a:pt x="347954" y="40211"/>
                  </a:lnTo>
                  <a:lnTo>
                    <a:pt x="440934" y="50957"/>
                  </a:lnTo>
                  <a:lnTo>
                    <a:pt x="525818" y="60766"/>
                  </a:lnTo>
                  <a:lnTo>
                    <a:pt x="603904" y="69790"/>
                  </a:lnTo>
                  <a:lnTo>
                    <a:pt x="676200" y="78145"/>
                  </a:lnTo>
                  <a:lnTo>
                    <a:pt x="743506" y="85924"/>
                  </a:lnTo>
                  <a:lnTo>
                    <a:pt x="806467" y="93200"/>
                  </a:lnTo>
                  <a:lnTo>
                    <a:pt x="865609" y="100034"/>
                  </a:lnTo>
                  <a:lnTo>
                    <a:pt x="921370" y="106479"/>
                  </a:lnTo>
                  <a:lnTo>
                    <a:pt x="974116" y="112574"/>
                  </a:lnTo>
                  <a:lnTo>
                    <a:pt x="1024155" y="118357"/>
                  </a:lnTo>
                  <a:lnTo>
                    <a:pt x="1071752" y="123858"/>
                  </a:lnTo>
                  <a:lnTo>
                    <a:pt x="1117135" y="129102"/>
                  </a:lnTo>
                  <a:lnTo>
                    <a:pt x="1160500" y="134114"/>
                  </a:lnTo>
                  <a:lnTo>
                    <a:pt x="1202019" y="138912"/>
                  </a:lnTo>
                  <a:lnTo>
                    <a:pt x="1241843" y="143514"/>
                  </a:lnTo>
                  <a:lnTo>
                    <a:pt x="1280105" y="147936"/>
                  </a:lnTo>
                  <a:lnTo>
                    <a:pt x="1316922" y="152191"/>
                  </a:lnTo>
                  <a:lnTo>
                    <a:pt x="1352401" y="156291"/>
                  </a:lnTo>
                  <a:lnTo>
                    <a:pt x="1386634" y="160247"/>
                  </a:lnTo>
                  <a:lnTo>
                    <a:pt x="1419707" y="164069"/>
                  </a:lnTo>
                  <a:lnTo>
                    <a:pt x="1451695" y="167766"/>
                  </a:lnTo>
                  <a:lnTo>
                    <a:pt x="1482668" y="171345"/>
                  </a:lnTo>
                  <a:lnTo>
                    <a:pt x="1512687" y="174815"/>
                  </a:lnTo>
                  <a:lnTo>
                    <a:pt x="1541810" y="178180"/>
                  </a:lnTo>
                  <a:lnTo>
                    <a:pt x="1570089" y="181448"/>
                  </a:lnTo>
                  <a:lnTo>
                    <a:pt x="1597571" y="184624"/>
                  </a:lnTo>
                  <a:lnTo>
                    <a:pt x="1624300" y="187713"/>
                  </a:lnTo>
                  <a:lnTo>
                    <a:pt x="1650316" y="190720"/>
                  </a:lnTo>
                  <a:lnTo>
                    <a:pt x="1675657" y="193648"/>
                  </a:lnTo>
                  <a:lnTo>
                    <a:pt x="1700356" y="196503"/>
                  </a:lnTo>
                  <a:lnTo>
                    <a:pt x="1724445" y="199286"/>
                  </a:lnTo>
                  <a:lnTo>
                    <a:pt x="1747953" y="202003"/>
                  </a:lnTo>
                  <a:lnTo>
                    <a:pt x="1770908" y="204656"/>
                  </a:lnTo>
                  <a:lnTo>
                    <a:pt x="1793336" y="207248"/>
                  </a:lnTo>
                  <a:lnTo>
                    <a:pt x="1815259" y="209782"/>
                  </a:lnTo>
                  <a:lnTo>
                    <a:pt x="1836701" y="212259"/>
                  </a:lnTo>
                  <a:lnTo>
                    <a:pt x="1857681" y="214684"/>
                  </a:lnTo>
                  <a:lnTo>
                    <a:pt x="1878220" y="217058"/>
                  </a:lnTo>
                  <a:lnTo>
                    <a:pt x="1898335" y="219382"/>
                  </a:lnTo>
                  <a:lnTo>
                    <a:pt x="1918044" y="221660"/>
                  </a:lnTo>
                  <a:lnTo>
                    <a:pt x="1937362" y="223892"/>
                  </a:lnTo>
                  <a:lnTo>
                    <a:pt x="1956305" y="226082"/>
                  </a:lnTo>
                  <a:lnTo>
                    <a:pt x="1974888" y="228229"/>
                  </a:lnTo>
                  <a:lnTo>
                    <a:pt x="1993123" y="230337"/>
                  </a:lnTo>
                  <a:lnTo>
                    <a:pt x="2011024" y="232405"/>
                  </a:lnTo>
                  <a:lnTo>
                    <a:pt x="2028602" y="234437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2" name="pl971"/>
            <p:cNvSpPr/>
            <p:nvPr/>
          </p:nvSpPr>
          <p:spPr>
            <a:xfrm>
              <a:off x="6891247" y="7806690"/>
              <a:ext cx="2028602" cy="381110"/>
            </a:xfrm>
            <a:custGeom>
              <a:avLst/>
              <a:pathLst>
                <a:path w="2028602" h="381110">
                  <a:moveTo>
                    <a:pt x="0" y="0"/>
                  </a:moveTo>
                  <a:lnTo>
                    <a:pt x="130266" y="24473"/>
                  </a:lnTo>
                  <a:lnTo>
                    <a:pt x="245170" y="46059"/>
                  </a:lnTo>
                  <a:lnTo>
                    <a:pt x="347954" y="65369"/>
                  </a:lnTo>
                  <a:lnTo>
                    <a:pt x="440934" y="82837"/>
                  </a:lnTo>
                  <a:lnTo>
                    <a:pt x="525818" y="98784"/>
                  </a:lnTo>
                  <a:lnTo>
                    <a:pt x="603904" y="113454"/>
                  </a:lnTo>
                  <a:lnTo>
                    <a:pt x="676200" y="127036"/>
                  </a:lnTo>
                  <a:lnTo>
                    <a:pt x="743506" y="139681"/>
                  </a:lnTo>
                  <a:lnTo>
                    <a:pt x="806467" y="151509"/>
                  </a:lnTo>
                  <a:lnTo>
                    <a:pt x="865609" y="162620"/>
                  </a:lnTo>
                  <a:lnTo>
                    <a:pt x="921370" y="173096"/>
                  </a:lnTo>
                  <a:lnTo>
                    <a:pt x="974116" y="183005"/>
                  </a:lnTo>
                  <a:lnTo>
                    <a:pt x="1024155" y="192406"/>
                  </a:lnTo>
                  <a:lnTo>
                    <a:pt x="1071752" y="201348"/>
                  </a:lnTo>
                  <a:lnTo>
                    <a:pt x="1117135" y="209874"/>
                  </a:lnTo>
                  <a:lnTo>
                    <a:pt x="1160500" y="218021"/>
                  </a:lnTo>
                  <a:lnTo>
                    <a:pt x="1202019" y="225821"/>
                  </a:lnTo>
                  <a:lnTo>
                    <a:pt x="1241843" y="233303"/>
                  </a:lnTo>
                  <a:lnTo>
                    <a:pt x="1280105" y="240491"/>
                  </a:lnTo>
                  <a:lnTo>
                    <a:pt x="1316922" y="247408"/>
                  </a:lnTo>
                  <a:lnTo>
                    <a:pt x="1352401" y="254073"/>
                  </a:lnTo>
                  <a:lnTo>
                    <a:pt x="1386634" y="260504"/>
                  </a:lnTo>
                  <a:lnTo>
                    <a:pt x="1419707" y="266718"/>
                  </a:lnTo>
                  <a:lnTo>
                    <a:pt x="1451695" y="272727"/>
                  </a:lnTo>
                  <a:lnTo>
                    <a:pt x="1482668" y="278546"/>
                  </a:lnTo>
                  <a:lnTo>
                    <a:pt x="1512687" y="284186"/>
                  </a:lnTo>
                  <a:lnTo>
                    <a:pt x="1541810" y="289657"/>
                  </a:lnTo>
                  <a:lnTo>
                    <a:pt x="1570089" y="294970"/>
                  </a:lnTo>
                  <a:lnTo>
                    <a:pt x="1597571" y="300133"/>
                  </a:lnTo>
                  <a:lnTo>
                    <a:pt x="1624300" y="305154"/>
                  </a:lnTo>
                  <a:lnTo>
                    <a:pt x="1650316" y="310042"/>
                  </a:lnTo>
                  <a:lnTo>
                    <a:pt x="1675657" y="314803"/>
                  </a:lnTo>
                  <a:lnTo>
                    <a:pt x="1700356" y="319443"/>
                  </a:lnTo>
                  <a:lnTo>
                    <a:pt x="1724445" y="323968"/>
                  </a:lnTo>
                  <a:lnTo>
                    <a:pt x="1747953" y="328385"/>
                  </a:lnTo>
                  <a:lnTo>
                    <a:pt x="1770908" y="332697"/>
                  </a:lnTo>
                  <a:lnTo>
                    <a:pt x="1793336" y="336911"/>
                  </a:lnTo>
                  <a:lnTo>
                    <a:pt x="1815259" y="341029"/>
                  </a:lnTo>
                  <a:lnTo>
                    <a:pt x="1836701" y="345058"/>
                  </a:lnTo>
                  <a:lnTo>
                    <a:pt x="1857681" y="348999"/>
                  </a:lnTo>
                  <a:lnTo>
                    <a:pt x="1878220" y="352858"/>
                  </a:lnTo>
                  <a:lnTo>
                    <a:pt x="1898335" y="356637"/>
                  </a:lnTo>
                  <a:lnTo>
                    <a:pt x="1918044" y="360339"/>
                  </a:lnTo>
                  <a:lnTo>
                    <a:pt x="1937362" y="363969"/>
                  </a:lnTo>
                  <a:lnTo>
                    <a:pt x="1956305" y="367528"/>
                  </a:lnTo>
                  <a:lnTo>
                    <a:pt x="1974888" y="371019"/>
                  </a:lnTo>
                  <a:lnTo>
                    <a:pt x="1993123" y="374445"/>
                  </a:lnTo>
                  <a:lnTo>
                    <a:pt x="2011024" y="377807"/>
                  </a:lnTo>
                  <a:lnTo>
                    <a:pt x="2028602" y="38111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3" name="pl972"/>
            <p:cNvSpPr/>
            <p:nvPr/>
          </p:nvSpPr>
          <p:spPr>
            <a:xfrm>
              <a:off x="6891247" y="8166926"/>
              <a:ext cx="2028602" cy="163852"/>
            </a:xfrm>
            <a:custGeom>
              <a:avLst/>
              <a:pathLst>
                <a:path w="2028602" h="163852">
                  <a:moveTo>
                    <a:pt x="0" y="0"/>
                  </a:moveTo>
                  <a:lnTo>
                    <a:pt x="130266" y="10521"/>
                  </a:lnTo>
                  <a:lnTo>
                    <a:pt x="245170" y="19802"/>
                  </a:lnTo>
                  <a:lnTo>
                    <a:pt x="347954" y="28104"/>
                  </a:lnTo>
                  <a:lnTo>
                    <a:pt x="440934" y="35614"/>
                  </a:lnTo>
                  <a:lnTo>
                    <a:pt x="525818" y="42470"/>
                  </a:lnTo>
                  <a:lnTo>
                    <a:pt x="603904" y="48777"/>
                  </a:lnTo>
                  <a:lnTo>
                    <a:pt x="676200" y="54617"/>
                  </a:lnTo>
                  <a:lnTo>
                    <a:pt x="743506" y="60053"/>
                  </a:lnTo>
                  <a:lnTo>
                    <a:pt x="806467" y="65139"/>
                  </a:lnTo>
                  <a:lnTo>
                    <a:pt x="865609" y="69916"/>
                  </a:lnTo>
                  <a:lnTo>
                    <a:pt x="921370" y="74420"/>
                  </a:lnTo>
                  <a:lnTo>
                    <a:pt x="974116" y="78680"/>
                  </a:lnTo>
                  <a:lnTo>
                    <a:pt x="1024155" y="82722"/>
                  </a:lnTo>
                  <a:lnTo>
                    <a:pt x="1071752" y="86566"/>
                  </a:lnTo>
                  <a:lnTo>
                    <a:pt x="1117135" y="90232"/>
                  </a:lnTo>
                  <a:lnTo>
                    <a:pt x="1160500" y="93734"/>
                  </a:lnTo>
                  <a:lnTo>
                    <a:pt x="1202019" y="97088"/>
                  </a:lnTo>
                  <a:lnTo>
                    <a:pt x="1241843" y="100304"/>
                  </a:lnTo>
                  <a:lnTo>
                    <a:pt x="1280105" y="103395"/>
                  </a:lnTo>
                  <a:lnTo>
                    <a:pt x="1316922" y="106369"/>
                  </a:lnTo>
                  <a:lnTo>
                    <a:pt x="1352401" y="109234"/>
                  </a:lnTo>
                  <a:lnTo>
                    <a:pt x="1386634" y="111999"/>
                  </a:lnTo>
                  <a:lnTo>
                    <a:pt x="1419707" y="114671"/>
                  </a:lnTo>
                  <a:lnTo>
                    <a:pt x="1451695" y="117254"/>
                  </a:lnTo>
                  <a:lnTo>
                    <a:pt x="1482668" y="119756"/>
                  </a:lnTo>
                  <a:lnTo>
                    <a:pt x="1512687" y="122181"/>
                  </a:lnTo>
                  <a:lnTo>
                    <a:pt x="1541810" y="124533"/>
                  </a:lnTo>
                  <a:lnTo>
                    <a:pt x="1570089" y="126817"/>
                  </a:lnTo>
                  <a:lnTo>
                    <a:pt x="1597571" y="129037"/>
                  </a:lnTo>
                  <a:lnTo>
                    <a:pt x="1624300" y="131196"/>
                  </a:lnTo>
                  <a:lnTo>
                    <a:pt x="1650316" y="133297"/>
                  </a:lnTo>
                  <a:lnTo>
                    <a:pt x="1675657" y="135344"/>
                  </a:lnTo>
                  <a:lnTo>
                    <a:pt x="1700356" y="137339"/>
                  </a:lnTo>
                  <a:lnTo>
                    <a:pt x="1724445" y="139285"/>
                  </a:lnTo>
                  <a:lnTo>
                    <a:pt x="1747953" y="141183"/>
                  </a:lnTo>
                  <a:lnTo>
                    <a:pt x="1770908" y="143038"/>
                  </a:lnTo>
                  <a:lnTo>
                    <a:pt x="1793336" y="144849"/>
                  </a:lnTo>
                  <a:lnTo>
                    <a:pt x="1815259" y="146620"/>
                  </a:lnTo>
                  <a:lnTo>
                    <a:pt x="1836701" y="148352"/>
                  </a:lnTo>
                  <a:lnTo>
                    <a:pt x="1857681" y="150046"/>
                  </a:lnTo>
                  <a:lnTo>
                    <a:pt x="1878220" y="151705"/>
                  </a:lnTo>
                  <a:lnTo>
                    <a:pt x="1898335" y="153330"/>
                  </a:lnTo>
                  <a:lnTo>
                    <a:pt x="1918044" y="154922"/>
                  </a:lnTo>
                  <a:lnTo>
                    <a:pt x="1937362" y="156482"/>
                  </a:lnTo>
                  <a:lnTo>
                    <a:pt x="1956305" y="158012"/>
                  </a:lnTo>
                  <a:lnTo>
                    <a:pt x="1974888" y="159513"/>
                  </a:lnTo>
                  <a:lnTo>
                    <a:pt x="1993123" y="160986"/>
                  </a:lnTo>
                  <a:lnTo>
                    <a:pt x="2011024" y="162432"/>
                  </a:lnTo>
                  <a:lnTo>
                    <a:pt x="2028602" y="163852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4" name="pl973"/>
            <p:cNvSpPr/>
            <p:nvPr/>
          </p:nvSpPr>
          <p:spPr>
            <a:xfrm>
              <a:off x="6891247" y="8121463"/>
              <a:ext cx="2028602" cy="81429"/>
            </a:xfrm>
            <a:custGeom>
              <a:avLst/>
              <a:pathLst>
                <a:path w="2028602" h="81429">
                  <a:moveTo>
                    <a:pt x="0" y="0"/>
                  </a:moveTo>
                  <a:lnTo>
                    <a:pt x="130266" y="5228"/>
                  </a:lnTo>
                  <a:lnTo>
                    <a:pt x="245170" y="9841"/>
                  </a:lnTo>
                  <a:lnTo>
                    <a:pt x="347954" y="13967"/>
                  </a:lnTo>
                  <a:lnTo>
                    <a:pt x="440934" y="17699"/>
                  </a:lnTo>
                  <a:lnTo>
                    <a:pt x="525818" y="21106"/>
                  </a:lnTo>
                  <a:lnTo>
                    <a:pt x="603904" y="24241"/>
                  </a:lnTo>
                  <a:lnTo>
                    <a:pt x="676200" y="27143"/>
                  </a:lnTo>
                  <a:lnTo>
                    <a:pt x="743506" y="29844"/>
                  </a:lnTo>
                  <a:lnTo>
                    <a:pt x="806467" y="32372"/>
                  </a:lnTo>
                  <a:lnTo>
                    <a:pt x="865609" y="34746"/>
                  </a:lnTo>
                  <a:lnTo>
                    <a:pt x="921370" y="36984"/>
                  </a:lnTo>
                  <a:lnTo>
                    <a:pt x="974116" y="39101"/>
                  </a:lnTo>
                  <a:lnTo>
                    <a:pt x="1024155" y="41110"/>
                  </a:lnTo>
                  <a:lnTo>
                    <a:pt x="1071752" y="43020"/>
                  </a:lnTo>
                  <a:lnTo>
                    <a:pt x="1117135" y="44842"/>
                  </a:lnTo>
                  <a:lnTo>
                    <a:pt x="1160500" y="46583"/>
                  </a:lnTo>
                  <a:lnTo>
                    <a:pt x="1202019" y="48249"/>
                  </a:lnTo>
                  <a:lnTo>
                    <a:pt x="1241843" y="49848"/>
                  </a:lnTo>
                  <a:lnTo>
                    <a:pt x="1280105" y="51384"/>
                  </a:lnTo>
                  <a:lnTo>
                    <a:pt x="1316922" y="52862"/>
                  </a:lnTo>
                  <a:lnTo>
                    <a:pt x="1352401" y="54286"/>
                  </a:lnTo>
                  <a:lnTo>
                    <a:pt x="1386634" y="55660"/>
                  </a:lnTo>
                  <a:lnTo>
                    <a:pt x="1419707" y="56988"/>
                  </a:lnTo>
                  <a:lnTo>
                    <a:pt x="1451695" y="58272"/>
                  </a:lnTo>
                  <a:lnTo>
                    <a:pt x="1482668" y="59515"/>
                  </a:lnTo>
                  <a:lnTo>
                    <a:pt x="1512687" y="60720"/>
                  </a:lnTo>
                  <a:lnTo>
                    <a:pt x="1541810" y="61889"/>
                  </a:lnTo>
                  <a:lnTo>
                    <a:pt x="1570089" y="63024"/>
                  </a:lnTo>
                  <a:lnTo>
                    <a:pt x="1597571" y="64127"/>
                  </a:lnTo>
                  <a:lnTo>
                    <a:pt x="1624300" y="65200"/>
                  </a:lnTo>
                  <a:lnTo>
                    <a:pt x="1650316" y="66244"/>
                  </a:lnTo>
                  <a:lnTo>
                    <a:pt x="1675657" y="67261"/>
                  </a:lnTo>
                  <a:lnTo>
                    <a:pt x="1700356" y="68253"/>
                  </a:lnTo>
                  <a:lnTo>
                    <a:pt x="1724445" y="69220"/>
                  </a:lnTo>
                  <a:lnTo>
                    <a:pt x="1747953" y="70164"/>
                  </a:lnTo>
                  <a:lnTo>
                    <a:pt x="1770908" y="71085"/>
                  </a:lnTo>
                  <a:lnTo>
                    <a:pt x="1793336" y="71985"/>
                  </a:lnTo>
                  <a:lnTo>
                    <a:pt x="1815259" y="72865"/>
                  </a:lnTo>
                  <a:lnTo>
                    <a:pt x="1836701" y="73726"/>
                  </a:lnTo>
                  <a:lnTo>
                    <a:pt x="1857681" y="74568"/>
                  </a:lnTo>
                  <a:lnTo>
                    <a:pt x="1878220" y="75393"/>
                  </a:lnTo>
                  <a:lnTo>
                    <a:pt x="1898335" y="76200"/>
                  </a:lnTo>
                  <a:lnTo>
                    <a:pt x="1918044" y="76991"/>
                  </a:lnTo>
                  <a:lnTo>
                    <a:pt x="1937362" y="77767"/>
                  </a:lnTo>
                  <a:lnTo>
                    <a:pt x="1956305" y="78527"/>
                  </a:lnTo>
                  <a:lnTo>
                    <a:pt x="1974888" y="79273"/>
                  </a:lnTo>
                  <a:lnTo>
                    <a:pt x="1993123" y="80005"/>
                  </a:lnTo>
                  <a:lnTo>
                    <a:pt x="2011024" y="80723"/>
                  </a:lnTo>
                  <a:lnTo>
                    <a:pt x="2028602" y="81429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5" name="pl974"/>
            <p:cNvSpPr/>
            <p:nvPr/>
          </p:nvSpPr>
          <p:spPr>
            <a:xfrm>
              <a:off x="6891247" y="8097489"/>
              <a:ext cx="2028602" cy="16944"/>
            </a:xfrm>
            <a:custGeom>
              <a:avLst/>
              <a:pathLst>
                <a:path w="2028602" h="16944">
                  <a:moveTo>
                    <a:pt x="0" y="0"/>
                  </a:moveTo>
                  <a:lnTo>
                    <a:pt x="130266" y="1088"/>
                  </a:lnTo>
                  <a:lnTo>
                    <a:pt x="245170" y="2047"/>
                  </a:lnTo>
                  <a:lnTo>
                    <a:pt x="347954" y="2906"/>
                  </a:lnTo>
                  <a:lnTo>
                    <a:pt x="440934" y="3683"/>
                  </a:lnTo>
                  <a:lnTo>
                    <a:pt x="525818" y="4392"/>
                  </a:lnTo>
                  <a:lnTo>
                    <a:pt x="603904" y="5044"/>
                  </a:lnTo>
                  <a:lnTo>
                    <a:pt x="676200" y="5648"/>
                  </a:lnTo>
                  <a:lnTo>
                    <a:pt x="743506" y="6210"/>
                  </a:lnTo>
                  <a:lnTo>
                    <a:pt x="806467" y="6736"/>
                  </a:lnTo>
                  <a:lnTo>
                    <a:pt x="865609" y="7230"/>
                  </a:lnTo>
                  <a:lnTo>
                    <a:pt x="921370" y="7696"/>
                  </a:lnTo>
                  <a:lnTo>
                    <a:pt x="974116" y="8136"/>
                  </a:lnTo>
                  <a:lnTo>
                    <a:pt x="1024155" y="8554"/>
                  </a:lnTo>
                  <a:lnTo>
                    <a:pt x="1071752" y="8952"/>
                  </a:lnTo>
                  <a:lnTo>
                    <a:pt x="1117135" y="9331"/>
                  </a:lnTo>
                  <a:lnTo>
                    <a:pt x="1160500" y="9693"/>
                  </a:lnTo>
                  <a:lnTo>
                    <a:pt x="1202019" y="10040"/>
                  </a:lnTo>
                  <a:lnTo>
                    <a:pt x="1241843" y="10373"/>
                  </a:lnTo>
                  <a:lnTo>
                    <a:pt x="1280105" y="10692"/>
                  </a:lnTo>
                  <a:lnTo>
                    <a:pt x="1316922" y="11000"/>
                  </a:lnTo>
                  <a:lnTo>
                    <a:pt x="1352401" y="11296"/>
                  </a:lnTo>
                  <a:lnTo>
                    <a:pt x="1386634" y="11582"/>
                  </a:lnTo>
                  <a:lnTo>
                    <a:pt x="1419707" y="11858"/>
                  </a:lnTo>
                  <a:lnTo>
                    <a:pt x="1451695" y="12125"/>
                  </a:lnTo>
                  <a:lnTo>
                    <a:pt x="1482668" y="12384"/>
                  </a:lnTo>
                  <a:lnTo>
                    <a:pt x="1512687" y="12635"/>
                  </a:lnTo>
                  <a:lnTo>
                    <a:pt x="1541810" y="12878"/>
                  </a:lnTo>
                  <a:lnTo>
                    <a:pt x="1570089" y="13114"/>
                  </a:lnTo>
                  <a:lnTo>
                    <a:pt x="1597571" y="13344"/>
                  </a:lnTo>
                  <a:lnTo>
                    <a:pt x="1624300" y="13567"/>
                  </a:lnTo>
                  <a:lnTo>
                    <a:pt x="1650316" y="13785"/>
                  </a:lnTo>
                  <a:lnTo>
                    <a:pt x="1675657" y="13996"/>
                  </a:lnTo>
                  <a:lnTo>
                    <a:pt x="1700356" y="14202"/>
                  </a:lnTo>
                  <a:lnTo>
                    <a:pt x="1724445" y="14404"/>
                  </a:lnTo>
                  <a:lnTo>
                    <a:pt x="1747953" y="14600"/>
                  </a:lnTo>
                  <a:lnTo>
                    <a:pt x="1770908" y="14792"/>
                  </a:lnTo>
                  <a:lnTo>
                    <a:pt x="1793336" y="14979"/>
                  </a:lnTo>
                  <a:lnTo>
                    <a:pt x="1815259" y="15162"/>
                  </a:lnTo>
                  <a:lnTo>
                    <a:pt x="1836701" y="15341"/>
                  </a:lnTo>
                  <a:lnTo>
                    <a:pt x="1857681" y="15517"/>
                  </a:lnTo>
                  <a:lnTo>
                    <a:pt x="1878220" y="15688"/>
                  </a:lnTo>
                  <a:lnTo>
                    <a:pt x="1898335" y="15856"/>
                  </a:lnTo>
                  <a:lnTo>
                    <a:pt x="1918044" y="16021"/>
                  </a:lnTo>
                  <a:lnTo>
                    <a:pt x="1937362" y="16182"/>
                  </a:lnTo>
                  <a:lnTo>
                    <a:pt x="1956305" y="16340"/>
                  </a:lnTo>
                  <a:lnTo>
                    <a:pt x="1974888" y="16496"/>
                  </a:lnTo>
                  <a:lnTo>
                    <a:pt x="1993123" y="16648"/>
                  </a:lnTo>
                  <a:lnTo>
                    <a:pt x="2011024" y="16797"/>
                  </a:lnTo>
                  <a:lnTo>
                    <a:pt x="2028602" y="16944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6" name="rc975"/>
            <p:cNvSpPr/>
            <p:nvPr/>
          </p:nvSpPr>
          <p:spPr>
            <a:xfrm>
              <a:off x="6742685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77" name="pl976"/>
            <p:cNvSpPr/>
            <p:nvPr/>
          </p:nvSpPr>
          <p:spPr>
            <a:xfrm>
              <a:off x="6742685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7"/>
            <p:cNvSpPr/>
            <p:nvPr/>
          </p:nvSpPr>
          <p:spPr>
            <a:xfrm>
              <a:off x="6704728" y="847647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8"/>
            <p:cNvSpPr/>
            <p:nvPr/>
          </p:nvSpPr>
          <p:spPr>
            <a:xfrm>
              <a:off x="6704728" y="802280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79"/>
            <p:cNvSpPr/>
            <p:nvPr/>
          </p:nvSpPr>
          <p:spPr>
            <a:xfrm>
              <a:off x="6704728" y="756913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0"/>
            <p:cNvSpPr/>
            <p:nvPr/>
          </p:nvSpPr>
          <p:spPr>
            <a:xfrm>
              <a:off x="6704728" y="711546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1"/>
            <p:cNvSpPr/>
            <p:nvPr/>
          </p:nvSpPr>
          <p:spPr>
            <a:xfrm>
              <a:off x="6704728" y="666179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2"/>
            <p:cNvSpPr/>
            <p:nvPr/>
          </p:nvSpPr>
          <p:spPr>
            <a:xfrm>
              <a:off x="6742685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3"/>
            <p:cNvSpPr/>
            <p:nvPr/>
          </p:nvSpPr>
          <p:spPr>
            <a:xfrm>
              <a:off x="6891247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4"/>
            <p:cNvSpPr/>
            <p:nvPr/>
          </p:nvSpPr>
          <p:spPr>
            <a:xfrm>
              <a:off x="7567448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5"/>
            <p:cNvSpPr/>
            <p:nvPr/>
          </p:nvSpPr>
          <p:spPr>
            <a:xfrm>
              <a:off x="8243648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6"/>
            <p:cNvSpPr/>
            <p:nvPr/>
          </p:nvSpPr>
          <p:spPr>
            <a:xfrm>
              <a:off x="8919849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tx987"/>
            <p:cNvSpPr/>
            <p:nvPr/>
          </p:nvSpPr>
          <p:spPr>
            <a:xfrm>
              <a:off x="6852385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89" name="tx988"/>
            <p:cNvSpPr/>
            <p:nvPr/>
          </p:nvSpPr>
          <p:spPr>
            <a:xfrm>
              <a:off x="7528586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90" name="tx989"/>
            <p:cNvSpPr/>
            <p:nvPr/>
          </p:nvSpPr>
          <p:spPr>
            <a:xfrm>
              <a:off x="8204786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91" name="tx990"/>
            <p:cNvSpPr/>
            <p:nvPr/>
          </p:nvSpPr>
          <p:spPr>
            <a:xfrm>
              <a:off x="8880987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92" name="tx991"/>
            <p:cNvSpPr/>
            <p:nvPr/>
          </p:nvSpPr>
          <p:spPr>
            <a:xfrm>
              <a:off x="7539993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993" name="tx992"/>
            <p:cNvSpPr/>
            <p:nvPr/>
          </p:nvSpPr>
          <p:spPr>
            <a:xfrm>
              <a:off x="6742685" y="6347601"/>
              <a:ext cx="582381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(j) RTD</a:t>
              </a:r>
            </a:p>
          </p:txBody>
        </p:sp>
        <p:sp>
          <p:nvSpPr>
            <p:cNvPr id="994" name="rc993"/>
            <p:cNvSpPr/>
            <p:nvPr/>
          </p:nvSpPr>
          <p:spPr>
            <a:xfrm>
              <a:off x="9362389" y="6590760"/>
              <a:ext cx="2328695" cy="208437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9502218" y="8031676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9473113" y="814912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9514003" y="8267977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9438939" y="7550868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9519380" y="8098980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9440136" y="759041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9446234" y="8515462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9450754" y="8255164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9465941" y="761536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9492886" y="7449586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0133578" y="792514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10122692" y="755657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0135670" y="819839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10144026" y="849301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0184243" y="6656204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10210360" y="6813775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0146054" y="838894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10127179" y="854718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0176491" y="8527816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10186715" y="8324350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0132274" y="840807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10191380" y="8477630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10186796" y="8419995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10205832" y="841039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10192621" y="831170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10211298" y="8159680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10187819" y="852441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10134102" y="822450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10861462" y="820186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10846111" y="8551091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10817540" y="8395030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10815932" y="8457048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10829336" y="8034187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10832135" y="829110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10861053" y="7949940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10858568" y="8201827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10843132" y="8304281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10818615" y="8117218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10794639" y="847253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10840601" y="7645266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10823158" y="8386171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0826773" y="848346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0854878" y="7518618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10876548" y="808253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0828691" y="793136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10880608" y="8368602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0863629" y="8211134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10846720" y="7953638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1555935" y="832505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11502433" y="8261648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1477378" y="8099552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11542253" y="8311588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11476488" y="8027646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1522960" y="8218738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11513290" y="8102322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11526867" y="8166974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1477211" y="8251073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1538038" y="7791607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1539536" y="844329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1550441" y="8276741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1528618" y="8281619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11477281" y="8499607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1484393" y="818499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11498935" y="8496436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11502746" y="8011092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11494069" y="8257672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1482122" y="8284701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1530036" y="8122833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11478315" y="8223601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11522231" y="8174221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11474214" y="8236073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11547557" y="8457382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l1066"/>
            <p:cNvSpPr/>
            <p:nvPr/>
          </p:nvSpPr>
          <p:spPr>
            <a:xfrm>
              <a:off x="9516744" y="7549095"/>
              <a:ext cx="2026430" cy="669111"/>
            </a:xfrm>
            <a:custGeom>
              <a:avLst/>
              <a:pathLst>
                <a:path w="2026430" h="669111">
                  <a:moveTo>
                    <a:pt x="0" y="0"/>
                  </a:moveTo>
                  <a:lnTo>
                    <a:pt x="130127" y="42966"/>
                  </a:lnTo>
                  <a:lnTo>
                    <a:pt x="244907" y="80866"/>
                  </a:lnTo>
                  <a:lnTo>
                    <a:pt x="347582" y="114768"/>
                  </a:lnTo>
                  <a:lnTo>
                    <a:pt x="440462" y="145437"/>
                  </a:lnTo>
                  <a:lnTo>
                    <a:pt x="525256" y="173435"/>
                  </a:lnTo>
                  <a:lnTo>
                    <a:pt x="603258" y="199190"/>
                  </a:lnTo>
                  <a:lnTo>
                    <a:pt x="675476" y="223037"/>
                  </a:lnTo>
                  <a:lnTo>
                    <a:pt x="742711" y="245237"/>
                  </a:lnTo>
                  <a:lnTo>
                    <a:pt x="805604" y="266004"/>
                  </a:lnTo>
                  <a:lnTo>
                    <a:pt x="864683" y="285511"/>
                  </a:lnTo>
                  <a:lnTo>
                    <a:pt x="920384" y="303903"/>
                  </a:lnTo>
                  <a:lnTo>
                    <a:pt x="973073" y="321301"/>
                  </a:lnTo>
                  <a:lnTo>
                    <a:pt x="1023059" y="337805"/>
                  </a:lnTo>
                  <a:lnTo>
                    <a:pt x="1070605" y="353505"/>
                  </a:lnTo>
                  <a:lnTo>
                    <a:pt x="1115939" y="368474"/>
                  </a:lnTo>
                  <a:lnTo>
                    <a:pt x="1159258" y="382777"/>
                  </a:lnTo>
                  <a:lnTo>
                    <a:pt x="1200732" y="396472"/>
                  </a:lnTo>
                  <a:lnTo>
                    <a:pt x="1240514" y="409607"/>
                  </a:lnTo>
                  <a:lnTo>
                    <a:pt x="1278735" y="422228"/>
                  </a:lnTo>
                  <a:lnTo>
                    <a:pt x="1315513" y="434371"/>
                  </a:lnTo>
                  <a:lnTo>
                    <a:pt x="1350953" y="446074"/>
                  </a:lnTo>
                  <a:lnTo>
                    <a:pt x="1385150" y="457365"/>
                  </a:lnTo>
                  <a:lnTo>
                    <a:pt x="1418187" y="468274"/>
                  </a:lnTo>
                  <a:lnTo>
                    <a:pt x="1450141" y="478825"/>
                  </a:lnTo>
                  <a:lnTo>
                    <a:pt x="1481081" y="489041"/>
                  </a:lnTo>
                  <a:lnTo>
                    <a:pt x="1511068" y="498942"/>
                  </a:lnTo>
                  <a:lnTo>
                    <a:pt x="1540160" y="508548"/>
                  </a:lnTo>
                  <a:lnTo>
                    <a:pt x="1568408" y="517875"/>
                  </a:lnTo>
                  <a:lnTo>
                    <a:pt x="1595861" y="526940"/>
                  </a:lnTo>
                  <a:lnTo>
                    <a:pt x="1622562" y="535756"/>
                  </a:lnTo>
                  <a:lnTo>
                    <a:pt x="1648550" y="544338"/>
                  </a:lnTo>
                  <a:lnTo>
                    <a:pt x="1673863" y="552696"/>
                  </a:lnTo>
                  <a:lnTo>
                    <a:pt x="1698536" y="560842"/>
                  </a:lnTo>
                  <a:lnTo>
                    <a:pt x="1722599" y="568788"/>
                  </a:lnTo>
                  <a:lnTo>
                    <a:pt x="1746082" y="576542"/>
                  </a:lnTo>
                  <a:lnTo>
                    <a:pt x="1769013" y="584113"/>
                  </a:lnTo>
                  <a:lnTo>
                    <a:pt x="1791416" y="591511"/>
                  </a:lnTo>
                  <a:lnTo>
                    <a:pt x="1813316" y="598742"/>
                  </a:lnTo>
                  <a:lnTo>
                    <a:pt x="1834735" y="605814"/>
                  </a:lnTo>
                  <a:lnTo>
                    <a:pt x="1855693" y="612734"/>
                  </a:lnTo>
                  <a:lnTo>
                    <a:pt x="1876209" y="619509"/>
                  </a:lnTo>
                  <a:lnTo>
                    <a:pt x="1896303" y="626144"/>
                  </a:lnTo>
                  <a:lnTo>
                    <a:pt x="1915991" y="632644"/>
                  </a:lnTo>
                  <a:lnTo>
                    <a:pt x="1935289" y="639016"/>
                  </a:lnTo>
                  <a:lnTo>
                    <a:pt x="1954212" y="645265"/>
                  </a:lnTo>
                  <a:lnTo>
                    <a:pt x="1972774" y="651394"/>
                  </a:lnTo>
                  <a:lnTo>
                    <a:pt x="1990990" y="657408"/>
                  </a:lnTo>
                  <a:lnTo>
                    <a:pt x="2008871" y="663313"/>
                  </a:lnTo>
                  <a:lnTo>
                    <a:pt x="2026430" y="669111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8" name="pl1067"/>
            <p:cNvSpPr/>
            <p:nvPr/>
          </p:nvSpPr>
          <p:spPr>
            <a:xfrm>
              <a:off x="9516744" y="7389901"/>
              <a:ext cx="2026430" cy="879234"/>
            </a:xfrm>
            <a:custGeom>
              <a:avLst/>
              <a:pathLst>
                <a:path w="2026430" h="879234">
                  <a:moveTo>
                    <a:pt x="0" y="0"/>
                  </a:moveTo>
                  <a:lnTo>
                    <a:pt x="130127" y="56460"/>
                  </a:lnTo>
                  <a:lnTo>
                    <a:pt x="244907" y="106261"/>
                  </a:lnTo>
                  <a:lnTo>
                    <a:pt x="347582" y="150810"/>
                  </a:lnTo>
                  <a:lnTo>
                    <a:pt x="440462" y="191109"/>
                  </a:lnTo>
                  <a:lnTo>
                    <a:pt x="525256" y="227899"/>
                  </a:lnTo>
                  <a:lnTo>
                    <a:pt x="603258" y="261743"/>
                  </a:lnTo>
                  <a:lnTo>
                    <a:pt x="675476" y="293078"/>
                  </a:lnTo>
                  <a:lnTo>
                    <a:pt x="742711" y="322249"/>
                  </a:lnTo>
                  <a:lnTo>
                    <a:pt x="805604" y="349538"/>
                  </a:lnTo>
                  <a:lnTo>
                    <a:pt x="864683" y="375171"/>
                  </a:lnTo>
                  <a:lnTo>
                    <a:pt x="920384" y="399339"/>
                  </a:lnTo>
                  <a:lnTo>
                    <a:pt x="973073" y="422200"/>
                  </a:lnTo>
                  <a:lnTo>
                    <a:pt x="1023059" y="443888"/>
                  </a:lnTo>
                  <a:lnTo>
                    <a:pt x="1070605" y="464517"/>
                  </a:lnTo>
                  <a:lnTo>
                    <a:pt x="1115939" y="484187"/>
                  </a:lnTo>
                  <a:lnTo>
                    <a:pt x="1159258" y="502982"/>
                  </a:lnTo>
                  <a:lnTo>
                    <a:pt x="1200732" y="520977"/>
                  </a:lnTo>
                  <a:lnTo>
                    <a:pt x="1240514" y="538238"/>
                  </a:lnTo>
                  <a:lnTo>
                    <a:pt x="1278735" y="554821"/>
                  </a:lnTo>
                  <a:lnTo>
                    <a:pt x="1315513" y="570779"/>
                  </a:lnTo>
                  <a:lnTo>
                    <a:pt x="1350953" y="586156"/>
                  </a:lnTo>
                  <a:lnTo>
                    <a:pt x="1385150" y="600993"/>
                  </a:lnTo>
                  <a:lnTo>
                    <a:pt x="1418187" y="615327"/>
                  </a:lnTo>
                  <a:lnTo>
                    <a:pt x="1450141" y="629192"/>
                  </a:lnTo>
                  <a:lnTo>
                    <a:pt x="1481081" y="642616"/>
                  </a:lnTo>
                  <a:lnTo>
                    <a:pt x="1511068" y="655627"/>
                  </a:lnTo>
                  <a:lnTo>
                    <a:pt x="1540160" y="668249"/>
                  </a:lnTo>
                  <a:lnTo>
                    <a:pt x="1568408" y="680506"/>
                  </a:lnTo>
                  <a:lnTo>
                    <a:pt x="1595861" y="692417"/>
                  </a:lnTo>
                  <a:lnTo>
                    <a:pt x="1622562" y="704002"/>
                  </a:lnTo>
                  <a:lnTo>
                    <a:pt x="1648550" y="715278"/>
                  </a:lnTo>
                  <a:lnTo>
                    <a:pt x="1673863" y="726261"/>
                  </a:lnTo>
                  <a:lnTo>
                    <a:pt x="1698536" y="736966"/>
                  </a:lnTo>
                  <a:lnTo>
                    <a:pt x="1722599" y="747406"/>
                  </a:lnTo>
                  <a:lnTo>
                    <a:pt x="1746082" y="757595"/>
                  </a:lnTo>
                  <a:lnTo>
                    <a:pt x="1769013" y="767545"/>
                  </a:lnTo>
                  <a:lnTo>
                    <a:pt x="1791416" y="777265"/>
                  </a:lnTo>
                  <a:lnTo>
                    <a:pt x="1813316" y="786767"/>
                  </a:lnTo>
                  <a:lnTo>
                    <a:pt x="1834735" y="796060"/>
                  </a:lnTo>
                  <a:lnTo>
                    <a:pt x="1855693" y="805153"/>
                  </a:lnTo>
                  <a:lnTo>
                    <a:pt x="1876209" y="814055"/>
                  </a:lnTo>
                  <a:lnTo>
                    <a:pt x="1896303" y="822774"/>
                  </a:lnTo>
                  <a:lnTo>
                    <a:pt x="1915991" y="831316"/>
                  </a:lnTo>
                  <a:lnTo>
                    <a:pt x="1935289" y="839689"/>
                  </a:lnTo>
                  <a:lnTo>
                    <a:pt x="1954212" y="847899"/>
                  </a:lnTo>
                  <a:lnTo>
                    <a:pt x="1972774" y="855953"/>
                  </a:lnTo>
                  <a:lnTo>
                    <a:pt x="1990990" y="863857"/>
                  </a:lnTo>
                  <a:lnTo>
                    <a:pt x="2008871" y="871615"/>
                  </a:lnTo>
                  <a:lnTo>
                    <a:pt x="2026430" y="879234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69" name="pl1068"/>
            <p:cNvSpPr/>
            <p:nvPr/>
          </p:nvSpPr>
          <p:spPr>
            <a:xfrm>
              <a:off x="9516744" y="8279586"/>
              <a:ext cx="2026430" cy="59346"/>
            </a:xfrm>
            <a:custGeom>
              <a:avLst/>
              <a:pathLst>
                <a:path w="2026430" h="59346">
                  <a:moveTo>
                    <a:pt x="0" y="59346"/>
                  </a:moveTo>
                  <a:lnTo>
                    <a:pt x="130127" y="55535"/>
                  </a:lnTo>
                  <a:lnTo>
                    <a:pt x="244907" y="52174"/>
                  </a:lnTo>
                  <a:lnTo>
                    <a:pt x="347582" y="49167"/>
                  </a:lnTo>
                  <a:lnTo>
                    <a:pt x="440462" y="46447"/>
                  </a:lnTo>
                  <a:lnTo>
                    <a:pt x="525256" y="43963"/>
                  </a:lnTo>
                  <a:lnTo>
                    <a:pt x="603258" y="41679"/>
                  </a:lnTo>
                  <a:lnTo>
                    <a:pt x="675476" y="39564"/>
                  </a:lnTo>
                  <a:lnTo>
                    <a:pt x="742711" y="37595"/>
                  </a:lnTo>
                  <a:lnTo>
                    <a:pt x="805604" y="35753"/>
                  </a:lnTo>
                  <a:lnTo>
                    <a:pt x="864683" y="34023"/>
                  </a:lnTo>
                  <a:lnTo>
                    <a:pt x="920384" y="32391"/>
                  </a:lnTo>
                  <a:lnTo>
                    <a:pt x="973073" y="30848"/>
                  </a:lnTo>
                  <a:lnTo>
                    <a:pt x="1023059" y="29384"/>
                  </a:lnTo>
                  <a:lnTo>
                    <a:pt x="1070605" y="27992"/>
                  </a:lnTo>
                  <a:lnTo>
                    <a:pt x="1115939" y="26664"/>
                  </a:lnTo>
                  <a:lnTo>
                    <a:pt x="1159258" y="25396"/>
                  </a:lnTo>
                  <a:lnTo>
                    <a:pt x="1200732" y="24181"/>
                  </a:lnTo>
                  <a:lnTo>
                    <a:pt x="1240514" y="23016"/>
                  </a:lnTo>
                  <a:lnTo>
                    <a:pt x="1278735" y="21897"/>
                  </a:lnTo>
                  <a:lnTo>
                    <a:pt x="1315513" y="20820"/>
                  </a:lnTo>
                  <a:lnTo>
                    <a:pt x="1350953" y="19782"/>
                  </a:lnTo>
                  <a:lnTo>
                    <a:pt x="1385150" y="18780"/>
                  </a:lnTo>
                  <a:lnTo>
                    <a:pt x="1418187" y="17813"/>
                  </a:lnTo>
                  <a:lnTo>
                    <a:pt x="1450141" y="16877"/>
                  </a:lnTo>
                  <a:lnTo>
                    <a:pt x="1481081" y="15971"/>
                  </a:lnTo>
                  <a:lnTo>
                    <a:pt x="1511068" y="15093"/>
                  </a:lnTo>
                  <a:lnTo>
                    <a:pt x="1540160" y="14241"/>
                  </a:lnTo>
                  <a:lnTo>
                    <a:pt x="1568408" y="13413"/>
                  </a:lnTo>
                  <a:lnTo>
                    <a:pt x="1595861" y="12609"/>
                  </a:lnTo>
                  <a:lnTo>
                    <a:pt x="1622562" y="11827"/>
                  </a:lnTo>
                  <a:lnTo>
                    <a:pt x="1648550" y="11066"/>
                  </a:lnTo>
                  <a:lnTo>
                    <a:pt x="1673863" y="10325"/>
                  </a:lnTo>
                  <a:lnTo>
                    <a:pt x="1698536" y="9602"/>
                  </a:lnTo>
                  <a:lnTo>
                    <a:pt x="1722599" y="8898"/>
                  </a:lnTo>
                  <a:lnTo>
                    <a:pt x="1746082" y="8210"/>
                  </a:lnTo>
                  <a:lnTo>
                    <a:pt x="1769013" y="7538"/>
                  </a:lnTo>
                  <a:lnTo>
                    <a:pt x="1791416" y="6882"/>
                  </a:lnTo>
                  <a:lnTo>
                    <a:pt x="1813316" y="6241"/>
                  </a:lnTo>
                  <a:lnTo>
                    <a:pt x="1834735" y="5614"/>
                  </a:lnTo>
                  <a:lnTo>
                    <a:pt x="1855693" y="5000"/>
                  </a:lnTo>
                  <a:lnTo>
                    <a:pt x="1876209" y="4399"/>
                  </a:lnTo>
                  <a:lnTo>
                    <a:pt x="1896303" y="3810"/>
                  </a:lnTo>
                  <a:lnTo>
                    <a:pt x="1915991" y="3234"/>
                  </a:lnTo>
                  <a:lnTo>
                    <a:pt x="1935289" y="2669"/>
                  </a:lnTo>
                  <a:lnTo>
                    <a:pt x="1954212" y="2115"/>
                  </a:lnTo>
                  <a:lnTo>
                    <a:pt x="1972774" y="1571"/>
                  </a:lnTo>
                  <a:lnTo>
                    <a:pt x="1990990" y="1037"/>
                  </a:lnTo>
                  <a:lnTo>
                    <a:pt x="2008871" y="514"/>
                  </a:lnTo>
                  <a:lnTo>
                    <a:pt x="202643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0" name="pl1069"/>
            <p:cNvSpPr/>
            <p:nvPr/>
          </p:nvSpPr>
          <p:spPr>
            <a:xfrm>
              <a:off x="9516744" y="8021178"/>
              <a:ext cx="2026430" cy="160346"/>
            </a:xfrm>
            <a:custGeom>
              <a:avLst/>
              <a:pathLst>
                <a:path w="2026430" h="160346">
                  <a:moveTo>
                    <a:pt x="0" y="160346"/>
                  </a:moveTo>
                  <a:lnTo>
                    <a:pt x="130127" y="150049"/>
                  </a:lnTo>
                  <a:lnTo>
                    <a:pt x="244907" y="140967"/>
                  </a:lnTo>
                  <a:lnTo>
                    <a:pt x="347582" y="132843"/>
                  </a:lnTo>
                  <a:lnTo>
                    <a:pt x="440462" y="125493"/>
                  </a:lnTo>
                  <a:lnTo>
                    <a:pt x="525256" y="118784"/>
                  </a:lnTo>
                  <a:lnTo>
                    <a:pt x="603258" y="112612"/>
                  </a:lnTo>
                  <a:lnTo>
                    <a:pt x="675476" y="106897"/>
                  </a:lnTo>
                  <a:lnTo>
                    <a:pt x="742711" y="101577"/>
                  </a:lnTo>
                  <a:lnTo>
                    <a:pt x="805604" y="96600"/>
                  </a:lnTo>
                  <a:lnTo>
                    <a:pt x="864683" y="91926"/>
                  </a:lnTo>
                  <a:lnTo>
                    <a:pt x="920384" y="87518"/>
                  </a:lnTo>
                  <a:lnTo>
                    <a:pt x="973073" y="83349"/>
                  </a:lnTo>
                  <a:lnTo>
                    <a:pt x="1023059" y="79394"/>
                  </a:lnTo>
                  <a:lnTo>
                    <a:pt x="1070605" y="75632"/>
                  </a:lnTo>
                  <a:lnTo>
                    <a:pt x="1115939" y="72044"/>
                  </a:lnTo>
                  <a:lnTo>
                    <a:pt x="1159258" y="68617"/>
                  </a:lnTo>
                  <a:lnTo>
                    <a:pt x="1200732" y="65335"/>
                  </a:lnTo>
                  <a:lnTo>
                    <a:pt x="1240514" y="62187"/>
                  </a:lnTo>
                  <a:lnTo>
                    <a:pt x="1278735" y="59163"/>
                  </a:lnTo>
                  <a:lnTo>
                    <a:pt x="1315513" y="56253"/>
                  </a:lnTo>
                  <a:lnTo>
                    <a:pt x="1350953" y="53448"/>
                  </a:lnTo>
                  <a:lnTo>
                    <a:pt x="1385150" y="50742"/>
                  </a:lnTo>
                  <a:lnTo>
                    <a:pt x="1418187" y="48128"/>
                  </a:lnTo>
                  <a:lnTo>
                    <a:pt x="1450141" y="45600"/>
                  </a:lnTo>
                  <a:lnTo>
                    <a:pt x="1481081" y="43152"/>
                  </a:lnTo>
                  <a:lnTo>
                    <a:pt x="1511068" y="40779"/>
                  </a:lnTo>
                  <a:lnTo>
                    <a:pt x="1540160" y="38477"/>
                  </a:lnTo>
                  <a:lnTo>
                    <a:pt x="1568408" y="36242"/>
                  </a:lnTo>
                  <a:lnTo>
                    <a:pt x="1595861" y="34069"/>
                  </a:lnTo>
                  <a:lnTo>
                    <a:pt x="1622562" y="31957"/>
                  </a:lnTo>
                  <a:lnTo>
                    <a:pt x="1648550" y="29900"/>
                  </a:lnTo>
                  <a:lnTo>
                    <a:pt x="1673863" y="27897"/>
                  </a:lnTo>
                  <a:lnTo>
                    <a:pt x="1698536" y="25945"/>
                  </a:lnTo>
                  <a:lnTo>
                    <a:pt x="1722599" y="24041"/>
                  </a:lnTo>
                  <a:lnTo>
                    <a:pt x="1746082" y="22183"/>
                  </a:lnTo>
                  <a:lnTo>
                    <a:pt x="1769013" y="20368"/>
                  </a:lnTo>
                  <a:lnTo>
                    <a:pt x="1791416" y="18596"/>
                  </a:lnTo>
                  <a:lnTo>
                    <a:pt x="1813316" y="16863"/>
                  </a:lnTo>
                  <a:lnTo>
                    <a:pt x="1834735" y="15168"/>
                  </a:lnTo>
                  <a:lnTo>
                    <a:pt x="1855693" y="13510"/>
                  </a:lnTo>
                  <a:lnTo>
                    <a:pt x="1876209" y="11886"/>
                  </a:lnTo>
                  <a:lnTo>
                    <a:pt x="1896303" y="10296"/>
                  </a:lnTo>
                  <a:lnTo>
                    <a:pt x="1915991" y="8738"/>
                  </a:lnTo>
                  <a:lnTo>
                    <a:pt x="1935289" y="7211"/>
                  </a:lnTo>
                  <a:lnTo>
                    <a:pt x="1954212" y="5714"/>
                  </a:lnTo>
                  <a:lnTo>
                    <a:pt x="1972774" y="4245"/>
                  </a:lnTo>
                  <a:lnTo>
                    <a:pt x="1990990" y="2804"/>
                  </a:lnTo>
                  <a:lnTo>
                    <a:pt x="2008871" y="1389"/>
                  </a:lnTo>
                  <a:lnTo>
                    <a:pt x="202643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1" name="pl1070"/>
            <p:cNvSpPr/>
            <p:nvPr/>
          </p:nvSpPr>
          <p:spPr>
            <a:xfrm>
              <a:off x="9516744" y="8131494"/>
              <a:ext cx="2026430" cy="235845"/>
            </a:xfrm>
            <a:custGeom>
              <a:avLst/>
              <a:pathLst>
                <a:path w="2026430" h="235845">
                  <a:moveTo>
                    <a:pt x="0" y="235845"/>
                  </a:moveTo>
                  <a:lnTo>
                    <a:pt x="130127" y="220700"/>
                  </a:lnTo>
                  <a:lnTo>
                    <a:pt x="244907" y="207341"/>
                  </a:lnTo>
                  <a:lnTo>
                    <a:pt x="347582" y="195392"/>
                  </a:lnTo>
                  <a:lnTo>
                    <a:pt x="440462" y="184582"/>
                  </a:lnTo>
                  <a:lnTo>
                    <a:pt x="525256" y="174713"/>
                  </a:lnTo>
                  <a:lnTo>
                    <a:pt x="603258" y="165635"/>
                  </a:lnTo>
                  <a:lnTo>
                    <a:pt x="675476" y="157230"/>
                  </a:lnTo>
                  <a:lnTo>
                    <a:pt x="742711" y="149405"/>
                  </a:lnTo>
                  <a:lnTo>
                    <a:pt x="805604" y="142085"/>
                  </a:lnTo>
                  <a:lnTo>
                    <a:pt x="864683" y="135209"/>
                  </a:lnTo>
                  <a:lnTo>
                    <a:pt x="920384" y="128726"/>
                  </a:lnTo>
                  <a:lnTo>
                    <a:pt x="973073" y="122594"/>
                  </a:lnTo>
                  <a:lnTo>
                    <a:pt x="1023059" y="116777"/>
                  </a:lnTo>
                  <a:lnTo>
                    <a:pt x="1070605" y="111243"/>
                  </a:lnTo>
                  <a:lnTo>
                    <a:pt x="1115939" y="105967"/>
                  </a:lnTo>
                  <a:lnTo>
                    <a:pt x="1159258" y="100925"/>
                  </a:lnTo>
                  <a:lnTo>
                    <a:pt x="1200732" y="96098"/>
                  </a:lnTo>
                  <a:lnTo>
                    <a:pt x="1240514" y="91468"/>
                  </a:lnTo>
                  <a:lnTo>
                    <a:pt x="1278735" y="87020"/>
                  </a:lnTo>
                  <a:lnTo>
                    <a:pt x="1315513" y="82739"/>
                  </a:lnTo>
                  <a:lnTo>
                    <a:pt x="1350953" y="78615"/>
                  </a:lnTo>
                  <a:lnTo>
                    <a:pt x="1385150" y="74635"/>
                  </a:lnTo>
                  <a:lnTo>
                    <a:pt x="1418187" y="70790"/>
                  </a:lnTo>
                  <a:lnTo>
                    <a:pt x="1450141" y="67071"/>
                  </a:lnTo>
                  <a:lnTo>
                    <a:pt x="1481081" y="63470"/>
                  </a:lnTo>
                  <a:lnTo>
                    <a:pt x="1511068" y="59980"/>
                  </a:lnTo>
                  <a:lnTo>
                    <a:pt x="1540160" y="56594"/>
                  </a:lnTo>
                  <a:lnTo>
                    <a:pt x="1568408" y="53306"/>
                  </a:lnTo>
                  <a:lnTo>
                    <a:pt x="1595861" y="50111"/>
                  </a:lnTo>
                  <a:lnTo>
                    <a:pt x="1622562" y="47004"/>
                  </a:lnTo>
                  <a:lnTo>
                    <a:pt x="1648550" y="43979"/>
                  </a:lnTo>
                  <a:lnTo>
                    <a:pt x="1673863" y="41033"/>
                  </a:lnTo>
                  <a:lnTo>
                    <a:pt x="1698536" y="38161"/>
                  </a:lnTo>
                  <a:lnTo>
                    <a:pt x="1722599" y="35361"/>
                  </a:lnTo>
                  <a:lnTo>
                    <a:pt x="1746082" y="32628"/>
                  </a:lnTo>
                  <a:lnTo>
                    <a:pt x="1769013" y="29959"/>
                  </a:lnTo>
                  <a:lnTo>
                    <a:pt x="1791416" y="27352"/>
                  </a:lnTo>
                  <a:lnTo>
                    <a:pt x="1813316" y="24803"/>
                  </a:lnTo>
                  <a:lnTo>
                    <a:pt x="1834735" y="22310"/>
                  </a:lnTo>
                  <a:lnTo>
                    <a:pt x="1855693" y="19871"/>
                  </a:lnTo>
                  <a:lnTo>
                    <a:pt x="1876209" y="17483"/>
                  </a:lnTo>
                  <a:lnTo>
                    <a:pt x="1896303" y="15144"/>
                  </a:lnTo>
                  <a:lnTo>
                    <a:pt x="1915991" y="12853"/>
                  </a:lnTo>
                  <a:lnTo>
                    <a:pt x="1935289" y="10607"/>
                  </a:lnTo>
                  <a:lnTo>
                    <a:pt x="1954212" y="8405"/>
                  </a:lnTo>
                  <a:lnTo>
                    <a:pt x="1972774" y="6244"/>
                  </a:lnTo>
                  <a:lnTo>
                    <a:pt x="1990990" y="4124"/>
                  </a:lnTo>
                  <a:lnTo>
                    <a:pt x="2008871" y="2043"/>
                  </a:lnTo>
                  <a:lnTo>
                    <a:pt x="202643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2" name="pl1071"/>
            <p:cNvSpPr/>
            <p:nvPr/>
          </p:nvSpPr>
          <p:spPr>
            <a:xfrm>
              <a:off x="9516744" y="7902806"/>
              <a:ext cx="2026430" cy="211123"/>
            </a:xfrm>
            <a:custGeom>
              <a:avLst/>
              <a:pathLst>
                <a:path w="2026430" h="211123">
                  <a:moveTo>
                    <a:pt x="0" y="0"/>
                  </a:moveTo>
                  <a:lnTo>
                    <a:pt x="130127" y="13557"/>
                  </a:lnTo>
                  <a:lnTo>
                    <a:pt x="244907" y="25515"/>
                  </a:lnTo>
                  <a:lnTo>
                    <a:pt x="347582" y="36212"/>
                  </a:lnTo>
                  <a:lnTo>
                    <a:pt x="440462" y="45889"/>
                  </a:lnTo>
                  <a:lnTo>
                    <a:pt x="525256" y="54723"/>
                  </a:lnTo>
                  <a:lnTo>
                    <a:pt x="603258" y="62850"/>
                  </a:lnTo>
                  <a:lnTo>
                    <a:pt x="675476" y="70374"/>
                  </a:lnTo>
                  <a:lnTo>
                    <a:pt x="742711" y="77379"/>
                  </a:lnTo>
                  <a:lnTo>
                    <a:pt x="805604" y="83931"/>
                  </a:lnTo>
                  <a:lnTo>
                    <a:pt x="864683" y="90086"/>
                  </a:lnTo>
                  <a:lnTo>
                    <a:pt x="920384" y="95890"/>
                  </a:lnTo>
                  <a:lnTo>
                    <a:pt x="973073" y="101379"/>
                  </a:lnTo>
                  <a:lnTo>
                    <a:pt x="1023059" y="106587"/>
                  </a:lnTo>
                  <a:lnTo>
                    <a:pt x="1070605" y="111540"/>
                  </a:lnTo>
                  <a:lnTo>
                    <a:pt x="1115939" y="116263"/>
                  </a:lnTo>
                  <a:lnTo>
                    <a:pt x="1159258" y="120777"/>
                  </a:lnTo>
                  <a:lnTo>
                    <a:pt x="1200732" y="125098"/>
                  </a:lnTo>
                  <a:lnTo>
                    <a:pt x="1240514" y="129242"/>
                  </a:lnTo>
                  <a:lnTo>
                    <a:pt x="1278735" y="133224"/>
                  </a:lnTo>
                  <a:lnTo>
                    <a:pt x="1315513" y="137056"/>
                  </a:lnTo>
                  <a:lnTo>
                    <a:pt x="1350953" y="140748"/>
                  </a:lnTo>
                  <a:lnTo>
                    <a:pt x="1385150" y="144311"/>
                  </a:lnTo>
                  <a:lnTo>
                    <a:pt x="1418187" y="147753"/>
                  </a:lnTo>
                  <a:lnTo>
                    <a:pt x="1450141" y="151082"/>
                  </a:lnTo>
                  <a:lnTo>
                    <a:pt x="1481081" y="154306"/>
                  </a:lnTo>
                  <a:lnTo>
                    <a:pt x="1511068" y="157430"/>
                  </a:lnTo>
                  <a:lnTo>
                    <a:pt x="1540160" y="160461"/>
                  </a:lnTo>
                  <a:lnTo>
                    <a:pt x="1568408" y="163404"/>
                  </a:lnTo>
                  <a:lnTo>
                    <a:pt x="1595861" y="166264"/>
                  </a:lnTo>
                  <a:lnTo>
                    <a:pt x="1622562" y="169046"/>
                  </a:lnTo>
                  <a:lnTo>
                    <a:pt x="1648550" y="171753"/>
                  </a:lnTo>
                  <a:lnTo>
                    <a:pt x="1673863" y="174391"/>
                  </a:lnTo>
                  <a:lnTo>
                    <a:pt x="1698536" y="176961"/>
                  </a:lnTo>
                  <a:lnTo>
                    <a:pt x="1722599" y="179468"/>
                  </a:lnTo>
                  <a:lnTo>
                    <a:pt x="1746082" y="181915"/>
                  </a:lnTo>
                  <a:lnTo>
                    <a:pt x="1769013" y="184304"/>
                  </a:lnTo>
                  <a:lnTo>
                    <a:pt x="1791416" y="186638"/>
                  </a:lnTo>
                  <a:lnTo>
                    <a:pt x="1813316" y="188920"/>
                  </a:lnTo>
                  <a:lnTo>
                    <a:pt x="1834735" y="191151"/>
                  </a:lnTo>
                  <a:lnTo>
                    <a:pt x="1855693" y="193335"/>
                  </a:lnTo>
                  <a:lnTo>
                    <a:pt x="1876209" y="195472"/>
                  </a:lnTo>
                  <a:lnTo>
                    <a:pt x="1896303" y="197566"/>
                  </a:lnTo>
                  <a:lnTo>
                    <a:pt x="1915991" y="199617"/>
                  </a:lnTo>
                  <a:lnTo>
                    <a:pt x="1935289" y="201627"/>
                  </a:lnTo>
                  <a:lnTo>
                    <a:pt x="1954212" y="203599"/>
                  </a:lnTo>
                  <a:lnTo>
                    <a:pt x="1972774" y="205533"/>
                  </a:lnTo>
                  <a:lnTo>
                    <a:pt x="1990990" y="207430"/>
                  </a:lnTo>
                  <a:lnTo>
                    <a:pt x="2008871" y="209293"/>
                  </a:lnTo>
                  <a:lnTo>
                    <a:pt x="2026430" y="211123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3" name="pl1072"/>
            <p:cNvSpPr/>
            <p:nvPr/>
          </p:nvSpPr>
          <p:spPr>
            <a:xfrm>
              <a:off x="9516744" y="7923414"/>
              <a:ext cx="2026430" cy="450781"/>
            </a:xfrm>
            <a:custGeom>
              <a:avLst/>
              <a:pathLst>
                <a:path w="2026430" h="450781">
                  <a:moveTo>
                    <a:pt x="0" y="0"/>
                  </a:moveTo>
                  <a:lnTo>
                    <a:pt x="130127" y="28946"/>
                  </a:lnTo>
                  <a:lnTo>
                    <a:pt x="244907" y="54479"/>
                  </a:lnTo>
                  <a:lnTo>
                    <a:pt x="347582" y="77320"/>
                  </a:lnTo>
                  <a:lnTo>
                    <a:pt x="440462" y="97981"/>
                  </a:lnTo>
                  <a:lnTo>
                    <a:pt x="525256" y="116843"/>
                  </a:lnTo>
                  <a:lnTo>
                    <a:pt x="603258" y="134195"/>
                  </a:lnTo>
                  <a:lnTo>
                    <a:pt x="675476" y="150260"/>
                  </a:lnTo>
                  <a:lnTo>
                    <a:pt x="742711" y="165216"/>
                  </a:lnTo>
                  <a:lnTo>
                    <a:pt x="805604" y="179207"/>
                  </a:lnTo>
                  <a:lnTo>
                    <a:pt x="864683" y="192349"/>
                  </a:lnTo>
                  <a:lnTo>
                    <a:pt x="920384" y="204740"/>
                  </a:lnTo>
                  <a:lnTo>
                    <a:pt x="973073" y="216461"/>
                  </a:lnTo>
                  <a:lnTo>
                    <a:pt x="1023059" y="227580"/>
                  </a:lnTo>
                  <a:lnTo>
                    <a:pt x="1070605" y="238157"/>
                  </a:lnTo>
                  <a:lnTo>
                    <a:pt x="1115939" y="248241"/>
                  </a:lnTo>
                  <a:lnTo>
                    <a:pt x="1159258" y="257878"/>
                  </a:lnTo>
                  <a:lnTo>
                    <a:pt x="1200732" y="267104"/>
                  </a:lnTo>
                  <a:lnTo>
                    <a:pt x="1240514" y="275953"/>
                  </a:lnTo>
                  <a:lnTo>
                    <a:pt x="1278735" y="284455"/>
                  </a:lnTo>
                  <a:lnTo>
                    <a:pt x="1315513" y="292637"/>
                  </a:lnTo>
                  <a:lnTo>
                    <a:pt x="1350953" y="300521"/>
                  </a:lnTo>
                  <a:lnTo>
                    <a:pt x="1385150" y="308128"/>
                  </a:lnTo>
                  <a:lnTo>
                    <a:pt x="1418187" y="315477"/>
                  </a:lnTo>
                  <a:lnTo>
                    <a:pt x="1450141" y="322585"/>
                  </a:lnTo>
                  <a:lnTo>
                    <a:pt x="1481081" y="329468"/>
                  </a:lnTo>
                  <a:lnTo>
                    <a:pt x="1511068" y="336138"/>
                  </a:lnTo>
                  <a:lnTo>
                    <a:pt x="1540160" y="342610"/>
                  </a:lnTo>
                  <a:lnTo>
                    <a:pt x="1568408" y="348894"/>
                  </a:lnTo>
                  <a:lnTo>
                    <a:pt x="1595861" y="355001"/>
                  </a:lnTo>
                  <a:lnTo>
                    <a:pt x="1622562" y="360940"/>
                  </a:lnTo>
                  <a:lnTo>
                    <a:pt x="1648550" y="366721"/>
                  </a:lnTo>
                  <a:lnTo>
                    <a:pt x="1673863" y="372352"/>
                  </a:lnTo>
                  <a:lnTo>
                    <a:pt x="1698536" y="377841"/>
                  </a:lnTo>
                  <a:lnTo>
                    <a:pt x="1722599" y="383194"/>
                  </a:lnTo>
                  <a:lnTo>
                    <a:pt x="1746082" y="388417"/>
                  </a:lnTo>
                  <a:lnTo>
                    <a:pt x="1769013" y="393518"/>
                  </a:lnTo>
                  <a:lnTo>
                    <a:pt x="1791416" y="398502"/>
                  </a:lnTo>
                  <a:lnTo>
                    <a:pt x="1813316" y="403374"/>
                  </a:lnTo>
                  <a:lnTo>
                    <a:pt x="1834735" y="408138"/>
                  </a:lnTo>
                  <a:lnTo>
                    <a:pt x="1855693" y="412800"/>
                  </a:lnTo>
                  <a:lnTo>
                    <a:pt x="1876209" y="417364"/>
                  </a:lnTo>
                  <a:lnTo>
                    <a:pt x="1896303" y="421834"/>
                  </a:lnTo>
                  <a:lnTo>
                    <a:pt x="1915991" y="426214"/>
                  </a:lnTo>
                  <a:lnTo>
                    <a:pt x="1935289" y="430507"/>
                  </a:lnTo>
                  <a:lnTo>
                    <a:pt x="1954212" y="434716"/>
                  </a:lnTo>
                  <a:lnTo>
                    <a:pt x="1972774" y="438845"/>
                  </a:lnTo>
                  <a:lnTo>
                    <a:pt x="1990990" y="442897"/>
                  </a:lnTo>
                  <a:lnTo>
                    <a:pt x="2008871" y="446875"/>
                  </a:lnTo>
                  <a:lnTo>
                    <a:pt x="2026430" y="450781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4" name="pl1073"/>
            <p:cNvSpPr/>
            <p:nvPr/>
          </p:nvSpPr>
          <p:spPr>
            <a:xfrm>
              <a:off x="9516744" y="8151708"/>
              <a:ext cx="2026430" cy="417492"/>
            </a:xfrm>
            <a:custGeom>
              <a:avLst/>
              <a:pathLst>
                <a:path w="2026430" h="417492">
                  <a:moveTo>
                    <a:pt x="0" y="0"/>
                  </a:moveTo>
                  <a:lnTo>
                    <a:pt x="130127" y="26809"/>
                  </a:lnTo>
                  <a:lnTo>
                    <a:pt x="244907" y="50456"/>
                  </a:lnTo>
                  <a:lnTo>
                    <a:pt x="347582" y="71610"/>
                  </a:lnTo>
                  <a:lnTo>
                    <a:pt x="440462" y="90745"/>
                  </a:lnTo>
                  <a:lnTo>
                    <a:pt x="525256" y="108215"/>
                  </a:lnTo>
                  <a:lnTo>
                    <a:pt x="603258" y="124285"/>
                  </a:lnTo>
                  <a:lnTo>
                    <a:pt x="675476" y="139164"/>
                  </a:lnTo>
                  <a:lnTo>
                    <a:pt x="742711" y="153015"/>
                  </a:lnTo>
                  <a:lnTo>
                    <a:pt x="805604" y="165973"/>
                  </a:lnTo>
                  <a:lnTo>
                    <a:pt x="864683" y="178145"/>
                  </a:lnTo>
                  <a:lnTo>
                    <a:pt x="920384" y="189620"/>
                  </a:lnTo>
                  <a:lnTo>
                    <a:pt x="973073" y="200476"/>
                  </a:lnTo>
                  <a:lnTo>
                    <a:pt x="1023059" y="210774"/>
                  </a:lnTo>
                  <a:lnTo>
                    <a:pt x="1070605" y="220569"/>
                  </a:lnTo>
                  <a:lnTo>
                    <a:pt x="1115939" y="229909"/>
                  </a:lnTo>
                  <a:lnTo>
                    <a:pt x="1159258" y="238834"/>
                  </a:lnTo>
                  <a:lnTo>
                    <a:pt x="1200732" y="247379"/>
                  </a:lnTo>
                  <a:lnTo>
                    <a:pt x="1240514" y="255575"/>
                  </a:lnTo>
                  <a:lnTo>
                    <a:pt x="1278735" y="263449"/>
                  </a:lnTo>
                  <a:lnTo>
                    <a:pt x="1315513" y="271026"/>
                  </a:lnTo>
                  <a:lnTo>
                    <a:pt x="1350953" y="278328"/>
                  </a:lnTo>
                  <a:lnTo>
                    <a:pt x="1385150" y="285373"/>
                  </a:lnTo>
                  <a:lnTo>
                    <a:pt x="1418187" y="292180"/>
                  </a:lnTo>
                  <a:lnTo>
                    <a:pt x="1450141" y="298763"/>
                  </a:lnTo>
                  <a:lnTo>
                    <a:pt x="1481081" y="305137"/>
                  </a:lnTo>
                  <a:lnTo>
                    <a:pt x="1511068" y="311315"/>
                  </a:lnTo>
                  <a:lnTo>
                    <a:pt x="1540160" y="317309"/>
                  </a:lnTo>
                  <a:lnTo>
                    <a:pt x="1568408" y="323129"/>
                  </a:lnTo>
                  <a:lnTo>
                    <a:pt x="1595861" y="328785"/>
                  </a:lnTo>
                  <a:lnTo>
                    <a:pt x="1622562" y="334285"/>
                  </a:lnTo>
                  <a:lnTo>
                    <a:pt x="1648550" y="339640"/>
                  </a:lnTo>
                  <a:lnTo>
                    <a:pt x="1673863" y="344855"/>
                  </a:lnTo>
                  <a:lnTo>
                    <a:pt x="1698536" y="349938"/>
                  </a:lnTo>
                  <a:lnTo>
                    <a:pt x="1722599" y="354895"/>
                  </a:lnTo>
                  <a:lnTo>
                    <a:pt x="1746082" y="359734"/>
                  </a:lnTo>
                  <a:lnTo>
                    <a:pt x="1769013" y="364458"/>
                  </a:lnTo>
                  <a:lnTo>
                    <a:pt x="1791416" y="369073"/>
                  </a:lnTo>
                  <a:lnTo>
                    <a:pt x="1813316" y="373585"/>
                  </a:lnTo>
                  <a:lnTo>
                    <a:pt x="1834735" y="377998"/>
                  </a:lnTo>
                  <a:lnTo>
                    <a:pt x="1855693" y="382316"/>
                  </a:lnTo>
                  <a:lnTo>
                    <a:pt x="1876209" y="386543"/>
                  </a:lnTo>
                  <a:lnTo>
                    <a:pt x="1896303" y="390683"/>
                  </a:lnTo>
                  <a:lnTo>
                    <a:pt x="1915991" y="394739"/>
                  </a:lnTo>
                  <a:lnTo>
                    <a:pt x="1935289" y="398715"/>
                  </a:lnTo>
                  <a:lnTo>
                    <a:pt x="1954212" y="402613"/>
                  </a:lnTo>
                  <a:lnTo>
                    <a:pt x="1972774" y="406438"/>
                  </a:lnTo>
                  <a:lnTo>
                    <a:pt x="1990990" y="410190"/>
                  </a:lnTo>
                  <a:lnTo>
                    <a:pt x="2008871" y="413874"/>
                  </a:lnTo>
                  <a:lnTo>
                    <a:pt x="2026430" y="417492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5" name="pl1074"/>
            <p:cNvSpPr/>
            <p:nvPr/>
          </p:nvSpPr>
          <p:spPr>
            <a:xfrm>
              <a:off x="9516744" y="8135905"/>
              <a:ext cx="2026430" cy="166317"/>
            </a:xfrm>
            <a:custGeom>
              <a:avLst/>
              <a:pathLst>
                <a:path w="2026430" h="166317">
                  <a:moveTo>
                    <a:pt x="0" y="0"/>
                  </a:moveTo>
                  <a:lnTo>
                    <a:pt x="130127" y="10680"/>
                  </a:lnTo>
                  <a:lnTo>
                    <a:pt x="244907" y="20100"/>
                  </a:lnTo>
                  <a:lnTo>
                    <a:pt x="347582" y="28527"/>
                  </a:lnTo>
                  <a:lnTo>
                    <a:pt x="440462" y="36150"/>
                  </a:lnTo>
                  <a:lnTo>
                    <a:pt x="525256" y="43110"/>
                  </a:lnTo>
                  <a:lnTo>
                    <a:pt x="603258" y="49512"/>
                  </a:lnTo>
                  <a:lnTo>
                    <a:pt x="675476" y="55439"/>
                  </a:lnTo>
                  <a:lnTo>
                    <a:pt x="742711" y="60957"/>
                  </a:lnTo>
                  <a:lnTo>
                    <a:pt x="805604" y="66119"/>
                  </a:lnTo>
                  <a:lnTo>
                    <a:pt x="864683" y="70968"/>
                  </a:lnTo>
                  <a:lnTo>
                    <a:pt x="920384" y="75539"/>
                  </a:lnTo>
                  <a:lnTo>
                    <a:pt x="973073" y="79864"/>
                  </a:lnTo>
                  <a:lnTo>
                    <a:pt x="1023059" y="83966"/>
                  </a:lnTo>
                  <a:lnTo>
                    <a:pt x="1070605" y="87869"/>
                  </a:lnTo>
                  <a:lnTo>
                    <a:pt x="1115939" y="91590"/>
                  </a:lnTo>
                  <a:lnTo>
                    <a:pt x="1159258" y="95145"/>
                  </a:lnTo>
                  <a:lnTo>
                    <a:pt x="1200732" y="98549"/>
                  </a:lnTo>
                  <a:lnTo>
                    <a:pt x="1240514" y="101814"/>
                  </a:lnTo>
                  <a:lnTo>
                    <a:pt x="1278735" y="104951"/>
                  </a:lnTo>
                  <a:lnTo>
                    <a:pt x="1315513" y="107969"/>
                  </a:lnTo>
                  <a:lnTo>
                    <a:pt x="1350953" y="110878"/>
                  </a:lnTo>
                  <a:lnTo>
                    <a:pt x="1385150" y="113685"/>
                  </a:lnTo>
                  <a:lnTo>
                    <a:pt x="1418187" y="116396"/>
                  </a:lnTo>
                  <a:lnTo>
                    <a:pt x="1450141" y="119019"/>
                  </a:lnTo>
                  <a:lnTo>
                    <a:pt x="1481081" y="121558"/>
                  </a:lnTo>
                  <a:lnTo>
                    <a:pt x="1511068" y="124019"/>
                  </a:lnTo>
                  <a:lnTo>
                    <a:pt x="1540160" y="126407"/>
                  </a:lnTo>
                  <a:lnTo>
                    <a:pt x="1568408" y="128726"/>
                  </a:lnTo>
                  <a:lnTo>
                    <a:pt x="1595861" y="130979"/>
                  </a:lnTo>
                  <a:lnTo>
                    <a:pt x="1622562" y="133170"/>
                  </a:lnTo>
                  <a:lnTo>
                    <a:pt x="1648550" y="135303"/>
                  </a:lnTo>
                  <a:lnTo>
                    <a:pt x="1673863" y="137381"/>
                  </a:lnTo>
                  <a:lnTo>
                    <a:pt x="1698536" y="139406"/>
                  </a:lnTo>
                  <a:lnTo>
                    <a:pt x="1722599" y="141381"/>
                  </a:lnTo>
                  <a:lnTo>
                    <a:pt x="1746082" y="143308"/>
                  </a:lnTo>
                  <a:lnTo>
                    <a:pt x="1769013" y="145190"/>
                  </a:lnTo>
                  <a:lnTo>
                    <a:pt x="1791416" y="147029"/>
                  </a:lnTo>
                  <a:lnTo>
                    <a:pt x="1813316" y="148826"/>
                  </a:lnTo>
                  <a:lnTo>
                    <a:pt x="1834735" y="150584"/>
                  </a:lnTo>
                  <a:lnTo>
                    <a:pt x="1855693" y="152304"/>
                  </a:lnTo>
                  <a:lnTo>
                    <a:pt x="1876209" y="153988"/>
                  </a:lnTo>
                  <a:lnTo>
                    <a:pt x="1896303" y="155637"/>
                  </a:lnTo>
                  <a:lnTo>
                    <a:pt x="1915991" y="157253"/>
                  </a:lnTo>
                  <a:lnTo>
                    <a:pt x="1935289" y="158837"/>
                  </a:lnTo>
                  <a:lnTo>
                    <a:pt x="1954212" y="160390"/>
                  </a:lnTo>
                  <a:lnTo>
                    <a:pt x="1972774" y="161914"/>
                  </a:lnTo>
                  <a:lnTo>
                    <a:pt x="1990990" y="163409"/>
                  </a:lnTo>
                  <a:lnTo>
                    <a:pt x="2008871" y="164876"/>
                  </a:lnTo>
                  <a:lnTo>
                    <a:pt x="2026430" y="166317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6" name="pl1075"/>
            <p:cNvSpPr/>
            <p:nvPr/>
          </p:nvSpPr>
          <p:spPr>
            <a:xfrm>
              <a:off x="9516744" y="8270279"/>
              <a:ext cx="2026430" cy="49437"/>
            </a:xfrm>
            <a:custGeom>
              <a:avLst/>
              <a:pathLst>
                <a:path w="2026430" h="49437">
                  <a:moveTo>
                    <a:pt x="0" y="0"/>
                  </a:moveTo>
                  <a:lnTo>
                    <a:pt x="130127" y="3174"/>
                  </a:lnTo>
                  <a:lnTo>
                    <a:pt x="244907" y="5974"/>
                  </a:lnTo>
                  <a:lnTo>
                    <a:pt x="347582" y="8479"/>
                  </a:lnTo>
                  <a:lnTo>
                    <a:pt x="440462" y="10745"/>
                  </a:lnTo>
                  <a:lnTo>
                    <a:pt x="525256" y="12814"/>
                  </a:lnTo>
                  <a:lnTo>
                    <a:pt x="603258" y="14717"/>
                  </a:lnTo>
                  <a:lnTo>
                    <a:pt x="675476" y="16479"/>
                  </a:lnTo>
                  <a:lnTo>
                    <a:pt x="742711" y="18119"/>
                  </a:lnTo>
                  <a:lnTo>
                    <a:pt x="805604" y="19653"/>
                  </a:lnTo>
                  <a:lnTo>
                    <a:pt x="864683" y="21094"/>
                  </a:lnTo>
                  <a:lnTo>
                    <a:pt x="920384" y="22453"/>
                  </a:lnTo>
                  <a:lnTo>
                    <a:pt x="973073" y="23739"/>
                  </a:lnTo>
                  <a:lnTo>
                    <a:pt x="1023059" y="24958"/>
                  </a:lnTo>
                  <a:lnTo>
                    <a:pt x="1070605" y="26118"/>
                  </a:lnTo>
                  <a:lnTo>
                    <a:pt x="1115939" y="27224"/>
                  </a:lnTo>
                  <a:lnTo>
                    <a:pt x="1159258" y="28281"/>
                  </a:lnTo>
                  <a:lnTo>
                    <a:pt x="1200732" y="29293"/>
                  </a:lnTo>
                  <a:lnTo>
                    <a:pt x="1240514" y="30263"/>
                  </a:lnTo>
                  <a:lnTo>
                    <a:pt x="1278735" y="31196"/>
                  </a:lnTo>
                  <a:lnTo>
                    <a:pt x="1315513" y="32093"/>
                  </a:lnTo>
                  <a:lnTo>
                    <a:pt x="1350953" y="32958"/>
                  </a:lnTo>
                  <a:lnTo>
                    <a:pt x="1385150" y="33792"/>
                  </a:lnTo>
                  <a:lnTo>
                    <a:pt x="1418187" y="34598"/>
                  </a:lnTo>
                  <a:lnTo>
                    <a:pt x="1450141" y="35377"/>
                  </a:lnTo>
                  <a:lnTo>
                    <a:pt x="1481081" y="36132"/>
                  </a:lnTo>
                  <a:lnTo>
                    <a:pt x="1511068" y="36864"/>
                  </a:lnTo>
                  <a:lnTo>
                    <a:pt x="1540160" y="37574"/>
                  </a:lnTo>
                  <a:lnTo>
                    <a:pt x="1568408" y="38263"/>
                  </a:lnTo>
                  <a:lnTo>
                    <a:pt x="1595861" y="38932"/>
                  </a:lnTo>
                  <a:lnTo>
                    <a:pt x="1622562" y="39584"/>
                  </a:lnTo>
                  <a:lnTo>
                    <a:pt x="1648550" y="40218"/>
                  </a:lnTo>
                  <a:lnTo>
                    <a:pt x="1673863" y="40835"/>
                  </a:lnTo>
                  <a:lnTo>
                    <a:pt x="1698536" y="41437"/>
                  </a:lnTo>
                  <a:lnTo>
                    <a:pt x="1722599" y="42024"/>
                  </a:lnTo>
                  <a:lnTo>
                    <a:pt x="1746082" y="42597"/>
                  </a:lnTo>
                  <a:lnTo>
                    <a:pt x="1769013" y="43157"/>
                  </a:lnTo>
                  <a:lnTo>
                    <a:pt x="1791416" y="43703"/>
                  </a:lnTo>
                  <a:lnTo>
                    <a:pt x="1813316" y="44237"/>
                  </a:lnTo>
                  <a:lnTo>
                    <a:pt x="1834735" y="44760"/>
                  </a:lnTo>
                  <a:lnTo>
                    <a:pt x="1855693" y="45271"/>
                  </a:lnTo>
                  <a:lnTo>
                    <a:pt x="1876209" y="45772"/>
                  </a:lnTo>
                  <a:lnTo>
                    <a:pt x="1896303" y="46262"/>
                  </a:lnTo>
                  <a:lnTo>
                    <a:pt x="1915991" y="46742"/>
                  </a:lnTo>
                  <a:lnTo>
                    <a:pt x="1935289" y="47213"/>
                  </a:lnTo>
                  <a:lnTo>
                    <a:pt x="1954212" y="47675"/>
                  </a:lnTo>
                  <a:lnTo>
                    <a:pt x="1972774" y="48128"/>
                  </a:lnTo>
                  <a:lnTo>
                    <a:pt x="1990990" y="48572"/>
                  </a:lnTo>
                  <a:lnTo>
                    <a:pt x="2008871" y="49008"/>
                  </a:lnTo>
                  <a:lnTo>
                    <a:pt x="2026430" y="49437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77" name="rc1076"/>
            <p:cNvSpPr/>
            <p:nvPr/>
          </p:nvSpPr>
          <p:spPr>
            <a:xfrm>
              <a:off x="9362389" y="6590760"/>
              <a:ext cx="2328695" cy="208437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078" name="pl1077"/>
            <p:cNvSpPr/>
            <p:nvPr/>
          </p:nvSpPr>
          <p:spPr>
            <a:xfrm>
              <a:off x="9362389" y="6590760"/>
              <a:ext cx="0" cy="2084375"/>
            </a:xfrm>
            <a:custGeom>
              <a:avLst/>
              <a:pathLst>
                <a:path w="0" h="2084375">
                  <a:moveTo>
                    <a:pt x="0" y="208437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8"/>
            <p:cNvSpPr/>
            <p:nvPr/>
          </p:nvSpPr>
          <p:spPr>
            <a:xfrm>
              <a:off x="9324432" y="825405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79"/>
            <p:cNvSpPr/>
            <p:nvPr/>
          </p:nvSpPr>
          <p:spPr>
            <a:xfrm>
              <a:off x="9324432" y="754534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0"/>
            <p:cNvSpPr/>
            <p:nvPr/>
          </p:nvSpPr>
          <p:spPr>
            <a:xfrm>
              <a:off x="9324432" y="683663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1"/>
            <p:cNvSpPr/>
            <p:nvPr/>
          </p:nvSpPr>
          <p:spPr>
            <a:xfrm>
              <a:off x="9362389" y="8675135"/>
              <a:ext cx="2328695" cy="0"/>
            </a:xfrm>
            <a:custGeom>
              <a:avLst/>
              <a:pathLst>
                <a:path w="2328695" h="0">
                  <a:moveTo>
                    <a:pt x="0" y="0"/>
                  </a:moveTo>
                  <a:lnTo>
                    <a:pt x="2328695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2"/>
            <p:cNvSpPr/>
            <p:nvPr/>
          </p:nvSpPr>
          <p:spPr>
            <a:xfrm>
              <a:off x="9516744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3"/>
            <p:cNvSpPr/>
            <p:nvPr/>
          </p:nvSpPr>
          <p:spPr>
            <a:xfrm>
              <a:off x="10192220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4"/>
            <p:cNvSpPr/>
            <p:nvPr/>
          </p:nvSpPr>
          <p:spPr>
            <a:xfrm>
              <a:off x="10867697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5"/>
            <p:cNvSpPr/>
            <p:nvPr/>
          </p:nvSpPr>
          <p:spPr>
            <a:xfrm>
              <a:off x="11543174" y="86751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tx1086"/>
            <p:cNvSpPr/>
            <p:nvPr/>
          </p:nvSpPr>
          <p:spPr>
            <a:xfrm>
              <a:off x="9477882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88" name="tx1087"/>
            <p:cNvSpPr/>
            <p:nvPr/>
          </p:nvSpPr>
          <p:spPr>
            <a:xfrm>
              <a:off x="10153358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9" name="tx1088"/>
            <p:cNvSpPr/>
            <p:nvPr/>
          </p:nvSpPr>
          <p:spPr>
            <a:xfrm>
              <a:off x="10828835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0" name="tx1089"/>
            <p:cNvSpPr/>
            <p:nvPr/>
          </p:nvSpPr>
          <p:spPr>
            <a:xfrm>
              <a:off x="11504312" y="8743459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1" name="tx1090"/>
            <p:cNvSpPr/>
            <p:nvPr/>
          </p:nvSpPr>
          <p:spPr>
            <a:xfrm>
              <a:off x="10159697" y="8956323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092" name="tx1091"/>
            <p:cNvSpPr/>
            <p:nvPr/>
          </p:nvSpPr>
          <p:spPr>
            <a:xfrm>
              <a:off x="9362389" y="6347601"/>
              <a:ext cx="641908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(k) SRA</a:t>
              </a:r>
            </a:p>
          </p:txBody>
        </p:sp>
        <p:sp>
          <p:nvSpPr>
            <p:cNvPr id="1093" name="rc1092"/>
            <p:cNvSpPr/>
            <p:nvPr/>
          </p:nvSpPr>
          <p:spPr>
            <a:xfrm>
              <a:off x="5289520" y="9207076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tx1093"/>
            <p:cNvSpPr/>
            <p:nvPr/>
          </p:nvSpPr>
          <p:spPr>
            <a:xfrm>
              <a:off x="6309099" y="9223901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1095" name="rc1094"/>
            <p:cNvSpPr/>
            <p:nvPr/>
          </p:nvSpPr>
          <p:spPr>
            <a:xfrm>
              <a:off x="5289520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5350220" y="9487069"/>
              <a:ext cx="58600" cy="58600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l1096"/>
            <p:cNvSpPr/>
            <p:nvPr/>
          </p:nvSpPr>
          <p:spPr>
            <a:xfrm>
              <a:off x="5307520" y="95163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rc1097"/>
            <p:cNvSpPr/>
            <p:nvPr/>
          </p:nvSpPr>
          <p:spPr>
            <a:xfrm>
              <a:off x="5289520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5350220" y="9742985"/>
              <a:ext cx="58600" cy="58600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l1099"/>
            <p:cNvSpPr/>
            <p:nvPr/>
          </p:nvSpPr>
          <p:spPr>
            <a:xfrm>
              <a:off x="5307520" y="9772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rc1100"/>
            <p:cNvSpPr/>
            <p:nvPr/>
          </p:nvSpPr>
          <p:spPr>
            <a:xfrm>
              <a:off x="5838612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5899312" y="9487069"/>
              <a:ext cx="58600" cy="58600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l1102"/>
            <p:cNvSpPr/>
            <p:nvPr/>
          </p:nvSpPr>
          <p:spPr>
            <a:xfrm>
              <a:off x="5856612" y="95163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rc1103"/>
            <p:cNvSpPr/>
            <p:nvPr/>
          </p:nvSpPr>
          <p:spPr>
            <a:xfrm>
              <a:off x="5838612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5899312" y="9742985"/>
              <a:ext cx="58600" cy="58600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l1105"/>
            <p:cNvSpPr/>
            <p:nvPr/>
          </p:nvSpPr>
          <p:spPr>
            <a:xfrm>
              <a:off x="5856612" y="9772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rc1106"/>
            <p:cNvSpPr/>
            <p:nvPr/>
          </p:nvSpPr>
          <p:spPr>
            <a:xfrm>
              <a:off x="6379932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6440632" y="9487069"/>
              <a:ext cx="58600" cy="58600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l1108"/>
            <p:cNvSpPr/>
            <p:nvPr/>
          </p:nvSpPr>
          <p:spPr>
            <a:xfrm>
              <a:off x="6397932" y="9516370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rc1109"/>
            <p:cNvSpPr/>
            <p:nvPr/>
          </p:nvSpPr>
          <p:spPr>
            <a:xfrm>
              <a:off x="6379932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6440632" y="9742985"/>
              <a:ext cx="58600" cy="58600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l1111"/>
            <p:cNvSpPr/>
            <p:nvPr/>
          </p:nvSpPr>
          <p:spPr>
            <a:xfrm>
              <a:off x="6397932" y="9772285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rc1112"/>
            <p:cNvSpPr/>
            <p:nvPr/>
          </p:nvSpPr>
          <p:spPr>
            <a:xfrm>
              <a:off x="6905798" y="9426370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6966498" y="9487069"/>
              <a:ext cx="58600" cy="58600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l1114"/>
            <p:cNvSpPr/>
            <p:nvPr/>
          </p:nvSpPr>
          <p:spPr>
            <a:xfrm>
              <a:off x="6923798" y="9516370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rc1115"/>
            <p:cNvSpPr/>
            <p:nvPr/>
          </p:nvSpPr>
          <p:spPr>
            <a:xfrm>
              <a:off x="6905798" y="9682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6966498" y="9742985"/>
              <a:ext cx="58600" cy="58600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l1117"/>
            <p:cNvSpPr/>
            <p:nvPr/>
          </p:nvSpPr>
          <p:spPr>
            <a:xfrm>
              <a:off x="6923798" y="9772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rc1118"/>
            <p:cNvSpPr/>
            <p:nvPr/>
          </p:nvSpPr>
          <p:spPr>
            <a:xfrm>
              <a:off x="7447118" y="9426370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7507818" y="9487069"/>
              <a:ext cx="58600" cy="58600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l1120"/>
            <p:cNvSpPr/>
            <p:nvPr/>
          </p:nvSpPr>
          <p:spPr>
            <a:xfrm>
              <a:off x="7465118" y="9516370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rc1121"/>
            <p:cNvSpPr/>
            <p:nvPr/>
          </p:nvSpPr>
          <p:spPr>
            <a:xfrm>
              <a:off x="7447118" y="9682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7507818" y="9742985"/>
              <a:ext cx="58600" cy="58600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l1123"/>
            <p:cNvSpPr/>
            <p:nvPr/>
          </p:nvSpPr>
          <p:spPr>
            <a:xfrm>
              <a:off x="7465118" y="9772285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tx1124"/>
            <p:cNvSpPr/>
            <p:nvPr/>
          </p:nvSpPr>
          <p:spPr>
            <a:xfrm>
              <a:off x="5545436" y="946626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1126" name="tx1125"/>
            <p:cNvSpPr/>
            <p:nvPr/>
          </p:nvSpPr>
          <p:spPr>
            <a:xfrm>
              <a:off x="5545436" y="9722176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1127" name="tx1126"/>
            <p:cNvSpPr/>
            <p:nvPr/>
          </p:nvSpPr>
          <p:spPr>
            <a:xfrm>
              <a:off x="6094528" y="94662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1128" name="tx1127"/>
            <p:cNvSpPr/>
            <p:nvPr/>
          </p:nvSpPr>
          <p:spPr>
            <a:xfrm>
              <a:off x="6094528" y="97221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1129" name="tx1128"/>
            <p:cNvSpPr/>
            <p:nvPr/>
          </p:nvSpPr>
          <p:spPr>
            <a:xfrm>
              <a:off x="6635847" y="946626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1130" name="tx1129"/>
            <p:cNvSpPr/>
            <p:nvPr/>
          </p:nvSpPr>
          <p:spPr>
            <a:xfrm>
              <a:off x="6635847" y="9722176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1131" name="tx1130"/>
            <p:cNvSpPr/>
            <p:nvPr/>
          </p:nvSpPr>
          <p:spPr>
            <a:xfrm>
              <a:off x="7161714" y="9466260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1132" name="tx1131"/>
            <p:cNvSpPr/>
            <p:nvPr/>
          </p:nvSpPr>
          <p:spPr>
            <a:xfrm>
              <a:off x="7161714" y="9722176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1133" name="tx1132"/>
            <p:cNvSpPr/>
            <p:nvPr/>
          </p:nvSpPr>
          <p:spPr>
            <a:xfrm>
              <a:off x="7703033" y="9466260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1134" name="tx1133"/>
            <p:cNvSpPr/>
            <p:nvPr/>
          </p:nvSpPr>
          <p:spPr>
            <a:xfrm>
              <a:off x="7703033" y="9722176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2026-07-20T00:30:59Z</dcterms:modified>
  <cp:category/>
</cp:coreProperties>
</file>