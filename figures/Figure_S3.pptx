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69163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45580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36011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69163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19666"/>
              <a:ext cx="1704152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69163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45580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46779" y="19927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47295" y="17972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78706" y="189006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55890" y="16173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55517" y="22868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66179" y="18791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87224" y="209302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65145" y="19628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41437" y="17412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63574" y="18985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66172" y="17902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71003" y="166635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26120" y="16449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68188" y="19245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22408" y="18687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70305" y="17324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20964" y="18368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24885" y="20392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59722" y="19657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48205" y="16169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54602" y="16491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51128" y="19041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55230" y="19687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56315" y="20979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20102" y="19574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18296" y="17965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7088" y="19494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32849" y="181249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38809" y="178676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12219" y="18198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26400" y="198384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05766" y="168678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47358" y="18124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22300" y="18307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47478" y="18778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35692" y="181376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50467" y="19316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14214" y="15060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02328" y="15870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46395" y="15567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20493" y="15152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4451" y="17916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50529" y="17477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98634" y="16493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43418" y="19745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47952" y="18421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19956" y="17849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45575" y="170929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503567" y="16462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12843" y="16967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92779" y="19184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99139" y="17216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519026" y="18852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83528" y="19847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510724" y="18001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94121" y="17791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95584" y="171971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507799" y="18779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92820" y="17477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98943" y="12784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518480" y="189650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82112" y="13615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86988" y="18017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520770" y="154277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526798" y="150871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19506" y="15246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516741" y="18676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30355" y="16988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501916" y="18404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05354" y="17553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531001" y="14088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16742" y="11934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391627" y="1812329"/>
              <a:ext cx="1143846" cy="152606"/>
            </a:xfrm>
            <a:custGeom>
              <a:avLst/>
              <a:pathLst>
                <a:path w="1143846" h="152606">
                  <a:moveTo>
                    <a:pt x="0" y="152606"/>
                  </a:moveTo>
                  <a:lnTo>
                    <a:pt x="73452" y="142806"/>
                  </a:lnTo>
                  <a:lnTo>
                    <a:pt x="138241" y="134163"/>
                  </a:lnTo>
                  <a:lnTo>
                    <a:pt x="196197" y="126430"/>
                  </a:lnTo>
                  <a:lnTo>
                    <a:pt x="248625" y="119436"/>
                  </a:lnTo>
                  <a:lnTo>
                    <a:pt x="296487" y="113050"/>
                  </a:lnTo>
                  <a:lnTo>
                    <a:pt x="340517" y="107176"/>
                  </a:lnTo>
                  <a:lnTo>
                    <a:pt x="381282" y="101737"/>
                  </a:lnTo>
                  <a:lnTo>
                    <a:pt x="419233" y="96674"/>
                  </a:lnTo>
                  <a:lnTo>
                    <a:pt x="454734" y="91938"/>
                  </a:lnTo>
                  <a:lnTo>
                    <a:pt x="488082" y="87488"/>
                  </a:lnTo>
                  <a:lnTo>
                    <a:pt x="519523" y="83294"/>
                  </a:lnTo>
                  <a:lnTo>
                    <a:pt x="549264" y="79326"/>
                  </a:lnTo>
                  <a:lnTo>
                    <a:pt x="577479" y="75561"/>
                  </a:lnTo>
                  <a:lnTo>
                    <a:pt x="604317" y="71981"/>
                  </a:lnTo>
                  <a:lnTo>
                    <a:pt x="629907" y="68567"/>
                  </a:lnTo>
                  <a:lnTo>
                    <a:pt x="654359" y="65305"/>
                  </a:lnTo>
                  <a:lnTo>
                    <a:pt x="677770" y="62181"/>
                  </a:lnTo>
                  <a:lnTo>
                    <a:pt x="700225" y="59185"/>
                  </a:lnTo>
                  <a:lnTo>
                    <a:pt x="721799" y="56307"/>
                  </a:lnTo>
                  <a:lnTo>
                    <a:pt x="742559" y="53537"/>
                  </a:lnTo>
                  <a:lnTo>
                    <a:pt x="762564" y="50868"/>
                  </a:lnTo>
                  <a:lnTo>
                    <a:pt x="781867" y="48293"/>
                  </a:lnTo>
                  <a:lnTo>
                    <a:pt x="800515" y="45805"/>
                  </a:lnTo>
                  <a:lnTo>
                    <a:pt x="818552" y="43399"/>
                  </a:lnTo>
                  <a:lnTo>
                    <a:pt x="836016" y="41069"/>
                  </a:lnTo>
                  <a:lnTo>
                    <a:pt x="852943" y="38810"/>
                  </a:lnTo>
                  <a:lnTo>
                    <a:pt x="869364" y="36620"/>
                  </a:lnTo>
                  <a:lnTo>
                    <a:pt x="885309" y="34492"/>
                  </a:lnTo>
                  <a:lnTo>
                    <a:pt x="900805" y="32425"/>
                  </a:lnTo>
                  <a:lnTo>
                    <a:pt x="915877" y="30414"/>
                  </a:lnTo>
                  <a:lnTo>
                    <a:pt x="930546" y="28457"/>
                  </a:lnTo>
                  <a:lnTo>
                    <a:pt x="944835" y="26551"/>
                  </a:lnTo>
                  <a:lnTo>
                    <a:pt x="958761" y="24693"/>
                  </a:lnTo>
                  <a:lnTo>
                    <a:pt x="972344" y="22880"/>
                  </a:lnTo>
                  <a:lnTo>
                    <a:pt x="985600" y="21112"/>
                  </a:lnTo>
                  <a:lnTo>
                    <a:pt x="998543" y="19385"/>
                  </a:lnTo>
                  <a:lnTo>
                    <a:pt x="1011189" y="17698"/>
                  </a:lnTo>
                  <a:lnTo>
                    <a:pt x="1023551" y="16049"/>
                  </a:lnTo>
                  <a:lnTo>
                    <a:pt x="1035641" y="14436"/>
                  </a:lnTo>
                  <a:lnTo>
                    <a:pt x="1047471" y="12857"/>
                  </a:lnTo>
                  <a:lnTo>
                    <a:pt x="1059052" y="11312"/>
                  </a:lnTo>
                  <a:lnTo>
                    <a:pt x="1070394" y="9799"/>
                  </a:lnTo>
                  <a:lnTo>
                    <a:pt x="1081507" y="8316"/>
                  </a:lnTo>
                  <a:lnTo>
                    <a:pt x="1092400" y="6863"/>
                  </a:lnTo>
                  <a:lnTo>
                    <a:pt x="1103081" y="5438"/>
                  </a:lnTo>
                  <a:lnTo>
                    <a:pt x="1113559" y="4040"/>
                  </a:lnTo>
                  <a:lnTo>
                    <a:pt x="1123841" y="2668"/>
                  </a:lnTo>
                  <a:lnTo>
                    <a:pt x="1133935" y="1322"/>
                  </a:lnTo>
                  <a:lnTo>
                    <a:pt x="114384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91627" y="1532450"/>
              <a:ext cx="1143846" cy="330672"/>
            </a:xfrm>
            <a:custGeom>
              <a:avLst/>
              <a:pathLst>
                <a:path w="1143846" h="330672">
                  <a:moveTo>
                    <a:pt x="0" y="330672"/>
                  </a:moveTo>
                  <a:lnTo>
                    <a:pt x="73452" y="309438"/>
                  </a:lnTo>
                  <a:lnTo>
                    <a:pt x="138241" y="290708"/>
                  </a:lnTo>
                  <a:lnTo>
                    <a:pt x="196197" y="273954"/>
                  </a:lnTo>
                  <a:lnTo>
                    <a:pt x="248625" y="258797"/>
                  </a:lnTo>
                  <a:lnTo>
                    <a:pt x="296487" y="244961"/>
                  </a:lnTo>
                  <a:lnTo>
                    <a:pt x="340517" y="232232"/>
                  </a:lnTo>
                  <a:lnTo>
                    <a:pt x="381282" y="220448"/>
                  </a:lnTo>
                  <a:lnTo>
                    <a:pt x="419233" y="209477"/>
                  </a:lnTo>
                  <a:lnTo>
                    <a:pt x="454734" y="199214"/>
                  </a:lnTo>
                  <a:lnTo>
                    <a:pt x="488082" y="189573"/>
                  </a:lnTo>
                  <a:lnTo>
                    <a:pt x="519523" y="180484"/>
                  </a:lnTo>
                  <a:lnTo>
                    <a:pt x="549264" y="171886"/>
                  </a:lnTo>
                  <a:lnTo>
                    <a:pt x="577479" y="163729"/>
                  </a:lnTo>
                  <a:lnTo>
                    <a:pt x="604317" y="155971"/>
                  </a:lnTo>
                  <a:lnTo>
                    <a:pt x="629907" y="148573"/>
                  </a:lnTo>
                  <a:lnTo>
                    <a:pt x="654359" y="141505"/>
                  </a:lnTo>
                  <a:lnTo>
                    <a:pt x="677770" y="134737"/>
                  </a:lnTo>
                  <a:lnTo>
                    <a:pt x="700225" y="128245"/>
                  </a:lnTo>
                  <a:lnTo>
                    <a:pt x="721799" y="122008"/>
                  </a:lnTo>
                  <a:lnTo>
                    <a:pt x="742559" y="116007"/>
                  </a:lnTo>
                  <a:lnTo>
                    <a:pt x="762564" y="110224"/>
                  </a:lnTo>
                  <a:lnTo>
                    <a:pt x="781867" y="104643"/>
                  </a:lnTo>
                  <a:lnTo>
                    <a:pt x="800515" y="99252"/>
                  </a:lnTo>
                  <a:lnTo>
                    <a:pt x="818552" y="94038"/>
                  </a:lnTo>
                  <a:lnTo>
                    <a:pt x="836016" y="88990"/>
                  </a:lnTo>
                  <a:lnTo>
                    <a:pt x="852943" y="84096"/>
                  </a:lnTo>
                  <a:lnTo>
                    <a:pt x="869364" y="79349"/>
                  </a:lnTo>
                  <a:lnTo>
                    <a:pt x="885309" y="74739"/>
                  </a:lnTo>
                  <a:lnTo>
                    <a:pt x="900805" y="70260"/>
                  </a:lnTo>
                  <a:lnTo>
                    <a:pt x="915877" y="65903"/>
                  </a:lnTo>
                  <a:lnTo>
                    <a:pt x="930546" y="61662"/>
                  </a:lnTo>
                  <a:lnTo>
                    <a:pt x="944835" y="57531"/>
                  </a:lnTo>
                  <a:lnTo>
                    <a:pt x="958761" y="53505"/>
                  </a:lnTo>
                  <a:lnTo>
                    <a:pt x="972344" y="49579"/>
                  </a:lnTo>
                  <a:lnTo>
                    <a:pt x="985600" y="45747"/>
                  </a:lnTo>
                  <a:lnTo>
                    <a:pt x="998543" y="42005"/>
                  </a:lnTo>
                  <a:lnTo>
                    <a:pt x="1011189" y="38349"/>
                  </a:lnTo>
                  <a:lnTo>
                    <a:pt x="1023551" y="34775"/>
                  </a:lnTo>
                  <a:lnTo>
                    <a:pt x="1035641" y="31280"/>
                  </a:lnTo>
                  <a:lnTo>
                    <a:pt x="1047471" y="27860"/>
                  </a:lnTo>
                  <a:lnTo>
                    <a:pt x="1059052" y="24513"/>
                  </a:lnTo>
                  <a:lnTo>
                    <a:pt x="1070394" y="21234"/>
                  </a:lnTo>
                  <a:lnTo>
                    <a:pt x="1081507" y="18021"/>
                  </a:lnTo>
                  <a:lnTo>
                    <a:pt x="1092400" y="14872"/>
                  </a:lnTo>
                  <a:lnTo>
                    <a:pt x="1103081" y="11784"/>
                  </a:lnTo>
                  <a:lnTo>
                    <a:pt x="1113559" y="8755"/>
                  </a:lnTo>
                  <a:lnTo>
                    <a:pt x="1123841" y="5783"/>
                  </a:lnTo>
                  <a:lnTo>
                    <a:pt x="1133935" y="2865"/>
                  </a:lnTo>
                  <a:lnTo>
                    <a:pt x="114384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91627" y="1879096"/>
              <a:ext cx="1143846" cy="74968"/>
            </a:xfrm>
            <a:custGeom>
              <a:avLst/>
              <a:pathLst>
                <a:path w="1143846" h="74968">
                  <a:moveTo>
                    <a:pt x="0" y="74968"/>
                  </a:moveTo>
                  <a:lnTo>
                    <a:pt x="73452" y="70154"/>
                  </a:lnTo>
                  <a:lnTo>
                    <a:pt x="138241" y="65907"/>
                  </a:lnTo>
                  <a:lnTo>
                    <a:pt x="196197" y="62109"/>
                  </a:lnTo>
                  <a:lnTo>
                    <a:pt x="248625" y="58673"/>
                  </a:lnTo>
                  <a:lnTo>
                    <a:pt x="296487" y="55536"/>
                  </a:lnTo>
                  <a:lnTo>
                    <a:pt x="340517" y="52650"/>
                  </a:lnTo>
                  <a:lnTo>
                    <a:pt x="381282" y="49978"/>
                  </a:lnTo>
                  <a:lnTo>
                    <a:pt x="419233" y="47491"/>
                  </a:lnTo>
                  <a:lnTo>
                    <a:pt x="454734" y="45164"/>
                  </a:lnTo>
                  <a:lnTo>
                    <a:pt x="488082" y="42979"/>
                  </a:lnTo>
                  <a:lnTo>
                    <a:pt x="519523" y="40918"/>
                  </a:lnTo>
                  <a:lnTo>
                    <a:pt x="549264" y="38969"/>
                  </a:lnTo>
                  <a:lnTo>
                    <a:pt x="577479" y="37119"/>
                  </a:lnTo>
                  <a:lnTo>
                    <a:pt x="604317" y="35360"/>
                  </a:lnTo>
                  <a:lnTo>
                    <a:pt x="629907" y="33683"/>
                  </a:lnTo>
                  <a:lnTo>
                    <a:pt x="654359" y="32081"/>
                  </a:lnTo>
                  <a:lnTo>
                    <a:pt x="677770" y="30546"/>
                  </a:lnTo>
                  <a:lnTo>
                    <a:pt x="700225" y="29075"/>
                  </a:lnTo>
                  <a:lnTo>
                    <a:pt x="721799" y="27661"/>
                  </a:lnTo>
                  <a:lnTo>
                    <a:pt x="742559" y="26300"/>
                  </a:lnTo>
                  <a:lnTo>
                    <a:pt x="762564" y="24989"/>
                  </a:lnTo>
                  <a:lnTo>
                    <a:pt x="781867" y="23724"/>
                  </a:lnTo>
                  <a:lnTo>
                    <a:pt x="800515" y="22502"/>
                  </a:lnTo>
                  <a:lnTo>
                    <a:pt x="818552" y="21319"/>
                  </a:lnTo>
                  <a:lnTo>
                    <a:pt x="836016" y="20175"/>
                  </a:lnTo>
                  <a:lnTo>
                    <a:pt x="852943" y="19065"/>
                  </a:lnTo>
                  <a:lnTo>
                    <a:pt x="869364" y="17989"/>
                  </a:lnTo>
                  <a:lnTo>
                    <a:pt x="885309" y="16944"/>
                  </a:lnTo>
                  <a:lnTo>
                    <a:pt x="900805" y="15928"/>
                  </a:lnTo>
                  <a:lnTo>
                    <a:pt x="915877" y="14941"/>
                  </a:lnTo>
                  <a:lnTo>
                    <a:pt x="930546" y="13979"/>
                  </a:lnTo>
                  <a:lnTo>
                    <a:pt x="944835" y="13043"/>
                  </a:lnTo>
                  <a:lnTo>
                    <a:pt x="958761" y="12130"/>
                  </a:lnTo>
                  <a:lnTo>
                    <a:pt x="972344" y="11240"/>
                  </a:lnTo>
                  <a:lnTo>
                    <a:pt x="985600" y="10371"/>
                  </a:lnTo>
                  <a:lnTo>
                    <a:pt x="998543" y="9523"/>
                  </a:lnTo>
                  <a:lnTo>
                    <a:pt x="1011189" y="8694"/>
                  </a:lnTo>
                  <a:lnTo>
                    <a:pt x="1023551" y="7884"/>
                  </a:lnTo>
                  <a:lnTo>
                    <a:pt x="1035641" y="7091"/>
                  </a:lnTo>
                  <a:lnTo>
                    <a:pt x="1047471" y="6316"/>
                  </a:lnTo>
                  <a:lnTo>
                    <a:pt x="1059052" y="5557"/>
                  </a:lnTo>
                  <a:lnTo>
                    <a:pt x="1070394" y="4814"/>
                  </a:lnTo>
                  <a:lnTo>
                    <a:pt x="1081507" y="4085"/>
                  </a:lnTo>
                  <a:lnTo>
                    <a:pt x="1092400" y="3371"/>
                  </a:lnTo>
                  <a:lnTo>
                    <a:pt x="1103081" y="2671"/>
                  </a:lnTo>
                  <a:lnTo>
                    <a:pt x="1113559" y="1985"/>
                  </a:lnTo>
                  <a:lnTo>
                    <a:pt x="1123841" y="1311"/>
                  </a:lnTo>
                  <a:lnTo>
                    <a:pt x="1133935" y="649"/>
                  </a:lnTo>
                  <a:lnTo>
                    <a:pt x="114384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391627" y="1491793"/>
              <a:ext cx="1143846" cy="731248"/>
            </a:xfrm>
            <a:custGeom>
              <a:avLst/>
              <a:pathLst>
                <a:path w="1143846" h="731248">
                  <a:moveTo>
                    <a:pt x="0" y="731248"/>
                  </a:moveTo>
                  <a:lnTo>
                    <a:pt x="73452" y="684291"/>
                  </a:lnTo>
                  <a:lnTo>
                    <a:pt x="138241" y="642872"/>
                  </a:lnTo>
                  <a:lnTo>
                    <a:pt x="196197" y="605821"/>
                  </a:lnTo>
                  <a:lnTo>
                    <a:pt x="248625" y="572304"/>
                  </a:lnTo>
                  <a:lnTo>
                    <a:pt x="296487" y="541706"/>
                  </a:lnTo>
                  <a:lnTo>
                    <a:pt x="340517" y="513559"/>
                  </a:lnTo>
                  <a:lnTo>
                    <a:pt x="381282" y="487498"/>
                  </a:lnTo>
                  <a:lnTo>
                    <a:pt x="419233" y="463237"/>
                  </a:lnTo>
                  <a:lnTo>
                    <a:pt x="454734" y="440541"/>
                  </a:lnTo>
                  <a:lnTo>
                    <a:pt x="488082" y="419222"/>
                  </a:lnTo>
                  <a:lnTo>
                    <a:pt x="519523" y="399122"/>
                  </a:lnTo>
                  <a:lnTo>
                    <a:pt x="549264" y="380109"/>
                  </a:lnTo>
                  <a:lnTo>
                    <a:pt x="577479" y="362071"/>
                  </a:lnTo>
                  <a:lnTo>
                    <a:pt x="604317" y="344914"/>
                  </a:lnTo>
                  <a:lnTo>
                    <a:pt x="629907" y="328555"/>
                  </a:lnTo>
                  <a:lnTo>
                    <a:pt x="654359" y="312923"/>
                  </a:lnTo>
                  <a:lnTo>
                    <a:pt x="677770" y="297957"/>
                  </a:lnTo>
                  <a:lnTo>
                    <a:pt x="700225" y="283602"/>
                  </a:lnTo>
                  <a:lnTo>
                    <a:pt x="721799" y="269809"/>
                  </a:lnTo>
                  <a:lnTo>
                    <a:pt x="742559" y="256538"/>
                  </a:lnTo>
                  <a:lnTo>
                    <a:pt x="762564" y="243749"/>
                  </a:lnTo>
                  <a:lnTo>
                    <a:pt x="781867" y="231409"/>
                  </a:lnTo>
                  <a:lnTo>
                    <a:pt x="800515" y="219487"/>
                  </a:lnTo>
                  <a:lnTo>
                    <a:pt x="818552" y="207956"/>
                  </a:lnTo>
                  <a:lnTo>
                    <a:pt x="836016" y="196792"/>
                  </a:lnTo>
                  <a:lnTo>
                    <a:pt x="852943" y="185971"/>
                  </a:lnTo>
                  <a:lnTo>
                    <a:pt x="869364" y="175473"/>
                  </a:lnTo>
                  <a:lnTo>
                    <a:pt x="885309" y="165279"/>
                  </a:lnTo>
                  <a:lnTo>
                    <a:pt x="900805" y="155373"/>
                  </a:lnTo>
                  <a:lnTo>
                    <a:pt x="915877" y="145738"/>
                  </a:lnTo>
                  <a:lnTo>
                    <a:pt x="930546" y="136360"/>
                  </a:lnTo>
                  <a:lnTo>
                    <a:pt x="944835" y="127225"/>
                  </a:lnTo>
                  <a:lnTo>
                    <a:pt x="958761" y="118322"/>
                  </a:lnTo>
                  <a:lnTo>
                    <a:pt x="972344" y="109639"/>
                  </a:lnTo>
                  <a:lnTo>
                    <a:pt x="985600" y="101165"/>
                  </a:lnTo>
                  <a:lnTo>
                    <a:pt x="998543" y="92890"/>
                  </a:lnTo>
                  <a:lnTo>
                    <a:pt x="1011189" y="84806"/>
                  </a:lnTo>
                  <a:lnTo>
                    <a:pt x="1023551" y="76903"/>
                  </a:lnTo>
                  <a:lnTo>
                    <a:pt x="1035641" y="69174"/>
                  </a:lnTo>
                  <a:lnTo>
                    <a:pt x="1047471" y="61611"/>
                  </a:lnTo>
                  <a:lnTo>
                    <a:pt x="1059052" y="54208"/>
                  </a:lnTo>
                  <a:lnTo>
                    <a:pt x="1070394" y="46957"/>
                  </a:lnTo>
                  <a:lnTo>
                    <a:pt x="1081507" y="39852"/>
                  </a:lnTo>
                  <a:lnTo>
                    <a:pt x="1092400" y="32889"/>
                  </a:lnTo>
                  <a:lnTo>
                    <a:pt x="1103081" y="26060"/>
                  </a:lnTo>
                  <a:lnTo>
                    <a:pt x="1113559" y="19362"/>
                  </a:lnTo>
                  <a:lnTo>
                    <a:pt x="1123841" y="12788"/>
                  </a:lnTo>
                  <a:lnTo>
                    <a:pt x="1133935" y="6336"/>
                  </a:lnTo>
                  <a:lnTo>
                    <a:pt x="114384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391627" y="1821918"/>
              <a:ext cx="1143846" cy="116968"/>
            </a:xfrm>
            <a:custGeom>
              <a:avLst/>
              <a:pathLst>
                <a:path w="1143846" h="116968">
                  <a:moveTo>
                    <a:pt x="0" y="116968"/>
                  </a:moveTo>
                  <a:lnTo>
                    <a:pt x="73452" y="109457"/>
                  </a:lnTo>
                  <a:lnTo>
                    <a:pt x="138241" y="102832"/>
                  </a:lnTo>
                  <a:lnTo>
                    <a:pt x="196197" y="96905"/>
                  </a:lnTo>
                  <a:lnTo>
                    <a:pt x="248625" y="91544"/>
                  </a:lnTo>
                  <a:lnTo>
                    <a:pt x="296487" y="86650"/>
                  </a:lnTo>
                  <a:lnTo>
                    <a:pt x="340517" y="82147"/>
                  </a:lnTo>
                  <a:lnTo>
                    <a:pt x="381282" y="77979"/>
                  </a:lnTo>
                  <a:lnTo>
                    <a:pt x="419233" y="74098"/>
                  </a:lnTo>
                  <a:lnTo>
                    <a:pt x="454734" y="70468"/>
                  </a:lnTo>
                  <a:lnTo>
                    <a:pt x="488082" y="67057"/>
                  </a:lnTo>
                  <a:lnTo>
                    <a:pt x="519523" y="63842"/>
                  </a:lnTo>
                  <a:lnTo>
                    <a:pt x="549264" y="60801"/>
                  </a:lnTo>
                  <a:lnTo>
                    <a:pt x="577479" y="57916"/>
                  </a:lnTo>
                  <a:lnTo>
                    <a:pt x="604317" y="55171"/>
                  </a:lnTo>
                  <a:lnTo>
                    <a:pt x="629907" y="52554"/>
                  </a:lnTo>
                  <a:lnTo>
                    <a:pt x="654359" y="50054"/>
                  </a:lnTo>
                  <a:lnTo>
                    <a:pt x="677770" y="47660"/>
                  </a:lnTo>
                  <a:lnTo>
                    <a:pt x="700225" y="45364"/>
                  </a:lnTo>
                  <a:lnTo>
                    <a:pt x="721799" y="43158"/>
                  </a:lnTo>
                  <a:lnTo>
                    <a:pt x="742559" y="41035"/>
                  </a:lnTo>
                  <a:lnTo>
                    <a:pt x="762564" y="38989"/>
                  </a:lnTo>
                  <a:lnTo>
                    <a:pt x="781867" y="37015"/>
                  </a:lnTo>
                  <a:lnTo>
                    <a:pt x="800515" y="35108"/>
                  </a:lnTo>
                  <a:lnTo>
                    <a:pt x="818552" y="33264"/>
                  </a:lnTo>
                  <a:lnTo>
                    <a:pt x="836016" y="31478"/>
                  </a:lnTo>
                  <a:lnTo>
                    <a:pt x="852943" y="29747"/>
                  </a:lnTo>
                  <a:lnTo>
                    <a:pt x="869364" y="28068"/>
                  </a:lnTo>
                  <a:lnTo>
                    <a:pt x="885309" y="26437"/>
                  </a:lnTo>
                  <a:lnTo>
                    <a:pt x="900805" y="24853"/>
                  </a:lnTo>
                  <a:lnTo>
                    <a:pt x="915877" y="23311"/>
                  </a:lnTo>
                  <a:lnTo>
                    <a:pt x="930546" y="21811"/>
                  </a:lnTo>
                  <a:lnTo>
                    <a:pt x="944835" y="20350"/>
                  </a:lnTo>
                  <a:lnTo>
                    <a:pt x="958761" y="18926"/>
                  </a:lnTo>
                  <a:lnTo>
                    <a:pt x="972344" y="17537"/>
                  </a:lnTo>
                  <a:lnTo>
                    <a:pt x="985600" y="16182"/>
                  </a:lnTo>
                  <a:lnTo>
                    <a:pt x="998543" y="14858"/>
                  </a:lnTo>
                  <a:lnTo>
                    <a:pt x="1011189" y="13565"/>
                  </a:lnTo>
                  <a:lnTo>
                    <a:pt x="1023551" y="12301"/>
                  </a:lnTo>
                  <a:lnTo>
                    <a:pt x="1035641" y="11064"/>
                  </a:lnTo>
                  <a:lnTo>
                    <a:pt x="1047471" y="9855"/>
                  </a:lnTo>
                  <a:lnTo>
                    <a:pt x="1059052" y="8670"/>
                  </a:lnTo>
                  <a:lnTo>
                    <a:pt x="1070394" y="7511"/>
                  </a:lnTo>
                  <a:lnTo>
                    <a:pt x="1081507" y="6374"/>
                  </a:lnTo>
                  <a:lnTo>
                    <a:pt x="1092400" y="5260"/>
                  </a:lnTo>
                  <a:lnTo>
                    <a:pt x="1103081" y="4168"/>
                  </a:lnTo>
                  <a:lnTo>
                    <a:pt x="1113559" y="3097"/>
                  </a:lnTo>
                  <a:lnTo>
                    <a:pt x="1123841" y="2045"/>
                  </a:lnTo>
                  <a:lnTo>
                    <a:pt x="1133935" y="1013"/>
                  </a:lnTo>
                  <a:lnTo>
                    <a:pt x="114384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391627" y="1770960"/>
              <a:ext cx="1143846" cy="21812"/>
            </a:xfrm>
            <a:custGeom>
              <a:avLst/>
              <a:pathLst>
                <a:path w="1143846" h="21812">
                  <a:moveTo>
                    <a:pt x="0" y="0"/>
                  </a:moveTo>
                  <a:lnTo>
                    <a:pt x="73452" y="1400"/>
                  </a:lnTo>
                  <a:lnTo>
                    <a:pt x="138241" y="2636"/>
                  </a:lnTo>
                  <a:lnTo>
                    <a:pt x="196197" y="3741"/>
                  </a:lnTo>
                  <a:lnTo>
                    <a:pt x="248625" y="4741"/>
                  </a:lnTo>
                  <a:lnTo>
                    <a:pt x="296487" y="5653"/>
                  </a:lnTo>
                  <a:lnTo>
                    <a:pt x="340517" y="6493"/>
                  </a:lnTo>
                  <a:lnTo>
                    <a:pt x="381282" y="7270"/>
                  </a:lnTo>
                  <a:lnTo>
                    <a:pt x="419233" y="7994"/>
                  </a:lnTo>
                  <a:lnTo>
                    <a:pt x="454734" y="8671"/>
                  </a:lnTo>
                  <a:lnTo>
                    <a:pt x="488082" y="9307"/>
                  </a:lnTo>
                  <a:lnTo>
                    <a:pt x="519523" y="9906"/>
                  </a:lnTo>
                  <a:lnTo>
                    <a:pt x="549264" y="10474"/>
                  </a:lnTo>
                  <a:lnTo>
                    <a:pt x="577479" y="11012"/>
                  </a:lnTo>
                  <a:lnTo>
                    <a:pt x="604317" y="11523"/>
                  </a:lnTo>
                  <a:lnTo>
                    <a:pt x="629907" y="12011"/>
                  </a:lnTo>
                  <a:lnTo>
                    <a:pt x="654359" y="12478"/>
                  </a:lnTo>
                  <a:lnTo>
                    <a:pt x="677770" y="12924"/>
                  </a:lnTo>
                  <a:lnTo>
                    <a:pt x="700225" y="13352"/>
                  </a:lnTo>
                  <a:lnTo>
                    <a:pt x="721799" y="13764"/>
                  </a:lnTo>
                  <a:lnTo>
                    <a:pt x="742559" y="14160"/>
                  </a:lnTo>
                  <a:lnTo>
                    <a:pt x="762564" y="14541"/>
                  </a:lnTo>
                  <a:lnTo>
                    <a:pt x="781867" y="14909"/>
                  </a:lnTo>
                  <a:lnTo>
                    <a:pt x="800515" y="15265"/>
                  </a:lnTo>
                  <a:lnTo>
                    <a:pt x="818552" y="15609"/>
                  </a:lnTo>
                  <a:lnTo>
                    <a:pt x="836016" y="15942"/>
                  </a:lnTo>
                  <a:lnTo>
                    <a:pt x="852943" y="16264"/>
                  </a:lnTo>
                  <a:lnTo>
                    <a:pt x="869364" y="16578"/>
                  </a:lnTo>
                  <a:lnTo>
                    <a:pt x="885309" y="16882"/>
                  </a:lnTo>
                  <a:lnTo>
                    <a:pt x="900805" y="17177"/>
                  </a:lnTo>
                  <a:lnTo>
                    <a:pt x="915877" y="17465"/>
                  </a:lnTo>
                  <a:lnTo>
                    <a:pt x="930546" y="17744"/>
                  </a:lnTo>
                  <a:lnTo>
                    <a:pt x="944835" y="18017"/>
                  </a:lnTo>
                  <a:lnTo>
                    <a:pt x="958761" y="18282"/>
                  </a:lnTo>
                  <a:lnTo>
                    <a:pt x="972344" y="18541"/>
                  </a:lnTo>
                  <a:lnTo>
                    <a:pt x="985600" y="18794"/>
                  </a:lnTo>
                  <a:lnTo>
                    <a:pt x="998543" y="19041"/>
                  </a:lnTo>
                  <a:lnTo>
                    <a:pt x="1011189" y="19282"/>
                  </a:lnTo>
                  <a:lnTo>
                    <a:pt x="1023551" y="19518"/>
                  </a:lnTo>
                  <a:lnTo>
                    <a:pt x="1035641" y="19748"/>
                  </a:lnTo>
                  <a:lnTo>
                    <a:pt x="1047471" y="19974"/>
                  </a:lnTo>
                  <a:lnTo>
                    <a:pt x="1059052" y="20195"/>
                  </a:lnTo>
                  <a:lnTo>
                    <a:pt x="1070394" y="20411"/>
                  </a:lnTo>
                  <a:lnTo>
                    <a:pt x="1081507" y="20623"/>
                  </a:lnTo>
                  <a:lnTo>
                    <a:pt x="1092400" y="20831"/>
                  </a:lnTo>
                  <a:lnTo>
                    <a:pt x="1103081" y="21034"/>
                  </a:lnTo>
                  <a:lnTo>
                    <a:pt x="1113559" y="21234"/>
                  </a:lnTo>
                  <a:lnTo>
                    <a:pt x="1123841" y="21430"/>
                  </a:lnTo>
                  <a:lnTo>
                    <a:pt x="1133935" y="21623"/>
                  </a:lnTo>
                  <a:lnTo>
                    <a:pt x="1143846" y="2181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91627" y="1758810"/>
              <a:ext cx="1143846" cy="133246"/>
            </a:xfrm>
            <a:custGeom>
              <a:avLst/>
              <a:pathLst>
                <a:path w="1143846" h="133246">
                  <a:moveTo>
                    <a:pt x="0" y="133246"/>
                  </a:moveTo>
                  <a:lnTo>
                    <a:pt x="73452" y="124689"/>
                  </a:lnTo>
                  <a:lnTo>
                    <a:pt x="138241" y="117142"/>
                  </a:lnTo>
                  <a:lnTo>
                    <a:pt x="196197" y="110391"/>
                  </a:lnTo>
                  <a:lnTo>
                    <a:pt x="248625" y="104284"/>
                  </a:lnTo>
                  <a:lnTo>
                    <a:pt x="296487" y="98708"/>
                  </a:lnTo>
                  <a:lnTo>
                    <a:pt x="340517" y="93579"/>
                  </a:lnTo>
                  <a:lnTo>
                    <a:pt x="381282" y="88830"/>
                  </a:lnTo>
                  <a:lnTo>
                    <a:pt x="419233" y="84409"/>
                  </a:lnTo>
                  <a:lnTo>
                    <a:pt x="454734" y="80274"/>
                  </a:lnTo>
                  <a:lnTo>
                    <a:pt x="488082" y="76389"/>
                  </a:lnTo>
                  <a:lnTo>
                    <a:pt x="519523" y="72727"/>
                  </a:lnTo>
                  <a:lnTo>
                    <a:pt x="549264" y="69262"/>
                  </a:lnTo>
                  <a:lnTo>
                    <a:pt x="577479" y="65975"/>
                  </a:lnTo>
                  <a:lnTo>
                    <a:pt x="604317" y="62849"/>
                  </a:lnTo>
                  <a:lnTo>
                    <a:pt x="629907" y="59868"/>
                  </a:lnTo>
                  <a:lnTo>
                    <a:pt x="654359" y="57020"/>
                  </a:lnTo>
                  <a:lnTo>
                    <a:pt x="677770" y="54293"/>
                  </a:lnTo>
                  <a:lnTo>
                    <a:pt x="700225" y="51677"/>
                  </a:lnTo>
                  <a:lnTo>
                    <a:pt x="721799" y="49164"/>
                  </a:lnTo>
                  <a:lnTo>
                    <a:pt x="742559" y="46745"/>
                  </a:lnTo>
                  <a:lnTo>
                    <a:pt x="762564" y="44415"/>
                  </a:lnTo>
                  <a:lnTo>
                    <a:pt x="781867" y="42166"/>
                  </a:lnTo>
                  <a:lnTo>
                    <a:pt x="800515" y="39994"/>
                  </a:lnTo>
                  <a:lnTo>
                    <a:pt x="818552" y="37893"/>
                  </a:lnTo>
                  <a:lnTo>
                    <a:pt x="836016" y="35859"/>
                  </a:lnTo>
                  <a:lnTo>
                    <a:pt x="852943" y="33887"/>
                  </a:lnTo>
                  <a:lnTo>
                    <a:pt x="869364" y="31974"/>
                  </a:lnTo>
                  <a:lnTo>
                    <a:pt x="885309" y="30116"/>
                  </a:lnTo>
                  <a:lnTo>
                    <a:pt x="900805" y="28311"/>
                  </a:lnTo>
                  <a:lnTo>
                    <a:pt x="915877" y="26556"/>
                  </a:lnTo>
                  <a:lnTo>
                    <a:pt x="930546" y="24847"/>
                  </a:lnTo>
                  <a:lnTo>
                    <a:pt x="944835" y="23182"/>
                  </a:lnTo>
                  <a:lnTo>
                    <a:pt x="958761" y="21560"/>
                  </a:lnTo>
                  <a:lnTo>
                    <a:pt x="972344" y="19978"/>
                  </a:lnTo>
                  <a:lnTo>
                    <a:pt x="985600" y="18434"/>
                  </a:lnTo>
                  <a:lnTo>
                    <a:pt x="998543" y="16926"/>
                  </a:lnTo>
                  <a:lnTo>
                    <a:pt x="1011189" y="15453"/>
                  </a:lnTo>
                  <a:lnTo>
                    <a:pt x="1023551" y="14013"/>
                  </a:lnTo>
                  <a:lnTo>
                    <a:pt x="1035641" y="12604"/>
                  </a:lnTo>
                  <a:lnTo>
                    <a:pt x="1047471" y="11226"/>
                  </a:lnTo>
                  <a:lnTo>
                    <a:pt x="1059052" y="9877"/>
                  </a:lnTo>
                  <a:lnTo>
                    <a:pt x="1070394" y="8556"/>
                  </a:lnTo>
                  <a:lnTo>
                    <a:pt x="1081507" y="7261"/>
                  </a:lnTo>
                  <a:lnTo>
                    <a:pt x="1092400" y="5992"/>
                  </a:lnTo>
                  <a:lnTo>
                    <a:pt x="1103081" y="4748"/>
                  </a:lnTo>
                  <a:lnTo>
                    <a:pt x="1113559" y="3528"/>
                  </a:lnTo>
                  <a:lnTo>
                    <a:pt x="1123841" y="2330"/>
                  </a:lnTo>
                  <a:lnTo>
                    <a:pt x="1133935" y="1154"/>
                  </a:lnTo>
                  <a:lnTo>
                    <a:pt x="114384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91627" y="1546899"/>
              <a:ext cx="1143846" cy="516458"/>
            </a:xfrm>
            <a:custGeom>
              <a:avLst/>
              <a:pathLst>
                <a:path w="1143846" h="516458">
                  <a:moveTo>
                    <a:pt x="0" y="516458"/>
                  </a:moveTo>
                  <a:lnTo>
                    <a:pt x="73452" y="483294"/>
                  </a:lnTo>
                  <a:lnTo>
                    <a:pt x="138241" y="454041"/>
                  </a:lnTo>
                  <a:lnTo>
                    <a:pt x="196197" y="427873"/>
                  </a:lnTo>
                  <a:lnTo>
                    <a:pt x="248625" y="404201"/>
                  </a:lnTo>
                  <a:lnTo>
                    <a:pt x="296487" y="382591"/>
                  </a:lnTo>
                  <a:lnTo>
                    <a:pt x="340517" y="362711"/>
                  </a:lnTo>
                  <a:lnTo>
                    <a:pt x="381282" y="344305"/>
                  </a:lnTo>
                  <a:lnTo>
                    <a:pt x="419233" y="327170"/>
                  </a:lnTo>
                  <a:lnTo>
                    <a:pt x="454734" y="311141"/>
                  </a:lnTo>
                  <a:lnTo>
                    <a:pt x="488082" y="296084"/>
                  </a:lnTo>
                  <a:lnTo>
                    <a:pt x="519523" y="281888"/>
                  </a:lnTo>
                  <a:lnTo>
                    <a:pt x="549264" y="268460"/>
                  </a:lnTo>
                  <a:lnTo>
                    <a:pt x="577479" y="255720"/>
                  </a:lnTo>
                  <a:lnTo>
                    <a:pt x="604317" y="243602"/>
                  </a:lnTo>
                  <a:lnTo>
                    <a:pt x="629907" y="232048"/>
                  </a:lnTo>
                  <a:lnTo>
                    <a:pt x="654359" y="221008"/>
                  </a:lnTo>
                  <a:lnTo>
                    <a:pt x="677770" y="210438"/>
                  </a:lnTo>
                  <a:lnTo>
                    <a:pt x="700225" y="200299"/>
                  </a:lnTo>
                  <a:lnTo>
                    <a:pt x="721799" y="190558"/>
                  </a:lnTo>
                  <a:lnTo>
                    <a:pt x="742559" y="181185"/>
                  </a:lnTo>
                  <a:lnTo>
                    <a:pt x="762564" y="172152"/>
                  </a:lnTo>
                  <a:lnTo>
                    <a:pt x="781867" y="163437"/>
                  </a:lnTo>
                  <a:lnTo>
                    <a:pt x="800515" y="155017"/>
                  </a:lnTo>
                  <a:lnTo>
                    <a:pt x="818552" y="146873"/>
                  </a:lnTo>
                  <a:lnTo>
                    <a:pt x="836016" y="138988"/>
                  </a:lnTo>
                  <a:lnTo>
                    <a:pt x="852943" y="131345"/>
                  </a:lnTo>
                  <a:lnTo>
                    <a:pt x="869364" y="123931"/>
                  </a:lnTo>
                  <a:lnTo>
                    <a:pt x="885309" y="116732"/>
                  </a:lnTo>
                  <a:lnTo>
                    <a:pt x="900805" y="109735"/>
                  </a:lnTo>
                  <a:lnTo>
                    <a:pt x="915877" y="102930"/>
                  </a:lnTo>
                  <a:lnTo>
                    <a:pt x="930546" y="96307"/>
                  </a:lnTo>
                  <a:lnTo>
                    <a:pt x="944835" y="89855"/>
                  </a:lnTo>
                  <a:lnTo>
                    <a:pt x="958761" y="83567"/>
                  </a:lnTo>
                  <a:lnTo>
                    <a:pt x="972344" y="77434"/>
                  </a:lnTo>
                  <a:lnTo>
                    <a:pt x="985600" y="71449"/>
                  </a:lnTo>
                  <a:lnTo>
                    <a:pt x="998543" y="65605"/>
                  </a:lnTo>
                  <a:lnTo>
                    <a:pt x="1011189" y="59896"/>
                  </a:lnTo>
                  <a:lnTo>
                    <a:pt x="1023551" y="54314"/>
                  </a:lnTo>
                  <a:lnTo>
                    <a:pt x="1035641" y="48855"/>
                  </a:lnTo>
                  <a:lnTo>
                    <a:pt x="1047471" y="43514"/>
                  </a:lnTo>
                  <a:lnTo>
                    <a:pt x="1059052" y="38285"/>
                  </a:lnTo>
                  <a:lnTo>
                    <a:pt x="1070394" y="33164"/>
                  </a:lnTo>
                  <a:lnTo>
                    <a:pt x="1081507" y="28146"/>
                  </a:lnTo>
                  <a:lnTo>
                    <a:pt x="1092400" y="23228"/>
                  </a:lnTo>
                  <a:lnTo>
                    <a:pt x="1103081" y="18405"/>
                  </a:lnTo>
                  <a:lnTo>
                    <a:pt x="1113559" y="13674"/>
                  </a:lnTo>
                  <a:lnTo>
                    <a:pt x="1123841" y="9032"/>
                  </a:lnTo>
                  <a:lnTo>
                    <a:pt x="1133935" y="4475"/>
                  </a:lnTo>
                  <a:lnTo>
                    <a:pt x="114384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91627" y="1634188"/>
              <a:ext cx="1143846" cy="377558"/>
            </a:xfrm>
            <a:custGeom>
              <a:avLst/>
              <a:pathLst>
                <a:path w="1143846" h="377558">
                  <a:moveTo>
                    <a:pt x="0" y="377558"/>
                  </a:moveTo>
                  <a:lnTo>
                    <a:pt x="73452" y="353313"/>
                  </a:lnTo>
                  <a:lnTo>
                    <a:pt x="138241" y="331928"/>
                  </a:lnTo>
                  <a:lnTo>
                    <a:pt x="196197" y="312798"/>
                  </a:lnTo>
                  <a:lnTo>
                    <a:pt x="248625" y="295492"/>
                  </a:lnTo>
                  <a:lnTo>
                    <a:pt x="296487" y="279694"/>
                  </a:lnTo>
                  <a:lnTo>
                    <a:pt x="340517" y="265161"/>
                  </a:lnTo>
                  <a:lnTo>
                    <a:pt x="381282" y="251705"/>
                  </a:lnTo>
                  <a:lnTo>
                    <a:pt x="419233" y="239178"/>
                  </a:lnTo>
                  <a:lnTo>
                    <a:pt x="454734" y="227460"/>
                  </a:lnTo>
                  <a:lnTo>
                    <a:pt x="488082" y="216453"/>
                  </a:lnTo>
                  <a:lnTo>
                    <a:pt x="519523" y="206075"/>
                  </a:lnTo>
                  <a:lnTo>
                    <a:pt x="549264" y="196258"/>
                  </a:lnTo>
                  <a:lnTo>
                    <a:pt x="577479" y="186945"/>
                  </a:lnTo>
                  <a:lnTo>
                    <a:pt x="604317" y="178086"/>
                  </a:lnTo>
                  <a:lnTo>
                    <a:pt x="629907" y="169640"/>
                  </a:lnTo>
                  <a:lnTo>
                    <a:pt x="654359" y="161569"/>
                  </a:lnTo>
                  <a:lnTo>
                    <a:pt x="677770" y="153841"/>
                  </a:lnTo>
                  <a:lnTo>
                    <a:pt x="700225" y="146429"/>
                  </a:lnTo>
                  <a:lnTo>
                    <a:pt x="721799" y="139308"/>
                  </a:lnTo>
                  <a:lnTo>
                    <a:pt x="742559" y="132456"/>
                  </a:lnTo>
                  <a:lnTo>
                    <a:pt x="762564" y="125852"/>
                  </a:lnTo>
                  <a:lnTo>
                    <a:pt x="781867" y="119481"/>
                  </a:lnTo>
                  <a:lnTo>
                    <a:pt x="800515" y="113326"/>
                  </a:lnTo>
                  <a:lnTo>
                    <a:pt x="818552" y="107372"/>
                  </a:lnTo>
                  <a:lnTo>
                    <a:pt x="836016" y="101607"/>
                  </a:lnTo>
                  <a:lnTo>
                    <a:pt x="852943" y="96020"/>
                  </a:lnTo>
                  <a:lnTo>
                    <a:pt x="869364" y="90600"/>
                  </a:lnTo>
                  <a:lnTo>
                    <a:pt x="885309" y="85337"/>
                  </a:lnTo>
                  <a:lnTo>
                    <a:pt x="900805" y="80222"/>
                  </a:lnTo>
                  <a:lnTo>
                    <a:pt x="915877" y="75247"/>
                  </a:lnTo>
                  <a:lnTo>
                    <a:pt x="930546" y="70405"/>
                  </a:lnTo>
                  <a:lnTo>
                    <a:pt x="944835" y="65689"/>
                  </a:lnTo>
                  <a:lnTo>
                    <a:pt x="958761" y="61092"/>
                  </a:lnTo>
                  <a:lnTo>
                    <a:pt x="972344" y="56608"/>
                  </a:lnTo>
                  <a:lnTo>
                    <a:pt x="985600" y="52233"/>
                  </a:lnTo>
                  <a:lnTo>
                    <a:pt x="998543" y="47961"/>
                  </a:lnTo>
                  <a:lnTo>
                    <a:pt x="1011189" y="43787"/>
                  </a:lnTo>
                  <a:lnTo>
                    <a:pt x="1023551" y="39706"/>
                  </a:lnTo>
                  <a:lnTo>
                    <a:pt x="1035641" y="35716"/>
                  </a:lnTo>
                  <a:lnTo>
                    <a:pt x="1047471" y="31811"/>
                  </a:lnTo>
                  <a:lnTo>
                    <a:pt x="1059052" y="27988"/>
                  </a:lnTo>
                  <a:lnTo>
                    <a:pt x="1070394" y="24244"/>
                  </a:lnTo>
                  <a:lnTo>
                    <a:pt x="1081507" y="20576"/>
                  </a:lnTo>
                  <a:lnTo>
                    <a:pt x="1092400" y="16981"/>
                  </a:lnTo>
                  <a:lnTo>
                    <a:pt x="1103081" y="13455"/>
                  </a:lnTo>
                  <a:lnTo>
                    <a:pt x="1113559" y="9997"/>
                  </a:lnTo>
                  <a:lnTo>
                    <a:pt x="1123841" y="6603"/>
                  </a:lnTo>
                  <a:lnTo>
                    <a:pt x="1133935" y="3271"/>
                  </a:lnTo>
                  <a:lnTo>
                    <a:pt x="114384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91627" y="1849289"/>
              <a:ext cx="1143846" cy="49557"/>
            </a:xfrm>
            <a:custGeom>
              <a:avLst/>
              <a:pathLst>
                <a:path w="1143846" h="49557">
                  <a:moveTo>
                    <a:pt x="0" y="0"/>
                  </a:moveTo>
                  <a:lnTo>
                    <a:pt x="73452" y="3182"/>
                  </a:lnTo>
                  <a:lnTo>
                    <a:pt x="138241" y="5989"/>
                  </a:lnTo>
                  <a:lnTo>
                    <a:pt x="196197" y="8500"/>
                  </a:lnTo>
                  <a:lnTo>
                    <a:pt x="248625" y="10771"/>
                  </a:lnTo>
                  <a:lnTo>
                    <a:pt x="296487" y="12845"/>
                  </a:lnTo>
                  <a:lnTo>
                    <a:pt x="340517" y="14753"/>
                  </a:lnTo>
                  <a:lnTo>
                    <a:pt x="381282" y="16519"/>
                  </a:lnTo>
                  <a:lnTo>
                    <a:pt x="419233" y="18163"/>
                  </a:lnTo>
                  <a:lnTo>
                    <a:pt x="454734" y="19701"/>
                  </a:lnTo>
                  <a:lnTo>
                    <a:pt x="488082" y="21146"/>
                  </a:lnTo>
                  <a:lnTo>
                    <a:pt x="519523" y="22508"/>
                  </a:lnTo>
                  <a:lnTo>
                    <a:pt x="549264" y="23797"/>
                  </a:lnTo>
                  <a:lnTo>
                    <a:pt x="577479" y="25019"/>
                  </a:lnTo>
                  <a:lnTo>
                    <a:pt x="604317" y="26182"/>
                  </a:lnTo>
                  <a:lnTo>
                    <a:pt x="629907" y="27291"/>
                  </a:lnTo>
                  <a:lnTo>
                    <a:pt x="654359" y="28350"/>
                  </a:lnTo>
                  <a:lnTo>
                    <a:pt x="677770" y="29364"/>
                  </a:lnTo>
                  <a:lnTo>
                    <a:pt x="700225" y="30337"/>
                  </a:lnTo>
                  <a:lnTo>
                    <a:pt x="721799" y="31272"/>
                  </a:lnTo>
                  <a:lnTo>
                    <a:pt x="742559" y="32171"/>
                  </a:lnTo>
                  <a:lnTo>
                    <a:pt x="762564" y="33038"/>
                  </a:lnTo>
                  <a:lnTo>
                    <a:pt x="781867" y="33874"/>
                  </a:lnTo>
                  <a:lnTo>
                    <a:pt x="800515" y="34682"/>
                  </a:lnTo>
                  <a:lnTo>
                    <a:pt x="818552" y="35464"/>
                  </a:lnTo>
                  <a:lnTo>
                    <a:pt x="836016" y="36220"/>
                  </a:lnTo>
                  <a:lnTo>
                    <a:pt x="852943" y="36954"/>
                  </a:lnTo>
                  <a:lnTo>
                    <a:pt x="869364" y="37665"/>
                  </a:lnTo>
                  <a:lnTo>
                    <a:pt x="885309" y="38356"/>
                  </a:lnTo>
                  <a:lnTo>
                    <a:pt x="900805" y="39027"/>
                  </a:lnTo>
                  <a:lnTo>
                    <a:pt x="915877" y="39680"/>
                  </a:lnTo>
                  <a:lnTo>
                    <a:pt x="930546" y="40316"/>
                  </a:lnTo>
                  <a:lnTo>
                    <a:pt x="944835" y="40935"/>
                  </a:lnTo>
                  <a:lnTo>
                    <a:pt x="958761" y="41538"/>
                  </a:lnTo>
                  <a:lnTo>
                    <a:pt x="972344" y="42127"/>
                  </a:lnTo>
                  <a:lnTo>
                    <a:pt x="985600" y="42701"/>
                  </a:lnTo>
                  <a:lnTo>
                    <a:pt x="998543" y="43262"/>
                  </a:lnTo>
                  <a:lnTo>
                    <a:pt x="1011189" y="43810"/>
                  </a:lnTo>
                  <a:lnTo>
                    <a:pt x="1023551" y="44345"/>
                  </a:lnTo>
                  <a:lnTo>
                    <a:pt x="1035641" y="44869"/>
                  </a:lnTo>
                  <a:lnTo>
                    <a:pt x="1047471" y="45382"/>
                  </a:lnTo>
                  <a:lnTo>
                    <a:pt x="1059052" y="45884"/>
                  </a:lnTo>
                  <a:lnTo>
                    <a:pt x="1070394" y="46375"/>
                  </a:lnTo>
                  <a:lnTo>
                    <a:pt x="1081507" y="46856"/>
                  </a:lnTo>
                  <a:lnTo>
                    <a:pt x="1092400" y="47328"/>
                  </a:lnTo>
                  <a:lnTo>
                    <a:pt x="1103081" y="47791"/>
                  </a:lnTo>
                  <a:lnTo>
                    <a:pt x="1113559" y="48245"/>
                  </a:lnTo>
                  <a:lnTo>
                    <a:pt x="1123841" y="48691"/>
                  </a:lnTo>
                  <a:lnTo>
                    <a:pt x="1133935" y="49128"/>
                  </a:lnTo>
                  <a:lnTo>
                    <a:pt x="1143846" y="4955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40466" y="228930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40466" y="20034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40466" y="171756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40466" y="143170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40466" y="114583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281564" y="23257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281564" y="20398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281564" y="17540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281564" y="14681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281564" y="11822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10032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391627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772909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54192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35474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>
              <a:off x="1310032" y="990315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8" name="rc117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04196" y="19441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30819" y="19286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08335" y="182832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17614" y="17600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779646" y="22048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14964" y="22742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782365" y="18325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792573" y="22213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13864" y="18276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27209" y="16624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70962" y="18482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75713" y="18887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92973" y="13093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72458" y="18230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72884" y="14030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82851" y="17339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94394" y="16734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59304" y="19311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90450" y="18433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86925" y="21010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04339" y="21148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95443" y="20357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92075" y="22817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65654" y="21530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93449" y="22015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175968" y="202534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04607" y="21212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170211" y="18659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38843" y="14618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47931" y="19403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70894" y="166096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66026" y="19187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88938" y="17400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88897" y="19200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62623" y="14175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50667" y="17322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56075" y="18105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49047" y="20549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66261" y="18235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67745" y="12939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63542" y="16719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46821" y="19208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64548" y="19277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62818" y="20506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47553" y="22529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71300" y="21221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53199" y="20828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67311" y="17122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41879" y="16628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51202" y="156406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19785" y="18014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33987" y="18861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53202" y="22868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52654" y="188600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69210" y="22852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56766" y="182037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38026" y="18987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66861" y="21796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24006" y="17568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44519" y="11934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38215" y="195996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67933" y="16614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66764" y="17033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58294" y="155934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30719" y="176690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66312" y="15748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43304" y="197418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46668" y="17303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61818" y="19313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27226" y="21679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964023" y="13731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42449" y="16458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32644" y="1695175"/>
              <a:ext cx="1140116" cy="171791"/>
            </a:xfrm>
            <a:custGeom>
              <a:avLst/>
              <a:pathLst>
                <a:path w="1140116" h="171791">
                  <a:moveTo>
                    <a:pt x="0" y="171791"/>
                  </a:moveTo>
                  <a:lnTo>
                    <a:pt x="73212" y="160760"/>
                  </a:lnTo>
                  <a:lnTo>
                    <a:pt x="137790" y="151029"/>
                  </a:lnTo>
                  <a:lnTo>
                    <a:pt x="195557" y="142325"/>
                  </a:lnTo>
                  <a:lnTo>
                    <a:pt x="247814" y="134451"/>
                  </a:lnTo>
                  <a:lnTo>
                    <a:pt x="295521" y="127263"/>
                  </a:lnTo>
                  <a:lnTo>
                    <a:pt x="339406" y="120650"/>
                  </a:lnTo>
                  <a:lnTo>
                    <a:pt x="380038" y="114527"/>
                  </a:lnTo>
                  <a:lnTo>
                    <a:pt x="417866" y="108828"/>
                  </a:lnTo>
                  <a:lnTo>
                    <a:pt x="453251" y="103496"/>
                  </a:lnTo>
                  <a:lnTo>
                    <a:pt x="486490" y="98487"/>
                  </a:lnTo>
                  <a:lnTo>
                    <a:pt x="517829" y="93765"/>
                  </a:lnTo>
                  <a:lnTo>
                    <a:pt x="547473" y="89299"/>
                  </a:lnTo>
                  <a:lnTo>
                    <a:pt x="575596" y="85061"/>
                  </a:lnTo>
                  <a:lnTo>
                    <a:pt x="602347" y="81030"/>
                  </a:lnTo>
                  <a:lnTo>
                    <a:pt x="627853" y="77187"/>
                  </a:lnTo>
                  <a:lnTo>
                    <a:pt x="652225" y="73515"/>
                  </a:lnTo>
                  <a:lnTo>
                    <a:pt x="675560" y="69999"/>
                  </a:lnTo>
                  <a:lnTo>
                    <a:pt x="697941" y="66626"/>
                  </a:lnTo>
                  <a:lnTo>
                    <a:pt x="719445" y="63386"/>
                  </a:lnTo>
                  <a:lnTo>
                    <a:pt x="740138" y="60268"/>
                  </a:lnTo>
                  <a:lnTo>
                    <a:pt x="760077" y="57263"/>
                  </a:lnTo>
                  <a:lnTo>
                    <a:pt x="779317" y="54364"/>
                  </a:lnTo>
                  <a:lnTo>
                    <a:pt x="797905" y="51564"/>
                  </a:lnTo>
                  <a:lnTo>
                    <a:pt x="815883" y="48855"/>
                  </a:lnTo>
                  <a:lnTo>
                    <a:pt x="833290" y="46232"/>
                  </a:lnTo>
                  <a:lnTo>
                    <a:pt x="850161" y="43690"/>
                  </a:lnTo>
                  <a:lnTo>
                    <a:pt x="866529" y="41223"/>
                  </a:lnTo>
                  <a:lnTo>
                    <a:pt x="882423" y="38829"/>
                  </a:lnTo>
                  <a:lnTo>
                    <a:pt x="897868" y="36501"/>
                  </a:lnTo>
                  <a:lnTo>
                    <a:pt x="912890" y="34238"/>
                  </a:lnTo>
                  <a:lnTo>
                    <a:pt x="927512" y="32035"/>
                  </a:lnTo>
                  <a:lnTo>
                    <a:pt x="941754" y="29889"/>
                  </a:lnTo>
                  <a:lnTo>
                    <a:pt x="955635" y="27797"/>
                  </a:lnTo>
                  <a:lnTo>
                    <a:pt x="969174" y="25757"/>
                  </a:lnTo>
                  <a:lnTo>
                    <a:pt x="982386" y="23766"/>
                  </a:lnTo>
                  <a:lnTo>
                    <a:pt x="995287" y="21822"/>
                  </a:lnTo>
                  <a:lnTo>
                    <a:pt x="1007892" y="19923"/>
                  </a:lnTo>
                  <a:lnTo>
                    <a:pt x="1020213" y="18066"/>
                  </a:lnTo>
                  <a:lnTo>
                    <a:pt x="1032264" y="16251"/>
                  </a:lnTo>
                  <a:lnTo>
                    <a:pt x="1044055" y="14474"/>
                  </a:lnTo>
                  <a:lnTo>
                    <a:pt x="1055598" y="12735"/>
                  </a:lnTo>
                  <a:lnTo>
                    <a:pt x="1066904" y="11031"/>
                  </a:lnTo>
                  <a:lnTo>
                    <a:pt x="1077980" y="9362"/>
                  </a:lnTo>
                  <a:lnTo>
                    <a:pt x="1088838" y="7726"/>
                  </a:lnTo>
                  <a:lnTo>
                    <a:pt x="1099484" y="6122"/>
                  </a:lnTo>
                  <a:lnTo>
                    <a:pt x="1109928" y="4548"/>
                  </a:lnTo>
                  <a:lnTo>
                    <a:pt x="1120177" y="3004"/>
                  </a:lnTo>
                  <a:lnTo>
                    <a:pt x="1130237" y="1488"/>
                  </a:lnTo>
                  <a:lnTo>
                    <a:pt x="114011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32644" y="1431097"/>
              <a:ext cx="1140116" cy="289319"/>
            </a:xfrm>
            <a:custGeom>
              <a:avLst/>
              <a:pathLst>
                <a:path w="1140116" h="289319">
                  <a:moveTo>
                    <a:pt x="0" y="289319"/>
                  </a:moveTo>
                  <a:lnTo>
                    <a:pt x="73212" y="270740"/>
                  </a:lnTo>
                  <a:lnTo>
                    <a:pt x="137790" y="254352"/>
                  </a:lnTo>
                  <a:lnTo>
                    <a:pt x="195557" y="239693"/>
                  </a:lnTo>
                  <a:lnTo>
                    <a:pt x="247814" y="226432"/>
                  </a:lnTo>
                  <a:lnTo>
                    <a:pt x="295521" y="214326"/>
                  </a:lnTo>
                  <a:lnTo>
                    <a:pt x="339406" y="203190"/>
                  </a:lnTo>
                  <a:lnTo>
                    <a:pt x="380038" y="192879"/>
                  </a:lnTo>
                  <a:lnTo>
                    <a:pt x="417866" y="183280"/>
                  </a:lnTo>
                  <a:lnTo>
                    <a:pt x="453251" y="174300"/>
                  </a:lnTo>
                  <a:lnTo>
                    <a:pt x="486490" y="165865"/>
                  </a:lnTo>
                  <a:lnTo>
                    <a:pt x="517829" y="157913"/>
                  </a:lnTo>
                  <a:lnTo>
                    <a:pt x="547473" y="150390"/>
                  </a:lnTo>
                  <a:lnTo>
                    <a:pt x="575596" y="143254"/>
                  </a:lnTo>
                  <a:lnTo>
                    <a:pt x="602347" y="136465"/>
                  </a:lnTo>
                  <a:lnTo>
                    <a:pt x="627853" y="129993"/>
                  </a:lnTo>
                  <a:lnTo>
                    <a:pt x="652225" y="123808"/>
                  </a:lnTo>
                  <a:lnTo>
                    <a:pt x="675560" y="117887"/>
                  </a:lnTo>
                  <a:lnTo>
                    <a:pt x="697941" y="112207"/>
                  </a:lnTo>
                  <a:lnTo>
                    <a:pt x="719445" y="106750"/>
                  </a:lnTo>
                  <a:lnTo>
                    <a:pt x="740138" y="101499"/>
                  </a:lnTo>
                  <a:lnTo>
                    <a:pt x="760077" y="96439"/>
                  </a:lnTo>
                  <a:lnTo>
                    <a:pt x="779317" y="91557"/>
                  </a:lnTo>
                  <a:lnTo>
                    <a:pt x="797905" y="86840"/>
                  </a:lnTo>
                  <a:lnTo>
                    <a:pt x="815883" y="82278"/>
                  </a:lnTo>
                  <a:lnTo>
                    <a:pt x="833290" y="77861"/>
                  </a:lnTo>
                  <a:lnTo>
                    <a:pt x="850161" y="73579"/>
                  </a:lnTo>
                  <a:lnTo>
                    <a:pt x="866529" y="69426"/>
                  </a:lnTo>
                  <a:lnTo>
                    <a:pt x="882423" y="65393"/>
                  </a:lnTo>
                  <a:lnTo>
                    <a:pt x="897868" y="61473"/>
                  </a:lnTo>
                  <a:lnTo>
                    <a:pt x="912890" y="57661"/>
                  </a:lnTo>
                  <a:lnTo>
                    <a:pt x="927512" y="53950"/>
                  </a:lnTo>
                  <a:lnTo>
                    <a:pt x="941754" y="50336"/>
                  </a:lnTo>
                  <a:lnTo>
                    <a:pt x="955635" y="46814"/>
                  </a:lnTo>
                  <a:lnTo>
                    <a:pt x="969174" y="43378"/>
                  </a:lnTo>
                  <a:lnTo>
                    <a:pt x="982386" y="40026"/>
                  </a:lnTo>
                  <a:lnTo>
                    <a:pt x="995287" y="36752"/>
                  </a:lnTo>
                  <a:lnTo>
                    <a:pt x="1007892" y="33553"/>
                  </a:lnTo>
                  <a:lnTo>
                    <a:pt x="1020213" y="30426"/>
                  </a:lnTo>
                  <a:lnTo>
                    <a:pt x="1032264" y="27368"/>
                  </a:lnTo>
                  <a:lnTo>
                    <a:pt x="1044055" y="24376"/>
                  </a:lnTo>
                  <a:lnTo>
                    <a:pt x="1055598" y="21447"/>
                  </a:lnTo>
                  <a:lnTo>
                    <a:pt x="1066904" y="18578"/>
                  </a:lnTo>
                  <a:lnTo>
                    <a:pt x="1077980" y="15767"/>
                  </a:lnTo>
                  <a:lnTo>
                    <a:pt x="1088838" y="13012"/>
                  </a:lnTo>
                  <a:lnTo>
                    <a:pt x="1099484" y="10310"/>
                  </a:lnTo>
                  <a:lnTo>
                    <a:pt x="1109928" y="7660"/>
                  </a:lnTo>
                  <a:lnTo>
                    <a:pt x="1120177" y="5059"/>
                  </a:lnTo>
                  <a:lnTo>
                    <a:pt x="1130237" y="2506"/>
                  </a:lnTo>
                  <a:lnTo>
                    <a:pt x="114011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32644" y="1778934"/>
              <a:ext cx="1140116" cy="42736"/>
            </a:xfrm>
            <a:custGeom>
              <a:avLst/>
              <a:pathLst>
                <a:path w="1140116" h="42736">
                  <a:moveTo>
                    <a:pt x="0" y="42736"/>
                  </a:moveTo>
                  <a:lnTo>
                    <a:pt x="73212" y="39992"/>
                  </a:lnTo>
                  <a:lnTo>
                    <a:pt x="137790" y="37571"/>
                  </a:lnTo>
                  <a:lnTo>
                    <a:pt x="195557" y="35406"/>
                  </a:lnTo>
                  <a:lnTo>
                    <a:pt x="247814" y="33447"/>
                  </a:lnTo>
                  <a:lnTo>
                    <a:pt x="295521" y="31658"/>
                  </a:lnTo>
                  <a:lnTo>
                    <a:pt x="339406" y="30013"/>
                  </a:lnTo>
                  <a:lnTo>
                    <a:pt x="380038" y="28490"/>
                  </a:lnTo>
                  <a:lnTo>
                    <a:pt x="417866" y="27072"/>
                  </a:lnTo>
                  <a:lnTo>
                    <a:pt x="453251" y="25746"/>
                  </a:lnTo>
                  <a:lnTo>
                    <a:pt x="486490" y="24500"/>
                  </a:lnTo>
                  <a:lnTo>
                    <a:pt x="517829" y="23325"/>
                  </a:lnTo>
                  <a:lnTo>
                    <a:pt x="547473" y="22214"/>
                  </a:lnTo>
                  <a:lnTo>
                    <a:pt x="575596" y="21160"/>
                  </a:lnTo>
                  <a:lnTo>
                    <a:pt x="602347" y="20157"/>
                  </a:lnTo>
                  <a:lnTo>
                    <a:pt x="627853" y="19201"/>
                  </a:lnTo>
                  <a:lnTo>
                    <a:pt x="652225" y="18288"/>
                  </a:lnTo>
                  <a:lnTo>
                    <a:pt x="675560" y="17413"/>
                  </a:lnTo>
                  <a:lnTo>
                    <a:pt x="697941" y="16574"/>
                  </a:lnTo>
                  <a:lnTo>
                    <a:pt x="719445" y="15768"/>
                  </a:lnTo>
                  <a:lnTo>
                    <a:pt x="740138" y="14992"/>
                  </a:lnTo>
                  <a:lnTo>
                    <a:pt x="760077" y="14245"/>
                  </a:lnTo>
                  <a:lnTo>
                    <a:pt x="779317" y="13524"/>
                  </a:lnTo>
                  <a:lnTo>
                    <a:pt x="797905" y="12827"/>
                  </a:lnTo>
                  <a:lnTo>
                    <a:pt x="815883" y="12153"/>
                  </a:lnTo>
                  <a:lnTo>
                    <a:pt x="833290" y="11501"/>
                  </a:lnTo>
                  <a:lnTo>
                    <a:pt x="850161" y="10868"/>
                  </a:lnTo>
                  <a:lnTo>
                    <a:pt x="866529" y="10255"/>
                  </a:lnTo>
                  <a:lnTo>
                    <a:pt x="882423" y="9659"/>
                  </a:lnTo>
                  <a:lnTo>
                    <a:pt x="897868" y="9080"/>
                  </a:lnTo>
                  <a:lnTo>
                    <a:pt x="912890" y="8517"/>
                  </a:lnTo>
                  <a:lnTo>
                    <a:pt x="927512" y="7969"/>
                  </a:lnTo>
                  <a:lnTo>
                    <a:pt x="941754" y="7435"/>
                  </a:lnTo>
                  <a:lnTo>
                    <a:pt x="955635" y="6915"/>
                  </a:lnTo>
                  <a:lnTo>
                    <a:pt x="969174" y="6407"/>
                  </a:lnTo>
                  <a:lnTo>
                    <a:pt x="982386" y="5912"/>
                  </a:lnTo>
                  <a:lnTo>
                    <a:pt x="995287" y="5428"/>
                  </a:lnTo>
                  <a:lnTo>
                    <a:pt x="1007892" y="4956"/>
                  </a:lnTo>
                  <a:lnTo>
                    <a:pt x="1020213" y="4494"/>
                  </a:lnTo>
                  <a:lnTo>
                    <a:pt x="1032264" y="4042"/>
                  </a:lnTo>
                  <a:lnTo>
                    <a:pt x="1044055" y="3600"/>
                  </a:lnTo>
                  <a:lnTo>
                    <a:pt x="1055598" y="3168"/>
                  </a:lnTo>
                  <a:lnTo>
                    <a:pt x="1066904" y="2744"/>
                  </a:lnTo>
                  <a:lnTo>
                    <a:pt x="1077980" y="2329"/>
                  </a:lnTo>
                  <a:lnTo>
                    <a:pt x="1088838" y="1922"/>
                  </a:lnTo>
                  <a:lnTo>
                    <a:pt x="1099484" y="1523"/>
                  </a:lnTo>
                  <a:lnTo>
                    <a:pt x="1109928" y="1131"/>
                  </a:lnTo>
                  <a:lnTo>
                    <a:pt x="1120177" y="747"/>
                  </a:lnTo>
                  <a:lnTo>
                    <a:pt x="1130237" y="370"/>
                  </a:lnTo>
                  <a:lnTo>
                    <a:pt x="114011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32644" y="1695491"/>
              <a:ext cx="1140116" cy="440280"/>
            </a:xfrm>
            <a:custGeom>
              <a:avLst/>
              <a:pathLst>
                <a:path w="1140116" h="440280">
                  <a:moveTo>
                    <a:pt x="0" y="440280"/>
                  </a:moveTo>
                  <a:lnTo>
                    <a:pt x="73212" y="412007"/>
                  </a:lnTo>
                  <a:lnTo>
                    <a:pt x="137790" y="387069"/>
                  </a:lnTo>
                  <a:lnTo>
                    <a:pt x="195557" y="364761"/>
                  </a:lnTo>
                  <a:lnTo>
                    <a:pt x="247814" y="344581"/>
                  </a:lnTo>
                  <a:lnTo>
                    <a:pt x="295521" y="326158"/>
                  </a:lnTo>
                  <a:lnTo>
                    <a:pt x="339406" y="309210"/>
                  </a:lnTo>
                  <a:lnTo>
                    <a:pt x="380038" y="293520"/>
                  </a:lnTo>
                  <a:lnTo>
                    <a:pt x="417866" y="278912"/>
                  </a:lnTo>
                  <a:lnTo>
                    <a:pt x="453251" y="265247"/>
                  </a:lnTo>
                  <a:lnTo>
                    <a:pt x="486490" y="252411"/>
                  </a:lnTo>
                  <a:lnTo>
                    <a:pt x="517829" y="240309"/>
                  </a:lnTo>
                  <a:lnTo>
                    <a:pt x="547473" y="228861"/>
                  </a:lnTo>
                  <a:lnTo>
                    <a:pt x="575596" y="218001"/>
                  </a:lnTo>
                  <a:lnTo>
                    <a:pt x="602347" y="207670"/>
                  </a:lnTo>
                  <a:lnTo>
                    <a:pt x="627853" y="197821"/>
                  </a:lnTo>
                  <a:lnTo>
                    <a:pt x="652225" y="188409"/>
                  </a:lnTo>
                  <a:lnTo>
                    <a:pt x="675560" y="179398"/>
                  </a:lnTo>
                  <a:lnTo>
                    <a:pt x="697941" y="170755"/>
                  </a:lnTo>
                  <a:lnTo>
                    <a:pt x="719445" y="162450"/>
                  </a:lnTo>
                  <a:lnTo>
                    <a:pt x="740138" y="154460"/>
                  </a:lnTo>
                  <a:lnTo>
                    <a:pt x="760077" y="146760"/>
                  </a:lnTo>
                  <a:lnTo>
                    <a:pt x="779317" y="139330"/>
                  </a:lnTo>
                  <a:lnTo>
                    <a:pt x="797905" y="132152"/>
                  </a:lnTo>
                  <a:lnTo>
                    <a:pt x="815883" y="125209"/>
                  </a:lnTo>
                  <a:lnTo>
                    <a:pt x="833290" y="118487"/>
                  </a:lnTo>
                  <a:lnTo>
                    <a:pt x="850161" y="111972"/>
                  </a:lnTo>
                  <a:lnTo>
                    <a:pt x="866529" y="105651"/>
                  </a:lnTo>
                  <a:lnTo>
                    <a:pt x="882423" y="99513"/>
                  </a:lnTo>
                  <a:lnTo>
                    <a:pt x="897868" y="93549"/>
                  </a:lnTo>
                  <a:lnTo>
                    <a:pt x="912890" y="87748"/>
                  </a:lnTo>
                  <a:lnTo>
                    <a:pt x="927512" y="82101"/>
                  </a:lnTo>
                  <a:lnTo>
                    <a:pt x="941754" y="76601"/>
                  </a:lnTo>
                  <a:lnTo>
                    <a:pt x="955635" y="71241"/>
                  </a:lnTo>
                  <a:lnTo>
                    <a:pt x="969174" y="66013"/>
                  </a:lnTo>
                  <a:lnTo>
                    <a:pt x="982386" y="60910"/>
                  </a:lnTo>
                  <a:lnTo>
                    <a:pt x="995287" y="55928"/>
                  </a:lnTo>
                  <a:lnTo>
                    <a:pt x="1007892" y="51061"/>
                  </a:lnTo>
                  <a:lnTo>
                    <a:pt x="1020213" y="46303"/>
                  </a:lnTo>
                  <a:lnTo>
                    <a:pt x="1032264" y="41649"/>
                  </a:lnTo>
                  <a:lnTo>
                    <a:pt x="1044055" y="37095"/>
                  </a:lnTo>
                  <a:lnTo>
                    <a:pt x="1055598" y="32638"/>
                  </a:lnTo>
                  <a:lnTo>
                    <a:pt x="1066904" y="28272"/>
                  </a:lnTo>
                  <a:lnTo>
                    <a:pt x="1077980" y="23995"/>
                  </a:lnTo>
                  <a:lnTo>
                    <a:pt x="1088838" y="19802"/>
                  </a:lnTo>
                  <a:lnTo>
                    <a:pt x="1099484" y="15690"/>
                  </a:lnTo>
                  <a:lnTo>
                    <a:pt x="1109928" y="11657"/>
                  </a:lnTo>
                  <a:lnTo>
                    <a:pt x="1120177" y="7700"/>
                  </a:lnTo>
                  <a:lnTo>
                    <a:pt x="1130237" y="3815"/>
                  </a:lnTo>
                  <a:lnTo>
                    <a:pt x="114011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32644" y="2047563"/>
              <a:ext cx="1140116" cy="221267"/>
            </a:xfrm>
            <a:custGeom>
              <a:avLst/>
              <a:pathLst>
                <a:path w="1140116" h="221267">
                  <a:moveTo>
                    <a:pt x="0" y="221267"/>
                  </a:moveTo>
                  <a:lnTo>
                    <a:pt x="73212" y="207058"/>
                  </a:lnTo>
                  <a:lnTo>
                    <a:pt x="137790" y="194525"/>
                  </a:lnTo>
                  <a:lnTo>
                    <a:pt x="195557" y="183314"/>
                  </a:lnTo>
                  <a:lnTo>
                    <a:pt x="247814" y="173172"/>
                  </a:lnTo>
                  <a:lnTo>
                    <a:pt x="295521" y="163914"/>
                  </a:lnTo>
                  <a:lnTo>
                    <a:pt x="339406" y="155397"/>
                  </a:lnTo>
                  <a:lnTo>
                    <a:pt x="380038" y="147511"/>
                  </a:lnTo>
                  <a:lnTo>
                    <a:pt x="417866" y="140170"/>
                  </a:lnTo>
                  <a:lnTo>
                    <a:pt x="453251" y="133302"/>
                  </a:lnTo>
                  <a:lnTo>
                    <a:pt x="486490" y="126851"/>
                  </a:lnTo>
                  <a:lnTo>
                    <a:pt x="517829" y="120769"/>
                  </a:lnTo>
                  <a:lnTo>
                    <a:pt x="547473" y="115016"/>
                  </a:lnTo>
                  <a:lnTo>
                    <a:pt x="575596" y="109558"/>
                  </a:lnTo>
                  <a:lnTo>
                    <a:pt x="602347" y="104367"/>
                  </a:lnTo>
                  <a:lnTo>
                    <a:pt x="627853" y="99417"/>
                  </a:lnTo>
                  <a:lnTo>
                    <a:pt x="652225" y="94687"/>
                  </a:lnTo>
                  <a:lnTo>
                    <a:pt x="675560" y="90158"/>
                  </a:lnTo>
                  <a:lnTo>
                    <a:pt x="697941" y="85814"/>
                  </a:lnTo>
                  <a:lnTo>
                    <a:pt x="719445" y="81641"/>
                  </a:lnTo>
                  <a:lnTo>
                    <a:pt x="740138" y="77625"/>
                  </a:lnTo>
                  <a:lnTo>
                    <a:pt x="760077" y="73755"/>
                  </a:lnTo>
                  <a:lnTo>
                    <a:pt x="779317" y="70021"/>
                  </a:lnTo>
                  <a:lnTo>
                    <a:pt x="797905" y="66414"/>
                  </a:lnTo>
                  <a:lnTo>
                    <a:pt x="815883" y="62925"/>
                  </a:lnTo>
                  <a:lnTo>
                    <a:pt x="833290" y="59547"/>
                  </a:lnTo>
                  <a:lnTo>
                    <a:pt x="850161" y="56272"/>
                  </a:lnTo>
                  <a:lnTo>
                    <a:pt x="866529" y="53096"/>
                  </a:lnTo>
                  <a:lnTo>
                    <a:pt x="882423" y="50011"/>
                  </a:lnTo>
                  <a:lnTo>
                    <a:pt x="897868" y="47014"/>
                  </a:lnTo>
                  <a:lnTo>
                    <a:pt x="912890" y="44098"/>
                  </a:lnTo>
                  <a:lnTo>
                    <a:pt x="927512" y="41260"/>
                  </a:lnTo>
                  <a:lnTo>
                    <a:pt x="941754" y="38497"/>
                  </a:lnTo>
                  <a:lnTo>
                    <a:pt x="955635" y="35803"/>
                  </a:lnTo>
                  <a:lnTo>
                    <a:pt x="969174" y="33175"/>
                  </a:lnTo>
                  <a:lnTo>
                    <a:pt x="982386" y="30611"/>
                  </a:lnTo>
                  <a:lnTo>
                    <a:pt x="995287" y="28107"/>
                  </a:lnTo>
                  <a:lnTo>
                    <a:pt x="1007892" y="25661"/>
                  </a:lnTo>
                  <a:lnTo>
                    <a:pt x="1020213" y="23270"/>
                  </a:lnTo>
                  <a:lnTo>
                    <a:pt x="1032264" y="20931"/>
                  </a:lnTo>
                  <a:lnTo>
                    <a:pt x="1044055" y="18642"/>
                  </a:lnTo>
                  <a:lnTo>
                    <a:pt x="1055598" y="16402"/>
                  </a:lnTo>
                  <a:lnTo>
                    <a:pt x="1066904" y="14208"/>
                  </a:lnTo>
                  <a:lnTo>
                    <a:pt x="1077980" y="12058"/>
                  </a:lnTo>
                  <a:lnTo>
                    <a:pt x="1088838" y="9951"/>
                  </a:lnTo>
                  <a:lnTo>
                    <a:pt x="1099484" y="7885"/>
                  </a:lnTo>
                  <a:lnTo>
                    <a:pt x="1109928" y="5858"/>
                  </a:lnTo>
                  <a:lnTo>
                    <a:pt x="1120177" y="3869"/>
                  </a:lnTo>
                  <a:lnTo>
                    <a:pt x="1130237" y="1917"/>
                  </a:lnTo>
                  <a:lnTo>
                    <a:pt x="114011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32644" y="2196842"/>
              <a:ext cx="1140116" cy="6319"/>
            </a:xfrm>
            <a:custGeom>
              <a:avLst/>
              <a:pathLst>
                <a:path w="1140116" h="6319">
                  <a:moveTo>
                    <a:pt x="0" y="6319"/>
                  </a:moveTo>
                  <a:lnTo>
                    <a:pt x="73212" y="5913"/>
                  </a:lnTo>
                  <a:lnTo>
                    <a:pt x="137790" y="5555"/>
                  </a:lnTo>
                  <a:lnTo>
                    <a:pt x="195557" y="5235"/>
                  </a:lnTo>
                  <a:lnTo>
                    <a:pt x="247814" y="4945"/>
                  </a:lnTo>
                  <a:lnTo>
                    <a:pt x="295521" y="4681"/>
                  </a:lnTo>
                  <a:lnTo>
                    <a:pt x="339406" y="4438"/>
                  </a:lnTo>
                  <a:lnTo>
                    <a:pt x="380038" y="4213"/>
                  </a:lnTo>
                  <a:lnTo>
                    <a:pt x="417866" y="4003"/>
                  </a:lnTo>
                  <a:lnTo>
                    <a:pt x="453251" y="3807"/>
                  </a:lnTo>
                  <a:lnTo>
                    <a:pt x="486490" y="3622"/>
                  </a:lnTo>
                  <a:lnTo>
                    <a:pt x="517829" y="3449"/>
                  </a:lnTo>
                  <a:lnTo>
                    <a:pt x="547473" y="3284"/>
                  </a:lnTo>
                  <a:lnTo>
                    <a:pt x="575596" y="3129"/>
                  </a:lnTo>
                  <a:lnTo>
                    <a:pt x="602347" y="2980"/>
                  </a:lnTo>
                  <a:lnTo>
                    <a:pt x="627853" y="2839"/>
                  </a:lnTo>
                  <a:lnTo>
                    <a:pt x="652225" y="2704"/>
                  </a:lnTo>
                  <a:lnTo>
                    <a:pt x="675560" y="2574"/>
                  </a:lnTo>
                  <a:lnTo>
                    <a:pt x="697941" y="2450"/>
                  </a:lnTo>
                  <a:lnTo>
                    <a:pt x="719445" y="2331"/>
                  </a:lnTo>
                  <a:lnTo>
                    <a:pt x="740138" y="2217"/>
                  </a:lnTo>
                  <a:lnTo>
                    <a:pt x="760077" y="2106"/>
                  </a:lnTo>
                  <a:lnTo>
                    <a:pt x="779317" y="1999"/>
                  </a:lnTo>
                  <a:lnTo>
                    <a:pt x="797905" y="1896"/>
                  </a:lnTo>
                  <a:lnTo>
                    <a:pt x="815883" y="1797"/>
                  </a:lnTo>
                  <a:lnTo>
                    <a:pt x="833290" y="1700"/>
                  </a:lnTo>
                  <a:lnTo>
                    <a:pt x="850161" y="1607"/>
                  </a:lnTo>
                  <a:lnTo>
                    <a:pt x="866529" y="1516"/>
                  </a:lnTo>
                  <a:lnTo>
                    <a:pt x="882423" y="1428"/>
                  </a:lnTo>
                  <a:lnTo>
                    <a:pt x="897868" y="1342"/>
                  </a:lnTo>
                  <a:lnTo>
                    <a:pt x="912890" y="1259"/>
                  </a:lnTo>
                  <a:lnTo>
                    <a:pt x="927512" y="1178"/>
                  </a:lnTo>
                  <a:lnTo>
                    <a:pt x="941754" y="1099"/>
                  </a:lnTo>
                  <a:lnTo>
                    <a:pt x="955635" y="1022"/>
                  </a:lnTo>
                  <a:lnTo>
                    <a:pt x="969174" y="947"/>
                  </a:lnTo>
                  <a:lnTo>
                    <a:pt x="982386" y="874"/>
                  </a:lnTo>
                  <a:lnTo>
                    <a:pt x="995287" y="802"/>
                  </a:lnTo>
                  <a:lnTo>
                    <a:pt x="1007892" y="732"/>
                  </a:lnTo>
                  <a:lnTo>
                    <a:pt x="1020213" y="664"/>
                  </a:lnTo>
                  <a:lnTo>
                    <a:pt x="1032264" y="597"/>
                  </a:lnTo>
                  <a:lnTo>
                    <a:pt x="1044055" y="532"/>
                  </a:lnTo>
                  <a:lnTo>
                    <a:pt x="1055598" y="468"/>
                  </a:lnTo>
                  <a:lnTo>
                    <a:pt x="1066904" y="405"/>
                  </a:lnTo>
                  <a:lnTo>
                    <a:pt x="1077980" y="344"/>
                  </a:lnTo>
                  <a:lnTo>
                    <a:pt x="1088838" y="284"/>
                  </a:lnTo>
                  <a:lnTo>
                    <a:pt x="1099484" y="225"/>
                  </a:lnTo>
                  <a:lnTo>
                    <a:pt x="1109928" y="167"/>
                  </a:lnTo>
                  <a:lnTo>
                    <a:pt x="1120177" y="110"/>
                  </a:lnTo>
                  <a:lnTo>
                    <a:pt x="1130237" y="54"/>
                  </a:lnTo>
                  <a:lnTo>
                    <a:pt x="114011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32644" y="1724123"/>
              <a:ext cx="1140116" cy="84663"/>
            </a:xfrm>
            <a:custGeom>
              <a:avLst/>
              <a:pathLst>
                <a:path w="1140116" h="84663">
                  <a:moveTo>
                    <a:pt x="0" y="0"/>
                  </a:moveTo>
                  <a:lnTo>
                    <a:pt x="73212" y="5436"/>
                  </a:lnTo>
                  <a:lnTo>
                    <a:pt x="137790" y="10232"/>
                  </a:lnTo>
                  <a:lnTo>
                    <a:pt x="195557" y="14521"/>
                  </a:lnTo>
                  <a:lnTo>
                    <a:pt x="247814" y="18402"/>
                  </a:lnTo>
                  <a:lnTo>
                    <a:pt x="295521" y="21945"/>
                  </a:lnTo>
                  <a:lnTo>
                    <a:pt x="339406" y="25203"/>
                  </a:lnTo>
                  <a:lnTo>
                    <a:pt x="380038" y="28221"/>
                  </a:lnTo>
                  <a:lnTo>
                    <a:pt x="417866" y="31030"/>
                  </a:lnTo>
                  <a:lnTo>
                    <a:pt x="453251" y="33657"/>
                  </a:lnTo>
                  <a:lnTo>
                    <a:pt x="486490" y="36126"/>
                  </a:lnTo>
                  <a:lnTo>
                    <a:pt x="517829" y="38453"/>
                  </a:lnTo>
                  <a:lnTo>
                    <a:pt x="547473" y="40654"/>
                  </a:lnTo>
                  <a:lnTo>
                    <a:pt x="575596" y="42743"/>
                  </a:lnTo>
                  <a:lnTo>
                    <a:pt x="602347" y="44729"/>
                  </a:lnTo>
                  <a:lnTo>
                    <a:pt x="627853" y="46623"/>
                  </a:lnTo>
                  <a:lnTo>
                    <a:pt x="652225" y="48433"/>
                  </a:lnTo>
                  <a:lnTo>
                    <a:pt x="675560" y="50166"/>
                  </a:lnTo>
                  <a:lnTo>
                    <a:pt x="697941" y="51828"/>
                  </a:lnTo>
                  <a:lnTo>
                    <a:pt x="719445" y="53425"/>
                  </a:lnTo>
                  <a:lnTo>
                    <a:pt x="740138" y="54961"/>
                  </a:lnTo>
                  <a:lnTo>
                    <a:pt x="760077" y="56442"/>
                  </a:lnTo>
                  <a:lnTo>
                    <a:pt x="779317" y="57871"/>
                  </a:lnTo>
                  <a:lnTo>
                    <a:pt x="797905" y="59251"/>
                  </a:lnTo>
                  <a:lnTo>
                    <a:pt x="815883" y="60586"/>
                  </a:lnTo>
                  <a:lnTo>
                    <a:pt x="833290" y="61879"/>
                  </a:lnTo>
                  <a:lnTo>
                    <a:pt x="850161" y="63132"/>
                  </a:lnTo>
                  <a:lnTo>
                    <a:pt x="866529" y="64347"/>
                  </a:lnTo>
                  <a:lnTo>
                    <a:pt x="882423" y="65527"/>
                  </a:lnTo>
                  <a:lnTo>
                    <a:pt x="897868" y="66674"/>
                  </a:lnTo>
                  <a:lnTo>
                    <a:pt x="912890" y="67790"/>
                  </a:lnTo>
                  <a:lnTo>
                    <a:pt x="927512" y="68876"/>
                  </a:lnTo>
                  <a:lnTo>
                    <a:pt x="941754" y="69933"/>
                  </a:lnTo>
                  <a:lnTo>
                    <a:pt x="955635" y="70964"/>
                  </a:lnTo>
                  <a:lnTo>
                    <a:pt x="969174" y="71969"/>
                  </a:lnTo>
                  <a:lnTo>
                    <a:pt x="982386" y="72950"/>
                  </a:lnTo>
                  <a:lnTo>
                    <a:pt x="995287" y="73908"/>
                  </a:lnTo>
                  <a:lnTo>
                    <a:pt x="1007892" y="74844"/>
                  </a:lnTo>
                  <a:lnTo>
                    <a:pt x="1020213" y="75759"/>
                  </a:lnTo>
                  <a:lnTo>
                    <a:pt x="1032264" y="76654"/>
                  </a:lnTo>
                  <a:lnTo>
                    <a:pt x="1044055" y="77530"/>
                  </a:lnTo>
                  <a:lnTo>
                    <a:pt x="1055598" y="78387"/>
                  </a:lnTo>
                  <a:lnTo>
                    <a:pt x="1066904" y="79227"/>
                  </a:lnTo>
                  <a:lnTo>
                    <a:pt x="1077980" y="80049"/>
                  </a:lnTo>
                  <a:lnTo>
                    <a:pt x="1088838" y="80855"/>
                  </a:lnTo>
                  <a:lnTo>
                    <a:pt x="1099484" y="81646"/>
                  </a:lnTo>
                  <a:lnTo>
                    <a:pt x="1109928" y="82422"/>
                  </a:lnTo>
                  <a:lnTo>
                    <a:pt x="1120177" y="83183"/>
                  </a:lnTo>
                  <a:lnTo>
                    <a:pt x="1130237" y="83930"/>
                  </a:lnTo>
                  <a:lnTo>
                    <a:pt x="1140116" y="8466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32644" y="1818698"/>
              <a:ext cx="1140116" cy="146366"/>
            </a:xfrm>
            <a:custGeom>
              <a:avLst/>
              <a:pathLst>
                <a:path w="1140116" h="146366">
                  <a:moveTo>
                    <a:pt x="0" y="146366"/>
                  </a:moveTo>
                  <a:lnTo>
                    <a:pt x="73212" y="136967"/>
                  </a:lnTo>
                  <a:lnTo>
                    <a:pt x="137790" y="128677"/>
                  </a:lnTo>
                  <a:lnTo>
                    <a:pt x="195557" y="121261"/>
                  </a:lnTo>
                  <a:lnTo>
                    <a:pt x="247814" y="114552"/>
                  </a:lnTo>
                  <a:lnTo>
                    <a:pt x="295521" y="108428"/>
                  </a:lnTo>
                  <a:lnTo>
                    <a:pt x="339406" y="102794"/>
                  </a:lnTo>
                  <a:lnTo>
                    <a:pt x="380038" y="97577"/>
                  </a:lnTo>
                  <a:lnTo>
                    <a:pt x="417866" y="92721"/>
                  </a:lnTo>
                  <a:lnTo>
                    <a:pt x="453251" y="88178"/>
                  </a:lnTo>
                  <a:lnTo>
                    <a:pt x="486490" y="83911"/>
                  </a:lnTo>
                  <a:lnTo>
                    <a:pt x="517829" y="79888"/>
                  </a:lnTo>
                  <a:lnTo>
                    <a:pt x="547473" y="76082"/>
                  </a:lnTo>
                  <a:lnTo>
                    <a:pt x="575596" y="72472"/>
                  </a:lnTo>
                  <a:lnTo>
                    <a:pt x="602347" y="69038"/>
                  </a:lnTo>
                  <a:lnTo>
                    <a:pt x="627853" y="65763"/>
                  </a:lnTo>
                  <a:lnTo>
                    <a:pt x="652225" y="62634"/>
                  </a:lnTo>
                  <a:lnTo>
                    <a:pt x="675560" y="59639"/>
                  </a:lnTo>
                  <a:lnTo>
                    <a:pt x="697941" y="56765"/>
                  </a:lnTo>
                  <a:lnTo>
                    <a:pt x="719445" y="54005"/>
                  </a:lnTo>
                  <a:lnTo>
                    <a:pt x="740138" y="51348"/>
                  </a:lnTo>
                  <a:lnTo>
                    <a:pt x="760077" y="48788"/>
                  </a:lnTo>
                  <a:lnTo>
                    <a:pt x="779317" y="46318"/>
                  </a:lnTo>
                  <a:lnTo>
                    <a:pt x="797905" y="43932"/>
                  </a:lnTo>
                  <a:lnTo>
                    <a:pt x="815883" y="41624"/>
                  </a:lnTo>
                  <a:lnTo>
                    <a:pt x="833290" y="39389"/>
                  </a:lnTo>
                  <a:lnTo>
                    <a:pt x="850161" y="37224"/>
                  </a:lnTo>
                  <a:lnTo>
                    <a:pt x="866529" y="35122"/>
                  </a:lnTo>
                  <a:lnTo>
                    <a:pt x="882423" y="33082"/>
                  </a:lnTo>
                  <a:lnTo>
                    <a:pt x="897868" y="31099"/>
                  </a:lnTo>
                  <a:lnTo>
                    <a:pt x="912890" y="29170"/>
                  </a:lnTo>
                  <a:lnTo>
                    <a:pt x="927512" y="27293"/>
                  </a:lnTo>
                  <a:lnTo>
                    <a:pt x="941754" y="25465"/>
                  </a:lnTo>
                  <a:lnTo>
                    <a:pt x="955635" y="23683"/>
                  </a:lnTo>
                  <a:lnTo>
                    <a:pt x="969174" y="21945"/>
                  </a:lnTo>
                  <a:lnTo>
                    <a:pt x="982386" y="20249"/>
                  </a:lnTo>
                  <a:lnTo>
                    <a:pt x="995287" y="18592"/>
                  </a:lnTo>
                  <a:lnTo>
                    <a:pt x="1007892" y="16974"/>
                  </a:lnTo>
                  <a:lnTo>
                    <a:pt x="1020213" y="15392"/>
                  </a:lnTo>
                  <a:lnTo>
                    <a:pt x="1032264" y="13845"/>
                  </a:lnTo>
                  <a:lnTo>
                    <a:pt x="1044055" y="12332"/>
                  </a:lnTo>
                  <a:lnTo>
                    <a:pt x="1055598" y="10850"/>
                  </a:lnTo>
                  <a:lnTo>
                    <a:pt x="1066904" y="9398"/>
                  </a:lnTo>
                  <a:lnTo>
                    <a:pt x="1077980" y="7976"/>
                  </a:lnTo>
                  <a:lnTo>
                    <a:pt x="1088838" y="6583"/>
                  </a:lnTo>
                  <a:lnTo>
                    <a:pt x="1099484" y="5216"/>
                  </a:lnTo>
                  <a:lnTo>
                    <a:pt x="1109928" y="3875"/>
                  </a:lnTo>
                  <a:lnTo>
                    <a:pt x="1120177" y="2559"/>
                  </a:lnTo>
                  <a:lnTo>
                    <a:pt x="1130237" y="1268"/>
                  </a:lnTo>
                  <a:lnTo>
                    <a:pt x="114011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32644" y="1553663"/>
              <a:ext cx="1140116" cy="339318"/>
            </a:xfrm>
            <a:custGeom>
              <a:avLst/>
              <a:pathLst>
                <a:path w="1140116" h="339318">
                  <a:moveTo>
                    <a:pt x="0" y="339318"/>
                  </a:moveTo>
                  <a:lnTo>
                    <a:pt x="73212" y="317529"/>
                  </a:lnTo>
                  <a:lnTo>
                    <a:pt x="137790" y="298309"/>
                  </a:lnTo>
                  <a:lnTo>
                    <a:pt x="195557" y="281117"/>
                  </a:lnTo>
                  <a:lnTo>
                    <a:pt x="247814" y="265564"/>
                  </a:lnTo>
                  <a:lnTo>
                    <a:pt x="295521" y="251366"/>
                  </a:lnTo>
                  <a:lnTo>
                    <a:pt x="339406" y="238305"/>
                  </a:lnTo>
                  <a:lnTo>
                    <a:pt x="380038" y="226212"/>
                  </a:lnTo>
                  <a:lnTo>
                    <a:pt x="417866" y="214954"/>
                  </a:lnTo>
                  <a:lnTo>
                    <a:pt x="453251" y="204423"/>
                  </a:lnTo>
                  <a:lnTo>
                    <a:pt x="486490" y="194530"/>
                  </a:lnTo>
                  <a:lnTo>
                    <a:pt x="517829" y="185203"/>
                  </a:lnTo>
                  <a:lnTo>
                    <a:pt x="547473" y="176381"/>
                  </a:lnTo>
                  <a:lnTo>
                    <a:pt x="575596" y="168011"/>
                  </a:lnTo>
                  <a:lnTo>
                    <a:pt x="602347" y="160049"/>
                  </a:lnTo>
                  <a:lnTo>
                    <a:pt x="627853" y="152458"/>
                  </a:lnTo>
                  <a:lnTo>
                    <a:pt x="652225" y="145205"/>
                  </a:lnTo>
                  <a:lnTo>
                    <a:pt x="675560" y="138260"/>
                  </a:lnTo>
                  <a:lnTo>
                    <a:pt x="697941" y="131599"/>
                  </a:lnTo>
                  <a:lnTo>
                    <a:pt x="719445" y="125199"/>
                  </a:lnTo>
                  <a:lnTo>
                    <a:pt x="740138" y="119040"/>
                  </a:lnTo>
                  <a:lnTo>
                    <a:pt x="760077" y="113106"/>
                  </a:lnTo>
                  <a:lnTo>
                    <a:pt x="779317" y="107380"/>
                  </a:lnTo>
                  <a:lnTo>
                    <a:pt x="797905" y="101848"/>
                  </a:lnTo>
                  <a:lnTo>
                    <a:pt x="815883" y="96497"/>
                  </a:lnTo>
                  <a:lnTo>
                    <a:pt x="833290" y="91316"/>
                  </a:lnTo>
                  <a:lnTo>
                    <a:pt x="850161" y="86295"/>
                  </a:lnTo>
                  <a:lnTo>
                    <a:pt x="866529" y="81424"/>
                  </a:lnTo>
                  <a:lnTo>
                    <a:pt x="882423" y="76694"/>
                  </a:lnTo>
                  <a:lnTo>
                    <a:pt x="897868" y="72097"/>
                  </a:lnTo>
                  <a:lnTo>
                    <a:pt x="912890" y="67626"/>
                  </a:lnTo>
                  <a:lnTo>
                    <a:pt x="927512" y="63274"/>
                  </a:lnTo>
                  <a:lnTo>
                    <a:pt x="941754" y="59036"/>
                  </a:lnTo>
                  <a:lnTo>
                    <a:pt x="955635" y="54904"/>
                  </a:lnTo>
                  <a:lnTo>
                    <a:pt x="969174" y="50875"/>
                  </a:lnTo>
                  <a:lnTo>
                    <a:pt x="982386" y="46943"/>
                  </a:lnTo>
                  <a:lnTo>
                    <a:pt x="995287" y="43103"/>
                  </a:lnTo>
                  <a:lnTo>
                    <a:pt x="1007892" y="39352"/>
                  </a:lnTo>
                  <a:lnTo>
                    <a:pt x="1020213" y="35685"/>
                  </a:lnTo>
                  <a:lnTo>
                    <a:pt x="1032264" y="32098"/>
                  </a:lnTo>
                  <a:lnTo>
                    <a:pt x="1044055" y="28589"/>
                  </a:lnTo>
                  <a:lnTo>
                    <a:pt x="1055598" y="25153"/>
                  </a:lnTo>
                  <a:lnTo>
                    <a:pt x="1066904" y="21789"/>
                  </a:lnTo>
                  <a:lnTo>
                    <a:pt x="1077980" y="18492"/>
                  </a:lnTo>
                  <a:lnTo>
                    <a:pt x="1088838" y="15261"/>
                  </a:lnTo>
                  <a:lnTo>
                    <a:pt x="1099484" y="12092"/>
                  </a:lnTo>
                  <a:lnTo>
                    <a:pt x="1109928" y="8984"/>
                  </a:lnTo>
                  <a:lnTo>
                    <a:pt x="1120177" y="5934"/>
                  </a:lnTo>
                  <a:lnTo>
                    <a:pt x="1130237" y="2940"/>
                  </a:lnTo>
                  <a:lnTo>
                    <a:pt x="114011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32644" y="2036303"/>
              <a:ext cx="1140116" cy="16000"/>
            </a:xfrm>
            <a:custGeom>
              <a:avLst/>
              <a:pathLst>
                <a:path w="1140116" h="16000">
                  <a:moveTo>
                    <a:pt x="0" y="16000"/>
                  </a:moveTo>
                  <a:lnTo>
                    <a:pt x="73212" y="14973"/>
                  </a:lnTo>
                  <a:lnTo>
                    <a:pt x="137790" y="14067"/>
                  </a:lnTo>
                  <a:lnTo>
                    <a:pt x="195557" y="13256"/>
                  </a:lnTo>
                  <a:lnTo>
                    <a:pt x="247814" y="12522"/>
                  </a:lnTo>
                  <a:lnTo>
                    <a:pt x="295521" y="11853"/>
                  </a:lnTo>
                  <a:lnTo>
                    <a:pt x="339406" y="11237"/>
                  </a:lnTo>
                  <a:lnTo>
                    <a:pt x="380038" y="10667"/>
                  </a:lnTo>
                  <a:lnTo>
                    <a:pt x="417866" y="10136"/>
                  </a:lnTo>
                  <a:lnTo>
                    <a:pt x="453251" y="9639"/>
                  </a:lnTo>
                  <a:lnTo>
                    <a:pt x="486490" y="9173"/>
                  </a:lnTo>
                  <a:lnTo>
                    <a:pt x="517829" y="8733"/>
                  </a:lnTo>
                  <a:lnTo>
                    <a:pt x="547473" y="8317"/>
                  </a:lnTo>
                  <a:lnTo>
                    <a:pt x="575596" y="7922"/>
                  </a:lnTo>
                  <a:lnTo>
                    <a:pt x="602347" y="7547"/>
                  </a:lnTo>
                  <a:lnTo>
                    <a:pt x="627853" y="7189"/>
                  </a:lnTo>
                  <a:lnTo>
                    <a:pt x="652225" y="6847"/>
                  </a:lnTo>
                  <a:lnTo>
                    <a:pt x="675560" y="6519"/>
                  </a:lnTo>
                  <a:lnTo>
                    <a:pt x="697941" y="6205"/>
                  </a:lnTo>
                  <a:lnTo>
                    <a:pt x="719445" y="5903"/>
                  </a:lnTo>
                  <a:lnTo>
                    <a:pt x="740138" y="5613"/>
                  </a:lnTo>
                  <a:lnTo>
                    <a:pt x="760077" y="5333"/>
                  </a:lnTo>
                  <a:lnTo>
                    <a:pt x="779317" y="5063"/>
                  </a:lnTo>
                  <a:lnTo>
                    <a:pt x="797905" y="4802"/>
                  </a:lnTo>
                  <a:lnTo>
                    <a:pt x="815883" y="4550"/>
                  </a:lnTo>
                  <a:lnTo>
                    <a:pt x="833290" y="4306"/>
                  </a:lnTo>
                  <a:lnTo>
                    <a:pt x="850161" y="4069"/>
                  </a:lnTo>
                  <a:lnTo>
                    <a:pt x="866529" y="3839"/>
                  </a:lnTo>
                  <a:lnTo>
                    <a:pt x="882423" y="3616"/>
                  </a:lnTo>
                  <a:lnTo>
                    <a:pt x="897868" y="3399"/>
                  </a:lnTo>
                  <a:lnTo>
                    <a:pt x="912890" y="3188"/>
                  </a:lnTo>
                  <a:lnTo>
                    <a:pt x="927512" y="2983"/>
                  </a:lnTo>
                  <a:lnTo>
                    <a:pt x="941754" y="2783"/>
                  </a:lnTo>
                  <a:lnTo>
                    <a:pt x="955635" y="2589"/>
                  </a:lnTo>
                  <a:lnTo>
                    <a:pt x="969174" y="2399"/>
                  </a:lnTo>
                  <a:lnTo>
                    <a:pt x="982386" y="2213"/>
                  </a:lnTo>
                  <a:lnTo>
                    <a:pt x="995287" y="2032"/>
                  </a:lnTo>
                  <a:lnTo>
                    <a:pt x="1007892" y="1855"/>
                  </a:lnTo>
                  <a:lnTo>
                    <a:pt x="1020213" y="1682"/>
                  </a:lnTo>
                  <a:lnTo>
                    <a:pt x="1032264" y="1513"/>
                  </a:lnTo>
                  <a:lnTo>
                    <a:pt x="1044055" y="1348"/>
                  </a:lnTo>
                  <a:lnTo>
                    <a:pt x="1055598" y="1186"/>
                  </a:lnTo>
                  <a:lnTo>
                    <a:pt x="1066904" y="1027"/>
                  </a:lnTo>
                  <a:lnTo>
                    <a:pt x="1077980" y="872"/>
                  </a:lnTo>
                  <a:lnTo>
                    <a:pt x="1088838" y="719"/>
                  </a:lnTo>
                  <a:lnTo>
                    <a:pt x="1099484" y="570"/>
                  </a:lnTo>
                  <a:lnTo>
                    <a:pt x="1109928" y="423"/>
                  </a:lnTo>
                  <a:lnTo>
                    <a:pt x="1120177" y="279"/>
                  </a:lnTo>
                  <a:lnTo>
                    <a:pt x="1130237" y="138"/>
                  </a:lnTo>
                  <a:lnTo>
                    <a:pt x="114011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748241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719773" y="20831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719773" y="17033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719773" y="13235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748241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32644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3212682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592721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97276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tx210"/>
            <p:cNvSpPr/>
            <p:nvPr/>
          </p:nvSpPr>
          <p:spPr>
            <a:xfrm>
              <a:off x="2748241" y="990315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2" name="rc211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17855" y="20795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55119" y="21012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61332" y="220575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25041" y="18957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39495" y="192986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58268" y="18801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35613" y="217553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251011" y="20361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58867" y="21289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46436" y="17021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33582" y="22420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29468" y="205000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39849" y="16507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94560" y="20600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44241" y="22862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35291" y="22819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01802" y="21143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38484" y="22536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592420" y="16308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09365" y="11971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06905" y="20117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05505" y="21316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32338" y="21058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29765" y="21598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599745" y="20439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07281" y="189970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595971" y="19718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35397" y="205587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5015204" y="222296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90621" y="22368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86445" y="212891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84848" y="21000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85740" y="12626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86979" y="21243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21528" y="16634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79904" y="17525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5007903" y="22344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86121" y="11934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78356" y="22382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06572" y="21901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15105" y="17271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26750" y="20412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89401" y="20819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74215" y="13291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92253" y="21194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971965" y="21345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018205" y="187087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024979" y="190847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95434" y="21699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65316" y="21982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57843" y="22331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99466" y="21706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89425" y="16279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407419" y="21875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401070" y="17728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58793" y="224139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68910" y="13007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61832" y="133224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85246" y="20838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72900" y="20883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80446" y="195048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93605" y="20783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55977" y="19873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97333" y="22127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403145" y="220010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58357" y="20166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400508" y="20566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79870" y="18862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68198" y="12273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82156" y="18323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70589" y="21332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68314" y="17912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65124" y="2061313"/>
              <a:ext cx="1143327" cy="93521"/>
            </a:xfrm>
            <a:custGeom>
              <a:avLst/>
              <a:pathLst>
                <a:path w="1143327" h="93521">
                  <a:moveTo>
                    <a:pt x="0" y="93521"/>
                  </a:moveTo>
                  <a:lnTo>
                    <a:pt x="73418" y="87516"/>
                  </a:lnTo>
                  <a:lnTo>
                    <a:pt x="138178" y="82219"/>
                  </a:lnTo>
                  <a:lnTo>
                    <a:pt x="196108" y="77480"/>
                  </a:lnTo>
                  <a:lnTo>
                    <a:pt x="248512" y="73193"/>
                  </a:lnTo>
                  <a:lnTo>
                    <a:pt x="296353" y="69280"/>
                  </a:lnTo>
                  <a:lnTo>
                    <a:pt x="340362" y="65680"/>
                  </a:lnTo>
                  <a:lnTo>
                    <a:pt x="381109" y="62347"/>
                  </a:lnTo>
                  <a:lnTo>
                    <a:pt x="419042" y="59244"/>
                  </a:lnTo>
                  <a:lnTo>
                    <a:pt x="454527" y="56342"/>
                  </a:lnTo>
                  <a:lnTo>
                    <a:pt x="487860" y="53615"/>
                  </a:lnTo>
                  <a:lnTo>
                    <a:pt x="519287" y="51045"/>
                  </a:lnTo>
                  <a:lnTo>
                    <a:pt x="549015" y="48613"/>
                  </a:lnTo>
                  <a:lnTo>
                    <a:pt x="577217" y="46306"/>
                  </a:lnTo>
                  <a:lnTo>
                    <a:pt x="604043" y="44112"/>
                  </a:lnTo>
                  <a:lnTo>
                    <a:pt x="629621" y="42020"/>
                  </a:lnTo>
                  <a:lnTo>
                    <a:pt x="654062" y="40020"/>
                  </a:lnTo>
                  <a:lnTo>
                    <a:pt x="677462" y="38106"/>
                  </a:lnTo>
                  <a:lnTo>
                    <a:pt x="699907" y="36270"/>
                  </a:lnTo>
                  <a:lnTo>
                    <a:pt x="721471" y="34506"/>
                  </a:lnTo>
                  <a:lnTo>
                    <a:pt x="742222" y="32809"/>
                  </a:lnTo>
                  <a:lnTo>
                    <a:pt x="762218" y="31173"/>
                  </a:lnTo>
                  <a:lnTo>
                    <a:pt x="781512" y="29595"/>
                  </a:lnTo>
                  <a:lnTo>
                    <a:pt x="800152" y="28070"/>
                  </a:lnTo>
                  <a:lnTo>
                    <a:pt x="818180" y="26596"/>
                  </a:lnTo>
                  <a:lnTo>
                    <a:pt x="835636" y="25168"/>
                  </a:lnTo>
                  <a:lnTo>
                    <a:pt x="852555" y="23784"/>
                  </a:lnTo>
                  <a:lnTo>
                    <a:pt x="868969" y="22441"/>
                  </a:lnTo>
                  <a:lnTo>
                    <a:pt x="884907" y="21138"/>
                  </a:lnTo>
                  <a:lnTo>
                    <a:pt x="900396" y="19871"/>
                  </a:lnTo>
                  <a:lnTo>
                    <a:pt x="915461" y="18638"/>
                  </a:lnTo>
                  <a:lnTo>
                    <a:pt x="930124" y="17439"/>
                  </a:lnTo>
                  <a:lnTo>
                    <a:pt x="944406" y="16271"/>
                  </a:lnTo>
                  <a:lnTo>
                    <a:pt x="958326" y="15132"/>
                  </a:lnTo>
                  <a:lnTo>
                    <a:pt x="971903" y="14022"/>
                  </a:lnTo>
                  <a:lnTo>
                    <a:pt x="985152" y="12938"/>
                  </a:lnTo>
                  <a:lnTo>
                    <a:pt x="998090" y="11880"/>
                  </a:lnTo>
                  <a:lnTo>
                    <a:pt x="1010730" y="10846"/>
                  </a:lnTo>
                  <a:lnTo>
                    <a:pt x="1023086" y="9835"/>
                  </a:lnTo>
                  <a:lnTo>
                    <a:pt x="1035171" y="8846"/>
                  </a:lnTo>
                  <a:lnTo>
                    <a:pt x="1046995" y="7879"/>
                  </a:lnTo>
                  <a:lnTo>
                    <a:pt x="1058571" y="6932"/>
                  </a:lnTo>
                  <a:lnTo>
                    <a:pt x="1069908" y="6005"/>
                  </a:lnTo>
                  <a:lnTo>
                    <a:pt x="1081016" y="5096"/>
                  </a:lnTo>
                  <a:lnTo>
                    <a:pt x="1091904" y="4206"/>
                  </a:lnTo>
                  <a:lnTo>
                    <a:pt x="1102580" y="3332"/>
                  </a:lnTo>
                  <a:lnTo>
                    <a:pt x="1113053" y="2476"/>
                  </a:lnTo>
                  <a:lnTo>
                    <a:pt x="1123331" y="1635"/>
                  </a:lnTo>
                  <a:lnTo>
                    <a:pt x="1133420" y="810"/>
                  </a:lnTo>
                  <a:lnTo>
                    <a:pt x="114332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5124" y="2048091"/>
              <a:ext cx="1143327" cy="94075"/>
            </a:xfrm>
            <a:custGeom>
              <a:avLst/>
              <a:pathLst>
                <a:path w="1143327" h="94075">
                  <a:moveTo>
                    <a:pt x="0" y="0"/>
                  </a:moveTo>
                  <a:lnTo>
                    <a:pt x="73418" y="6041"/>
                  </a:lnTo>
                  <a:lnTo>
                    <a:pt x="138178" y="11369"/>
                  </a:lnTo>
                  <a:lnTo>
                    <a:pt x="196108" y="16136"/>
                  </a:lnTo>
                  <a:lnTo>
                    <a:pt x="248512" y="20448"/>
                  </a:lnTo>
                  <a:lnTo>
                    <a:pt x="296353" y="24384"/>
                  </a:lnTo>
                  <a:lnTo>
                    <a:pt x="340362" y="28005"/>
                  </a:lnTo>
                  <a:lnTo>
                    <a:pt x="381109" y="31358"/>
                  </a:lnTo>
                  <a:lnTo>
                    <a:pt x="419042" y="34479"/>
                  </a:lnTo>
                  <a:lnTo>
                    <a:pt x="454527" y="37399"/>
                  </a:lnTo>
                  <a:lnTo>
                    <a:pt x="487860" y="40142"/>
                  </a:lnTo>
                  <a:lnTo>
                    <a:pt x="519287" y="42728"/>
                  </a:lnTo>
                  <a:lnTo>
                    <a:pt x="549015" y="45174"/>
                  </a:lnTo>
                  <a:lnTo>
                    <a:pt x="577217" y="47494"/>
                  </a:lnTo>
                  <a:lnTo>
                    <a:pt x="604043" y="49702"/>
                  </a:lnTo>
                  <a:lnTo>
                    <a:pt x="629621" y="51806"/>
                  </a:lnTo>
                  <a:lnTo>
                    <a:pt x="654062" y="53817"/>
                  </a:lnTo>
                  <a:lnTo>
                    <a:pt x="677462" y="55743"/>
                  </a:lnTo>
                  <a:lnTo>
                    <a:pt x="699907" y="57590"/>
                  </a:lnTo>
                  <a:lnTo>
                    <a:pt x="721471" y="59364"/>
                  </a:lnTo>
                  <a:lnTo>
                    <a:pt x="742222" y="61071"/>
                  </a:lnTo>
                  <a:lnTo>
                    <a:pt x="762218" y="62717"/>
                  </a:lnTo>
                  <a:lnTo>
                    <a:pt x="781512" y="64304"/>
                  </a:lnTo>
                  <a:lnTo>
                    <a:pt x="800152" y="65838"/>
                  </a:lnTo>
                  <a:lnTo>
                    <a:pt x="818180" y="67321"/>
                  </a:lnTo>
                  <a:lnTo>
                    <a:pt x="835636" y="68758"/>
                  </a:lnTo>
                  <a:lnTo>
                    <a:pt x="852555" y="70150"/>
                  </a:lnTo>
                  <a:lnTo>
                    <a:pt x="868969" y="71500"/>
                  </a:lnTo>
                  <a:lnTo>
                    <a:pt x="884907" y="72812"/>
                  </a:lnTo>
                  <a:lnTo>
                    <a:pt x="900396" y="74086"/>
                  </a:lnTo>
                  <a:lnTo>
                    <a:pt x="915461" y="75326"/>
                  </a:lnTo>
                  <a:lnTo>
                    <a:pt x="930124" y="76532"/>
                  </a:lnTo>
                  <a:lnTo>
                    <a:pt x="944406" y="77707"/>
                  </a:lnTo>
                  <a:lnTo>
                    <a:pt x="958326" y="78853"/>
                  </a:lnTo>
                  <a:lnTo>
                    <a:pt x="971903" y="79970"/>
                  </a:lnTo>
                  <a:lnTo>
                    <a:pt x="985152" y="81060"/>
                  </a:lnTo>
                  <a:lnTo>
                    <a:pt x="998090" y="82125"/>
                  </a:lnTo>
                  <a:lnTo>
                    <a:pt x="1010730" y="83165"/>
                  </a:lnTo>
                  <a:lnTo>
                    <a:pt x="1023086" y="84181"/>
                  </a:lnTo>
                  <a:lnTo>
                    <a:pt x="1035171" y="85176"/>
                  </a:lnTo>
                  <a:lnTo>
                    <a:pt x="1046995" y="86149"/>
                  </a:lnTo>
                  <a:lnTo>
                    <a:pt x="1058571" y="87101"/>
                  </a:lnTo>
                  <a:lnTo>
                    <a:pt x="1069908" y="88034"/>
                  </a:lnTo>
                  <a:lnTo>
                    <a:pt x="1081016" y="88948"/>
                  </a:lnTo>
                  <a:lnTo>
                    <a:pt x="1091904" y="89844"/>
                  </a:lnTo>
                  <a:lnTo>
                    <a:pt x="1102580" y="90722"/>
                  </a:lnTo>
                  <a:lnTo>
                    <a:pt x="1113053" y="91584"/>
                  </a:lnTo>
                  <a:lnTo>
                    <a:pt x="1123331" y="92430"/>
                  </a:lnTo>
                  <a:lnTo>
                    <a:pt x="1133420" y="93260"/>
                  </a:lnTo>
                  <a:lnTo>
                    <a:pt x="1143327" y="9407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65124" y="2212268"/>
              <a:ext cx="1143327" cy="14078"/>
            </a:xfrm>
            <a:custGeom>
              <a:avLst/>
              <a:pathLst>
                <a:path w="1143327" h="14078">
                  <a:moveTo>
                    <a:pt x="0" y="0"/>
                  </a:moveTo>
                  <a:lnTo>
                    <a:pt x="73418" y="904"/>
                  </a:lnTo>
                  <a:lnTo>
                    <a:pt x="138178" y="1701"/>
                  </a:lnTo>
                  <a:lnTo>
                    <a:pt x="196108" y="2414"/>
                  </a:lnTo>
                  <a:lnTo>
                    <a:pt x="248512" y="3060"/>
                  </a:lnTo>
                  <a:lnTo>
                    <a:pt x="296353" y="3649"/>
                  </a:lnTo>
                  <a:lnTo>
                    <a:pt x="340362" y="4191"/>
                  </a:lnTo>
                  <a:lnTo>
                    <a:pt x="381109" y="4692"/>
                  </a:lnTo>
                  <a:lnTo>
                    <a:pt x="419042" y="5160"/>
                  </a:lnTo>
                  <a:lnTo>
                    <a:pt x="454527" y="5597"/>
                  </a:lnTo>
                  <a:lnTo>
                    <a:pt x="487860" y="6007"/>
                  </a:lnTo>
                  <a:lnTo>
                    <a:pt x="519287" y="6394"/>
                  </a:lnTo>
                  <a:lnTo>
                    <a:pt x="549015" y="6760"/>
                  </a:lnTo>
                  <a:lnTo>
                    <a:pt x="577217" y="7107"/>
                  </a:lnTo>
                  <a:lnTo>
                    <a:pt x="604043" y="7438"/>
                  </a:lnTo>
                  <a:lnTo>
                    <a:pt x="629621" y="7753"/>
                  </a:lnTo>
                  <a:lnTo>
                    <a:pt x="654062" y="8054"/>
                  </a:lnTo>
                  <a:lnTo>
                    <a:pt x="677462" y="8342"/>
                  </a:lnTo>
                  <a:lnTo>
                    <a:pt x="699907" y="8618"/>
                  </a:lnTo>
                  <a:lnTo>
                    <a:pt x="721471" y="8884"/>
                  </a:lnTo>
                  <a:lnTo>
                    <a:pt x="742222" y="9139"/>
                  </a:lnTo>
                  <a:lnTo>
                    <a:pt x="762218" y="9385"/>
                  </a:lnTo>
                  <a:lnTo>
                    <a:pt x="781512" y="9623"/>
                  </a:lnTo>
                  <a:lnTo>
                    <a:pt x="800152" y="9853"/>
                  </a:lnTo>
                  <a:lnTo>
                    <a:pt x="818180" y="10075"/>
                  </a:lnTo>
                  <a:lnTo>
                    <a:pt x="835636" y="10290"/>
                  </a:lnTo>
                  <a:lnTo>
                    <a:pt x="852555" y="10498"/>
                  </a:lnTo>
                  <a:lnTo>
                    <a:pt x="868969" y="10700"/>
                  </a:lnTo>
                  <a:lnTo>
                    <a:pt x="884907" y="10896"/>
                  </a:lnTo>
                  <a:lnTo>
                    <a:pt x="900396" y="11087"/>
                  </a:lnTo>
                  <a:lnTo>
                    <a:pt x="915461" y="11273"/>
                  </a:lnTo>
                  <a:lnTo>
                    <a:pt x="930124" y="11453"/>
                  </a:lnTo>
                  <a:lnTo>
                    <a:pt x="944406" y="11629"/>
                  </a:lnTo>
                  <a:lnTo>
                    <a:pt x="958326" y="11800"/>
                  </a:lnTo>
                  <a:lnTo>
                    <a:pt x="971903" y="11968"/>
                  </a:lnTo>
                  <a:lnTo>
                    <a:pt x="985152" y="12131"/>
                  </a:lnTo>
                  <a:lnTo>
                    <a:pt x="998090" y="12290"/>
                  </a:lnTo>
                  <a:lnTo>
                    <a:pt x="1010730" y="12446"/>
                  </a:lnTo>
                  <a:lnTo>
                    <a:pt x="1023086" y="12598"/>
                  </a:lnTo>
                  <a:lnTo>
                    <a:pt x="1035171" y="12747"/>
                  </a:lnTo>
                  <a:lnTo>
                    <a:pt x="1046995" y="12892"/>
                  </a:lnTo>
                  <a:lnTo>
                    <a:pt x="1058571" y="13035"/>
                  </a:lnTo>
                  <a:lnTo>
                    <a:pt x="1069908" y="13174"/>
                  </a:lnTo>
                  <a:lnTo>
                    <a:pt x="1081016" y="13311"/>
                  </a:lnTo>
                  <a:lnTo>
                    <a:pt x="1091904" y="13445"/>
                  </a:lnTo>
                  <a:lnTo>
                    <a:pt x="1102580" y="13577"/>
                  </a:lnTo>
                  <a:lnTo>
                    <a:pt x="1113053" y="13706"/>
                  </a:lnTo>
                  <a:lnTo>
                    <a:pt x="1123331" y="13832"/>
                  </a:lnTo>
                  <a:lnTo>
                    <a:pt x="1133420" y="13956"/>
                  </a:lnTo>
                  <a:lnTo>
                    <a:pt x="1143327" y="1407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65124" y="1952161"/>
              <a:ext cx="1143327" cy="198980"/>
            </a:xfrm>
            <a:custGeom>
              <a:avLst/>
              <a:pathLst>
                <a:path w="1143327" h="198980">
                  <a:moveTo>
                    <a:pt x="0" y="0"/>
                  </a:moveTo>
                  <a:lnTo>
                    <a:pt x="73418" y="12777"/>
                  </a:lnTo>
                  <a:lnTo>
                    <a:pt x="138178" y="24048"/>
                  </a:lnTo>
                  <a:lnTo>
                    <a:pt x="196108" y="34130"/>
                  </a:lnTo>
                  <a:lnTo>
                    <a:pt x="248512" y="43250"/>
                  </a:lnTo>
                  <a:lnTo>
                    <a:pt x="296353" y="51576"/>
                  </a:lnTo>
                  <a:lnTo>
                    <a:pt x="340362" y="59235"/>
                  </a:lnTo>
                  <a:lnTo>
                    <a:pt x="381109" y="66326"/>
                  </a:lnTo>
                  <a:lnTo>
                    <a:pt x="419042" y="72928"/>
                  </a:lnTo>
                  <a:lnTo>
                    <a:pt x="454527" y="79104"/>
                  </a:lnTo>
                  <a:lnTo>
                    <a:pt x="487860" y="84905"/>
                  </a:lnTo>
                  <a:lnTo>
                    <a:pt x="519287" y="90374"/>
                  </a:lnTo>
                  <a:lnTo>
                    <a:pt x="549015" y="95548"/>
                  </a:lnTo>
                  <a:lnTo>
                    <a:pt x="577217" y="100456"/>
                  </a:lnTo>
                  <a:lnTo>
                    <a:pt x="604043" y="105125"/>
                  </a:lnTo>
                  <a:lnTo>
                    <a:pt x="629621" y="109576"/>
                  </a:lnTo>
                  <a:lnTo>
                    <a:pt x="654062" y="113830"/>
                  </a:lnTo>
                  <a:lnTo>
                    <a:pt x="677462" y="117903"/>
                  </a:lnTo>
                  <a:lnTo>
                    <a:pt x="699907" y="121809"/>
                  </a:lnTo>
                  <a:lnTo>
                    <a:pt x="721471" y="125562"/>
                  </a:lnTo>
                  <a:lnTo>
                    <a:pt x="742222" y="129173"/>
                  </a:lnTo>
                  <a:lnTo>
                    <a:pt x="762218" y="132653"/>
                  </a:lnTo>
                  <a:lnTo>
                    <a:pt x="781512" y="136011"/>
                  </a:lnTo>
                  <a:lnTo>
                    <a:pt x="800152" y="139255"/>
                  </a:lnTo>
                  <a:lnTo>
                    <a:pt x="818180" y="142393"/>
                  </a:lnTo>
                  <a:lnTo>
                    <a:pt x="835636" y="145431"/>
                  </a:lnTo>
                  <a:lnTo>
                    <a:pt x="852555" y="148375"/>
                  </a:lnTo>
                  <a:lnTo>
                    <a:pt x="868969" y="151232"/>
                  </a:lnTo>
                  <a:lnTo>
                    <a:pt x="884907" y="154006"/>
                  </a:lnTo>
                  <a:lnTo>
                    <a:pt x="900396" y="156701"/>
                  </a:lnTo>
                  <a:lnTo>
                    <a:pt x="915461" y="159323"/>
                  </a:lnTo>
                  <a:lnTo>
                    <a:pt x="930124" y="161875"/>
                  </a:lnTo>
                  <a:lnTo>
                    <a:pt x="944406" y="164361"/>
                  </a:lnTo>
                  <a:lnTo>
                    <a:pt x="958326" y="166783"/>
                  </a:lnTo>
                  <a:lnTo>
                    <a:pt x="971903" y="169146"/>
                  </a:lnTo>
                  <a:lnTo>
                    <a:pt x="985152" y="171452"/>
                  </a:lnTo>
                  <a:lnTo>
                    <a:pt x="998090" y="173703"/>
                  </a:lnTo>
                  <a:lnTo>
                    <a:pt x="1010730" y="175903"/>
                  </a:lnTo>
                  <a:lnTo>
                    <a:pt x="1023086" y="178054"/>
                  </a:lnTo>
                  <a:lnTo>
                    <a:pt x="1035171" y="180157"/>
                  </a:lnTo>
                  <a:lnTo>
                    <a:pt x="1046995" y="182215"/>
                  </a:lnTo>
                  <a:lnTo>
                    <a:pt x="1058571" y="184229"/>
                  </a:lnTo>
                  <a:lnTo>
                    <a:pt x="1069908" y="186202"/>
                  </a:lnTo>
                  <a:lnTo>
                    <a:pt x="1081016" y="188136"/>
                  </a:lnTo>
                  <a:lnTo>
                    <a:pt x="1091904" y="190031"/>
                  </a:lnTo>
                  <a:lnTo>
                    <a:pt x="1102580" y="191889"/>
                  </a:lnTo>
                  <a:lnTo>
                    <a:pt x="1113053" y="193711"/>
                  </a:lnTo>
                  <a:lnTo>
                    <a:pt x="1123331" y="195500"/>
                  </a:lnTo>
                  <a:lnTo>
                    <a:pt x="1133420" y="197256"/>
                  </a:lnTo>
                  <a:lnTo>
                    <a:pt x="1143327" y="19898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65124" y="1562796"/>
              <a:ext cx="1143327" cy="752119"/>
            </a:xfrm>
            <a:custGeom>
              <a:avLst/>
              <a:pathLst>
                <a:path w="1143327" h="752119">
                  <a:moveTo>
                    <a:pt x="0" y="752119"/>
                  </a:moveTo>
                  <a:lnTo>
                    <a:pt x="73418" y="703822"/>
                  </a:lnTo>
                  <a:lnTo>
                    <a:pt x="138178" y="661221"/>
                  </a:lnTo>
                  <a:lnTo>
                    <a:pt x="196108" y="623112"/>
                  </a:lnTo>
                  <a:lnTo>
                    <a:pt x="248512" y="588639"/>
                  </a:lnTo>
                  <a:lnTo>
                    <a:pt x="296353" y="557168"/>
                  </a:lnTo>
                  <a:lnTo>
                    <a:pt x="340362" y="528217"/>
                  </a:lnTo>
                  <a:lnTo>
                    <a:pt x="381109" y="501413"/>
                  </a:lnTo>
                  <a:lnTo>
                    <a:pt x="419042" y="476458"/>
                  </a:lnTo>
                  <a:lnTo>
                    <a:pt x="454527" y="453115"/>
                  </a:lnTo>
                  <a:lnTo>
                    <a:pt x="487860" y="431188"/>
                  </a:lnTo>
                  <a:lnTo>
                    <a:pt x="519287" y="410514"/>
                  </a:lnTo>
                  <a:lnTo>
                    <a:pt x="549015" y="390958"/>
                  </a:lnTo>
                  <a:lnTo>
                    <a:pt x="577217" y="372406"/>
                  </a:lnTo>
                  <a:lnTo>
                    <a:pt x="604043" y="354759"/>
                  </a:lnTo>
                  <a:lnTo>
                    <a:pt x="629621" y="337933"/>
                  </a:lnTo>
                  <a:lnTo>
                    <a:pt x="654062" y="321855"/>
                  </a:lnTo>
                  <a:lnTo>
                    <a:pt x="677462" y="306461"/>
                  </a:lnTo>
                  <a:lnTo>
                    <a:pt x="699907" y="291696"/>
                  </a:lnTo>
                  <a:lnTo>
                    <a:pt x="721471" y="277510"/>
                  </a:lnTo>
                  <a:lnTo>
                    <a:pt x="742222" y="263860"/>
                  </a:lnTo>
                  <a:lnTo>
                    <a:pt x="762218" y="250706"/>
                  </a:lnTo>
                  <a:lnTo>
                    <a:pt x="781512" y="238014"/>
                  </a:lnTo>
                  <a:lnTo>
                    <a:pt x="800152" y="225752"/>
                  </a:lnTo>
                  <a:lnTo>
                    <a:pt x="818180" y="213892"/>
                  </a:lnTo>
                  <a:lnTo>
                    <a:pt x="835636" y="202409"/>
                  </a:lnTo>
                  <a:lnTo>
                    <a:pt x="852555" y="191279"/>
                  </a:lnTo>
                  <a:lnTo>
                    <a:pt x="868969" y="180481"/>
                  </a:lnTo>
                  <a:lnTo>
                    <a:pt x="884907" y="169997"/>
                  </a:lnTo>
                  <a:lnTo>
                    <a:pt x="900396" y="159807"/>
                  </a:lnTo>
                  <a:lnTo>
                    <a:pt x="915461" y="149897"/>
                  </a:lnTo>
                  <a:lnTo>
                    <a:pt x="930124" y="140252"/>
                  </a:lnTo>
                  <a:lnTo>
                    <a:pt x="944406" y="130856"/>
                  </a:lnTo>
                  <a:lnTo>
                    <a:pt x="958326" y="121699"/>
                  </a:lnTo>
                  <a:lnTo>
                    <a:pt x="971903" y="112768"/>
                  </a:lnTo>
                  <a:lnTo>
                    <a:pt x="985152" y="104052"/>
                  </a:lnTo>
                  <a:lnTo>
                    <a:pt x="998090" y="95541"/>
                  </a:lnTo>
                  <a:lnTo>
                    <a:pt x="1010730" y="87226"/>
                  </a:lnTo>
                  <a:lnTo>
                    <a:pt x="1023086" y="79098"/>
                  </a:lnTo>
                  <a:lnTo>
                    <a:pt x="1035171" y="71148"/>
                  </a:lnTo>
                  <a:lnTo>
                    <a:pt x="1046995" y="63370"/>
                  </a:lnTo>
                  <a:lnTo>
                    <a:pt x="1058571" y="55755"/>
                  </a:lnTo>
                  <a:lnTo>
                    <a:pt x="1069908" y="48297"/>
                  </a:lnTo>
                  <a:lnTo>
                    <a:pt x="1081016" y="40990"/>
                  </a:lnTo>
                  <a:lnTo>
                    <a:pt x="1091904" y="33827"/>
                  </a:lnTo>
                  <a:lnTo>
                    <a:pt x="1102580" y="26804"/>
                  </a:lnTo>
                  <a:lnTo>
                    <a:pt x="1113053" y="19914"/>
                  </a:lnTo>
                  <a:lnTo>
                    <a:pt x="1123331" y="13153"/>
                  </a:lnTo>
                  <a:lnTo>
                    <a:pt x="1133420" y="6517"/>
                  </a:lnTo>
                  <a:lnTo>
                    <a:pt x="114332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265124" y="1607667"/>
              <a:ext cx="1143327" cy="7582"/>
            </a:xfrm>
            <a:custGeom>
              <a:avLst/>
              <a:pathLst>
                <a:path w="1143327" h="7582">
                  <a:moveTo>
                    <a:pt x="0" y="7582"/>
                  </a:moveTo>
                  <a:lnTo>
                    <a:pt x="73418" y="7095"/>
                  </a:lnTo>
                  <a:lnTo>
                    <a:pt x="138178" y="6665"/>
                  </a:lnTo>
                  <a:lnTo>
                    <a:pt x="196108" y="6281"/>
                  </a:lnTo>
                  <a:lnTo>
                    <a:pt x="248512" y="5934"/>
                  </a:lnTo>
                  <a:lnTo>
                    <a:pt x="296353" y="5616"/>
                  </a:lnTo>
                  <a:lnTo>
                    <a:pt x="340362" y="5324"/>
                  </a:lnTo>
                  <a:lnTo>
                    <a:pt x="381109" y="5054"/>
                  </a:lnTo>
                  <a:lnTo>
                    <a:pt x="419042" y="4803"/>
                  </a:lnTo>
                  <a:lnTo>
                    <a:pt x="454527" y="4567"/>
                  </a:lnTo>
                  <a:lnTo>
                    <a:pt x="487860" y="4346"/>
                  </a:lnTo>
                  <a:lnTo>
                    <a:pt x="519287" y="4138"/>
                  </a:lnTo>
                  <a:lnTo>
                    <a:pt x="549015" y="3941"/>
                  </a:lnTo>
                  <a:lnTo>
                    <a:pt x="577217" y="3754"/>
                  </a:lnTo>
                  <a:lnTo>
                    <a:pt x="604043" y="3576"/>
                  </a:lnTo>
                  <a:lnTo>
                    <a:pt x="629621" y="3406"/>
                  </a:lnTo>
                  <a:lnTo>
                    <a:pt x="654062" y="3244"/>
                  </a:lnTo>
                  <a:lnTo>
                    <a:pt x="677462" y="3089"/>
                  </a:lnTo>
                  <a:lnTo>
                    <a:pt x="699907" y="2940"/>
                  </a:lnTo>
                  <a:lnTo>
                    <a:pt x="721471" y="2797"/>
                  </a:lnTo>
                  <a:lnTo>
                    <a:pt x="742222" y="2659"/>
                  </a:lnTo>
                  <a:lnTo>
                    <a:pt x="762218" y="2527"/>
                  </a:lnTo>
                  <a:lnTo>
                    <a:pt x="781512" y="2399"/>
                  </a:lnTo>
                  <a:lnTo>
                    <a:pt x="800152" y="2275"/>
                  </a:lnTo>
                  <a:lnTo>
                    <a:pt x="818180" y="2156"/>
                  </a:lnTo>
                  <a:lnTo>
                    <a:pt x="835636" y="2040"/>
                  </a:lnTo>
                  <a:lnTo>
                    <a:pt x="852555" y="1928"/>
                  </a:lnTo>
                  <a:lnTo>
                    <a:pt x="868969" y="1819"/>
                  </a:lnTo>
                  <a:lnTo>
                    <a:pt x="884907" y="1713"/>
                  </a:lnTo>
                  <a:lnTo>
                    <a:pt x="900396" y="1611"/>
                  </a:lnTo>
                  <a:lnTo>
                    <a:pt x="915461" y="1511"/>
                  </a:lnTo>
                  <a:lnTo>
                    <a:pt x="930124" y="1413"/>
                  </a:lnTo>
                  <a:lnTo>
                    <a:pt x="944406" y="1319"/>
                  </a:lnTo>
                  <a:lnTo>
                    <a:pt x="958326" y="1226"/>
                  </a:lnTo>
                  <a:lnTo>
                    <a:pt x="971903" y="1136"/>
                  </a:lnTo>
                  <a:lnTo>
                    <a:pt x="985152" y="1048"/>
                  </a:lnTo>
                  <a:lnTo>
                    <a:pt x="998090" y="963"/>
                  </a:lnTo>
                  <a:lnTo>
                    <a:pt x="1010730" y="879"/>
                  </a:lnTo>
                  <a:lnTo>
                    <a:pt x="1023086" y="797"/>
                  </a:lnTo>
                  <a:lnTo>
                    <a:pt x="1035171" y="717"/>
                  </a:lnTo>
                  <a:lnTo>
                    <a:pt x="1046995" y="638"/>
                  </a:lnTo>
                  <a:lnTo>
                    <a:pt x="1058571" y="562"/>
                  </a:lnTo>
                  <a:lnTo>
                    <a:pt x="1069908" y="486"/>
                  </a:lnTo>
                  <a:lnTo>
                    <a:pt x="1081016" y="413"/>
                  </a:lnTo>
                  <a:lnTo>
                    <a:pt x="1091904" y="341"/>
                  </a:lnTo>
                  <a:lnTo>
                    <a:pt x="1102580" y="270"/>
                  </a:lnTo>
                  <a:lnTo>
                    <a:pt x="1113053" y="200"/>
                  </a:lnTo>
                  <a:lnTo>
                    <a:pt x="1123331" y="132"/>
                  </a:lnTo>
                  <a:lnTo>
                    <a:pt x="1133420" y="65"/>
                  </a:lnTo>
                  <a:lnTo>
                    <a:pt x="114332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265124" y="1713570"/>
              <a:ext cx="1143327" cy="288795"/>
            </a:xfrm>
            <a:custGeom>
              <a:avLst/>
              <a:pathLst>
                <a:path w="1143327" h="288795">
                  <a:moveTo>
                    <a:pt x="0" y="0"/>
                  </a:moveTo>
                  <a:lnTo>
                    <a:pt x="73418" y="18545"/>
                  </a:lnTo>
                  <a:lnTo>
                    <a:pt x="138178" y="34902"/>
                  </a:lnTo>
                  <a:lnTo>
                    <a:pt x="196108" y="49535"/>
                  </a:lnTo>
                  <a:lnTo>
                    <a:pt x="248512" y="62772"/>
                  </a:lnTo>
                  <a:lnTo>
                    <a:pt x="296353" y="74856"/>
                  </a:lnTo>
                  <a:lnTo>
                    <a:pt x="340362" y="85973"/>
                  </a:lnTo>
                  <a:lnTo>
                    <a:pt x="381109" y="96265"/>
                  </a:lnTo>
                  <a:lnTo>
                    <a:pt x="419042" y="105847"/>
                  </a:lnTo>
                  <a:lnTo>
                    <a:pt x="454527" y="114810"/>
                  </a:lnTo>
                  <a:lnTo>
                    <a:pt x="487860" y="123229"/>
                  </a:lnTo>
                  <a:lnTo>
                    <a:pt x="519287" y="131168"/>
                  </a:lnTo>
                  <a:lnTo>
                    <a:pt x="549015" y="138677"/>
                  </a:lnTo>
                  <a:lnTo>
                    <a:pt x="577217" y="145800"/>
                  </a:lnTo>
                  <a:lnTo>
                    <a:pt x="604043" y="152576"/>
                  </a:lnTo>
                  <a:lnTo>
                    <a:pt x="629621" y="159037"/>
                  </a:lnTo>
                  <a:lnTo>
                    <a:pt x="654062" y="165211"/>
                  </a:lnTo>
                  <a:lnTo>
                    <a:pt x="677462" y="171121"/>
                  </a:lnTo>
                  <a:lnTo>
                    <a:pt x="699907" y="176791"/>
                  </a:lnTo>
                  <a:lnTo>
                    <a:pt x="721471" y="182238"/>
                  </a:lnTo>
                  <a:lnTo>
                    <a:pt x="742222" y="187479"/>
                  </a:lnTo>
                  <a:lnTo>
                    <a:pt x="762218" y="192530"/>
                  </a:lnTo>
                  <a:lnTo>
                    <a:pt x="781512" y="197403"/>
                  </a:lnTo>
                  <a:lnTo>
                    <a:pt x="800152" y="202112"/>
                  </a:lnTo>
                  <a:lnTo>
                    <a:pt x="818180" y="206666"/>
                  </a:lnTo>
                  <a:lnTo>
                    <a:pt x="835636" y="211075"/>
                  </a:lnTo>
                  <a:lnTo>
                    <a:pt x="852555" y="215349"/>
                  </a:lnTo>
                  <a:lnTo>
                    <a:pt x="868969" y="219495"/>
                  </a:lnTo>
                  <a:lnTo>
                    <a:pt x="884907" y="223520"/>
                  </a:lnTo>
                  <a:lnTo>
                    <a:pt x="900396" y="227433"/>
                  </a:lnTo>
                  <a:lnTo>
                    <a:pt x="915461" y="231238"/>
                  </a:lnTo>
                  <a:lnTo>
                    <a:pt x="930124" y="234942"/>
                  </a:lnTo>
                  <a:lnTo>
                    <a:pt x="944406" y="238549"/>
                  </a:lnTo>
                  <a:lnTo>
                    <a:pt x="958326" y="242065"/>
                  </a:lnTo>
                  <a:lnTo>
                    <a:pt x="971903" y="245495"/>
                  </a:lnTo>
                  <a:lnTo>
                    <a:pt x="985152" y="248842"/>
                  </a:lnTo>
                  <a:lnTo>
                    <a:pt x="998090" y="252109"/>
                  </a:lnTo>
                  <a:lnTo>
                    <a:pt x="1010730" y="255302"/>
                  </a:lnTo>
                  <a:lnTo>
                    <a:pt x="1023086" y="258423"/>
                  </a:lnTo>
                  <a:lnTo>
                    <a:pt x="1035171" y="261476"/>
                  </a:lnTo>
                  <a:lnTo>
                    <a:pt x="1046995" y="264463"/>
                  </a:lnTo>
                  <a:lnTo>
                    <a:pt x="1058571" y="267387"/>
                  </a:lnTo>
                  <a:lnTo>
                    <a:pt x="1069908" y="270250"/>
                  </a:lnTo>
                  <a:lnTo>
                    <a:pt x="1081016" y="273056"/>
                  </a:lnTo>
                  <a:lnTo>
                    <a:pt x="1091904" y="275806"/>
                  </a:lnTo>
                  <a:lnTo>
                    <a:pt x="1102580" y="278503"/>
                  </a:lnTo>
                  <a:lnTo>
                    <a:pt x="1113053" y="281148"/>
                  </a:lnTo>
                  <a:lnTo>
                    <a:pt x="1123331" y="283744"/>
                  </a:lnTo>
                  <a:lnTo>
                    <a:pt x="1133420" y="286293"/>
                  </a:lnTo>
                  <a:lnTo>
                    <a:pt x="1143327" y="28879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65124" y="2091915"/>
              <a:ext cx="1143327" cy="52618"/>
            </a:xfrm>
            <a:custGeom>
              <a:avLst/>
              <a:pathLst>
                <a:path w="1143327" h="52618">
                  <a:moveTo>
                    <a:pt x="0" y="52618"/>
                  </a:moveTo>
                  <a:lnTo>
                    <a:pt x="73418" y="49239"/>
                  </a:lnTo>
                  <a:lnTo>
                    <a:pt x="138178" y="46258"/>
                  </a:lnTo>
                  <a:lnTo>
                    <a:pt x="196108" y="43592"/>
                  </a:lnTo>
                  <a:lnTo>
                    <a:pt x="248512" y="41181"/>
                  </a:lnTo>
                  <a:lnTo>
                    <a:pt x="296353" y="38979"/>
                  </a:lnTo>
                  <a:lnTo>
                    <a:pt x="340362" y="36953"/>
                  </a:lnTo>
                  <a:lnTo>
                    <a:pt x="381109" y="35078"/>
                  </a:lnTo>
                  <a:lnTo>
                    <a:pt x="419042" y="33332"/>
                  </a:lnTo>
                  <a:lnTo>
                    <a:pt x="454527" y="31699"/>
                  </a:lnTo>
                  <a:lnTo>
                    <a:pt x="487860" y="30165"/>
                  </a:lnTo>
                  <a:lnTo>
                    <a:pt x="519287" y="28719"/>
                  </a:lnTo>
                  <a:lnTo>
                    <a:pt x="549015" y="27351"/>
                  </a:lnTo>
                  <a:lnTo>
                    <a:pt x="577217" y="26053"/>
                  </a:lnTo>
                  <a:lnTo>
                    <a:pt x="604043" y="24818"/>
                  </a:lnTo>
                  <a:lnTo>
                    <a:pt x="629621" y="23641"/>
                  </a:lnTo>
                  <a:lnTo>
                    <a:pt x="654062" y="22516"/>
                  </a:lnTo>
                  <a:lnTo>
                    <a:pt x="677462" y="21439"/>
                  </a:lnTo>
                  <a:lnTo>
                    <a:pt x="699907" y="20407"/>
                  </a:lnTo>
                  <a:lnTo>
                    <a:pt x="721471" y="19414"/>
                  </a:lnTo>
                  <a:lnTo>
                    <a:pt x="742222" y="18459"/>
                  </a:lnTo>
                  <a:lnTo>
                    <a:pt x="762218" y="17539"/>
                  </a:lnTo>
                  <a:lnTo>
                    <a:pt x="781512" y="16651"/>
                  </a:lnTo>
                  <a:lnTo>
                    <a:pt x="800152" y="15793"/>
                  </a:lnTo>
                  <a:lnTo>
                    <a:pt x="818180" y="14963"/>
                  </a:lnTo>
                  <a:lnTo>
                    <a:pt x="835636" y="14160"/>
                  </a:lnTo>
                  <a:lnTo>
                    <a:pt x="852555" y="13381"/>
                  </a:lnTo>
                  <a:lnTo>
                    <a:pt x="868969" y="12626"/>
                  </a:lnTo>
                  <a:lnTo>
                    <a:pt x="884907" y="11892"/>
                  </a:lnTo>
                  <a:lnTo>
                    <a:pt x="900396" y="11180"/>
                  </a:lnTo>
                  <a:lnTo>
                    <a:pt x="915461" y="10486"/>
                  </a:lnTo>
                  <a:lnTo>
                    <a:pt x="930124" y="9811"/>
                  </a:lnTo>
                  <a:lnTo>
                    <a:pt x="944406" y="9154"/>
                  </a:lnTo>
                  <a:lnTo>
                    <a:pt x="958326" y="8514"/>
                  </a:lnTo>
                  <a:lnTo>
                    <a:pt x="971903" y="7889"/>
                  </a:lnTo>
                  <a:lnTo>
                    <a:pt x="985152" y="7279"/>
                  </a:lnTo>
                  <a:lnTo>
                    <a:pt x="998090" y="6684"/>
                  </a:lnTo>
                  <a:lnTo>
                    <a:pt x="1010730" y="6102"/>
                  </a:lnTo>
                  <a:lnTo>
                    <a:pt x="1023086" y="5533"/>
                  </a:lnTo>
                  <a:lnTo>
                    <a:pt x="1035171" y="4977"/>
                  </a:lnTo>
                  <a:lnTo>
                    <a:pt x="1046995" y="4433"/>
                  </a:lnTo>
                  <a:lnTo>
                    <a:pt x="1058571" y="3900"/>
                  </a:lnTo>
                  <a:lnTo>
                    <a:pt x="1069908" y="3378"/>
                  </a:lnTo>
                  <a:lnTo>
                    <a:pt x="1081016" y="2867"/>
                  </a:lnTo>
                  <a:lnTo>
                    <a:pt x="1091904" y="2366"/>
                  </a:lnTo>
                  <a:lnTo>
                    <a:pt x="1102580" y="1875"/>
                  </a:lnTo>
                  <a:lnTo>
                    <a:pt x="1113053" y="1393"/>
                  </a:lnTo>
                  <a:lnTo>
                    <a:pt x="1123331" y="920"/>
                  </a:lnTo>
                  <a:lnTo>
                    <a:pt x="1133420" y="455"/>
                  </a:lnTo>
                  <a:lnTo>
                    <a:pt x="114332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65124" y="2151808"/>
              <a:ext cx="1143327" cy="80282"/>
            </a:xfrm>
            <a:custGeom>
              <a:avLst/>
              <a:pathLst>
                <a:path w="1143327" h="80282">
                  <a:moveTo>
                    <a:pt x="0" y="0"/>
                  </a:moveTo>
                  <a:lnTo>
                    <a:pt x="73418" y="5155"/>
                  </a:lnTo>
                  <a:lnTo>
                    <a:pt x="138178" y="9702"/>
                  </a:lnTo>
                  <a:lnTo>
                    <a:pt x="196108" y="13770"/>
                  </a:lnTo>
                  <a:lnTo>
                    <a:pt x="248512" y="17450"/>
                  </a:lnTo>
                  <a:lnTo>
                    <a:pt x="296353" y="20809"/>
                  </a:lnTo>
                  <a:lnTo>
                    <a:pt x="340362" y="23899"/>
                  </a:lnTo>
                  <a:lnTo>
                    <a:pt x="381109" y="26760"/>
                  </a:lnTo>
                  <a:lnTo>
                    <a:pt x="419042" y="29424"/>
                  </a:lnTo>
                  <a:lnTo>
                    <a:pt x="454527" y="31916"/>
                  </a:lnTo>
                  <a:lnTo>
                    <a:pt x="487860" y="34256"/>
                  </a:lnTo>
                  <a:lnTo>
                    <a:pt x="519287" y="36463"/>
                  </a:lnTo>
                  <a:lnTo>
                    <a:pt x="549015" y="38550"/>
                  </a:lnTo>
                  <a:lnTo>
                    <a:pt x="577217" y="40531"/>
                  </a:lnTo>
                  <a:lnTo>
                    <a:pt x="604043" y="42414"/>
                  </a:lnTo>
                  <a:lnTo>
                    <a:pt x="629621" y="44211"/>
                  </a:lnTo>
                  <a:lnTo>
                    <a:pt x="654062" y="45927"/>
                  </a:lnTo>
                  <a:lnTo>
                    <a:pt x="677462" y="47570"/>
                  </a:lnTo>
                  <a:lnTo>
                    <a:pt x="699907" y="49146"/>
                  </a:lnTo>
                  <a:lnTo>
                    <a:pt x="721471" y="50660"/>
                  </a:lnTo>
                  <a:lnTo>
                    <a:pt x="742222" y="52117"/>
                  </a:lnTo>
                  <a:lnTo>
                    <a:pt x="762218" y="53521"/>
                  </a:lnTo>
                  <a:lnTo>
                    <a:pt x="781512" y="54876"/>
                  </a:lnTo>
                  <a:lnTo>
                    <a:pt x="800152" y="56185"/>
                  </a:lnTo>
                  <a:lnTo>
                    <a:pt x="818180" y="57451"/>
                  </a:lnTo>
                  <a:lnTo>
                    <a:pt x="835636" y="58677"/>
                  </a:lnTo>
                  <a:lnTo>
                    <a:pt x="852555" y="59865"/>
                  </a:lnTo>
                  <a:lnTo>
                    <a:pt x="868969" y="61017"/>
                  </a:lnTo>
                  <a:lnTo>
                    <a:pt x="884907" y="62136"/>
                  </a:lnTo>
                  <a:lnTo>
                    <a:pt x="900396" y="63224"/>
                  </a:lnTo>
                  <a:lnTo>
                    <a:pt x="915461" y="64282"/>
                  </a:lnTo>
                  <a:lnTo>
                    <a:pt x="930124" y="65311"/>
                  </a:lnTo>
                  <a:lnTo>
                    <a:pt x="944406" y="66314"/>
                  </a:lnTo>
                  <a:lnTo>
                    <a:pt x="958326" y="67292"/>
                  </a:lnTo>
                  <a:lnTo>
                    <a:pt x="971903" y="68245"/>
                  </a:lnTo>
                  <a:lnTo>
                    <a:pt x="985152" y="69175"/>
                  </a:lnTo>
                  <a:lnTo>
                    <a:pt x="998090" y="70084"/>
                  </a:lnTo>
                  <a:lnTo>
                    <a:pt x="1010730" y="70971"/>
                  </a:lnTo>
                  <a:lnTo>
                    <a:pt x="1023086" y="71839"/>
                  </a:lnTo>
                  <a:lnTo>
                    <a:pt x="1035171" y="72688"/>
                  </a:lnTo>
                  <a:lnTo>
                    <a:pt x="1046995" y="73518"/>
                  </a:lnTo>
                  <a:lnTo>
                    <a:pt x="1058571" y="74331"/>
                  </a:lnTo>
                  <a:lnTo>
                    <a:pt x="1069908" y="75127"/>
                  </a:lnTo>
                  <a:lnTo>
                    <a:pt x="1081016" y="75907"/>
                  </a:lnTo>
                  <a:lnTo>
                    <a:pt x="1091904" y="76671"/>
                  </a:lnTo>
                  <a:lnTo>
                    <a:pt x="1102580" y="77421"/>
                  </a:lnTo>
                  <a:lnTo>
                    <a:pt x="1113053" y="78156"/>
                  </a:lnTo>
                  <a:lnTo>
                    <a:pt x="1123331" y="78878"/>
                  </a:lnTo>
                  <a:lnTo>
                    <a:pt x="1133420" y="79586"/>
                  </a:lnTo>
                  <a:lnTo>
                    <a:pt x="1143327" y="8028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65124" y="1982007"/>
              <a:ext cx="1143327" cy="47709"/>
            </a:xfrm>
            <a:custGeom>
              <a:avLst/>
              <a:pathLst>
                <a:path w="1143327" h="47709">
                  <a:moveTo>
                    <a:pt x="0" y="47709"/>
                  </a:moveTo>
                  <a:lnTo>
                    <a:pt x="73418" y="44645"/>
                  </a:lnTo>
                  <a:lnTo>
                    <a:pt x="138178" y="41943"/>
                  </a:lnTo>
                  <a:lnTo>
                    <a:pt x="196108" y="39526"/>
                  </a:lnTo>
                  <a:lnTo>
                    <a:pt x="248512" y="37339"/>
                  </a:lnTo>
                  <a:lnTo>
                    <a:pt x="296353" y="35343"/>
                  </a:lnTo>
                  <a:lnTo>
                    <a:pt x="340362" y="33506"/>
                  </a:lnTo>
                  <a:lnTo>
                    <a:pt x="381109" y="31806"/>
                  </a:lnTo>
                  <a:lnTo>
                    <a:pt x="419042" y="30223"/>
                  </a:lnTo>
                  <a:lnTo>
                    <a:pt x="454527" y="28742"/>
                  </a:lnTo>
                  <a:lnTo>
                    <a:pt x="487860" y="27351"/>
                  </a:lnTo>
                  <a:lnTo>
                    <a:pt x="519287" y="26040"/>
                  </a:lnTo>
                  <a:lnTo>
                    <a:pt x="549015" y="24799"/>
                  </a:lnTo>
                  <a:lnTo>
                    <a:pt x="577217" y="23622"/>
                  </a:lnTo>
                  <a:lnTo>
                    <a:pt x="604043" y="22503"/>
                  </a:lnTo>
                  <a:lnTo>
                    <a:pt x="629621" y="21436"/>
                  </a:lnTo>
                  <a:lnTo>
                    <a:pt x="654062" y="20416"/>
                  </a:lnTo>
                  <a:lnTo>
                    <a:pt x="677462" y="19439"/>
                  </a:lnTo>
                  <a:lnTo>
                    <a:pt x="699907" y="18503"/>
                  </a:lnTo>
                  <a:lnTo>
                    <a:pt x="721471" y="17603"/>
                  </a:lnTo>
                  <a:lnTo>
                    <a:pt x="742222" y="16737"/>
                  </a:lnTo>
                  <a:lnTo>
                    <a:pt x="762218" y="15903"/>
                  </a:lnTo>
                  <a:lnTo>
                    <a:pt x="781512" y="15098"/>
                  </a:lnTo>
                  <a:lnTo>
                    <a:pt x="800152" y="14320"/>
                  </a:lnTo>
                  <a:lnTo>
                    <a:pt x="818180" y="13567"/>
                  </a:lnTo>
                  <a:lnTo>
                    <a:pt x="835636" y="12839"/>
                  </a:lnTo>
                  <a:lnTo>
                    <a:pt x="852555" y="12133"/>
                  </a:lnTo>
                  <a:lnTo>
                    <a:pt x="868969" y="11448"/>
                  </a:lnTo>
                  <a:lnTo>
                    <a:pt x="884907" y="10783"/>
                  </a:lnTo>
                  <a:lnTo>
                    <a:pt x="900396" y="10137"/>
                  </a:lnTo>
                  <a:lnTo>
                    <a:pt x="915461" y="9508"/>
                  </a:lnTo>
                  <a:lnTo>
                    <a:pt x="930124" y="8896"/>
                  </a:lnTo>
                  <a:lnTo>
                    <a:pt x="944406" y="8300"/>
                  </a:lnTo>
                  <a:lnTo>
                    <a:pt x="958326" y="7719"/>
                  </a:lnTo>
                  <a:lnTo>
                    <a:pt x="971903" y="7153"/>
                  </a:lnTo>
                  <a:lnTo>
                    <a:pt x="985152" y="6600"/>
                  </a:lnTo>
                  <a:lnTo>
                    <a:pt x="998090" y="6060"/>
                  </a:lnTo>
                  <a:lnTo>
                    <a:pt x="1010730" y="5533"/>
                  </a:lnTo>
                  <a:lnTo>
                    <a:pt x="1023086" y="5017"/>
                  </a:lnTo>
                  <a:lnTo>
                    <a:pt x="1035171" y="4513"/>
                  </a:lnTo>
                  <a:lnTo>
                    <a:pt x="1046995" y="4019"/>
                  </a:lnTo>
                  <a:lnTo>
                    <a:pt x="1058571" y="3536"/>
                  </a:lnTo>
                  <a:lnTo>
                    <a:pt x="1069908" y="3063"/>
                  </a:lnTo>
                  <a:lnTo>
                    <a:pt x="1081016" y="2600"/>
                  </a:lnTo>
                  <a:lnTo>
                    <a:pt x="1091904" y="2145"/>
                  </a:lnTo>
                  <a:lnTo>
                    <a:pt x="1102580" y="1700"/>
                  </a:lnTo>
                  <a:lnTo>
                    <a:pt x="1113053" y="1263"/>
                  </a:lnTo>
                  <a:lnTo>
                    <a:pt x="1123331" y="834"/>
                  </a:lnTo>
                  <a:lnTo>
                    <a:pt x="1133420" y="413"/>
                  </a:lnTo>
                  <a:lnTo>
                    <a:pt x="1143327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rc294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186450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157982" y="21190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157982" y="17612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157982" y="14035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186450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65124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646234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027343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408452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>
              <a:off x="4186450" y="990315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6" name="rc305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5686714" y="20544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697057" y="19534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688754" y="189484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656064" y="21316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667148" y="216866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667281" y="146735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699459" y="206312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695459" y="18031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657585" y="20576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665090" y="21267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86610" y="19451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70938" y="206636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46410" y="17148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74948" y="21079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40796" y="20435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49411" y="17987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52984" y="21722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79357" y="20612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82966" y="19732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55475" y="12132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83602" y="15291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74991" y="19795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53141" y="19338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34563" y="21626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71347" y="19987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75492" y="19340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48067" y="20972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59067" y="203882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31800" y="22868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58287" y="20616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51347" y="204169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58777" y="19238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36744" y="14461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23380" y="13951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20090" y="168932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18870" y="18090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45271" y="18270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43510" y="173299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64629" y="17928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55780" y="17294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32186" y="207208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19802" y="19633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47154" y="20390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16965" y="164089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17161" y="17356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59447" y="19453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35178" y="17862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68366" y="119345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817513" y="18002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15889" y="191818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18233" y="18030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35628" y="17933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99618" y="18663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09584" y="18153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02094" y="17020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07498" y="179830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03013" y="20300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27345" y="15308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04680" y="20292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00677" y="20122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39901" y="19214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25073" y="18292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44182" y="18434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45628" y="20302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16133" y="171729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38673" y="18519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830177" y="19247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830290" y="185482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04101" y="19288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33313" y="15872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815383" y="18743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94882" y="18151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710329" y="1818536"/>
              <a:ext cx="1139086" cy="148807"/>
            </a:xfrm>
            <a:custGeom>
              <a:avLst/>
              <a:pathLst>
                <a:path w="1139086" h="148807">
                  <a:moveTo>
                    <a:pt x="0" y="148807"/>
                  </a:moveTo>
                  <a:lnTo>
                    <a:pt x="73146" y="139251"/>
                  </a:lnTo>
                  <a:lnTo>
                    <a:pt x="137666" y="130822"/>
                  </a:lnTo>
                  <a:lnTo>
                    <a:pt x="195381" y="123283"/>
                  </a:lnTo>
                  <a:lnTo>
                    <a:pt x="247590" y="116462"/>
                  </a:lnTo>
                  <a:lnTo>
                    <a:pt x="295254" y="110235"/>
                  </a:lnTo>
                  <a:lnTo>
                    <a:pt x="339100" y="104507"/>
                  </a:lnTo>
                  <a:lnTo>
                    <a:pt x="379695" y="99204"/>
                  </a:lnTo>
                  <a:lnTo>
                    <a:pt x="417488" y="94267"/>
                  </a:lnTo>
                  <a:lnTo>
                    <a:pt x="452841" y="89649"/>
                  </a:lnTo>
                  <a:lnTo>
                    <a:pt x="486051" y="85310"/>
                  </a:lnTo>
                  <a:lnTo>
                    <a:pt x="517361" y="81220"/>
                  </a:lnTo>
                  <a:lnTo>
                    <a:pt x="546978" y="77351"/>
                  </a:lnTo>
                  <a:lnTo>
                    <a:pt x="575076" y="73680"/>
                  </a:lnTo>
                  <a:lnTo>
                    <a:pt x="601802" y="70189"/>
                  </a:lnTo>
                  <a:lnTo>
                    <a:pt x="627285" y="66860"/>
                  </a:lnTo>
                  <a:lnTo>
                    <a:pt x="651635" y="63679"/>
                  </a:lnTo>
                  <a:lnTo>
                    <a:pt x="674949" y="60633"/>
                  </a:lnTo>
                  <a:lnTo>
                    <a:pt x="697311" y="57712"/>
                  </a:lnTo>
                  <a:lnTo>
                    <a:pt x="718795" y="54905"/>
                  </a:lnTo>
                  <a:lnTo>
                    <a:pt x="739469" y="52204"/>
                  </a:lnTo>
                  <a:lnTo>
                    <a:pt x="759390" y="49602"/>
                  </a:lnTo>
                  <a:lnTo>
                    <a:pt x="778613" y="47091"/>
                  </a:lnTo>
                  <a:lnTo>
                    <a:pt x="797184" y="44665"/>
                  </a:lnTo>
                  <a:lnTo>
                    <a:pt x="815145" y="42318"/>
                  </a:lnTo>
                  <a:lnTo>
                    <a:pt x="832537" y="40046"/>
                  </a:lnTo>
                  <a:lnTo>
                    <a:pt x="849393" y="37844"/>
                  </a:lnTo>
                  <a:lnTo>
                    <a:pt x="865746" y="35708"/>
                  </a:lnTo>
                  <a:lnTo>
                    <a:pt x="881625" y="33633"/>
                  </a:lnTo>
                  <a:lnTo>
                    <a:pt x="897056" y="31618"/>
                  </a:lnTo>
                  <a:lnTo>
                    <a:pt x="912065" y="29657"/>
                  </a:lnTo>
                  <a:lnTo>
                    <a:pt x="926674" y="27748"/>
                  </a:lnTo>
                  <a:lnTo>
                    <a:pt x="940903" y="25890"/>
                  </a:lnTo>
                  <a:lnTo>
                    <a:pt x="954771" y="24078"/>
                  </a:lnTo>
                  <a:lnTo>
                    <a:pt x="968298" y="22311"/>
                  </a:lnTo>
                  <a:lnTo>
                    <a:pt x="981498" y="20586"/>
                  </a:lnTo>
                  <a:lnTo>
                    <a:pt x="994387" y="18902"/>
                  </a:lnTo>
                  <a:lnTo>
                    <a:pt x="1006981" y="17257"/>
                  </a:lnTo>
                  <a:lnTo>
                    <a:pt x="1019291" y="15649"/>
                  </a:lnTo>
                  <a:lnTo>
                    <a:pt x="1031331" y="14076"/>
                  </a:lnTo>
                  <a:lnTo>
                    <a:pt x="1043112" y="12537"/>
                  </a:lnTo>
                  <a:lnTo>
                    <a:pt x="1054644" y="11031"/>
                  </a:lnTo>
                  <a:lnTo>
                    <a:pt x="1065939" y="9555"/>
                  </a:lnTo>
                  <a:lnTo>
                    <a:pt x="1077006" y="8109"/>
                  </a:lnTo>
                  <a:lnTo>
                    <a:pt x="1087854" y="6692"/>
                  </a:lnTo>
                  <a:lnTo>
                    <a:pt x="1098490" y="5303"/>
                  </a:lnTo>
                  <a:lnTo>
                    <a:pt x="1108925" y="3940"/>
                  </a:lnTo>
                  <a:lnTo>
                    <a:pt x="1119164" y="2602"/>
                  </a:lnTo>
                  <a:lnTo>
                    <a:pt x="1129215" y="1289"/>
                  </a:lnTo>
                  <a:lnTo>
                    <a:pt x="113908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10329" y="1867495"/>
              <a:ext cx="1139086" cy="285824"/>
            </a:xfrm>
            <a:custGeom>
              <a:avLst/>
              <a:pathLst>
                <a:path w="1139086" h="285824">
                  <a:moveTo>
                    <a:pt x="0" y="285824"/>
                  </a:moveTo>
                  <a:lnTo>
                    <a:pt x="73146" y="267470"/>
                  </a:lnTo>
                  <a:lnTo>
                    <a:pt x="137666" y="251280"/>
                  </a:lnTo>
                  <a:lnTo>
                    <a:pt x="195381" y="236798"/>
                  </a:lnTo>
                  <a:lnTo>
                    <a:pt x="247590" y="223697"/>
                  </a:lnTo>
                  <a:lnTo>
                    <a:pt x="295254" y="211737"/>
                  </a:lnTo>
                  <a:lnTo>
                    <a:pt x="339100" y="200735"/>
                  </a:lnTo>
                  <a:lnTo>
                    <a:pt x="379695" y="190549"/>
                  </a:lnTo>
                  <a:lnTo>
                    <a:pt x="417488" y="181066"/>
                  </a:lnTo>
                  <a:lnTo>
                    <a:pt x="452841" y="172195"/>
                  </a:lnTo>
                  <a:lnTo>
                    <a:pt x="486051" y="163862"/>
                  </a:lnTo>
                  <a:lnTo>
                    <a:pt x="517361" y="156005"/>
                  </a:lnTo>
                  <a:lnTo>
                    <a:pt x="546978" y="148574"/>
                  </a:lnTo>
                  <a:lnTo>
                    <a:pt x="575076" y="141523"/>
                  </a:lnTo>
                  <a:lnTo>
                    <a:pt x="601802" y="134817"/>
                  </a:lnTo>
                  <a:lnTo>
                    <a:pt x="627285" y="128423"/>
                  </a:lnTo>
                  <a:lnTo>
                    <a:pt x="651635" y="122313"/>
                  </a:lnTo>
                  <a:lnTo>
                    <a:pt x="674949" y="116463"/>
                  </a:lnTo>
                  <a:lnTo>
                    <a:pt x="697311" y="110852"/>
                  </a:lnTo>
                  <a:lnTo>
                    <a:pt x="718795" y="105461"/>
                  </a:lnTo>
                  <a:lnTo>
                    <a:pt x="739469" y="100273"/>
                  </a:lnTo>
                  <a:lnTo>
                    <a:pt x="759390" y="95274"/>
                  </a:lnTo>
                  <a:lnTo>
                    <a:pt x="778613" y="90451"/>
                  </a:lnTo>
                  <a:lnTo>
                    <a:pt x="797184" y="85791"/>
                  </a:lnTo>
                  <a:lnTo>
                    <a:pt x="815145" y="81284"/>
                  </a:lnTo>
                  <a:lnTo>
                    <a:pt x="832537" y="76920"/>
                  </a:lnTo>
                  <a:lnTo>
                    <a:pt x="849393" y="72690"/>
                  </a:lnTo>
                  <a:lnTo>
                    <a:pt x="865746" y="68587"/>
                  </a:lnTo>
                  <a:lnTo>
                    <a:pt x="881625" y="64603"/>
                  </a:lnTo>
                  <a:lnTo>
                    <a:pt x="897056" y="60730"/>
                  </a:lnTo>
                  <a:lnTo>
                    <a:pt x="912065" y="56964"/>
                  </a:lnTo>
                  <a:lnTo>
                    <a:pt x="926674" y="53299"/>
                  </a:lnTo>
                  <a:lnTo>
                    <a:pt x="940903" y="49728"/>
                  </a:lnTo>
                  <a:lnTo>
                    <a:pt x="954771" y="46248"/>
                  </a:lnTo>
                  <a:lnTo>
                    <a:pt x="968298" y="42854"/>
                  </a:lnTo>
                  <a:lnTo>
                    <a:pt x="981498" y="39542"/>
                  </a:lnTo>
                  <a:lnTo>
                    <a:pt x="994387" y="36308"/>
                  </a:lnTo>
                  <a:lnTo>
                    <a:pt x="1006981" y="33148"/>
                  </a:lnTo>
                  <a:lnTo>
                    <a:pt x="1019291" y="30059"/>
                  </a:lnTo>
                  <a:lnTo>
                    <a:pt x="1031331" y="27038"/>
                  </a:lnTo>
                  <a:lnTo>
                    <a:pt x="1043112" y="24082"/>
                  </a:lnTo>
                  <a:lnTo>
                    <a:pt x="1054644" y="21188"/>
                  </a:lnTo>
                  <a:lnTo>
                    <a:pt x="1065939" y="18354"/>
                  </a:lnTo>
                  <a:lnTo>
                    <a:pt x="1077006" y="15577"/>
                  </a:lnTo>
                  <a:lnTo>
                    <a:pt x="1087854" y="12855"/>
                  </a:lnTo>
                  <a:lnTo>
                    <a:pt x="1098490" y="10186"/>
                  </a:lnTo>
                  <a:lnTo>
                    <a:pt x="1108925" y="7568"/>
                  </a:lnTo>
                  <a:lnTo>
                    <a:pt x="1119164" y="4998"/>
                  </a:lnTo>
                  <a:lnTo>
                    <a:pt x="1129215" y="2476"/>
                  </a:lnTo>
                  <a:lnTo>
                    <a:pt x="113908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10329" y="1916903"/>
              <a:ext cx="1139086" cy="51283"/>
            </a:xfrm>
            <a:custGeom>
              <a:avLst/>
              <a:pathLst>
                <a:path w="1139086" h="51283">
                  <a:moveTo>
                    <a:pt x="0" y="51283"/>
                  </a:moveTo>
                  <a:lnTo>
                    <a:pt x="73146" y="47989"/>
                  </a:lnTo>
                  <a:lnTo>
                    <a:pt x="137666" y="45085"/>
                  </a:lnTo>
                  <a:lnTo>
                    <a:pt x="195381" y="42486"/>
                  </a:lnTo>
                  <a:lnTo>
                    <a:pt x="247590" y="40136"/>
                  </a:lnTo>
                  <a:lnTo>
                    <a:pt x="295254" y="37990"/>
                  </a:lnTo>
                  <a:lnTo>
                    <a:pt x="339100" y="36016"/>
                  </a:lnTo>
                  <a:lnTo>
                    <a:pt x="379695" y="34188"/>
                  </a:lnTo>
                  <a:lnTo>
                    <a:pt x="417488" y="32487"/>
                  </a:lnTo>
                  <a:lnTo>
                    <a:pt x="452841" y="30895"/>
                  </a:lnTo>
                  <a:lnTo>
                    <a:pt x="486051" y="29400"/>
                  </a:lnTo>
                  <a:lnTo>
                    <a:pt x="517361" y="27990"/>
                  </a:lnTo>
                  <a:lnTo>
                    <a:pt x="546978" y="26657"/>
                  </a:lnTo>
                  <a:lnTo>
                    <a:pt x="575076" y="25392"/>
                  </a:lnTo>
                  <a:lnTo>
                    <a:pt x="601802" y="24189"/>
                  </a:lnTo>
                  <a:lnTo>
                    <a:pt x="627285" y="23041"/>
                  </a:lnTo>
                  <a:lnTo>
                    <a:pt x="651635" y="21945"/>
                  </a:lnTo>
                  <a:lnTo>
                    <a:pt x="674949" y="20895"/>
                  </a:lnTo>
                  <a:lnTo>
                    <a:pt x="697311" y="19889"/>
                  </a:lnTo>
                  <a:lnTo>
                    <a:pt x="718795" y="18921"/>
                  </a:lnTo>
                  <a:lnTo>
                    <a:pt x="739469" y="17991"/>
                  </a:lnTo>
                  <a:lnTo>
                    <a:pt x="759390" y="17094"/>
                  </a:lnTo>
                  <a:lnTo>
                    <a:pt x="778613" y="16228"/>
                  </a:lnTo>
                  <a:lnTo>
                    <a:pt x="797184" y="15392"/>
                  </a:lnTo>
                  <a:lnTo>
                    <a:pt x="815145" y="14584"/>
                  </a:lnTo>
                  <a:lnTo>
                    <a:pt x="832537" y="13801"/>
                  </a:lnTo>
                  <a:lnTo>
                    <a:pt x="849393" y="13042"/>
                  </a:lnTo>
                  <a:lnTo>
                    <a:pt x="865746" y="12306"/>
                  </a:lnTo>
                  <a:lnTo>
                    <a:pt x="881625" y="11591"/>
                  </a:lnTo>
                  <a:lnTo>
                    <a:pt x="897056" y="10896"/>
                  </a:lnTo>
                  <a:lnTo>
                    <a:pt x="912065" y="10220"/>
                  </a:lnTo>
                  <a:lnTo>
                    <a:pt x="926674" y="9563"/>
                  </a:lnTo>
                  <a:lnTo>
                    <a:pt x="940903" y="8922"/>
                  </a:lnTo>
                  <a:lnTo>
                    <a:pt x="954771" y="8298"/>
                  </a:lnTo>
                  <a:lnTo>
                    <a:pt x="968298" y="7689"/>
                  </a:lnTo>
                  <a:lnTo>
                    <a:pt x="981498" y="7094"/>
                  </a:lnTo>
                  <a:lnTo>
                    <a:pt x="994387" y="6514"/>
                  </a:lnTo>
                  <a:lnTo>
                    <a:pt x="1006981" y="5947"/>
                  </a:lnTo>
                  <a:lnTo>
                    <a:pt x="1019291" y="5393"/>
                  </a:lnTo>
                  <a:lnTo>
                    <a:pt x="1031331" y="4851"/>
                  </a:lnTo>
                  <a:lnTo>
                    <a:pt x="1043112" y="4320"/>
                  </a:lnTo>
                  <a:lnTo>
                    <a:pt x="1054644" y="3801"/>
                  </a:lnTo>
                  <a:lnTo>
                    <a:pt x="1065939" y="3293"/>
                  </a:lnTo>
                  <a:lnTo>
                    <a:pt x="1077006" y="2794"/>
                  </a:lnTo>
                  <a:lnTo>
                    <a:pt x="1087854" y="2306"/>
                  </a:lnTo>
                  <a:lnTo>
                    <a:pt x="1098490" y="1827"/>
                  </a:lnTo>
                  <a:lnTo>
                    <a:pt x="1108925" y="1357"/>
                  </a:lnTo>
                  <a:lnTo>
                    <a:pt x="1119164" y="896"/>
                  </a:lnTo>
                  <a:lnTo>
                    <a:pt x="1129215" y="444"/>
                  </a:lnTo>
                  <a:lnTo>
                    <a:pt x="113908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10329" y="1477701"/>
              <a:ext cx="1139086" cy="659889"/>
            </a:xfrm>
            <a:custGeom>
              <a:avLst/>
              <a:pathLst>
                <a:path w="1139086" h="659889">
                  <a:moveTo>
                    <a:pt x="0" y="659889"/>
                  </a:moveTo>
                  <a:lnTo>
                    <a:pt x="73146" y="617514"/>
                  </a:lnTo>
                  <a:lnTo>
                    <a:pt x="137666" y="580137"/>
                  </a:lnTo>
                  <a:lnTo>
                    <a:pt x="195381" y="546702"/>
                  </a:lnTo>
                  <a:lnTo>
                    <a:pt x="247590" y="516456"/>
                  </a:lnTo>
                  <a:lnTo>
                    <a:pt x="295254" y="488844"/>
                  </a:lnTo>
                  <a:lnTo>
                    <a:pt x="339100" y="463443"/>
                  </a:lnTo>
                  <a:lnTo>
                    <a:pt x="379695" y="439926"/>
                  </a:lnTo>
                  <a:lnTo>
                    <a:pt x="417488" y="418032"/>
                  </a:lnTo>
                  <a:lnTo>
                    <a:pt x="452841" y="397551"/>
                  </a:lnTo>
                  <a:lnTo>
                    <a:pt x="486051" y="378312"/>
                  </a:lnTo>
                  <a:lnTo>
                    <a:pt x="517361" y="360174"/>
                  </a:lnTo>
                  <a:lnTo>
                    <a:pt x="546978" y="343016"/>
                  </a:lnTo>
                  <a:lnTo>
                    <a:pt x="575076" y="326739"/>
                  </a:lnTo>
                  <a:lnTo>
                    <a:pt x="601802" y="311256"/>
                  </a:lnTo>
                  <a:lnTo>
                    <a:pt x="627285" y="296493"/>
                  </a:lnTo>
                  <a:lnTo>
                    <a:pt x="651635" y="282387"/>
                  </a:lnTo>
                  <a:lnTo>
                    <a:pt x="674949" y="268881"/>
                  </a:lnTo>
                  <a:lnTo>
                    <a:pt x="697311" y="255926"/>
                  </a:lnTo>
                  <a:lnTo>
                    <a:pt x="718795" y="243480"/>
                  </a:lnTo>
                  <a:lnTo>
                    <a:pt x="739469" y="231504"/>
                  </a:lnTo>
                  <a:lnTo>
                    <a:pt x="759390" y="219963"/>
                  </a:lnTo>
                  <a:lnTo>
                    <a:pt x="778613" y="208827"/>
                  </a:lnTo>
                  <a:lnTo>
                    <a:pt x="797184" y="198069"/>
                  </a:lnTo>
                  <a:lnTo>
                    <a:pt x="815145" y="187663"/>
                  </a:lnTo>
                  <a:lnTo>
                    <a:pt x="832537" y="177588"/>
                  </a:lnTo>
                  <a:lnTo>
                    <a:pt x="849393" y="167823"/>
                  </a:lnTo>
                  <a:lnTo>
                    <a:pt x="865746" y="158349"/>
                  </a:lnTo>
                  <a:lnTo>
                    <a:pt x="881625" y="149150"/>
                  </a:lnTo>
                  <a:lnTo>
                    <a:pt x="897056" y="140211"/>
                  </a:lnTo>
                  <a:lnTo>
                    <a:pt x="912065" y="131516"/>
                  </a:lnTo>
                  <a:lnTo>
                    <a:pt x="926674" y="123053"/>
                  </a:lnTo>
                  <a:lnTo>
                    <a:pt x="940903" y="114810"/>
                  </a:lnTo>
                  <a:lnTo>
                    <a:pt x="954771" y="106776"/>
                  </a:lnTo>
                  <a:lnTo>
                    <a:pt x="968298" y="98940"/>
                  </a:lnTo>
                  <a:lnTo>
                    <a:pt x="981498" y="91292"/>
                  </a:lnTo>
                  <a:lnTo>
                    <a:pt x="994387" y="83825"/>
                  </a:lnTo>
                  <a:lnTo>
                    <a:pt x="1006981" y="76530"/>
                  </a:lnTo>
                  <a:lnTo>
                    <a:pt x="1019291" y="69398"/>
                  </a:lnTo>
                  <a:lnTo>
                    <a:pt x="1031331" y="62424"/>
                  </a:lnTo>
                  <a:lnTo>
                    <a:pt x="1043112" y="55599"/>
                  </a:lnTo>
                  <a:lnTo>
                    <a:pt x="1054644" y="48918"/>
                  </a:lnTo>
                  <a:lnTo>
                    <a:pt x="1065939" y="42374"/>
                  </a:lnTo>
                  <a:lnTo>
                    <a:pt x="1077006" y="35963"/>
                  </a:lnTo>
                  <a:lnTo>
                    <a:pt x="1087854" y="29679"/>
                  </a:lnTo>
                  <a:lnTo>
                    <a:pt x="1098490" y="23517"/>
                  </a:lnTo>
                  <a:lnTo>
                    <a:pt x="1108925" y="17472"/>
                  </a:lnTo>
                  <a:lnTo>
                    <a:pt x="1119164" y="11540"/>
                  </a:lnTo>
                  <a:lnTo>
                    <a:pt x="1129215" y="5717"/>
                  </a:lnTo>
                  <a:lnTo>
                    <a:pt x="113908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10329" y="1822675"/>
              <a:ext cx="1139086" cy="173118"/>
            </a:xfrm>
            <a:custGeom>
              <a:avLst/>
              <a:pathLst>
                <a:path w="1139086" h="173118">
                  <a:moveTo>
                    <a:pt x="0" y="0"/>
                  </a:moveTo>
                  <a:lnTo>
                    <a:pt x="73146" y="11116"/>
                  </a:lnTo>
                  <a:lnTo>
                    <a:pt x="137666" y="20922"/>
                  </a:lnTo>
                  <a:lnTo>
                    <a:pt x="195381" y="29693"/>
                  </a:lnTo>
                  <a:lnTo>
                    <a:pt x="247590" y="37628"/>
                  </a:lnTo>
                  <a:lnTo>
                    <a:pt x="295254" y="44872"/>
                  </a:lnTo>
                  <a:lnTo>
                    <a:pt x="339100" y="51536"/>
                  </a:lnTo>
                  <a:lnTo>
                    <a:pt x="379695" y="57706"/>
                  </a:lnTo>
                  <a:lnTo>
                    <a:pt x="417488" y="63449"/>
                  </a:lnTo>
                  <a:lnTo>
                    <a:pt x="452841" y="68822"/>
                  </a:lnTo>
                  <a:lnTo>
                    <a:pt x="486051" y="73869"/>
                  </a:lnTo>
                  <a:lnTo>
                    <a:pt x="517361" y="78628"/>
                  </a:lnTo>
                  <a:lnTo>
                    <a:pt x="546978" y="83129"/>
                  </a:lnTo>
                  <a:lnTo>
                    <a:pt x="575076" y="87400"/>
                  </a:lnTo>
                  <a:lnTo>
                    <a:pt x="601802" y="91461"/>
                  </a:lnTo>
                  <a:lnTo>
                    <a:pt x="627285" y="95334"/>
                  </a:lnTo>
                  <a:lnTo>
                    <a:pt x="651635" y="99035"/>
                  </a:lnTo>
                  <a:lnTo>
                    <a:pt x="674949" y="102578"/>
                  </a:lnTo>
                  <a:lnTo>
                    <a:pt x="697311" y="105977"/>
                  </a:lnTo>
                  <a:lnTo>
                    <a:pt x="718795" y="109242"/>
                  </a:lnTo>
                  <a:lnTo>
                    <a:pt x="739469" y="112384"/>
                  </a:lnTo>
                  <a:lnTo>
                    <a:pt x="759390" y="115412"/>
                  </a:lnTo>
                  <a:lnTo>
                    <a:pt x="778613" y="118333"/>
                  </a:lnTo>
                  <a:lnTo>
                    <a:pt x="797184" y="121155"/>
                  </a:lnTo>
                  <a:lnTo>
                    <a:pt x="815145" y="123885"/>
                  </a:lnTo>
                  <a:lnTo>
                    <a:pt x="832537" y="126528"/>
                  </a:lnTo>
                  <a:lnTo>
                    <a:pt x="849393" y="129090"/>
                  </a:lnTo>
                  <a:lnTo>
                    <a:pt x="865746" y="131576"/>
                  </a:lnTo>
                  <a:lnTo>
                    <a:pt x="881625" y="133989"/>
                  </a:lnTo>
                  <a:lnTo>
                    <a:pt x="897056" y="136334"/>
                  </a:lnTo>
                  <a:lnTo>
                    <a:pt x="912065" y="138615"/>
                  </a:lnTo>
                  <a:lnTo>
                    <a:pt x="926674" y="140835"/>
                  </a:lnTo>
                  <a:lnTo>
                    <a:pt x="940903" y="142998"/>
                  </a:lnTo>
                  <a:lnTo>
                    <a:pt x="954771" y="145106"/>
                  </a:lnTo>
                  <a:lnTo>
                    <a:pt x="968298" y="147161"/>
                  </a:lnTo>
                  <a:lnTo>
                    <a:pt x="981498" y="149167"/>
                  </a:lnTo>
                  <a:lnTo>
                    <a:pt x="994387" y="151126"/>
                  </a:lnTo>
                  <a:lnTo>
                    <a:pt x="1006981" y="153040"/>
                  </a:lnTo>
                  <a:lnTo>
                    <a:pt x="1019291" y="154911"/>
                  </a:lnTo>
                  <a:lnTo>
                    <a:pt x="1031331" y="156741"/>
                  </a:lnTo>
                  <a:lnTo>
                    <a:pt x="1043112" y="158532"/>
                  </a:lnTo>
                  <a:lnTo>
                    <a:pt x="1054644" y="160284"/>
                  </a:lnTo>
                  <a:lnTo>
                    <a:pt x="1065939" y="162001"/>
                  </a:lnTo>
                  <a:lnTo>
                    <a:pt x="1077006" y="163683"/>
                  </a:lnTo>
                  <a:lnTo>
                    <a:pt x="1087854" y="165331"/>
                  </a:lnTo>
                  <a:lnTo>
                    <a:pt x="1098490" y="166948"/>
                  </a:lnTo>
                  <a:lnTo>
                    <a:pt x="1108925" y="168534"/>
                  </a:lnTo>
                  <a:lnTo>
                    <a:pt x="1119164" y="170090"/>
                  </a:lnTo>
                  <a:lnTo>
                    <a:pt x="1129215" y="171618"/>
                  </a:lnTo>
                  <a:lnTo>
                    <a:pt x="1139086" y="173118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10329" y="1436318"/>
              <a:ext cx="1139086" cy="252076"/>
            </a:xfrm>
            <a:custGeom>
              <a:avLst/>
              <a:pathLst>
                <a:path w="1139086" h="252076">
                  <a:moveTo>
                    <a:pt x="0" y="0"/>
                  </a:moveTo>
                  <a:lnTo>
                    <a:pt x="73146" y="16187"/>
                  </a:lnTo>
                  <a:lnTo>
                    <a:pt x="137666" y="30465"/>
                  </a:lnTo>
                  <a:lnTo>
                    <a:pt x="195381" y="43237"/>
                  </a:lnTo>
                  <a:lnTo>
                    <a:pt x="247590" y="54790"/>
                  </a:lnTo>
                  <a:lnTo>
                    <a:pt x="295254" y="65338"/>
                  </a:lnTo>
                  <a:lnTo>
                    <a:pt x="339100" y="75041"/>
                  </a:lnTo>
                  <a:lnTo>
                    <a:pt x="379695" y="84025"/>
                  </a:lnTo>
                  <a:lnTo>
                    <a:pt x="417488" y="92388"/>
                  </a:lnTo>
                  <a:lnTo>
                    <a:pt x="452841" y="100212"/>
                  </a:lnTo>
                  <a:lnTo>
                    <a:pt x="486051" y="107561"/>
                  </a:lnTo>
                  <a:lnTo>
                    <a:pt x="517361" y="114490"/>
                  </a:lnTo>
                  <a:lnTo>
                    <a:pt x="546978" y="121044"/>
                  </a:lnTo>
                  <a:lnTo>
                    <a:pt x="575076" y="127262"/>
                  </a:lnTo>
                  <a:lnTo>
                    <a:pt x="601802" y="133177"/>
                  </a:lnTo>
                  <a:lnTo>
                    <a:pt x="627285" y="138816"/>
                  </a:lnTo>
                  <a:lnTo>
                    <a:pt x="651635" y="144204"/>
                  </a:lnTo>
                  <a:lnTo>
                    <a:pt x="674949" y="149364"/>
                  </a:lnTo>
                  <a:lnTo>
                    <a:pt x="697311" y="154312"/>
                  </a:lnTo>
                  <a:lnTo>
                    <a:pt x="718795" y="159067"/>
                  </a:lnTo>
                  <a:lnTo>
                    <a:pt x="739469" y="163642"/>
                  </a:lnTo>
                  <a:lnTo>
                    <a:pt x="759390" y="168050"/>
                  </a:lnTo>
                  <a:lnTo>
                    <a:pt x="778613" y="172304"/>
                  </a:lnTo>
                  <a:lnTo>
                    <a:pt x="797184" y="176414"/>
                  </a:lnTo>
                  <a:lnTo>
                    <a:pt x="815145" y="180389"/>
                  </a:lnTo>
                  <a:lnTo>
                    <a:pt x="832537" y="184237"/>
                  </a:lnTo>
                  <a:lnTo>
                    <a:pt x="849393" y="187968"/>
                  </a:lnTo>
                  <a:lnTo>
                    <a:pt x="865746" y="191586"/>
                  </a:lnTo>
                  <a:lnTo>
                    <a:pt x="881625" y="195100"/>
                  </a:lnTo>
                  <a:lnTo>
                    <a:pt x="897056" y="198515"/>
                  </a:lnTo>
                  <a:lnTo>
                    <a:pt x="912065" y="201837"/>
                  </a:lnTo>
                  <a:lnTo>
                    <a:pt x="926674" y="205070"/>
                  </a:lnTo>
                  <a:lnTo>
                    <a:pt x="940903" y="208218"/>
                  </a:lnTo>
                  <a:lnTo>
                    <a:pt x="954771" y="211287"/>
                  </a:lnTo>
                  <a:lnTo>
                    <a:pt x="968298" y="214281"/>
                  </a:lnTo>
                  <a:lnTo>
                    <a:pt x="981498" y="217202"/>
                  </a:lnTo>
                  <a:lnTo>
                    <a:pt x="994387" y="220054"/>
                  </a:lnTo>
                  <a:lnTo>
                    <a:pt x="1006981" y="222841"/>
                  </a:lnTo>
                  <a:lnTo>
                    <a:pt x="1019291" y="225565"/>
                  </a:lnTo>
                  <a:lnTo>
                    <a:pt x="1031331" y="228230"/>
                  </a:lnTo>
                  <a:lnTo>
                    <a:pt x="1043112" y="230837"/>
                  </a:lnTo>
                  <a:lnTo>
                    <a:pt x="1054644" y="233389"/>
                  </a:lnTo>
                  <a:lnTo>
                    <a:pt x="1065939" y="235889"/>
                  </a:lnTo>
                  <a:lnTo>
                    <a:pt x="1077006" y="238338"/>
                  </a:lnTo>
                  <a:lnTo>
                    <a:pt x="1087854" y="240738"/>
                  </a:lnTo>
                  <a:lnTo>
                    <a:pt x="1098490" y="243092"/>
                  </a:lnTo>
                  <a:lnTo>
                    <a:pt x="1108925" y="245401"/>
                  </a:lnTo>
                  <a:lnTo>
                    <a:pt x="1119164" y="247667"/>
                  </a:lnTo>
                  <a:lnTo>
                    <a:pt x="1129215" y="249891"/>
                  </a:lnTo>
                  <a:lnTo>
                    <a:pt x="1139086" y="25207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10329" y="1864285"/>
              <a:ext cx="1139086" cy="182288"/>
            </a:xfrm>
            <a:custGeom>
              <a:avLst/>
              <a:pathLst>
                <a:path w="1139086" h="182288">
                  <a:moveTo>
                    <a:pt x="0" y="182288"/>
                  </a:moveTo>
                  <a:lnTo>
                    <a:pt x="73146" y="170582"/>
                  </a:lnTo>
                  <a:lnTo>
                    <a:pt x="137666" y="160257"/>
                  </a:lnTo>
                  <a:lnTo>
                    <a:pt x="195381" y="151021"/>
                  </a:lnTo>
                  <a:lnTo>
                    <a:pt x="247590" y="142666"/>
                  </a:lnTo>
                  <a:lnTo>
                    <a:pt x="295254" y="135038"/>
                  </a:lnTo>
                  <a:lnTo>
                    <a:pt x="339100" y="128022"/>
                  </a:lnTo>
                  <a:lnTo>
                    <a:pt x="379695" y="121525"/>
                  </a:lnTo>
                  <a:lnTo>
                    <a:pt x="417488" y="115477"/>
                  </a:lnTo>
                  <a:lnTo>
                    <a:pt x="452841" y="109820"/>
                  </a:lnTo>
                  <a:lnTo>
                    <a:pt x="486051" y="104505"/>
                  </a:lnTo>
                  <a:lnTo>
                    <a:pt x="517361" y="99494"/>
                  </a:lnTo>
                  <a:lnTo>
                    <a:pt x="546978" y="94755"/>
                  </a:lnTo>
                  <a:lnTo>
                    <a:pt x="575076" y="90258"/>
                  </a:lnTo>
                  <a:lnTo>
                    <a:pt x="601802" y="85981"/>
                  </a:lnTo>
                  <a:lnTo>
                    <a:pt x="627285" y="81903"/>
                  </a:lnTo>
                  <a:lnTo>
                    <a:pt x="651635" y="78006"/>
                  </a:lnTo>
                  <a:lnTo>
                    <a:pt x="674949" y="74276"/>
                  </a:lnTo>
                  <a:lnTo>
                    <a:pt x="697311" y="70697"/>
                  </a:lnTo>
                  <a:lnTo>
                    <a:pt x="718795" y="67259"/>
                  </a:lnTo>
                  <a:lnTo>
                    <a:pt x="739469" y="63950"/>
                  </a:lnTo>
                  <a:lnTo>
                    <a:pt x="759390" y="60762"/>
                  </a:lnTo>
                  <a:lnTo>
                    <a:pt x="778613" y="57686"/>
                  </a:lnTo>
                  <a:lnTo>
                    <a:pt x="797184" y="54714"/>
                  </a:lnTo>
                  <a:lnTo>
                    <a:pt x="815145" y="51840"/>
                  </a:lnTo>
                  <a:lnTo>
                    <a:pt x="832537" y="49057"/>
                  </a:lnTo>
                  <a:lnTo>
                    <a:pt x="849393" y="46359"/>
                  </a:lnTo>
                  <a:lnTo>
                    <a:pt x="865746" y="43742"/>
                  </a:lnTo>
                  <a:lnTo>
                    <a:pt x="881625" y="41201"/>
                  </a:lnTo>
                  <a:lnTo>
                    <a:pt x="897056" y="38732"/>
                  </a:lnTo>
                  <a:lnTo>
                    <a:pt x="912065" y="36330"/>
                  </a:lnTo>
                  <a:lnTo>
                    <a:pt x="926674" y="33992"/>
                  </a:lnTo>
                  <a:lnTo>
                    <a:pt x="940903" y="31715"/>
                  </a:lnTo>
                  <a:lnTo>
                    <a:pt x="954771" y="29495"/>
                  </a:lnTo>
                  <a:lnTo>
                    <a:pt x="968298" y="27331"/>
                  </a:lnTo>
                  <a:lnTo>
                    <a:pt x="981498" y="25218"/>
                  </a:lnTo>
                  <a:lnTo>
                    <a:pt x="994387" y="23156"/>
                  </a:lnTo>
                  <a:lnTo>
                    <a:pt x="1006981" y="21140"/>
                  </a:lnTo>
                  <a:lnTo>
                    <a:pt x="1019291" y="19170"/>
                  </a:lnTo>
                  <a:lnTo>
                    <a:pt x="1031331" y="17244"/>
                  </a:lnTo>
                  <a:lnTo>
                    <a:pt x="1043112" y="15358"/>
                  </a:lnTo>
                  <a:lnTo>
                    <a:pt x="1054644" y="13513"/>
                  </a:lnTo>
                  <a:lnTo>
                    <a:pt x="1065939" y="11705"/>
                  </a:lnTo>
                  <a:lnTo>
                    <a:pt x="1077006" y="9934"/>
                  </a:lnTo>
                  <a:lnTo>
                    <a:pt x="1087854" y="8198"/>
                  </a:lnTo>
                  <a:lnTo>
                    <a:pt x="1098490" y="6496"/>
                  </a:lnTo>
                  <a:lnTo>
                    <a:pt x="1108925" y="4826"/>
                  </a:lnTo>
                  <a:lnTo>
                    <a:pt x="1119164" y="3188"/>
                  </a:lnTo>
                  <a:lnTo>
                    <a:pt x="1129215" y="1579"/>
                  </a:lnTo>
                  <a:lnTo>
                    <a:pt x="113908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10329" y="1797686"/>
              <a:ext cx="1139086" cy="312456"/>
            </a:xfrm>
            <a:custGeom>
              <a:avLst/>
              <a:pathLst>
                <a:path w="1139086" h="312456">
                  <a:moveTo>
                    <a:pt x="0" y="312456"/>
                  </a:moveTo>
                  <a:lnTo>
                    <a:pt x="73146" y="292392"/>
                  </a:lnTo>
                  <a:lnTo>
                    <a:pt x="137666" y="274694"/>
                  </a:lnTo>
                  <a:lnTo>
                    <a:pt x="195381" y="258862"/>
                  </a:lnTo>
                  <a:lnTo>
                    <a:pt x="247590" y="244541"/>
                  </a:lnTo>
                  <a:lnTo>
                    <a:pt x="295254" y="231467"/>
                  </a:lnTo>
                  <a:lnTo>
                    <a:pt x="339100" y="219439"/>
                  </a:lnTo>
                  <a:lnTo>
                    <a:pt x="379695" y="208304"/>
                  </a:lnTo>
                  <a:lnTo>
                    <a:pt x="417488" y="197937"/>
                  </a:lnTo>
                  <a:lnTo>
                    <a:pt x="452841" y="188240"/>
                  </a:lnTo>
                  <a:lnTo>
                    <a:pt x="486051" y="179130"/>
                  </a:lnTo>
                  <a:lnTo>
                    <a:pt x="517361" y="170542"/>
                  </a:lnTo>
                  <a:lnTo>
                    <a:pt x="546978" y="162417"/>
                  </a:lnTo>
                  <a:lnTo>
                    <a:pt x="575076" y="154710"/>
                  </a:lnTo>
                  <a:lnTo>
                    <a:pt x="601802" y="147379"/>
                  </a:lnTo>
                  <a:lnTo>
                    <a:pt x="627285" y="140389"/>
                  </a:lnTo>
                  <a:lnTo>
                    <a:pt x="651635" y="133709"/>
                  </a:lnTo>
                  <a:lnTo>
                    <a:pt x="674949" y="127314"/>
                  </a:lnTo>
                  <a:lnTo>
                    <a:pt x="697311" y="121181"/>
                  </a:lnTo>
                  <a:lnTo>
                    <a:pt x="718795" y="115287"/>
                  </a:lnTo>
                  <a:lnTo>
                    <a:pt x="739469" y="109616"/>
                  </a:lnTo>
                  <a:lnTo>
                    <a:pt x="759390" y="104152"/>
                  </a:lnTo>
                  <a:lnTo>
                    <a:pt x="778613" y="98879"/>
                  </a:lnTo>
                  <a:lnTo>
                    <a:pt x="797184" y="93785"/>
                  </a:lnTo>
                  <a:lnTo>
                    <a:pt x="815145" y="88858"/>
                  </a:lnTo>
                  <a:lnTo>
                    <a:pt x="832537" y="84087"/>
                  </a:lnTo>
                  <a:lnTo>
                    <a:pt x="849393" y="79464"/>
                  </a:lnTo>
                  <a:lnTo>
                    <a:pt x="865746" y="74978"/>
                  </a:lnTo>
                  <a:lnTo>
                    <a:pt x="881625" y="70622"/>
                  </a:lnTo>
                  <a:lnTo>
                    <a:pt x="897056" y="66389"/>
                  </a:lnTo>
                  <a:lnTo>
                    <a:pt x="912065" y="62272"/>
                  </a:lnTo>
                  <a:lnTo>
                    <a:pt x="926674" y="58265"/>
                  </a:lnTo>
                  <a:lnTo>
                    <a:pt x="940903" y="54362"/>
                  </a:lnTo>
                  <a:lnTo>
                    <a:pt x="954771" y="50558"/>
                  </a:lnTo>
                  <a:lnTo>
                    <a:pt x="968298" y="46847"/>
                  </a:lnTo>
                  <a:lnTo>
                    <a:pt x="981498" y="43227"/>
                  </a:lnTo>
                  <a:lnTo>
                    <a:pt x="994387" y="39691"/>
                  </a:lnTo>
                  <a:lnTo>
                    <a:pt x="1006981" y="36236"/>
                  </a:lnTo>
                  <a:lnTo>
                    <a:pt x="1019291" y="32860"/>
                  </a:lnTo>
                  <a:lnTo>
                    <a:pt x="1031331" y="29557"/>
                  </a:lnTo>
                  <a:lnTo>
                    <a:pt x="1043112" y="26326"/>
                  </a:lnTo>
                  <a:lnTo>
                    <a:pt x="1054644" y="23162"/>
                  </a:lnTo>
                  <a:lnTo>
                    <a:pt x="1065939" y="20064"/>
                  </a:lnTo>
                  <a:lnTo>
                    <a:pt x="1077006" y="17028"/>
                  </a:lnTo>
                  <a:lnTo>
                    <a:pt x="1087854" y="14053"/>
                  </a:lnTo>
                  <a:lnTo>
                    <a:pt x="1098490" y="11135"/>
                  </a:lnTo>
                  <a:lnTo>
                    <a:pt x="1108925" y="8273"/>
                  </a:lnTo>
                  <a:lnTo>
                    <a:pt x="1119164" y="5464"/>
                  </a:lnTo>
                  <a:lnTo>
                    <a:pt x="1129215" y="2707"/>
                  </a:lnTo>
                  <a:lnTo>
                    <a:pt x="113908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10329" y="2070779"/>
              <a:ext cx="1139086" cy="75584"/>
            </a:xfrm>
            <a:custGeom>
              <a:avLst/>
              <a:pathLst>
                <a:path w="1139086" h="75584">
                  <a:moveTo>
                    <a:pt x="0" y="75584"/>
                  </a:moveTo>
                  <a:lnTo>
                    <a:pt x="73146" y="70731"/>
                  </a:lnTo>
                  <a:lnTo>
                    <a:pt x="137666" y="66449"/>
                  </a:lnTo>
                  <a:lnTo>
                    <a:pt x="195381" y="62620"/>
                  </a:lnTo>
                  <a:lnTo>
                    <a:pt x="247590" y="59155"/>
                  </a:lnTo>
                  <a:lnTo>
                    <a:pt x="295254" y="55993"/>
                  </a:lnTo>
                  <a:lnTo>
                    <a:pt x="339100" y="53083"/>
                  </a:lnTo>
                  <a:lnTo>
                    <a:pt x="379695" y="50389"/>
                  </a:lnTo>
                  <a:lnTo>
                    <a:pt x="417488" y="47882"/>
                  </a:lnTo>
                  <a:lnTo>
                    <a:pt x="452841" y="45536"/>
                  </a:lnTo>
                  <a:lnTo>
                    <a:pt x="486051" y="43332"/>
                  </a:lnTo>
                  <a:lnTo>
                    <a:pt x="517361" y="41255"/>
                  </a:lnTo>
                  <a:lnTo>
                    <a:pt x="546978" y="39289"/>
                  </a:lnTo>
                  <a:lnTo>
                    <a:pt x="575076" y="37425"/>
                  </a:lnTo>
                  <a:lnTo>
                    <a:pt x="601802" y="35651"/>
                  </a:lnTo>
                  <a:lnTo>
                    <a:pt x="627285" y="33960"/>
                  </a:lnTo>
                  <a:lnTo>
                    <a:pt x="651635" y="32345"/>
                  </a:lnTo>
                  <a:lnTo>
                    <a:pt x="674949" y="30798"/>
                  </a:lnTo>
                  <a:lnTo>
                    <a:pt x="697311" y="29314"/>
                  </a:lnTo>
                  <a:lnTo>
                    <a:pt x="718795" y="27888"/>
                  </a:lnTo>
                  <a:lnTo>
                    <a:pt x="739469" y="26516"/>
                  </a:lnTo>
                  <a:lnTo>
                    <a:pt x="759390" y="25194"/>
                  </a:lnTo>
                  <a:lnTo>
                    <a:pt x="778613" y="23919"/>
                  </a:lnTo>
                  <a:lnTo>
                    <a:pt x="797184" y="22687"/>
                  </a:lnTo>
                  <a:lnTo>
                    <a:pt x="815145" y="21495"/>
                  </a:lnTo>
                  <a:lnTo>
                    <a:pt x="832537" y="20341"/>
                  </a:lnTo>
                  <a:lnTo>
                    <a:pt x="849393" y="19222"/>
                  </a:lnTo>
                  <a:lnTo>
                    <a:pt x="865746" y="18137"/>
                  </a:lnTo>
                  <a:lnTo>
                    <a:pt x="881625" y="17084"/>
                  </a:lnTo>
                  <a:lnTo>
                    <a:pt x="897056" y="16060"/>
                  </a:lnTo>
                  <a:lnTo>
                    <a:pt x="912065" y="15064"/>
                  </a:lnTo>
                  <a:lnTo>
                    <a:pt x="926674" y="14094"/>
                  </a:lnTo>
                  <a:lnTo>
                    <a:pt x="940903" y="13150"/>
                  </a:lnTo>
                  <a:lnTo>
                    <a:pt x="954771" y="12230"/>
                  </a:lnTo>
                  <a:lnTo>
                    <a:pt x="968298" y="11332"/>
                  </a:lnTo>
                  <a:lnTo>
                    <a:pt x="981498" y="10456"/>
                  </a:lnTo>
                  <a:lnTo>
                    <a:pt x="994387" y="9601"/>
                  </a:lnTo>
                  <a:lnTo>
                    <a:pt x="1006981" y="8765"/>
                  </a:lnTo>
                  <a:lnTo>
                    <a:pt x="1019291" y="7949"/>
                  </a:lnTo>
                  <a:lnTo>
                    <a:pt x="1031331" y="7150"/>
                  </a:lnTo>
                  <a:lnTo>
                    <a:pt x="1043112" y="6368"/>
                  </a:lnTo>
                  <a:lnTo>
                    <a:pt x="1054644" y="5603"/>
                  </a:lnTo>
                  <a:lnTo>
                    <a:pt x="1065939" y="4853"/>
                  </a:lnTo>
                  <a:lnTo>
                    <a:pt x="1077006" y="4119"/>
                  </a:lnTo>
                  <a:lnTo>
                    <a:pt x="1087854" y="3399"/>
                  </a:lnTo>
                  <a:lnTo>
                    <a:pt x="1098490" y="2693"/>
                  </a:lnTo>
                  <a:lnTo>
                    <a:pt x="1108925" y="2001"/>
                  </a:lnTo>
                  <a:lnTo>
                    <a:pt x="1119164" y="1321"/>
                  </a:lnTo>
                  <a:lnTo>
                    <a:pt x="1129215" y="654"/>
                  </a:lnTo>
                  <a:lnTo>
                    <a:pt x="113908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10329" y="1924358"/>
              <a:ext cx="1139086" cy="89810"/>
            </a:xfrm>
            <a:custGeom>
              <a:avLst/>
              <a:pathLst>
                <a:path w="1139086" h="89810">
                  <a:moveTo>
                    <a:pt x="0" y="89810"/>
                  </a:moveTo>
                  <a:lnTo>
                    <a:pt x="73146" y="84043"/>
                  </a:lnTo>
                  <a:lnTo>
                    <a:pt x="137666" y="78956"/>
                  </a:lnTo>
                  <a:lnTo>
                    <a:pt x="195381" y="74405"/>
                  </a:lnTo>
                  <a:lnTo>
                    <a:pt x="247590" y="70289"/>
                  </a:lnTo>
                  <a:lnTo>
                    <a:pt x="295254" y="66531"/>
                  </a:lnTo>
                  <a:lnTo>
                    <a:pt x="339100" y="63074"/>
                  </a:lnTo>
                  <a:lnTo>
                    <a:pt x="379695" y="59873"/>
                  </a:lnTo>
                  <a:lnTo>
                    <a:pt x="417488" y="56893"/>
                  </a:lnTo>
                  <a:lnTo>
                    <a:pt x="452841" y="54106"/>
                  </a:lnTo>
                  <a:lnTo>
                    <a:pt x="486051" y="51487"/>
                  </a:lnTo>
                  <a:lnTo>
                    <a:pt x="517361" y="49019"/>
                  </a:lnTo>
                  <a:lnTo>
                    <a:pt x="546978" y="46684"/>
                  </a:lnTo>
                  <a:lnTo>
                    <a:pt x="575076" y="44468"/>
                  </a:lnTo>
                  <a:lnTo>
                    <a:pt x="601802" y="42361"/>
                  </a:lnTo>
                  <a:lnTo>
                    <a:pt x="627285" y="40352"/>
                  </a:lnTo>
                  <a:lnTo>
                    <a:pt x="651635" y="38432"/>
                  </a:lnTo>
                  <a:lnTo>
                    <a:pt x="674949" y="36594"/>
                  </a:lnTo>
                  <a:lnTo>
                    <a:pt x="697311" y="34831"/>
                  </a:lnTo>
                  <a:lnTo>
                    <a:pt x="718795" y="33137"/>
                  </a:lnTo>
                  <a:lnTo>
                    <a:pt x="739469" y="31507"/>
                  </a:lnTo>
                  <a:lnTo>
                    <a:pt x="759390" y="29936"/>
                  </a:lnTo>
                  <a:lnTo>
                    <a:pt x="778613" y="28421"/>
                  </a:lnTo>
                  <a:lnTo>
                    <a:pt x="797184" y="26956"/>
                  </a:lnTo>
                  <a:lnTo>
                    <a:pt x="815145" y="25540"/>
                  </a:lnTo>
                  <a:lnTo>
                    <a:pt x="832537" y="24169"/>
                  </a:lnTo>
                  <a:lnTo>
                    <a:pt x="849393" y="22840"/>
                  </a:lnTo>
                  <a:lnTo>
                    <a:pt x="865746" y="21551"/>
                  </a:lnTo>
                  <a:lnTo>
                    <a:pt x="881625" y="20299"/>
                  </a:lnTo>
                  <a:lnTo>
                    <a:pt x="897056" y="19082"/>
                  </a:lnTo>
                  <a:lnTo>
                    <a:pt x="912065" y="17899"/>
                  </a:lnTo>
                  <a:lnTo>
                    <a:pt x="926674" y="16747"/>
                  </a:lnTo>
                  <a:lnTo>
                    <a:pt x="940903" y="15625"/>
                  </a:lnTo>
                  <a:lnTo>
                    <a:pt x="954771" y="14532"/>
                  </a:lnTo>
                  <a:lnTo>
                    <a:pt x="968298" y="13465"/>
                  </a:lnTo>
                  <a:lnTo>
                    <a:pt x="981498" y="12424"/>
                  </a:lnTo>
                  <a:lnTo>
                    <a:pt x="994387" y="11408"/>
                  </a:lnTo>
                  <a:lnTo>
                    <a:pt x="1006981" y="10415"/>
                  </a:lnTo>
                  <a:lnTo>
                    <a:pt x="1019291" y="9445"/>
                  </a:lnTo>
                  <a:lnTo>
                    <a:pt x="1031331" y="8495"/>
                  </a:lnTo>
                  <a:lnTo>
                    <a:pt x="1043112" y="7566"/>
                  </a:lnTo>
                  <a:lnTo>
                    <a:pt x="1054644" y="6657"/>
                  </a:lnTo>
                  <a:lnTo>
                    <a:pt x="1065939" y="5767"/>
                  </a:lnTo>
                  <a:lnTo>
                    <a:pt x="1077006" y="4894"/>
                  </a:lnTo>
                  <a:lnTo>
                    <a:pt x="1087854" y="4039"/>
                  </a:lnTo>
                  <a:lnTo>
                    <a:pt x="1098490" y="3200"/>
                  </a:lnTo>
                  <a:lnTo>
                    <a:pt x="1108925" y="2378"/>
                  </a:lnTo>
                  <a:lnTo>
                    <a:pt x="1119164" y="1570"/>
                  </a:lnTo>
                  <a:lnTo>
                    <a:pt x="1129215" y="778"/>
                  </a:lnTo>
                  <a:lnTo>
                    <a:pt x="113908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rc388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624659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596191" y="23142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596191" y="20204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596191" y="17266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596191" y="14329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24659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710329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090024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46972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849415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tx399"/>
            <p:cNvSpPr/>
            <p:nvPr/>
          </p:nvSpPr>
          <p:spPr>
            <a:xfrm>
              <a:off x="5624659" y="990315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1" name="rc400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370206" y="35101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354694" y="36255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373817" y="332425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65910" y="33428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375538" y="376536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369926" y="33367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362160" y="37498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372312" y="37690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341437" y="36485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84337" y="34043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66153" y="34347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69952" y="26771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72590" y="32802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55072" y="35525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20807" y="36683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70744" y="35632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65452" y="31845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29340" y="33372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44887" y="35070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19832" y="28414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59857" y="31916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52553" y="34551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51620" y="30793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19270" y="30756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68668" y="36753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33922" y="285791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27750" y="324839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67941" y="334021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32919" y="338795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37238" y="33222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4743" y="341973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11985" y="34154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19624" y="31428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16144" y="34909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05049" y="33424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27901" y="35706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16967" y="35757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47772" y="31039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43540" y="32326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42984" y="31039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29576" y="30574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53289" y="36828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33599" y="34767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13168" y="31403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44456" y="29386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20865" y="35790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20781" y="316400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01162" y="332080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87646" y="34291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97832" y="35215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97467" y="34725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502394" y="3770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94471" y="35525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94683" y="36247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521315" y="27506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90762" y="363598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518357" y="34582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483811" y="33462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531001" y="35542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523289" y="33612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97186" y="35774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80093" y="35890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26367" y="35992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510370" y="368754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85441" y="327751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502829" y="36211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91971" y="35136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90506" y="34240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516555" y="35051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84413" y="28144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94942" y="34947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79881" y="35459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93763" y="3510774"/>
              <a:ext cx="1141168" cy="98094"/>
            </a:xfrm>
            <a:custGeom>
              <a:avLst/>
              <a:pathLst>
                <a:path w="1141168" h="98094">
                  <a:moveTo>
                    <a:pt x="0" y="0"/>
                  </a:moveTo>
                  <a:lnTo>
                    <a:pt x="73280" y="6299"/>
                  </a:lnTo>
                  <a:lnTo>
                    <a:pt x="137917" y="11855"/>
                  </a:lnTo>
                  <a:lnTo>
                    <a:pt x="195738" y="16825"/>
                  </a:lnTo>
                  <a:lnTo>
                    <a:pt x="248043" y="21321"/>
                  </a:lnTo>
                  <a:lnTo>
                    <a:pt x="295793" y="25426"/>
                  </a:lnTo>
                  <a:lnTo>
                    <a:pt x="339720" y="29202"/>
                  </a:lnTo>
                  <a:lnTo>
                    <a:pt x="380389" y="32698"/>
                  </a:lnTo>
                  <a:lnTo>
                    <a:pt x="418251" y="35952"/>
                  </a:lnTo>
                  <a:lnTo>
                    <a:pt x="453669" y="38997"/>
                  </a:lnTo>
                  <a:lnTo>
                    <a:pt x="486939" y="41857"/>
                  </a:lnTo>
                  <a:lnTo>
                    <a:pt x="518307" y="44553"/>
                  </a:lnTo>
                  <a:lnTo>
                    <a:pt x="547978" y="47103"/>
                  </a:lnTo>
                  <a:lnTo>
                    <a:pt x="576127" y="49523"/>
                  </a:lnTo>
                  <a:lnTo>
                    <a:pt x="602903" y="51825"/>
                  </a:lnTo>
                  <a:lnTo>
                    <a:pt x="628432" y="54019"/>
                  </a:lnTo>
                  <a:lnTo>
                    <a:pt x="652827" y="56116"/>
                  </a:lnTo>
                  <a:lnTo>
                    <a:pt x="676183" y="58124"/>
                  </a:lnTo>
                  <a:lnTo>
                    <a:pt x="698585" y="60050"/>
                  </a:lnTo>
                  <a:lnTo>
                    <a:pt x="720109" y="61900"/>
                  </a:lnTo>
                  <a:lnTo>
                    <a:pt x="740821" y="63680"/>
                  </a:lnTo>
                  <a:lnTo>
                    <a:pt x="760779" y="65396"/>
                  </a:lnTo>
                  <a:lnTo>
                    <a:pt x="780036" y="67051"/>
                  </a:lnTo>
                  <a:lnTo>
                    <a:pt x="798641" y="68650"/>
                  </a:lnTo>
                  <a:lnTo>
                    <a:pt x="816635" y="70197"/>
                  </a:lnTo>
                  <a:lnTo>
                    <a:pt x="834059" y="71695"/>
                  </a:lnTo>
                  <a:lnTo>
                    <a:pt x="850946" y="73146"/>
                  </a:lnTo>
                  <a:lnTo>
                    <a:pt x="867329" y="74555"/>
                  </a:lnTo>
                  <a:lnTo>
                    <a:pt x="883237" y="75922"/>
                  </a:lnTo>
                  <a:lnTo>
                    <a:pt x="898696" y="77251"/>
                  </a:lnTo>
                  <a:lnTo>
                    <a:pt x="913733" y="78544"/>
                  </a:lnTo>
                  <a:lnTo>
                    <a:pt x="928368" y="79802"/>
                  </a:lnTo>
                  <a:lnTo>
                    <a:pt x="942623" y="81027"/>
                  </a:lnTo>
                  <a:lnTo>
                    <a:pt x="956517" y="82221"/>
                  </a:lnTo>
                  <a:lnTo>
                    <a:pt x="970068" y="83386"/>
                  </a:lnTo>
                  <a:lnTo>
                    <a:pt x="983292" y="84523"/>
                  </a:lnTo>
                  <a:lnTo>
                    <a:pt x="996205" y="85633"/>
                  </a:lnTo>
                  <a:lnTo>
                    <a:pt x="1008822" y="86717"/>
                  </a:lnTo>
                  <a:lnTo>
                    <a:pt x="1021154" y="87777"/>
                  </a:lnTo>
                  <a:lnTo>
                    <a:pt x="1033216" y="88814"/>
                  </a:lnTo>
                  <a:lnTo>
                    <a:pt x="1045019" y="89829"/>
                  </a:lnTo>
                  <a:lnTo>
                    <a:pt x="1056572" y="90822"/>
                  </a:lnTo>
                  <a:lnTo>
                    <a:pt x="1067888" y="91795"/>
                  </a:lnTo>
                  <a:lnTo>
                    <a:pt x="1078975" y="92748"/>
                  </a:lnTo>
                  <a:lnTo>
                    <a:pt x="1089842" y="93682"/>
                  </a:lnTo>
                  <a:lnTo>
                    <a:pt x="1100499" y="94598"/>
                  </a:lnTo>
                  <a:lnTo>
                    <a:pt x="1110952" y="95496"/>
                  </a:lnTo>
                  <a:lnTo>
                    <a:pt x="1121210" y="96378"/>
                  </a:lnTo>
                  <a:lnTo>
                    <a:pt x="1131280" y="97244"/>
                  </a:lnTo>
                  <a:lnTo>
                    <a:pt x="1141168" y="9809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393763" y="3392737"/>
              <a:ext cx="1141168" cy="47630"/>
            </a:xfrm>
            <a:custGeom>
              <a:avLst/>
              <a:pathLst>
                <a:path w="1141168" h="47630">
                  <a:moveTo>
                    <a:pt x="0" y="0"/>
                  </a:moveTo>
                  <a:lnTo>
                    <a:pt x="73280" y="3058"/>
                  </a:lnTo>
                  <a:lnTo>
                    <a:pt x="137917" y="5756"/>
                  </a:lnTo>
                  <a:lnTo>
                    <a:pt x="195738" y="8169"/>
                  </a:lnTo>
                  <a:lnTo>
                    <a:pt x="248043" y="10352"/>
                  </a:lnTo>
                  <a:lnTo>
                    <a:pt x="295793" y="12345"/>
                  </a:lnTo>
                  <a:lnTo>
                    <a:pt x="339720" y="14179"/>
                  </a:lnTo>
                  <a:lnTo>
                    <a:pt x="380389" y="15876"/>
                  </a:lnTo>
                  <a:lnTo>
                    <a:pt x="418251" y="17457"/>
                  </a:lnTo>
                  <a:lnTo>
                    <a:pt x="453669" y="18935"/>
                  </a:lnTo>
                  <a:lnTo>
                    <a:pt x="486939" y="20323"/>
                  </a:lnTo>
                  <a:lnTo>
                    <a:pt x="518307" y="21633"/>
                  </a:lnTo>
                  <a:lnTo>
                    <a:pt x="547978" y="22871"/>
                  </a:lnTo>
                  <a:lnTo>
                    <a:pt x="576127" y="24046"/>
                  </a:lnTo>
                  <a:lnTo>
                    <a:pt x="602903" y="25164"/>
                  </a:lnTo>
                  <a:lnTo>
                    <a:pt x="628432" y="26229"/>
                  </a:lnTo>
                  <a:lnTo>
                    <a:pt x="652827" y="27247"/>
                  </a:lnTo>
                  <a:lnTo>
                    <a:pt x="676183" y="28222"/>
                  </a:lnTo>
                  <a:lnTo>
                    <a:pt x="698585" y="29157"/>
                  </a:lnTo>
                  <a:lnTo>
                    <a:pt x="720109" y="30056"/>
                  </a:lnTo>
                  <a:lnTo>
                    <a:pt x="740821" y="30920"/>
                  </a:lnTo>
                  <a:lnTo>
                    <a:pt x="760779" y="31753"/>
                  </a:lnTo>
                  <a:lnTo>
                    <a:pt x="780036" y="32557"/>
                  </a:lnTo>
                  <a:lnTo>
                    <a:pt x="798641" y="33333"/>
                  </a:lnTo>
                  <a:lnTo>
                    <a:pt x="816635" y="34084"/>
                  </a:lnTo>
                  <a:lnTo>
                    <a:pt x="834059" y="34812"/>
                  </a:lnTo>
                  <a:lnTo>
                    <a:pt x="850946" y="35516"/>
                  </a:lnTo>
                  <a:lnTo>
                    <a:pt x="867329" y="36200"/>
                  </a:lnTo>
                  <a:lnTo>
                    <a:pt x="883237" y="36864"/>
                  </a:lnTo>
                  <a:lnTo>
                    <a:pt x="898696" y="37509"/>
                  </a:lnTo>
                  <a:lnTo>
                    <a:pt x="913733" y="38137"/>
                  </a:lnTo>
                  <a:lnTo>
                    <a:pt x="928368" y="38748"/>
                  </a:lnTo>
                  <a:lnTo>
                    <a:pt x="942623" y="39343"/>
                  </a:lnTo>
                  <a:lnTo>
                    <a:pt x="956517" y="39923"/>
                  </a:lnTo>
                  <a:lnTo>
                    <a:pt x="970068" y="40488"/>
                  </a:lnTo>
                  <a:lnTo>
                    <a:pt x="983292" y="41040"/>
                  </a:lnTo>
                  <a:lnTo>
                    <a:pt x="996205" y="41579"/>
                  </a:lnTo>
                  <a:lnTo>
                    <a:pt x="1008822" y="42106"/>
                  </a:lnTo>
                  <a:lnTo>
                    <a:pt x="1021154" y="42621"/>
                  </a:lnTo>
                  <a:lnTo>
                    <a:pt x="1033216" y="43124"/>
                  </a:lnTo>
                  <a:lnTo>
                    <a:pt x="1045019" y="43617"/>
                  </a:lnTo>
                  <a:lnTo>
                    <a:pt x="1056572" y="44099"/>
                  </a:lnTo>
                  <a:lnTo>
                    <a:pt x="1067888" y="44571"/>
                  </a:lnTo>
                  <a:lnTo>
                    <a:pt x="1078975" y="45034"/>
                  </a:lnTo>
                  <a:lnTo>
                    <a:pt x="1089842" y="45487"/>
                  </a:lnTo>
                  <a:lnTo>
                    <a:pt x="1100499" y="45932"/>
                  </a:lnTo>
                  <a:lnTo>
                    <a:pt x="1110952" y="46369"/>
                  </a:lnTo>
                  <a:lnTo>
                    <a:pt x="1121210" y="46797"/>
                  </a:lnTo>
                  <a:lnTo>
                    <a:pt x="1131280" y="47217"/>
                  </a:lnTo>
                  <a:lnTo>
                    <a:pt x="1141168" y="4763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393763" y="3328251"/>
              <a:ext cx="1141168" cy="287662"/>
            </a:xfrm>
            <a:custGeom>
              <a:avLst/>
              <a:pathLst>
                <a:path w="1141168" h="287662">
                  <a:moveTo>
                    <a:pt x="0" y="0"/>
                  </a:moveTo>
                  <a:lnTo>
                    <a:pt x="73280" y="18472"/>
                  </a:lnTo>
                  <a:lnTo>
                    <a:pt x="137917" y="34765"/>
                  </a:lnTo>
                  <a:lnTo>
                    <a:pt x="195738" y="49341"/>
                  </a:lnTo>
                  <a:lnTo>
                    <a:pt x="248043" y="62526"/>
                  </a:lnTo>
                  <a:lnTo>
                    <a:pt x="295793" y="74562"/>
                  </a:lnTo>
                  <a:lnTo>
                    <a:pt x="339720" y="85635"/>
                  </a:lnTo>
                  <a:lnTo>
                    <a:pt x="380389" y="95887"/>
                  </a:lnTo>
                  <a:lnTo>
                    <a:pt x="418251" y="105431"/>
                  </a:lnTo>
                  <a:lnTo>
                    <a:pt x="453669" y="114359"/>
                  </a:lnTo>
                  <a:lnTo>
                    <a:pt x="486939" y="122746"/>
                  </a:lnTo>
                  <a:lnTo>
                    <a:pt x="518307" y="130653"/>
                  </a:lnTo>
                  <a:lnTo>
                    <a:pt x="547978" y="138133"/>
                  </a:lnTo>
                  <a:lnTo>
                    <a:pt x="576127" y="145228"/>
                  </a:lnTo>
                  <a:lnTo>
                    <a:pt x="602903" y="151978"/>
                  </a:lnTo>
                  <a:lnTo>
                    <a:pt x="628432" y="158413"/>
                  </a:lnTo>
                  <a:lnTo>
                    <a:pt x="652827" y="164563"/>
                  </a:lnTo>
                  <a:lnTo>
                    <a:pt x="676183" y="170450"/>
                  </a:lnTo>
                  <a:lnTo>
                    <a:pt x="698585" y="176097"/>
                  </a:lnTo>
                  <a:lnTo>
                    <a:pt x="720109" y="181523"/>
                  </a:lnTo>
                  <a:lnTo>
                    <a:pt x="740821" y="186744"/>
                  </a:lnTo>
                  <a:lnTo>
                    <a:pt x="760779" y="191775"/>
                  </a:lnTo>
                  <a:lnTo>
                    <a:pt x="780036" y="196629"/>
                  </a:lnTo>
                  <a:lnTo>
                    <a:pt x="798641" y="201319"/>
                  </a:lnTo>
                  <a:lnTo>
                    <a:pt x="816635" y="205855"/>
                  </a:lnTo>
                  <a:lnTo>
                    <a:pt x="834059" y="210247"/>
                  </a:lnTo>
                  <a:lnTo>
                    <a:pt x="850946" y="214504"/>
                  </a:lnTo>
                  <a:lnTo>
                    <a:pt x="867329" y="218634"/>
                  </a:lnTo>
                  <a:lnTo>
                    <a:pt x="883237" y="222644"/>
                  </a:lnTo>
                  <a:lnTo>
                    <a:pt x="898696" y="226541"/>
                  </a:lnTo>
                  <a:lnTo>
                    <a:pt x="913733" y="230331"/>
                  </a:lnTo>
                  <a:lnTo>
                    <a:pt x="928368" y="234020"/>
                  </a:lnTo>
                  <a:lnTo>
                    <a:pt x="942623" y="237614"/>
                  </a:lnTo>
                  <a:lnTo>
                    <a:pt x="956517" y="241116"/>
                  </a:lnTo>
                  <a:lnTo>
                    <a:pt x="970068" y="244532"/>
                  </a:lnTo>
                  <a:lnTo>
                    <a:pt x="983292" y="247865"/>
                  </a:lnTo>
                  <a:lnTo>
                    <a:pt x="996205" y="251121"/>
                  </a:lnTo>
                  <a:lnTo>
                    <a:pt x="1008822" y="254301"/>
                  </a:lnTo>
                  <a:lnTo>
                    <a:pt x="1021154" y="257410"/>
                  </a:lnTo>
                  <a:lnTo>
                    <a:pt x="1033216" y="260450"/>
                  </a:lnTo>
                  <a:lnTo>
                    <a:pt x="1045019" y="263425"/>
                  </a:lnTo>
                  <a:lnTo>
                    <a:pt x="1056572" y="266338"/>
                  </a:lnTo>
                  <a:lnTo>
                    <a:pt x="1067888" y="269190"/>
                  </a:lnTo>
                  <a:lnTo>
                    <a:pt x="1078975" y="271985"/>
                  </a:lnTo>
                  <a:lnTo>
                    <a:pt x="1089842" y="274724"/>
                  </a:lnTo>
                  <a:lnTo>
                    <a:pt x="1100499" y="277411"/>
                  </a:lnTo>
                  <a:lnTo>
                    <a:pt x="1110952" y="280046"/>
                  </a:lnTo>
                  <a:lnTo>
                    <a:pt x="1121210" y="282631"/>
                  </a:lnTo>
                  <a:lnTo>
                    <a:pt x="1131280" y="285170"/>
                  </a:lnTo>
                  <a:lnTo>
                    <a:pt x="1141168" y="287662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393763" y="3231602"/>
              <a:ext cx="1141168" cy="444887"/>
            </a:xfrm>
            <a:custGeom>
              <a:avLst/>
              <a:pathLst>
                <a:path w="1141168" h="444887">
                  <a:moveTo>
                    <a:pt x="0" y="444887"/>
                  </a:moveTo>
                  <a:lnTo>
                    <a:pt x="73280" y="416318"/>
                  </a:lnTo>
                  <a:lnTo>
                    <a:pt x="137917" y="391119"/>
                  </a:lnTo>
                  <a:lnTo>
                    <a:pt x="195738" y="368578"/>
                  </a:lnTo>
                  <a:lnTo>
                    <a:pt x="248043" y="348187"/>
                  </a:lnTo>
                  <a:lnTo>
                    <a:pt x="295793" y="329571"/>
                  </a:lnTo>
                  <a:lnTo>
                    <a:pt x="339720" y="312446"/>
                  </a:lnTo>
                  <a:lnTo>
                    <a:pt x="380389" y="296591"/>
                  </a:lnTo>
                  <a:lnTo>
                    <a:pt x="418251" y="281830"/>
                  </a:lnTo>
                  <a:lnTo>
                    <a:pt x="453669" y="268023"/>
                  </a:lnTo>
                  <a:lnTo>
                    <a:pt x="486939" y="255052"/>
                  </a:lnTo>
                  <a:lnTo>
                    <a:pt x="518307" y="242823"/>
                  </a:lnTo>
                  <a:lnTo>
                    <a:pt x="547978" y="231256"/>
                  </a:lnTo>
                  <a:lnTo>
                    <a:pt x="576127" y="220282"/>
                  </a:lnTo>
                  <a:lnTo>
                    <a:pt x="602903" y="209844"/>
                  </a:lnTo>
                  <a:lnTo>
                    <a:pt x="628432" y="199891"/>
                  </a:lnTo>
                  <a:lnTo>
                    <a:pt x="652827" y="190381"/>
                  </a:lnTo>
                  <a:lnTo>
                    <a:pt x="676183" y="181275"/>
                  </a:lnTo>
                  <a:lnTo>
                    <a:pt x="698585" y="172541"/>
                  </a:lnTo>
                  <a:lnTo>
                    <a:pt x="720109" y="164150"/>
                  </a:lnTo>
                  <a:lnTo>
                    <a:pt x="740821" y="156076"/>
                  </a:lnTo>
                  <a:lnTo>
                    <a:pt x="760779" y="148295"/>
                  </a:lnTo>
                  <a:lnTo>
                    <a:pt x="780036" y="140788"/>
                  </a:lnTo>
                  <a:lnTo>
                    <a:pt x="798641" y="133535"/>
                  </a:lnTo>
                  <a:lnTo>
                    <a:pt x="816635" y="126519"/>
                  </a:lnTo>
                  <a:lnTo>
                    <a:pt x="834059" y="119727"/>
                  </a:lnTo>
                  <a:lnTo>
                    <a:pt x="850946" y="113143"/>
                  </a:lnTo>
                  <a:lnTo>
                    <a:pt x="867329" y="106756"/>
                  </a:lnTo>
                  <a:lnTo>
                    <a:pt x="883237" y="100555"/>
                  </a:lnTo>
                  <a:lnTo>
                    <a:pt x="898696" y="94528"/>
                  </a:lnTo>
                  <a:lnTo>
                    <a:pt x="913733" y="88666"/>
                  </a:lnTo>
                  <a:lnTo>
                    <a:pt x="928368" y="82960"/>
                  </a:lnTo>
                  <a:lnTo>
                    <a:pt x="942623" y="77403"/>
                  </a:lnTo>
                  <a:lnTo>
                    <a:pt x="956517" y="71986"/>
                  </a:lnTo>
                  <a:lnTo>
                    <a:pt x="970068" y="66703"/>
                  </a:lnTo>
                  <a:lnTo>
                    <a:pt x="983292" y="61548"/>
                  </a:lnTo>
                  <a:lnTo>
                    <a:pt x="996205" y="56514"/>
                  </a:lnTo>
                  <a:lnTo>
                    <a:pt x="1008822" y="51595"/>
                  </a:lnTo>
                  <a:lnTo>
                    <a:pt x="1021154" y="46787"/>
                  </a:lnTo>
                  <a:lnTo>
                    <a:pt x="1033216" y="42085"/>
                  </a:lnTo>
                  <a:lnTo>
                    <a:pt x="1045019" y="37484"/>
                  </a:lnTo>
                  <a:lnTo>
                    <a:pt x="1056572" y="32979"/>
                  </a:lnTo>
                  <a:lnTo>
                    <a:pt x="1067888" y="28568"/>
                  </a:lnTo>
                  <a:lnTo>
                    <a:pt x="1078975" y="24246"/>
                  </a:lnTo>
                  <a:lnTo>
                    <a:pt x="1089842" y="20009"/>
                  </a:lnTo>
                  <a:lnTo>
                    <a:pt x="1100499" y="15855"/>
                  </a:lnTo>
                  <a:lnTo>
                    <a:pt x="1110952" y="11779"/>
                  </a:lnTo>
                  <a:lnTo>
                    <a:pt x="1121210" y="7780"/>
                  </a:lnTo>
                  <a:lnTo>
                    <a:pt x="1131280" y="3854"/>
                  </a:lnTo>
                  <a:lnTo>
                    <a:pt x="114116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393763" y="3502425"/>
              <a:ext cx="1141168" cy="4955"/>
            </a:xfrm>
            <a:custGeom>
              <a:avLst/>
              <a:pathLst>
                <a:path w="1141168" h="4955">
                  <a:moveTo>
                    <a:pt x="0" y="4955"/>
                  </a:moveTo>
                  <a:lnTo>
                    <a:pt x="73280" y="4637"/>
                  </a:lnTo>
                  <a:lnTo>
                    <a:pt x="137917" y="4356"/>
                  </a:lnTo>
                  <a:lnTo>
                    <a:pt x="195738" y="4105"/>
                  </a:lnTo>
                  <a:lnTo>
                    <a:pt x="248043" y="3878"/>
                  </a:lnTo>
                  <a:lnTo>
                    <a:pt x="295793" y="3671"/>
                  </a:lnTo>
                  <a:lnTo>
                    <a:pt x="339720" y="3480"/>
                  </a:lnTo>
                  <a:lnTo>
                    <a:pt x="380389" y="3303"/>
                  </a:lnTo>
                  <a:lnTo>
                    <a:pt x="418251" y="3139"/>
                  </a:lnTo>
                  <a:lnTo>
                    <a:pt x="453669" y="2985"/>
                  </a:lnTo>
                  <a:lnTo>
                    <a:pt x="486939" y="2841"/>
                  </a:lnTo>
                  <a:lnTo>
                    <a:pt x="518307" y="2704"/>
                  </a:lnTo>
                  <a:lnTo>
                    <a:pt x="547978" y="2576"/>
                  </a:lnTo>
                  <a:lnTo>
                    <a:pt x="576127" y="2453"/>
                  </a:lnTo>
                  <a:lnTo>
                    <a:pt x="602903" y="2337"/>
                  </a:lnTo>
                  <a:lnTo>
                    <a:pt x="628432" y="2226"/>
                  </a:lnTo>
                  <a:lnTo>
                    <a:pt x="652827" y="2120"/>
                  </a:lnTo>
                  <a:lnTo>
                    <a:pt x="676183" y="2019"/>
                  </a:lnTo>
                  <a:lnTo>
                    <a:pt x="698585" y="1922"/>
                  </a:lnTo>
                  <a:lnTo>
                    <a:pt x="720109" y="1828"/>
                  </a:lnTo>
                  <a:lnTo>
                    <a:pt x="740821" y="1738"/>
                  </a:lnTo>
                  <a:lnTo>
                    <a:pt x="760779" y="1651"/>
                  </a:lnTo>
                  <a:lnTo>
                    <a:pt x="780036" y="1568"/>
                  </a:lnTo>
                  <a:lnTo>
                    <a:pt x="798641" y="1487"/>
                  </a:lnTo>
                  <a:lnTo>
                    <a:pt x="816635" y="1409"/>
                  </a:lnTo>
                  <a:lnTo>
                    <a:pt x="834059" y="1333"/>
                  </a:lnTo>
                  <a:lnTo>
                    <a:pt x="850946" y="1260"/>
                  </a:lnTo>
                  <a:lnTo>
                    <a:pt x="867329" y="1189"/>
                  </a:lnTo>
                  <a:lnTo>
                    <a:pt x="883237" y="1120"/>
                  </a:lnTo>
                  <a:lnTo>
                    <a:pt x="898696" y="1053"/>
                  </a:lnTo>
                  <a:lnTo>
                    <a:pt x="913733" y="987"/>
                  </a:lnTo>
                  <a:lnTo>
                    <a:pt x="928368" y="924"/>
                  </a:lnTo>
                  <a:lnTo>
                    <a:pt x="942623" y="862"/>
                  </a:lnTo>
                  <a:lnTo>
                    <a:pt x="956517" y="801"/>
                  </a:lnTo>
                  <a:lnTo>
                    <a:pt x="970068" y="743"/>
                  </a:lnTo>
                  <a:lnTo>
                    <a:pt x="983292" y="685"/>
                  </a:lnTo>
                  <a:lnTo>
                    <a:pt x="996205" y="629"/>
                  </a:lnTo>
                  <a:lnTo>
                    <a:pt x="1008822" y="574"/>
                  </a:lnTo>
                  <a:lnTo>
                    <a:pt x="1021154" y="521"/>
                  </a:lnTo>
                  <a:lnTo>
                    <a:pt x="1033216" y="468"/>
                  </a:lnTo>
                  <a:lnTo>
                    <a:pt x="1045019" y="417"/>
                  </a:lnTo>
                  <a:lnTo>
                    <a:pt x="1056572" y="367"/>
                  </a:lnTo>
                  <a:lnTo>
                    <a:pt x="1067888" y="318"/>
                  </a:lnTo>
                  <a:lnTo>
                    <a:pt x="1078975" y="270"/>
                  </a:lnTo>
                  <a:lnTo>
                    <a:pt x="1089842" y="222"/>
                  </a:lnTo>
                  <a:lnTo>
                    <a:pt x="1100499" y="176"/>
                  </a:lnTo>
                  <a:lnTo>
                    <a:pt x="1110952" y="131"/>
                  </a:lnTo>
                  <a:lnTo>
                    <a:pt x="1121210" y="86"/>
                  </a:lnTo>
                  <a:lnTo>
                    <a:pt x="1131280" y="42"/>
                  </a:lnTo>
                  <a:lnTo>
                    <a:pt x="114116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393763" y="2986669"/>
              <a:ext cx="1141168" cy="226372"/>
            </a:xfrm>
            <a:custGeom>
              <a:avLst/>
              <a:pathLst>
                <a:path w="1141168" h="226372">
                  <a:moveTo>
                    <a:pt x="0" y="226372"/>
                  </a:moveTo>
                  <a:lnTo>
                    <a:pt x="73280" y="211836"/>
                  </a:lnTo>
                  <a:lnTo>
                    <a:pt x="137917" y="199014"/>
                  </a:lnTo>
                  <a:lnTo>
                    <a:pt x="195738" y="187544"/>
                  </a:lnTo>
                  <a:lnTo>
                    <a:pt x="248043" y="177168"/>
                  </a:lnTo>
                  <a:lnTo>
                    <a:pt x="295793" y="167696"/>
                  </a:lnTo>
                  <a:lnTo>
                    <a:pt x="339720" y="158982"/>
                  </a:lnTo>
                  <a:lnTo>
                    <a:pt x="380389" y="150915"/>
                  </a:lnTo>
                  <a:lnTo>
                    <a:pt x="418251" y="143404"/>
                  </a:lnTo>
                  <a:lnTo>
                    <a:pt x="453669" y="136378"/>
                  </a:lnTo>
                  <a:lnTo>
                    <a:pt x="486939" y="129779"/>
                  </a:lnTo>
                  <a:lnTo>
                    <a:pt x="518307" y="123556"/>
                  </a:lnTo>
                  <a:lnTo>
                    <a:pt x="547978" y="117670"/>
                  </a:lnTo>
                  <a:lnTo>
                    <a:pt x="576127" y="112086"/>
                  </a:lnTo>
                  <a:lnTo>
                    <a:pt x="602903" y="106775"/>
                  </a:lnTo>
                  <a:lnTo>
                    <a:pt x="628432" y="101711"/>
                  </a:lnTo>
                  <a:lnTo>
                    <a:pt x="652827" y="96871"/>
                  </a:lnTo>
                  <a:lnTo>
                    <a:pt x="676183" y="92238"/>
                  </a:lnTo>
                  <a:lnTo>
                    <a:pt x="698585" y="87794"/>
                  </a:lnTo>
                  <a:lnTo>
                    <a:pt x="720109" y="83525"/>
                  </a:lnTo>
                  <a:lnTo>
                    <a:pt x="740821" y="79416"/>
                  </a:lnTo>
                  <a:lnTo>
                    <a:pt x="760779" y="75457"/>
                  </a:lnTo>
                  <a:lnTo>
                    <a:pt x="780036" y="71637"/>
                  </a:lnTo>
                  <a:lnTo>
                    <a:pt x="798641" y="67946"/>
                  </a:lnTo>
                  <a:lnTo>
                    <a:pt x="816635" y="64377"/>
                  </a:lnTo>
                  <a:lnTo>
                    <a:pt x="834059" y="60921"/>
                  </a:lnTo>
                  <a:lnTo>
                    <a:pt x="850946" y="57571"/>
                  </a:lnTo>
                  <a:lnTo>
                    <a:pt x="867329" y="54321"/>
                  </a:lnTo>
                  <a:lnTo>
                    <a:pt x="883237" y="51165"/>
                  </a:lnTo>
                  <a:lnTo>
                    <a:pt x="898696" y="48098"/>
                  </a:lnTo>
                  <a:lnTo>
                    <a:pt x="913733" y="45116"/>
                  </a:lnTo>
                  <a:lnTo>
                    <a:pt x="928368" y="42213"/>
                  </a:lnTo>
                  <a:lnTo>
                    <a:pt x="942623" y="39385"/>
                  </a:lnTo>
                  <a:lnTo>
                    <a:pt x="956517" y="36629"/>
                  </a:lnTo>
                  <a:lnTo>
                    <a:pt x="970068" y="33941"/>
                  </a:lnTo>
                  <a:lnTo>
                    <a:pt x="983292" y="31317"/>
                  </a:lnTo>
                  <a:lnTo>
                    <a:pt x="996205" y="28756"/>
                  </a:lnTo>
                  <a:lnTo>
                    <a:pt x="1008822" y="26253"/>
                  </a:lnTo>
                  <a:lnTo>
                    <a:pt x="1021154" y="23807"/>
                  </a:lnTo>
                  <a:lnTo>
                    <a:pt x="1033216" y="21414"/>
                  </a:lnTo>
                  <a:lnTo>
                    <a:pt x="1045019" y="19073"/>
                  </a:lnTo>
                  <a:lnTo>
                    <a:pt x="1056572" y="16781"/>
                  </a:lnTo>
                  <a:lnTo>
                    <a:pt x="1067888" y="14536"/>
                  </a:lnTo>
                  <a:lnTo>
                    <a:pt x="1078975" y="12337"/>
                  </a:lnTo>
                  <a:lnTo>
                    <a:pt x="1089842" y="10181"/>
                  </a:lnTo>
                  <a:lnTo>
                    <a:pt x="1100499" y="8067"/>
                  </a:lnTo>
                  <a:lnTo>
                    <a:pt x="1110952" y="5993"/>
                  </a:lnTo>
                  <a:lnTo>
                    <a:pt x="1121210" y="3959"/>
                  </a:lnTo>
                  <a:lnTo>
                    <a:pt x="1131280" y="1961"/>
                  </a:lnTo>
                  <a:lnTo>
                    <a:pt x="114116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393763" y="3214600"/>
              <a:ext cx="1141168" cy="202602"/>
            </a:xfrm>
            <a:custGeom>
              <a:avLst/>
              <a:pathLst>
                <a:path w="1141168" h="202602">
                  <a:moveTo>
                    <a:pt x="0" y="0"/>
                  </a:moveTo>
                  <a:lnTo>
                    <a:pt x="73280" y="13010"/>
                  </a:lnTo>
                  <a:lnTo>
                    <a:pt x="137917" y="24485"/>
                  </a:lnTo>
                  <a:lnTo>
                    <a:pt x="195738" y="34751"/>
                  </a:lnTo>
                  <a:lnTo>
                    <a:pt x="248043" y="44037"/>
                  </a:lnTo>
                  <a:lnTo>
                    <a:pt x="295793" y="52515"/>
                  </a:lnTo>
                  <a:lnTo>
                    <a:pt x="339720" y="60313"/>
                  </a:lnTo>
                  <a:lnTo>
                    <a:pt x="380389" y="67534"/>
                  </a:lnTo>
                  <a:lnTo>
                    <a:pt x="418251" y="74256"/>
                  </a:lnTo>
                  <a:lnTo>
                    <a:pt x="453669" y="80544"/>
                  </a:lnTo>
                  <a:lnTo>
                    <a:pt x="486939" y="86450"/>
                  </a:lnTo>
                  <a:lnTo>
                    <a:pt x="518307" y="92019"/>
                  </a:lnTo>
                  <a:lnTo>
                    <a:pt x="547978" y="97287"/>
                  </a:lnTo>
                  <a:lnTo>
                    <a:pt x="576127" y="102285"/>
                  </a:lnTo>
                  <a:lnTo>
                    <a:pt x="602903" y="107039"/>
                  </a:lnTo>
                  <a:lnTo>
                    <a:pt x="628432" y="111571"/>
                  </a:lnTo>
                  <a:lnTo>
                    <a:pt x="652827" y="115902"/>
                  </a:lnTo>
                  <a:lnTo>
                    <a:pt x="676183" y="120049"/>
                  </a:lnTo>
                  <a:lnTo>
                    <a:pt x="698585" y="124026"/>
                  </a:lnTo>
                  <a:lnTo>
                    <a:pt x="720109" y="127847"/>
                  </a:lnTo>
                  <a:lnTo>
                    <a:pt x="740821" y="131524"/>
                  </a:lnTo>
                  <a:lnTo>
                    <a:pt x="760779" y="135068"/>
                  </a:lnTo>
                  <a:lnTo>
                    <a:pt x="780036" y="138487"/>
                  </a:lnTo>
                  <a:lnTo>
                    <a:pt x="798641" y="141790"/>
                  </a:lnTo>
                  <a:lnTo>
                    <a:pt x="816635" y="144985"/>
                  </a:lnTo>
                  <a:lnTo>
                    <a:pt x="834059" y="148078"/>
                  </a:lnTo>
                  <a:lnTo>
                    <a:pt x="850946" y="151076"/>
                  </a:lnTo>
                  <a:lnTo>
                    <a:pt x="867329" y="153985"/>
                  </a:lnTo>
                  <a:lnTo>
                    <a:pt x="883237" y="156809"/>
                  </a:lnTo>
                  <a:lnTo>
                    <a:pt x="898696" y="159554"/>
                  </a:lnTo>
                  <a:lnTo>
                    <a:pt x="913733" y="162223"/>
                  </a:lnTo>
                  <a:lnTo>
                    <a:pt x="928368" y="164821"/>
                  </a:lnTo>
                  <a:lnTo>
                    <a:pt x="942623" y="167352"/>
                  </a:lnTo>
                  <a:lnTo>
                    <a:pt x="956517" y="169819"/>
                  </a:lnTo>
                  <a:lnTo>
                    <a:pt x="970068" y="172225"/>
                  </a:lnTo>
                  <a:lnTo>
                    <a:pt x="983292" y="174573"/>
                  </a:lnTo>
                  <a:lnTo>
                    <a:pt x="996205" y="176865"/>
                  </a:lnTo>
                  <a:lnTo>
                    <a:pt x="1008822" y="179105"/>
                  </a:lnTo>
                  <a:lnTo>
                    <a:pt x="1021154" y="181295"/>
                  </a:lnTo>
                  <a:lnTo>
                    <a:pt x="1033216" y="183436"/>
                  </a:lnTo>
                  <a:lnTo>
                    <a:pt x="1045019" y="185532"/>
                  </a:lnTo>
                  <a:lnTo>
                    <a:pt x="1056572" y="187583"/>
                  </a:lnTo>
                  <a:lnTo>
                    <a:pt x="1067888" y="189592"/>
                  </a:lnTo>
                  <a:lnTo>
                    <a:pt x="1078975" y="191560"/>
                  </a:lnTo>
                  <a:lnTo>
                    <a:pt x="1089842" y="193490"/>
                  </a:lnTo>
                  <a:lnTo>
                    <a:pt x="1100499" y="195381"/>
                  </a:lnTo>
                  <a:lnTo>
                    <a:pt x="1110952" y="197237"/>
                  </a:lnTo>
                  <a:lnTo>
                    <a:pt x="1121210" y="199059"/>
                  </a:lnTo>
                  <a:lnTo>
                    <a:pt x="1131280" y="200846"/>
                  </a:lnTo>
                  <a:lnTo>
                    <a:pt x="1141168" y="20260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393763" y="3479512"/>
              <a:ext cx="1141168" cy="95572"/>
            </a:xfrm>
            <a:custGeom>
              <a:avLst/>
              <a:pathLst>
                <a:path w="1141168" h="95572">
                  <a:moveTo>
                    <a:pt x="0" y="0"/>
                  </a:moveTo>
                  <a:lnTo>
                    <a:pt x="73280" y="6137"/>
                  </a:lnTo>
                  <a:lnTo>
                    <a:pt x="137917" y="11550"/>
                  </a:lnTo>
                  <a:lnTo>
                    <a:pt x="195738" y="16392"/>
                  </a:lnTo>
                  <a:lnTo>
                    <a:pt x="248043" y="20773"/>
                  </a:lnTo>
                  <a:lnTo>
                    <a:pt x="295793" y="24772"/>
                  </a:lnTo>
                  <a:lnTo>
                    <a:pt x="339720" y="28451"/>
                  </a:lnTo>
                  <a:lnTo>
                    <a:pt x="380389" y="31857"/>
                  </a:lnTo>
                  <a:lnTo>
                    <a:pt x="418251" y="35028"/>
                  </a:lnTo>
                  <a:lnTo>
                    <a:pt x="453669" y="37994"/>
                  </a:lnTo>
                  <a:lnTo>
                    <a:pt x="486939" y="40780"/>
                  </a:lnTo>
                  <a:lnTo>
                    <a:pt x="518307" y="43407"/>
                  </a:lnTo>
                  <a:lnTo>
                    <a:pt x="547978" y="45892"/>
                  </a:lnTo>
                  <a:lnTo>
                    <a:pt x="576127" y="48250"/>
                  </a:lnTo>
                  <a:lnTo>
                    <a:pt x="602903" y="50492"/>
                  </a:lnTo>
                  <a:lnTo>
                    <a:pt x="628432" y="52630"/>
                  </a:lnTo>
                  <a:lnTo>
                    <a:pt x="652827" y="54673"/>
                  </a:lnTo>
                  <a:lnTo>
                    <a:pt x="676183" y="56629"/>
                  </a:lnTo>
                  <a:lnTo>
                    <a:pt x="698585" y="58506"/>
                  </a:lnTo>
                  <a:lnTo>
                    <a:pt x="720109" y="60308"/>
                  </a:lnTo>
                  <a:lnTo>
                    <a:pt x="740821" y="62043"/>
                  </a:lnTo>
                  <a:lnTo>
                    <a:pt x="760779" y="63714"/>
                  </a:lnTo>
                  <a:lnTo>
                    <a:pt x="780036" y="65327"/>
                  </a:lnTo>
                  <a:lnTo>
                    <a:pt x="798641" y="66885"/>
                  </a:lnTo>
                  <a:lnTo>
                    <a:pt x="816635" y="68392"/>
                  </a:lnTo>
                  <a:lnTo>
                    <a:pt x="834059" y="69851"/>
                  </a:lnTo>
                  <a:lnTo>
                    <a:pt x="850946" y="71266"/>
                  </a:lnTo>
                  <a:lnTo>
                    <a:pt x="867329" y="72638"/>
                  </a:lnTo>
                  <a:lnTo>
                    <a:pt x="883237" y="73970"/>
                  </a:lnTo>
                  <a:lnTo>
                    <a:pt x="898696" y="75265"/>
                  </a:lnTo>
                  <a:lnTo>
                    <a:pt x="913733" y="76524"/>
                  </a:lnTo>
                  <a:lnTo>
                    <a:pt x="928368" y="77750"/>
                  </a:lnTo>
                  <a:lnTo>
                    <a:pt x="942623" y="78944"/>
                  </a:lnTo>
                  <a:lnTo>
                    <a:pt x="956517" y="80107"/>
                  </a:lnTo>
                  <a:lnTo>
                    <a:pt x="970068" y="81242"/>
                  </a:lnTo>
                  <a:lnTo>
                    <a:pt x="983292" y="82350"/>
                  </a:lnTo>
                  <a:lnTo>
                    <a:pt x="996205" y="83431"/>
                  </a:lnTo>
                  <a:lnTo>
                    <a:pt x="1008822" y="84488"/>
                  </a:lnTo>
                  <a:lnTo>
                    <a:pt x="1021154" y="85521"/>
                  </a:lnTo>
                  <a:lnTo>
                    <a:pt x="1033216" y="86531"/>
                  </a:lnTo>
                  <a:lnTo>
                    <a:pt x="1045019" y="87519"/>
                  </a:lnTo>
                  <a:lnTo>
                    <a:pt x="1056572" y="88487"/>
                  </a:lnTo>
                  <a:lnTo>
                    <a:pt x="1067888" y="89434"/>
                  </a:lnTo>
                  <a:lnTo>
                    <a:pt x="1078975" y="90363"/>
                  </a:lnTo>
                  <a:lnTo>
                    <a:pt x="1089842" y="91273"/>
                  </a:lnTo>
                  <a:lnTo>
                    <a:pt x="1100499" y="92166"/>
                  </a:lnTo>
                  <a:lnTo>
                    <a:pt x="1110952" y="93041"/>
                  </a:lnTo>
                  <a:lnTo>
                    <a:pt x="1121210" y="93900"/>
                  </a:lnTo>
                  <a:lnTo>
                    <a:pt x="1131280" y="94743"/>
                  </a:lnTo>
                  <a:lnTo>
                    <a:pt x="1141168" y="9557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93763" y="3317173"/>
              <a:ext cx="1141168" cy="192822"/>
            </a:xfrm>
            <a:custGeom>
              <a:avLst/>
              <a:pathLst>
                <a:path w="1141168" h="192822">
                  <a:moveTo>
                    <a:pt x="0" y="0"/>
                  </a:moveTo>
                  <a:lnTo>
                    <a:pt x="73280" y="12382"/>
                  </a:lnTo>
                  <a:lnTo>
                    <a:pt x="137917" y="23303"/>
                  </a:lnTo>
                  <a:lnTo>
                    <a:pt x="195738" y="33073"/>
                  </a:lnTo>
                  <a:lnTo>
                    <a:pt x="248043" y="41911"/>
                  </a:lnTo>
                  <a:lnTo>
                    <a:pt x="295793" y="49980"/>
                  </a:lnTo>
                  <a:lnTo>
                    <a:pt x="339720" y="57402"/>
                  </a:lnTo>
                  <a:lnTo>
                    <a:pt x="380389" y="64274"/>
                  </a:lnTo>
                  <a:lnTo>
                    <a:pt x="418251" y="70671"/>
                  </a:lnTo>
                  <a:lnTo>
                    <a:pt x="453669" y="76656"/>
                  </a:lnTo>
                  <a:lnTo>
                    <a:pt x="486939" y="82277"/>
                  </a:lnTo>
                  <a:lnTo>
                    <a:pt x="518307" y="87578"/>
                  </a:lnTo>
                  <a:lnTo>
                    <a:pt x="547978" y="92591"/>
                  </a:lnTo>
                  <a:lnTo>
                    <a:pt x="576127" y="97347"/>
                  </a:lnTo>
                  <a:lnTo>
                    <a:pt x="602903" y="101872"/>
                  </a:lnTo>
                  <a:lnTo>
                    <a:pt x="628432" y="106185"/>
                  </a:lnTo>
                  <a:lnTo>
                    <a:pt x="652827" y="110307"/>
                  </a:lnTo>
                  <a:lnTo>
                    <a:pt x="676183" y="114254"/>
                  </a:lnTo>
                  <a:lnTo>
                    <a:pt x="698585" y="118039"/>
                  </a:lnTo>
                  <a:lnTo>
                    <a:pt x="720109" y="121676"/>
                  </a:lnTo>
                  <a:lnTo>
                    <a:pt x="740821" y="125176"/>
                  </a:lnTo>
                  <a:lnTo>
                    <a:pt x="760779" y="128548"/>
                  </a:lnTo>
                  <a:lnTo>
                    <a:pt x="780036" y="131802"/>
                  </a:lnTo>
                  <a:lnTo>
                    <a:pt x="798641" y="134945"/>
                  </a:lnTo>
                  <a:lnTo>
                    <a:pt x="816635" y="137986"/>
                  </a:lnTo>
                  <a:lnTo>
                    <a:pt x="834059" y="140930"/>
                  </a:lnTo>
                  <a:lnTo>
                    <a:pt x="850946" y="143783"/>
                  </a:lnTo>
                  <a:lnTo>
                    <a:pt x="867329" y="146552"/>
                  </a:lnTo>
                  <a:lnTo>
                    <a:pt x="883237" y="149240"/>
                  </a:lnTo>
                  <a:lnTo>
                    <a:pt x="898696" y="151852"/>
                  </a:lnTo>
                  <a:lnTo>
                    <a:pt x="913733" y="154392"/>
                  </a:lnTo>
                  <a:lnTo>
                    <a:pt x="928368" y="156865"/>
                  </a:lnTo>
                  <a:lnTo>
                    <a:pt x="942623" y="159274"/>
                  </a:lnTo>
                  <a:lnTo>
                    <a:pt x="956517" y="161622"/>
                  </a:lnTo>
                  <a:lnTo>
                    <a:pt x="970068" y="163911"/>
                  </a:lnTo>
                  <a:lnTo>
                    <a:pt x="983292" y="166146"/>
                  </a:lnTo>
                  <a:lnTo>
                    <a:pt x="996205" y="168328"/>
                  </a:lnTo>
                  <a:lnTo>
                    <a:pt x="1008822" y="170460"/>
                  </a:lnTo>
                  <a:lnTo>
                    <a:pt x="1021154" y="172543"/>
                  </a:lnTo>
                  <a:lnTo>
                    <a:pt x="1033216" y="174582"/>
                  </a:lnTo>
                  <a:lnTo>
                    <a:pt x="1045019" y="176576"/>
                  </a:lnTo>
                  <a:lnTo>
                    <a:pt x="1056572" y="178528"/>
                  </a:lnTo>
                  <a:lnTo>
                    <a:pt x="1067888" y="180440"/>
                  </a:lnTo>
                  <a:lnTo>
                    <a:pt x="1078975" y="182313"/>
                  </a:lnTo>
                  <a:lnTo>
                    <a:pt x="1089842" y="184150"/>
                  </a:lnTo>
                  <a:lnTo>
                    <a:pt x="1100499" y="185950"/>
                  </a:lnTo>
                  <a:lnTo>
                    <a:pt x="1110952" y="187717"/>
                  </a:lnTo>
                  <a:lnTo>
                    <a:pt x="1121210" y="189450"/>
                  </a:lnTo>
                  <a:lnTo>
                    <a:pt x="1131280" y="191151"/>
                  </a:lnTo>
                  <a:lnTo>
                    <a:pt x="1141168" y="19282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393763" y="3269252"/>
              <a:ext cx="1141168" cy="161975"/>
            </a:xfrm>
            <a:custGeom>
              <a:avLst/>
              <a:pathLst>
                <a:path w="1141168" h="161975">
                  <a:moveTo>
                    <a:pt x="0" y="0"/>
                  </a:moveTo>
                  <a:lnTo>
                    <a:pt x="73280" y="10401"/>
                  </a:lnTo>
                  <a:lnTo>
                    <a:pt x="137917" y="19575"/>
                  </a:lnTo>
                  <a:lnTo>
                    <a:pt x="195738" y="27782"/>
                  </a:lnTo>
                  <a:lnTo>
                    <a:pt x="248043" y="35206"/>
                  </a:lnTo>
                  <a:lnTo>
                    <a:pt x="295793" y="41984"/>
                  </a:lnTo>
                  <a:lnTo>
                    <a:pt x="339720" y="48219"/>
                  </a:lnTo>
                  <a:lnTo>
                    <a:pt x="380389" y="53991"/>
                  </a:lnTo>
                  <a:lnTo>
                    <a:pt x="418251" y="59365"/>
                  </a:lnTo>
                  <a:lnTo>
                    <a:pt x="453669" y="64392"/>
                  </a:lnTo>
                  <a:lnTo>
                    <a:pt x="486939" y="69115"/>
                  </a:lnTo>
                  <a:lnTo>
                    <a:pt x="518307" y="73567"/>
                  </a:lnTo>
                  <a:lnTo>
                    <a:pt x="547978" y="77778"/>
                  </a:lnTo>
                  <a:lnTo>
                    <a:pt x="576127" y="81774"/>
                  </a:lnTo>
                  <a:lnTo>
                    <a:pt x="602903" y="85574"/>
                  </a:lnTo>
                  <a:lnTo>
                    <a:pt x="628432" y="89198"/>
                  </a:lnTo>
                  <a:lnTo>
                    <a:pt x="652827" y="92660"/>
                  </a:lnTo>
                  <a:lnTo>
                    <a:pt x="676183" y="95976"/>
                  </a:lnTo>
                  <a:lnTo>
                    <a:pt x="698585" y="99155"/>
                  </a:lnTo>
                  <a:lnTo>
                    <a:pt x="720109" y="102210"/>
                  </a:lnTo>
                  <a:lnTo>
                    <a:pt x="740821" y="105150"/>
                  </a:lnTo>
                  <a:lnTo>
                    <a:pt x="760779" y="107983"/>
                  </a:lnTo>
                  <a:lnTo>
                    <a:pt x="780036" y="110716"/>
                  </a:lnTo>
                  <a:lnTo>
                    <a:pt x="798641" y="113357"/>
                  </a:lnTo>
                  <a:lnTo>
                    <a:pt x="816635" y="115911"/>
                  </a:lnTo>
                  <a:lnTo>
                    <a:pt x="834059" y="118384"/>
                  </a:lnTo>
                  <a:lnTo>
                    <a:pt x="850946" y="120781"/>
                  </a:lnTo>
                  <a:lnTo>
                    <a:pt x="867329" y="123106"/>
                  </a:lnTo>
                  <a:lnTo>
                    <a:pt x="883237" y="125364"/>
                  </a:lnTo>
                  <a:lnTo>
                    <a:pt x="898696" y="127559"/>
                  </a:lnTo>
                  <a:lnTo>
                    <a:pt x="913733" y="129693"/>
                  </a:lnTo>
                  <a:lnTo>
                    <a:pt x="928368" y="131770"/>
                  </a:lnTo>
                  <a:lnTo>
                    <a:pt x="942623" y="133794"/>
                  </a:lnTo>
                  <a:lnTo>
                    <a:pt x="956517" y="135766"/>
                  </a:lnTo>
                  <a:lnTo>
                    <a:pt x="970068" y="137689"/>
                  </a:lnTo>
                  <a:lnTo>
                    <a:pt x="983292" y="139566"/>
                  </a:lnTo>
                  <a:lnTo>
                    <a:pt x="996205" y="141399"/>
                  </a:lnTo>
                  <a:lnTo>
                    <a:pt x="1008822" y="143190"/>
                  </a:lnTo>
                  <a:lnTo>
                    <a:pt x="1021154" y="144940"/>
                  </a:lnTo>
                  <a:lnTo>
                    <a:pt x="1033216" y="146652"/>
                  </a:lnTo>
                  <a:lnTo>
                    <a:pt x="1045019" y="148327"/>
                  </a:lnTo>
                  <a:lnTo>
                    <a:pt x="1056572" y="149967"/>
                  </a:lnTo>
                  <a:lnTo>
                    <a:pt x="1067888" y="151573"/>
                  </a:lnTo>
                  <a:lnTo>
                    <a:pt x="1078975" y="153147"/>
                  </a:lnTo>
                  <a:lnTo>
                    <a:pt x="1089842" y="154690"/>
                  </a:lnTo>
                  <a:lnTo>
                    <a:pt x="1100499" y="156202"/>
                  </a:lnTo>
                  <a:lnTo>
                    <a:pt x="1110952" y="157686"/>
                  </a:lnTo>
                  <a:lnTo>
                    <a:pt x="1121210" y="159142"/>
                  </a:lnTo>
                  <a:lnTo>
                    <a:pt x="1131280" y="160571"/>
                  </a:lnTo>
                  <a:lnTo>
                    <a:pt x="1141168" y="16197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rc483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310032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5"/>
            <p:cNvSpPr/>
            <p:nvPr/>
          </p:nvSpPr>
          <p:spPr>
            <a:xfrm rot="-5400000">
              <a:off x="1140466" y="37102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7" name="tx486"/>
            <p:cNvSpPr/>
            <p:nvPr/>
          </p:nvSpPr>
          <p:spPr>
            <a:xfrm rot="-5400000">
              <a:off x="1140466" y="342887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31475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286619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0" name="pl489"/>
            <p:cNvSpPr/>
            <p:nvPr/>
          </p:nvSpPr>
          <p:spPr>
            <a:xfrm>
              <a:off x="1281564" y="37466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281564" y="34653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281564" y="31839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29026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0032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9376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774152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154542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534931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tx498"/>
            <p:cNvSpPr/>
            <p:nvPr/>
          </p:nvSpPr>
          <p:spPr>
            <a:xfrm rot="-5400000">
              <a:off x="129703" y="3206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1310032" y="2473969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1" name="rc500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04799" y="343256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07111" y="321828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12284" y="338949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783846" y="33885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789064" y="35564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25924" y="33600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07227" y="34912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779646" y="34277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13351" y="35881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07979" y="36139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158124" y="36892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55126" y="365733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164558" y="35155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201937" y="36381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193877" y="35199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200396" y="33125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180915" y="36630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175538" y="36561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163741" y="35022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165382" y="334680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08012" y="34415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166000" y="36587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164262" y="32696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170290" y="35269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182155" y="33952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168318" y="338297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170721" y="31604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200331" y="329251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555071" y="331675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39938" y="37378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64057" y="336634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51001" y="35938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58151" y="36250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79714" y="3770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48891" y="31014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67862" y="33004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43147" y="34925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79372" y="34122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43119" y="37078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76892" y="35850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63350" y="35745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38008" y="35957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44223" y="34293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46623" y="36415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71139" y="35553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85877" y="32601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40398" y="34972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57797" y="267710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65354" y="34727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67748" y="353115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51611" y="31150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38900" y="36463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55528" y="32303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934143" y="35774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947820" y="35423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965622" y="331364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940591" y="31662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927336" y="35948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963770" y="34050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65718" y="35064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955750" y="333523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60308" y="36371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946457" y="32747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919101" y="32370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949953" y="35133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951042" y="32986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19069" y="32380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969210" y="34932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916480" y="32551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955759" y="36668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962227" y="35781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918235" y="37312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l573"/>
            <p:cNvSpPr/>
            <p:nvPr/>
          </p:nvSpPr>
          <p:spPr>
            <a:xfrm>
              <a:off x="2829483" y="3380292"/>
              <a:ext cx="1140660" cy="10144"/>
            </a:xfrm>
            <a:custGeom>
              <a:avLst/>
              <a:pathLst>
                <a:path w="1140660" h="10144">
                  <a:moveTo>
                    <a:pt x="0" y="10144"/>
                  </a:moveTo>
                  <a:lnTo>
                    <a:pt x="73247" y="9493"/>
                  </a:lnTo>
                  <a:lnTo>
                    <a:pt x="137856" y="8918"/>
                  </a:lnTo>
                  <a:lnTo>
                    <a:pt x="195651" y="8404"/>
                  </a:lnTo>
                  <a:lnTo>
                    <a:pt x="247932" y="7939"/>
                  </a:lnTo>
                  <a:lnTo>
                    <a:pt x="295662" y="7515"/>
                  </a:lnTo>
                  <a:lnTo>
                    <a:pt x="339568" y="7124"/>
                  </a:lnTo>
                  <a:lnTo>
                    <a:pt x="380220" y="6763"/>
                  </a:lnTo>
                  <a:lnTo>
                    <a:pt x="418065" y="6426"/>
                  </a:lnTo>
                  <a:lnTo>
                    <a:pt x="453467" y="6111"/>
                  </a:lnTo>
                  <a:lnTo>
                    <a:pt x="486722" y="5815"/>
                  </a:lnTo>
                  <a:lnTo>
                    <a:pt x="518076" y="5536"/>
                  </a:lnTo>
                  <a:lnTo>
                    <a:pt x="547734" y="5273"/>
                  </a:lnTo>
                  <a:lnTo>
                    <a:pt x="575871" y="5022"/>
                  </a:lnTo>
                  <a:lnTo>
                    <a:pt x="602634" y="4784"/>
                  </a:lnTo>
                  <a:lnTo>
                    <a:pt x="628152" y="4558"/>
                  </a:lnTo>
                  <a:lnTo>
                    <a:pt x="652536" y="4341"/>
                  </a:lnTo>
                  <a:lnTo>
                    <a:pt x="675882" y="4133"/>
                  </a:lnTo>
                  <a:lnTo>
                    <a:pt x="698274" y="3934"/>
                  </a:lnTo>
                  <a:lnTo>
                    <a:pt x="719789" y="3743"/>
                  </a:lnTo>
                  <a:lnTo>
                    <a:pt x="740491" y="3558"/>
                  </a:lnTo>
                  <a:lnTo>
                    <a:pt x="760440" y="3381"/>
                  </a:lnTo>
                  <a:lnTo>
                    <a:pt x="779689" y="3210"/>
                  </a:lnTo>
                  <a:lnTo>
                    <a:pt x="798285" y="3044"/>
                  </a:lnTo>
                  <a:lnTo>
                    <a:pt x="816272" y="2884"/>
                  </a:lnTo>
                  <a:lnTo>
                    <a:pt x="833688" y="2730"/>
                  </a:lnTo>
                  <a:lnTo>
                    <a:pt x="850567" y="2579"/>
                  </a:lnTo>
                  <a:lnTo>
                    <a:pt x="866943" y="2434"/>
                  </a:lnTo>
                  <a:lnTo>
                    <a:pt x="882844" y="2292"/>
                  </a:lnTo>
                  <a:lnTo>
                    <a:pt x="898296" y="2155"/>
                  </a:lnTo>
                  <a:lnTo>
                    <a:pt x="913326" y="2021"/>
                  </a:lnTo>
                  <a:lnTo>
                    <a:pt x="927955" y="1891"/>
                  </a:lnTo>
                  <a:lnTo>
                    <a:pt x="942203" y="1764"/>
                  </a:lnTo>
                  <a:lnTo>
                    <a:pt x="956091" y="1641"/>
                  </a:lnTo>
                  <a:lnTo>
                    <a:pt x="969636" y="1521"/>
                  </a:lnTo>
                  <a:lnTo>
                    <a:pt x="982855" y="1403"/>
                  </a:lnTo>
                  <a:lnTo>
                    <a:pt x="995762" y="1288"/>
                  </a:lnTo>
                  <a:lnTo>
                    <a:pt x="1008373" y="1176"/>
                  </a:lnTo>
                  <a:lnTo>
                    <a:pt x="1020700" y="1066"/>
                  </a:lnTo>
                  <a:lnTo>
                    <a:pt x="1032756" y="959"/>
                  </a:lnTo>
                  <a:lnTo>
                    <a:pt x="1044553" y="854"/>
                  </a:lnTo>
                  <a:lnTo>
                    <a:pt x="1056102" y="752"/>
                  </a:lnTo>
                  <a:lnTo>
                    <a:pt x="1067413" y="651"/>
                  </a:lnTo>
                  <a:lnTo>
                    <a:pt x="1078495" y="552"/>
                  </a:lnTo>
                  <a:lnTo>
                    <a:pt x="1089357" y="456"/>
                  </a:lnTo>
                  <a:lnTo>
                    <a:pt x="1100009" y="361"/>
                  </a:lnTo>
                  <a:lnTo>
                    <a:pt x="1110458" y="268"/>
                  </a:lnTo>
                  <a:lnTo>
                    <a:pt x="1120711" y="177"/>
                  </a:lnTo>
                  <a:lnTo>
                    <a:pt x="1130776" y="87"/>
                  </a:lnTo>
                  <a:lnTo>
                    <a:pt x="114066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829483" y="3508786"/>
              <a:ext cx="1140660" cy="33754"/>
            </a:xfrm>
            <a:custGeom>
              <a:avLst/>
              <a:pathLst>
                <a:path w="1140660" h="33754">
                  <a:moveTo>
                    <a:pt x="0" y="0"/>
                  </a:moveTo>
                  <a:lnTo>
                    <a:pt x="73247" y="2167"/>
                  </a:lnTo>
                  <a:lnTo>
                    <a:pt x="137856" y="4079"/>
                  </a:lnTo>
                  <a:lnTo>
                    <a:pt x="195651" y="5789"/>
                  </a:lnTo>
                  <a:lnTo>
                    <a:pt x="247932" y="7336"/>
                  </a:lnTo>
                  <a:lnTo>
                    <a:pt x="295662" y="8749"/>
                  </a:lnTo>
                  <a:lnTo>
                    <a:pt x="339568" y="10048"/>
                  </a:lnTo>
                  <a:lnTo>
                    <a:pt x="380220" y="11251"/>
                  </a:lnTo>
                  <a:lnTo>
                    <a:pt x="418065" y="12371"/>
                  </a:lnTo>
                  <a:lnTo>
                    <a:pt x="453467" y="13418"/>
                  </a:lnTo>
                  <a:lnTo>
                    <a:pt x="486722" y="14403"/>
                  </a:lnTo>
                  <a:lnTo>
                    <a:pt x="518076" y="15330"/>
                  </a:lnTo>
                  <a:lnTo>
                    <a:pt x="547734" y="16208"/>
                  </a:lnTo>
                  <a:lnTo>
                    <a:pt x="575871" y="17041"/>
                  </a:lnTo>
                  <a:lnTo>
                    <a:pt x="602634" y="17833"/>
                  </a:lnTo>
                  <a:lnTo>
                    <a:pt x="628152" y="18588"/>
                  </a:lnTo>
                  <a:lnTo>
                    <a:pt x="652536" y="19309"/>
                  </a:lnTo>
                  <a:lnTo>
                    <a:pt x="675882" y="20000"/>
                  </a:lnTo>
                  <a:lnTo>
                    <a:pt x="698274" y="20663"/>
                  </a:lnTo>
                  <a:lnTo>
                    <a:pt x="719789" y="21299"/>
                  </a:lnTo>
                  <a:lnTo>
                    <a:pt x="740491" y="21912"/>
                  </a:lnTo>
                  <a:lnTo>
                    <a:pt x="760440" y="22502"/>
                  </a:lnTo>
                  <a:lnTo>
                    <a:pt x="779689" y="23072"/>
                  </a:lnTo>
                  <a:lnTo>
                    <a:pt x="798285" y="23622"/>
                  </a:lnTo>
                  <a:lnTo>
                    <a:pt x="816272" y="24155"/>
                  </a:lnTo>
                  <a:lnTo>
                    <a:pt x="833688" y="24670"/>
                  </a:lnTo>
                  <a:lnTo>
                    <a:pt x="850567" y="25169"/>
                  </a:lnTo>
                  <a:lnTo>
                    <a:pt x="866943" y="25654"/>
                  </a:lnTo>
                  <a:lnTo>
                    <a:pt x="882844" y="26125"/>
                  </a:lnTo>
                  <a:lnTo>
                    <a:pt x="898296" y="26582"/>
                  </a:lnTo>
                  <a:lnTo>
                    <a:pt x="913326" y="27027"/>
                  </a:lnTo>
                  <a:lnTo>
                    <a:pt x="927955" y="27459"/>
                  </a:lnTo>
                  <a:lnTo>
                    <a:pt x="942203" y="27881"/>
                  </a:lnTo>
                  <a:lnTo>
                    <a:pt x="956091" y="28292"/>
                  </a:lnTo>
                  <a:lnTo>
                    <a:pt x="969636" y="28693"/>
                  </a:lnTo>
                  <a:lnTo>
                    <a:pt x="982855" y="29084"/>
                  </a:lnTo>
                  <a:lnTo>
                    <a:pt x="995762" y="29466"/>
                  </a:lnTo>
                  <a:lnTo>
                    <a:pt x="1008373" y="29839"/>
                  </a:lnTo>
                  <a:lnTo>
                    <a:pt x="1020700" y="30204"/>
                  </a:lnTo>
                  <a:lnTo>
                    <a:pt x="1032756" y="30561"/>
                  </a:lnTo>
                  <a:lnTo>
                    <a:pt x="1044553" y="30910"/>
                  </a:lnTo>
                  <a:lnTo>
                    <a:pt x="1056102" y="31252"/>
                  </a:lnTo>
                  <a:lnTo>
                    <a:pt x="1067413" y="31586"/>
                  </a:lnTo>
                  <a:lnTo>
                    <a:pt x="1078495" y="31914"/>
                  </a:lnTo>
                  <a:lnTo>
                    <a:pt x="1089357" y="32236"/>
                  </a:lnTo>
                  <a:lnTo>
                    <a:pt x="1100009" y="32551"/>
                  </a:lnTo>
                  <a:lnTo>
                    <a:pt x="1110458" y="32860"/>
                  </a:lnTo>
                  <a:lnTo>
                    <a:pt x="1120711" y="33163"/>
                  </a:lnTo>
                  <a:lnTo>
                    <a:pt x="1130776" y="33461"/>
                  </a:lnTo>
                  <a:lnTo>
                    <a:pt x="1140660" y="3375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829483" y="3353242"/>
              <a:ext cx="1140660" cy="70024"/>
            </a:xfrm>
            <a:custGeom>
              <a:avLst/>
              <a:pathLst>
                <a:path w="1140660" h="70024">
                  <a:moveTo>
                    <a:pt x="0" y="70024"/>
                  </a:moveTo>
                  <a:lnTo>
                    <a:pt x="73247" y="65527"/>
                  </a:lnTo>
                  <a:lnTo>
                    <a:pt x="137856" y="61561"/>
                  </a:lnTo>
                  <a:lnTo>
                    <a:pt x="195651" y="58013"/>
                  </a:lnTo>
                  <a:lnTo>
                    <a:pt x="247932" y="54803"/>
                  </a:lnTo>
                  <a:lnTo>
                    <a:pt x="295662" y="51873"/>
                  </a:lnTo>
                  <a:lnTo>
                    <a:pt x="339568" y="49178"/>
                  </a:lnTo>
                  <a:lnTo>
                    <a:pt x="380220" y="46682"/>
                  </a:lnTo>
                  <a:lnTo>
                    <a:pt x="418065" y="44359"/>
                  </a:lnTo>
                  <a:lnTo>
                    <a:pt x="453467" y="42186"/>
                  </a:lnTo>
                  <a:lnTo>
                    <a:pt x="486722" y="40144"/>
                  </a:lnTo>
                  <a:lnTo>
                    <a:pt x="518076" y="38219"/>
                  </a:lnTo>
                  <a:lnTo>
                    <a:pt x="547734" y="36399"/>
                  </a:lnTo>
                  <a:lnTo>
                    <a:pt x="575871" y="34671"/>
                  </a:lnTo>
                  <a:lnTo>
                    <a:pt x="602634" y="33028"/>
                  </a:lnTo>
                  <a:lnTo>
                    <a:pt x="628152" y="31462"/>
                  </a:lnTo>
                  <a:lnTo>
                    <a:pt x="652536" y="29965"/>
                  </a:lnTo>
                  <a:lnTo>
                    <a:pt x="675882" y="28532"/>
                  </a:lnTo>
                  <a:lnTo>
                    <a:pt x="698274" y="27157"/>
                  </a:lnTo>
                  <a:lnTo>
                    <a:pt x="719789" y="25836"/>
                  </a:lnTo>
                  <a:lnTo>
                    <a:pt x="740491" y="24566"/>
                  </a:lnTo>
                  <a:lnTo>
                    <a:pt x="760440" y="23341"/>
                  </a:lnTo>
                  <a:lnTo>
                    <a:pt x="779689" y="22159"/>
                  </a:lnTo>
                  <a:lnTo>
                    <a:pt x="798285" y="21018"/>
                  </a:lnTo>
                  <a:lnTo>
                    <a:pt x="816272" y="19913"/>
                  </a:lnTo>
                  <a:lnTo>
                    <a:pt x="833688" y="18844"/>
                  </a:lnTo>
                  <a:lnTo>
                    <a:pt x="850567" y="17808"/>
                  </a:lnTo>
                  <a:lnTo>
                    <a:pt x="866943" y="16803"/>
                  </a:lnTo>
                  <a:lnTo>
                    <a:pt x="882844" y="15827"/>
                  </a:lnTo>
                  <a:lnTo>
                    <a:pt x="898296" y="14878"/>
                  </a:lnTo>
                  <a:lnTo>
                    <a:pt x="913326" y="13955"/>
                  </a:lnTo>
                  <a:lnTo>
                    <a:pt x="927955" y="13057"/>
                  </a:lnTo>
                  <a:lnTo>
                    <a:pt x="942203" y="12183"/>
                  </a:lnTo>
                  <a:lnTo>
                    <a:pt x="956091" y="11330"/>
                  </a:lnTo>
                  <a:lnTo>
                    <a:pt x="969636" y="10499"/>
                  </a:lnTo>
                  <a:lnTo>
                    <a:pt x="982855" y="9687"/>
                  </a:lnTo>
                  <a:lnTo>
                    <a:pt x="995762" y="8895"/>
                  </a:lnTo>
                  <a:lnTo>
                    <a:pt x="1008373" y="8121"/>
                  </a:lnTo>
                  <a:lnTo>
                    <a:pt x="1020700" y="7364"/>
                  </a:lnTo>
                  <a:lnTo>
                    <a:pt x="1032756" y="6624"/>
                  </a:lnTo>
                  <a:lnTo>
                    <a:pt x="1044553" y="5899"/>
                  </a:lnTo>
                  <a:lnTo>
                    <a:pt x="1056102" y="5190"/>
                  </a:lnTo>
                  <a:lnTo>
                    <a:pt x="1067413" y="4496"/>
                  </a:lnTo>
                  <a:lnTo>
                    <a:pt x="1078495" y="3816"/>
                  </a:lnTo>
                  <a:lnTo>
                    <a:pt x="1089357" y="3149"/>
                  </a:lnTo>
                  <a:lnTo>
                    <a:pt x="1100009" y="2495"/>
                  </a:lnTo>
                  <a:lnTo>
                    <a:pt x="1110458" y="1854"/>
                  </a:lnTo>
                  <a:lnTo>
                    <a:pt x="1120711" y="1224"/>
                  </a:lnTo>
                  <a:lnTo>
                    <a:pt x="1130776" y="606"/>
                  </a:lnTo>
                  <a:lnTo>
                    <a:pt x="114066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829483" y="3176262"/>
              <a:ext cx="1140660" cy="223571"/>
            </a:xfrm>
            <a:custGeom>
              <a:avLst/>
              <a:pathLst>
                <a:path w="1140660" h="223571">
                  <a:moveTo>
                    <a:pt x="0" y="223571"/>
                  </a:moveTo>
                  <a:lnTo>
                    <a:pt x="73247" y="209215"/>
                  </a:lnTo>
                  <a:lnTo>
                    <a:pt x="137856" y="196551"/>
                  </a:lnTo>
                  <a:lnTo>
                    <a:pt x="195651" y="185223"/>
                  </a:lnTo>
                  <a:lnTo>
                    <a:pt x="247932" y="174976"/>
                  </a:lnTo>
                  <a:lnTo>
                    <a:pt x="295662" y="165621"/>
                  </a:lnTo>
                  <a:lnTo>
                    <a:pt x="339568" y="157015"/>
                  </a:lnTo>
                  <a:lnTo>
                    <a:pt x="380220" y="149047"/>
                  </a:lnTo>
                  <a:lnTo>
                    <a:pt x="418065" y="141630"/>
                  </a:lnTo>
                  <a:lnTo>
                    <a:pt x="453467" y="134691"/>
                  </a:lnTo>
                  <a:lnTo>
                    <a:pt x="486722" y="128173"/>
                  </a:lnTo>
                  <a:lnTo>
                    <a:pt x="518076" y="122027"/>
                  </a:lnTo>
                  <a:lnTo>
                    <a:pt x="547734" y="116214"/>
                  </a:lnTo>
                  <a:lnTo>
                    <a:pt x="575871" y="110699"/>
                  </a:lnTo>
                  <a:lnTo>
                    <a:pt x="602634" y="105454"/>
                  </a:lnTo>
                  <a:lnTo>
                    <a:pt x="628152" y="100452"/>
                  </a:lnTo>
                  <a:lnTo>
                    <a:pt x="652536" y="95673"/>
                  </a:lnTo>
                  <a:lnTo>
                    <a:pt x="675882" y="91097"/>
                  </a:lnTo>
                  <a:lnTo>
                    <a:pt x="698274" y="86708"/>
                  </a:lnTo>
                  <a:lnTo>
                    <a:pt x="719789" y="82491"/>
                  </a:lnTo>
                  <a:lnTo>
                    <a:pt x="740491" y="78433"/>
                  </a:lnTo>
                  <a:lnTo>
                    <a:pt x="760440" y="74523"/>
                  </a:lnTo>
                  <a:lnTo>
                    <a:pt x="779689" y="70751"/>
                  </a:lnTo>
                  <a:lnTo>
                    <a:pt x="798285" y="67106"/>
                  </a:lnTo>
                  <a:lnTo>
                    <a:pt x="816272" y="63580"/>
                  </a:lnTo>
                  <a:lnTo>
                    <a:pt x="833688" y="60167"/>
                  </a:lnTo>
                  <a:lnTo>
                    <a:pt x="850567" y="56858"/>
                  </a:lnTo>
                  <a:lnTo>
                    <a:pt x="866943" y="53649"/>
                  </a:lnTo>
                  <a:lnTo>
                    <a:pt x="882844" y="50532"/>
                  </a:lnTo>
                  <a:lnTo>
                    <a:pt x="898296" y="47503"/>
                  </a:lnTo>
                  <a:lnTo>
                    <a:pt x="913326" y="44557"/>
                  </a:lnTo>
                  <a:lnTo>
                    <a:pt x="927955" y="41690"/>
                  </a:lnTo>
                  <a:lnTo>
                    <a:pt x="942203" y="38897"/>
                  </a:lnTo>
                  <a:lnTo>
                    <a:pt x="956091" y="36175"/>
                  </a:lnTo>
                  <a:lnTo>
                    <a:pt x="969636" y="33521"/>
                  </a:lnTo>
                  <a:lnTo>
                    <a:pt x="982855" y="30930"/>
                  </a:lnTo>
                  <a:lnTo>
                    <a:pt x="995762" y="28400"/>
                  </a:lnTo>
                  <a:lnTo>
                    <a:pt x="1008373" y="25928"/>
                  </a:lnTo>
                  <a:lnTo>
                    <a:pt x="1020700" y="23512"/>
                  </a:lnTo>
                  <a:lnTo>
                    <a:pt x="1032756" y="21149"/>
                  </a:lnTo>
                  <a:lnTo>
                    <a:pt x="1044553" y="18837"/>
                  </a:lnTo>
                  <a:lnTo>
                    <a:pt x="1056102" y="16573"/>
                  </a:lnTo>
                  <a:lnTo>
                    <a:pt x="1067413" y="14356"/>
                  </a:lnTo>
                  <a:lnTo>
                    <a:pt x="1078495" y="12184"/>
                  </a:lnTo>
                  <a:lnTo>
                    <a:pt x="1089357" y="10055"/>
                  </a:lnTo>
                  <a:lnTo>
                    <a:pt x="1100009" y="7967"/>
                  </a:lnTo>
                  <a:lnTo>
                    <a:pt x="1110458" y="5919"/>
                  </a:lnTo>
                  <a:lnTo>
                    <a:pt x="1120711" y="3910"/>
                  </a:lnTo>
                  <a:lnTo>
                    <a:pt x="1130776" y="1937"/>
                  </a:lnTo>
                  <a:lnTo>
                    <a:pt x="114066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829483" y="3261788"/>
              <a:ext cx="1140660" cy="210686"/>
            </a:xfrm>
            <a:custGeom>
              <a:avLst/>
              <a:pathLst>
                <a:path w="1140660" h="210686">
                  <a:moveTo>
                    <a:pt x="0" y="210686"/>
                  </a:moveTo>
                  <a:lnTo>
                    <a:pt x="73247" y="197157"/>
                  </a:lnTo>
                  <a:lnTo>
                    <a:pt x="137856" y="185223"/>
                  </a:lnTo>
                  <a:lnTo>
                    <a:pt x="195651" y="174548"/>
                  </a:lnTo>
                  <a:lnTo>
                    <a:pt x="247932" y="164891"/>
                  </a:lnTo>
                  <a:lnTo>
                    <a:pt x="295662" y="156075"/>
                  </a:lnTo>
                  <a:lnTo>
                    <a:pt x="339568" y="147966"/>
                  </a:lnTo>
                  <a:lnTo>
                    <a:pt x="380220" y="140457"/>
                  </a:lnTo>
                  <a:lnTo>
                    <a:pt x="418065" y="133467"/>
                  </a:lnTo>
                  <a:lnTo>
                    <a:pt x="453467" y="126928"/>
                  </a:lnTo>
                  <a:lnTo>
                    <a:pt x="486722" y="120785"/>
                  </a:lnTo>
                  <a:lnTo>
                    <a:pt x="518076" y="114994"/>
                  </a:lnTo>
                  <a:lnTo>
                    <a:pt x="547734" y="109516"/>
                  </a:lnTo>
                  <a:lnTo>
                    <a:pt x="575871" y="104319"/>
                  </a:lnTo>
                  <a:lnTo>
                    <a:pt x="602634" y="99376"/>
                  </a:lnTo>
                  <a:lnTo>
                    <a:pt x="628152" y="94662"/>
                  </a:lnTo>
                  <a:lnTo>
                    <a:pt x="652536" y="90159"/>
                  </a:lnTo>
                  <a:lnTo>
                    <a:pt x="675882" y="85847"/>
                  </a:lnTo>
                  <a:lnTo>
                    <a:pt x="698274" y="81711"/>
                  </a:lnTo>
                  <a:lnTo>
                    <a:pt x="719789" y="77737"/>
                  </a:lnTo>
                  <a:lnTo>
                    <a:pt x="740491" y="73913"/>
                  </a:lnTo>
                  <a:lnTo>
                    <a:pt x="760440" y="70228"/>
                  </a:lnTo>
                  <a:lnTo>
                    <a:pt x="779689" y="66673"/>
                  </a:lnTo>
                  <a:lnTo>
                    <a:pt x="798285" y="63238"/>
                  </a:lnTo>
                  <a:lnTo>
                    <a:pt x="816272" y="59916"/>
                  </a:lnTo>
                  <a:lnTo>
                    <a:pt x="833688" y="56699"/>
                  </a:lnTo>
                  <a:lnTo>
                    <a:pt x="850567" y="53581"/>
                  </a:lnTo>
                  <a:lnTo>
                    <a:pt x="866943" y="50557"/>
                  </a:lnTo>
                  <a:lnTo>
                    <a:pt x="882844" y="47620"/>
                  </a:lnTo>
                  <a:lnTo>
                    <a:pt x="898296" y="44765"/>
                  </a:lnTo>
                  <a:lnTo>
                    <a:pt x="913326" y="41989"/>
                  </a:lnTo>
                  <a:lnTo>
                    <a:pt x="927955" y="39287"/>
                  </a:lnTo>
                  <a:lnTo>
                    <a:pt x="942203" y="36656"/>
                  </a:lnTo>
                  <a:lnTo>
                    <a:pt x="956091" y="34090"/>
                  </a:lnTo>
                  <a:lnTo>
                    <a:pt x="969636" y="31589"/>
                  </a:lnTo>
                  <a:lnTo>
                    <a:pt x="982855" y="29147"/>
                  </a:lnTo>
                  <a:lnTo>
                    <a:pt x="995762" y="26763"/>
                  </a:lnTo>
                  <a:lnTo>
                    <a:pt x="1008373" y="24434"/>
                  </a:lnTo>
                  <a:lnTo>
                    <a:pt x="1020700" y="22157"/>
                  </a:lnTo>
                  <a:lnTo>
                    <a:pt x="1032756" y="19930"/>
                  </a:lnTo>
                  <a:lnTo>
                    <a:pt x="1044553" y="17751"/>
                  </a:lnTo>
                  <a:lnTo>
                    <a:pt x="1056102" y="15618"/>
                  </a:lnTo>
                  <a:lnTo>
                    <a:pt x="1067413" y="13529"/>
                  </a:lnTo>
                  <a:lnTo>
                    <a:pt x="1078495" y="11482"/>
                  </a:lnTo>
                  <a:lnTo>
                    <a:pt x="1089357" y="9475"/>
                  </a:lnTo>
                  <a:lnTo>
                    <a:pt x="1100009" y="7508"/>
                  </a:lnTo>
                  <a:lnTo>
                    <a:pt x="1110458" y="5578"/>
                  </a:lnTo>
                  <a:lnTo>
                    <a:pt x="1120711" y="3684"/>
                  </a:lnTo>
                  <a:lnTo>
                    <a:pt x="1130776" y="1825"/>
                  </a:lnTo>
                  <a:lnTo>
                    <a:pt x="114066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829483" y="3358799"/>
              <a:ext cx="1140660" cy="276443"/>
            </a:xfrm>
            <a:custGeom>
              <a:avLst/>
              <a:pathLst>
                <a:path w="1140660" h="276443">
                  <a:moveTo>
                    <a:pt x="0" y="0"/>
                  </a:moveTo>
                  <a:lnTo>
                    <a:pt x="73247" y="17751"/>
                  </a:lnTo>
                  <a:lnTo>
                    <a:pt x="137856" y="33410"/>
                  </a:lnTo>
                  <a:lnTo>
                    <a:pt x="195651" y="47416"/>
                  </a:lnTo>
                  <a:lnTo>
                    <a:pt x="247932" y="60087"/>
                  </a:lnTo>
                  <a:lnTo>
                    <a:pt x="295662" y="71654"/>
                  </a:lnTo>
                  <a:lnTo>
                    <a:pt x="339568" y="82295"/>
                  </a:lnTo>
                  <a:lnTo>
                    <a:pt x="380220" y="92147"/>
                  </a:lnTo>
                  <a:lnTo>
                    <a:pt x="418065" y="101319"/>
                  </a:lnTo>
                  <a:lnTo>
                    <a:pt x="453467" y="109899"/>
                  </a:lnTo>
                  <a:lnTo>
                    <a:pt x="486722" y="117959"/>
                  </a:lnTo>
                  <a:lnTo>
                    <a:pt x="518076" y="125557"/>
                  </a:lnTo>
                  <a:lnTo>
                    <a:pt x="547734" y="132745"/>
                  </a:lnTo>
                  <a:lnTo>
                    <a:pt x="575871" y="139564"/>
                  </a:lnTo>
                  <a:lnTo>
                    <a:pt x="602634" y="146050"/>
                  </a:lnTo>
                  <a:lnTo>
                    <a:pt x="628152" y="152235"/>
                  </a:lnTo>
                  <a:lnTo>
                    <a:pt x="652536" y="158144"/>
                  </a:lnTo>
                  <a:lnTo>
                    <a:pt x="675882" y="163802"/>
                  </a:lnTo>
                  <a:lnTo>
                    <a:pt x="698274" y="169229"/>
                  </a:lnTo>
                  <a:lnTo>
                    <a:pt x="719789" y="174443"/>
                  </a:lnTo>
                  <a:lnTo>
                    <a:pt x="740491" y="179460"/>
                  </a:lnTo>
                  <a:lnTo>
                    <a:pt x="760440" y="184295"/>
                  </a:lnTo>
                  <a:lnTo>
                    <a:pt x="779689" y="188960"/>
                  </a:lnTo>
                  <a:lnTo>
                    <a:pt x="798285" y="193467"/>
                  </a:lnTo>
                  <a:lnTo>
                    <a:pt x="816272" y="197826"/>
                  </a:lnTo>
                  <a:lnTo>
                    <a:pt x="833688" y="202047"/>
                  </a:lnTo>
                  <a:lnTo>
                    <a:pt x="850567" y="206138"/>
                  </a:lnTo>
                  <a:lnTo>
                    <a:pt x="866943" y="210106"/>
                  </a:lnTo>
                  <a:lnTo>
                    <a:pt x="882844" y="213960"/>
                  </a:lnTo>
                  <a:lnTo>
                    <a:pt x="898296" y="217705"/>
                  </a:lnTo>
                  <a:lnTo>
                    <a:pt x="913326" y="221348"/>
                  </a:lnTo>
                  <a:lnTo>
                    <a:pt x="927955" y="224893"/>
                  </a:lnTo>
                  <a:lnTo>
                    <a:pt x="942203" y="228346"/>
                  </a:lnTo>
                  <a:lnTo>
                    <a:pt x="956091" y="231712"/>
                  </a:lnTo>
                  <a:lnTo>
                    <a:pt x="969636" y="234995"/>
                  </a:lnTo>
                  <a:lnTo>
                    <a:pt x="982855" y="238198"/>
                  </a:lnTo>
                  <a:lnTo>
                    <a:pt x="995762" y="241326"/>
                  </a:lnTo>
                  <a:lnTo>
                    <a:pt x="1008373" y="244383"/>
                  </a:lnTo>
                  <a:lnTo>
                    <a:pt x="1020700" y="247370"/>
                  </a:lnTo>
                  <a:lnTo>
                    <a:pt x="1032756" y="250292"/>
                  </a:lnTo>
                  <a:lnTo>
                    <a:pt x="1044553" y="253151"/>
                  </a:lnTo>
                  <a:lnTo>
                    <a:pt x="1056102" y="255950"/>
                  </a:lnTo>
                  <a:lnTo>
                    <a:pt x="1067413" y="258691"/>
                  </a:lnTo>
                  <a:lnTo>
                    <a:pt x="1078495" y="261377"/>
                  </a:lnTo>
                  <a:lnTo>
                    <a:pt x="1089357" y="264009"/>
                  </a:lnTo>
                  <a:lnTo>
                    <a:pt x="1100009" y="266591"/>
                  </a:lnTo>
                  <a:lnTo>
                    <a:pt x="1110458" y="269123"/>
                  </a:lnTo>
                  <a:lnTo>
                    <a:pt x="1120711" y="271608"/>
                  </a:lnTo>
                  <a:lnTo>
                    <a:pt x="1130776" y="274047"/>
                  </a:lnTo>
                  <a:lnTo>
                    <a:pt x="1140660" y="27644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29483" y="3428824"/>
              <a:ext cx="1140660" cy="256804"/>
            </a:xfrm>
            <a:custGeom>
              <a:avLst/>
              <a:pathLst>
                <a:path w="1140660" h="256804">
                  <a:moveTo>
                    <a:pt x="0" y="256804"/>
                  </a:moveTo>
                  <a:lnTo>
                    <a:pt x="73247" y="240313"/>
                  </a:lnTo>
                  <a:lnTo>
                    <a:pt x="137856" y="225767"/>
                  </a:lnTo>
                  <a:lnTo>
                    <a:pt x="195651" y="212756"/>
                  </a:lnTo>
                  <a:lnTo>
                    <a:pt x="247932" y="200985"/>
                  </a:lnTo>
                  <a:lnTo>
                    <a:pt x="295662" y="190240"/>
                  </a:lnTo>
                  <a:lnTo>
                    <a:pt x="339568" y="180355"/>
                  </a:lnTo>
                  <a:lnTo>
                    <a:pt x="380220" y="171203"/>
                  </a:lnTo>
                  <a:lnTo>
                    <a:pt x="418065" y="162682"/>
                  </a:lnTo>
                  <a:lnTo>
                    <a:pt x="453467" y="154712"/>
                  </a:lnTo>
                  <a:lnTo>
                    <a:pt x="486722" y="147225"/>
                  </a:lnTo>
                  <a:lnTo>
                    <a:pt x="518076" y="140166"/>
                  </a:lnTo>
                  <a:lnTo>
                    <a:pt x="547734" y="133489"/>
                  </a:lnTo>
                  <a:lnTo>
                    <a:pt x="575871" y="127154"/>
                  </a:lnTo>
                  <a:lnTo>
                    <a:pt x="602634" y="121129"/>
                  </a:lnTo>
                  <a:lnTo>
                    <a:pt x="628152" y="115384"/>
                  </a:lnTo>
                  <a:lnTo>
                    <a:pt x="652536" y="109894"/>
                  </a:lnTo>
                  <a:lnTo>
                    <a:pt x="675882" y="104638"/>
                  </a:lnTo>
                  <a:lnTo>
                    <a:pt x="698274" y="99597"/>
                  </a:lnTo>
                  <a:lnTo>
                    <a:pt x="719789" y="94753"/>
                  </a:lnTo>
                  <a:lnTo>
                    <a:pt x="740491" y="90092"/>
                  </a:lnTo>
                  <a:lnTo>
                    <a:pt x="760440" y="85601"/>
                  </a:lnTo>
                  <a:lnTo>
                    <a:pt x="779689" y="81267"/>
                  </a:lnTo>
                  <a:lnTo>
                    <a:pt x="798285" y="77081"/>
                  </a:lnTo>
                  <a:lnTo>
                    <a:pt x="816272" y="73031"/>
                  </a:lnTo>
                  <a:lnTo>
                    <a:pt x="833688" y="69110"/>
                  </a:lnTo>
                  <a:lnTo>
                    <a:pt x="850567" y="65310"/>
                  </a:lnTo>
                  <a:lnTo>
                    <a:pt x="866943" y="61623"/>
                  </a:lnTo>
                  <a:lnTo>
                    <a:pt x="882844" y="58043"/>
                  </a:lnTo>
                  <a:lnTo>
                    <a:pt x="898296" y="54564"/>
                  </a:lnTo>
                  <a:lnTo>
                    <a:pt x="913326" y="51181"/>
                  </a:lnTo>
                  <a:lnTo>
                    <a:pt x="927955" y="47887"/>
                  </a:lnTo>
                  <a:lnTo>
                    <a:pt x="942203" y="44679"/>
                  </a:lnTo>
                  <a:lnTo>
                    <a:pt x="956091" y="41553"/>
                  </a:lnTo>
                  <a:lnTo>
                    <a:pt x="969636" y="38503"/>
                  </a:lnTo>
                  <a:lnTo>
                    <a:pt x="982855" y="35527"/>
                  </a:lnTo>
                  <a:lnTo>
                    <a:pt x="995762" y="32621"/>
                  </a:lnTo>
                  <a:lnTo>
                    <a:pt x="1008373" y="29782"/>
                  </a:lnTo>
                  <a:lnTo>
                    <a:pt x="1020700" y="27007"/>
                  </a:lnTo>
                  <a:lnTo>
                    <a:pt x="1032756" y="24293"/>
                  </a:lnTo>
                  <a:lnTo>
                    <a:pt x="1044553" y="21637"/>
                  </a:lnTo>
                  <a:lnTo>
                    <a:pt x="1056102" y="19037"/>
                  </a:lnTo>
                  <a:lnTo>
                    <a:pt x="1067413" y="16490"/>
                  </a:lnTo>
                  <a:lnTo>
                    <a:pt x="1078495" y="13995"/>
                  </a:lnTo>
                  <a:lnTo>
                    <a:pt x="1089357" y="11550"/>
                  </a:lnTo>
                  <a:lnTo>
                    <a:pt x="1100009" y="9152"/>
                  </a:lnTo>
                  <a:lnTo>
                    <a:pt x="1110458" y="6799"/>
                  </a:lnTo>
                  <a:lnTo>
                    <a:pt x="1120711" y="4491"/>
                  </a:lnTo>
                  <a:lnTo>
                    <a:pt x="1130776" y="2225"/>
                  </a:lnTo>
                  <a:lnTo>
                    <a:pt x="114066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829483" y="3635060"/>
              <a:ext cx="1140660" cy="91238"/>
            </a:xfrm>
            <a:custGeom>
              <a:avLst/>
              <a:pathLst>
                <a:path w="1140660" h="91238">
                  <a:moveTo>
                    <a:pt x="0" y="0"/>
                  </a:moveTo>
                  <a:lnTo>
                    <a:pt x="73247" y="5858"/>
                  </a:lnTo>
                  <a:lnTo>
                    <a:pt x="137856" y="11026"/>
                  </a:lnTo>
                  <a:lnTo>
                    <a:pt x="195651" y="15649"/>
                  </a:lnTo>
                  <a:lnTo>
                    <a:pt x="247932" y="19831"/>
                  </a:lnTo>
                  <a:lnTo>
                    <a:pt x="295662" y="23649"/>
                  </a:lnTo>
                  <a:lnTo>
                    <a:pt x="339568" y="27161"/>
                  </a:lnTo>
                  <a:lnTo>
                    <a:pt x="380220" y="30412"/>
                  </a:lnTo>
                  <a:lnTo>
                    <a:pt x="418065" y="33439"/>
                  </a:lnTo>
                  <a:lnTo>
                    <a:pt x="453467" y="36271"/>
                  </a:lnTo>
                  <a:lnTo>
                    <a:pt x="486722" y="38931"/>
                  </a:lnTo>
                  <a:lnTo>
                    <a:pt x="518076" y="41439"/>
                  </a:lnTo>
                  <a:lnTo>
                    <a:pt x="547734" y="43811"/>
                  </a:lnTo>
                  <a:lnTo>
                    <a:pt x="575871" y="46062"/>
                  </a:lnTo>
                  <a:lnTo>
                    <a:pt x="602634" y="48202"/>
                  </a:lnTo>
                  <a:lnTo>
                    <a:pt x="628152" y="50244"/>
                  </a:lnTo>
                  <a:lnTo>
                    <a:pt x="652536" y="52194"/>
                  </a:lnTo>
                  <a:lnTo>
                    <a:pt x="675882" y="54061"/>
                  </a:lnTo>
                  <a:lnTo>
                    <a:pt x="698274" y="55852"/>
                  </a:lnTo>
                  <a:lnTo>
                    <a:pt x="719789" y="57573"/>
                  </a:lnTo>
                  <a:lnTo>
                    <a:pt x="740491" y="59229"/>
                  </a:lnTo>
                  <a:lnTo>
                    <a:pt x="760440" y="60825"/>
                  </a:lnTo>
                  <a:lnTo>
                    <a:pt x="779689" y="62365"/>
                  </a:lnTo>
                  <a:lnTo>
                    <a:pt x="798285" y="63852"/>
                  </a:lnTo>
                  <a:lnTo>
                    <a:pt x="816272" y="65291"/>
                  </a:lnTo>
                  <a:lnTo>
                    <a:pt x="833688" y="66684"/>
                  </a:lnTo>
                  <a:lnTo>
                    <a:pt x="850567" y="68034"/>
                  </a:lnTo>
                  <a:lnTo>
                    <a:pt x="866943" y="69344"/>
                  </a:lnTo>
                  <a:lnTo>
                    <a:pt x="882844" y="70616"/>
                  </a:lnTo>
                  <a:lnTo>
                    <a:pt x="898296" y="71852"/>
                  </a:lnTo>
                  <a:lnTo>
                    <a:pt x="913326" y="73054"/>
                  </a:lnTo>
                  <a:lnTo>
                    <a:pt x="927955" y="74224"/>
                  </a:lnTo>
                  <a:lnTo>
                    <a:pt x="942203" y="75364"/>
                  </a:lnTo>
                  <a:lnTo>
                    <a:pt x="956091" y="76474"/>
                  </a:lnTo>
                  <a:lnTo>
                    <a:pt x="969636" y="77558"/>
                  </a:lnTo>
                  <a:lnTo>
                    <a:pt x="982855" y="78615"/>
                  </a:lnTo>
                  <a:lnTo>
                    <a:pt x="995762" y="79648"/>
                  </a:lnTo>
                  <a:lnTo>
                    <a:pt x="1008373" y="80656"/>
                  </a:lnTo>
                  <a:lnTo>
                    <a:pt x="1020700" y="81642"/>
                  </a:lnTo>
                  <a:lnTo>
                    <a:pt x="1032756" y="82607"/>
                  </a:lnTo>
                  <a:lnTo>
                    <a:pt x="1044553" y="83550"/>
                  </a:lnTo>
                  <a:lnTo>
                    <a:pt x="1056102" y="84474"/>
                  </a:lnTo>
                  <a:lnTo>
                    <a:pt x="1067413" y="85379"/>
                  </a:lnTo>
                  <a:lnTo>
                    <a:pt x="1078495" y="86265"/>
                  </a:lnTo>
                  <a:lnTo>
                    <a:pt x="1089357" y="87134"/>
                  </a:lnTo>
                  <a:lnTo>
                    <a:pt x="1100009" y="87986"/>
                  </a:lnTo>
                  <a:lnTo>
                    <a:pt x="1110458" y="88822"/>
                  </a:lnTo>
                  <a:lnTo>
                    <a:pt x="1120711" y="89642"/>
                  </a:lnTo>
                  <a:lnTo>
                    <a:pt x="1130776" y="90447"/>
                  </a:lnTo>
                  <a:lnTo>
                    <a:pt x="1140660" y="9123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829483" y="3399665"/>
              <a:ext cx="1140660" cy="187565"/>
            </a:xfrm>
            <a:custGeom>
              <a:avLst/>
              <a:pathLst>
                <a:path w="1140660" h="187565">
                  <a:moveTo>
                    <a:pt x="0" y="187565"/>
                  </a:moveTo>
                  <a:lnTo>
                    <a:pt x="73247" y="175521"/>
                  </a:lnTo>
                  <a:lnTo>
                    <a:pt x="137856" y="164897"/>
                  </a:lnTo>
                  <a:lnTo>
                    <a:pt x="195651" y="155393"/>
                  </a:lnTo>
                  <a:lnTo>
                    <a:pt x="247932" y="146796"/>
                  </a:lnTo>
                  <a:lnTo>
                    <a:pt x="295662" y="138948"/>
                  </a:lnTo>
                  <a:lnTo>
                    <a:pt x="339568" y="131728"/>
                  </a:lnTo>
                  <a:lnTo>
                    <a:pt x="380220" y="125043"/>
                  </a:lnTo>
                  <a:lnTo>
                    <a:pt x="418065" y="118820"/>
                  </a:lnTo>
                  <a:lnTo>
                    <a:pt x="453467" y="112999"/>
                  </a:lnTo>
                  <a:lnTo>
                    <a:pt x="486722" y="107530"/>
                  </a:lnTo>
                  <a:lnTo>
                    <a:pt x="518076" y="102375"/>
                  </a:lnTo>
                  <a:lnTo>
                    <a:pt x="547734" y="97498"/>
                  </a:lnTo>
                  <a:lnTo>
                    <a:pt x="575871" y="92871"/>
                  </a:lnTo>
                  <a:lnTo>
                    <a:pt x="602634" y="88470"/>
                  </a:lnTo>
                  <a:lnTo>
                    <a:pt x="628152" y="84274"/>
                  </a:lnTo>
                  <a:lnTo>
                    <a:pt x="652536" y="80265"/>
                  </a:lnTo>
                  <a:lnTo>
                    <a:pt x="675882" y="76426"/>
                  </a:lnTo>
                  <a:lnTo>
                    <a:pt x="698274" y="72744"/>
                  </a:lnTo>
                  <a:lnTo>
                    <a:pt x="719789" y="69206"/>
                  </a:lnTo>
                  <a:lnTo>
                    <a:pt x="740491" y="65802"/>
                  </a:lnTo>
                  <a:lnTo>
                    <a:pt x="760440" y="62521"/>
                  </a:lnTo>
                  <a:lnTo>
                    <a:pt x="779689" y="59356"/>
                  </a:lnTo>
                  <a:lnTo>
                    <a:pt x="798285" y="56298"/>
                  </a:lnTo>
                  <a:lnTo>
                    <a:pt x="816272" y="53341"/>
                  </a:lnTo>
                  <a:lnTo>
                    <a:pt x="833688" y="50477"/>
                  </a:lnTo>
                  <a:lnTo>
                    <a:pt x="850567" y="47701"/>
                  </a:lnTo>
                  <a:lnTo>
                    <a:pt x="866943" y="45009"/>
                  </a:lnTo>
                  <a:lnTo>
                    <a:pt x="882844" y="42394"/>
                  </a:lnTo>
                  <a:lnTo>
                    <a:pt x="898296" y="39853"/>
                  </a:lnTo>
                  <a:lnTo>
                    <a:pt x="913326" y="37381"/>
                  </a:lnTo>
                  <a:lnTo>
                    <a:pt x="927955" y="34976"/>
                  </a:lnTo>
                  <a:lnTo>
                    <a:pt x="942203" y="32633"/>
                  </a:lnTo>
                  <a:lnTo>
                    <a:pt x="956091" y="30349"/>
                  </a:lnTo>
                  <a:lnTo>
                    <a:pt x="969636" y="28122"/>
                  </a:lnTo>
                  <a:lnTo>
                    <a:pt x="982855" y="25948"/>
                  </a:lnTo>
                  <a:lnTo>
                    <a:pt x="995762" y="23826"/>
                  </a:lnTo>
                  <a:lnTo>
                    <a:pt x="1008373" y="21752"/>
                  </a:lnTo>
                  <a:lnTo>
                    <a:pt x="1020700" y="19725"/>
                  </a:lnTo>
                  <a:lnTo>
                    <a:pt x="1032756" y="17743"/>
                  </a:lnTo>
                  <a:lnTo>
                    <a:pt x="1044553" y="15803"/>
                  </a:lnTo>
                  <a:lnTo>
                    <a:pt x="1056102" y="13904"/>
                  </a:lnTo>
                  <a:lnTo>
                    <a:pt x="1067413" y="12044"/>
                  </a:lnTo>
                  <a:lnTo>
                    <a:pt x="1078495" y="10222"/>
                  </a:lnTo>
                  <a:lnTo>
                    <a:pt x="1089357" y="8436"/>
                  </a:lnTo>
                  <a:lnTo>
                    <a:pt x="1100009" y="6684"/>
                  </a:lnTo>
                  <a:lnTo>
                    <a:pt x="1110458" y="4966"/>
                  </a:lnTo>
                  <a:lnTo>
                    <a:pt x="1120711" y="3280"/>
                  </a:lnTo>
                  <a:lnTo>
                    <a:pt x="1130776" y="1625"/>
                  </a:lnTo>
                  <a:lnTo>
                    <a:pt x="114066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829483" y="3287162"/>
              <a:ext cx="1140660" cy="83378"/>
            </a:xfrm>
            <a:custGeom>
              <a:avLst/>
              <a:pathLst>
                <a:path w="1140660" h="83378">
                  <a:moveTo>
                    <a:pt x="0" y="0"/>
                  </a:moveTo>
                  <a:lnTo>
                    <a:pt x="73247" y="5354"/>
                  </a:lnTo>
                  <a:lnTo>
                    <a:pt x="137856" y="10076"/>
                  </a:lnTo>
                  <a:lnTo>
                    <a:pt x="195651" y="14301"/>
                  </a:lnTo>
                  <a:lnTo>
                    <a:pt x="247932" y="18123"/>
                  </a:lnTo>
                  <a:lnTo>
                    <a:pt x="295662" y="21611"/>
                  </a:lnTo>
                  <a:lnTo>
                    <a:pt x="339568" y="24821"/>
                  </a:lnTo>
                  <a:lnTo>
                    <a:pt x="380220" y="27792"/>
                  </a:lnTo>
                  <a:lnTo>
                    <a:pt x="418065" y="30559"/>
                  </a:lnTo>
                  <a:lnTo>
                    <a:pt x="453467" y="33146"/>
                  </a:lnTo>
                  <a:lnTo>
                    <a:pt x="486722" y="35577"/>
                  </a:lnTo>
                  <a:lnTo>
                    <a:pt x="518076" y="37869"/>
                  </a:lnTo>
                  <a:lnTo>
                    <a:pt x="547734" y="40037"/>
                  </a:lnTo>
                  <a:lnTo>
                    <a:pt x="575871" y="42094"/>
                  </a:lnTo>
                  <a:lnTo>
                    <a:pt x="602634" y="44050"/>
                  </a:lnTo>
                  <a:lnTo>
                    <a:pt x="628152" y="45915"/>
                  </a:lnTo>
                  <a:lnTo>
                    <a:pt x="652536" y="47698"/>
                  </a:lnTo>
                  <a:lnTo>
                    <a:pt x="675882" y="49404"/>
                  </a:lnTo>
                  <a:lnTo>
                    <a:pt x="698274" y="51041"/>
                  </a:lnTo>
                  <a:lnTo>
                    <a:pt x="719789" y="52614"/>
                  </a:lnTo>
                  <a:lnTo>
                    <a:pt x="740491" y="54127"/>
                  </a:lnTo>
                  <a:lnTo>
                    <a:pt x="760440" y="55585"/>
                  </a:lnTo>
                  <a:lnTo>
                    <a:pt x="779689" y="56992"/>
                  </a:lnTo>
                  <a:lnTo>
                    <a:pt x="798285" y="58351"/>
                  </a:lnTo>
                  <a:lnTo>
                    <a:pt x="816272" y="59666"/>
                  </a:lnTo>
                  <a:lnTo>
                    <a:pt x="833688" y="60939"/>
                  </a:lnTo>
                  <a:lnTo>
                    <a:pt x="850567" y="62173"/>
                  </a:lnTo>
                  <a:lnTo>
                    <a:pt x="866943" y="63370"/>
                  </a:lnTo>
                  <a:lnTo>
                    <a:pt x="882844" y="64532"/>
                  </a:lnTo>
                  <a:lnTo>
                    <a:pt x="898296" y="65662"/>
                  </a:lnTo>
                  <a:lnTo>
                    <a:pt x="913326" y="66761"/>
                  </a:lnTo>
                  <a:lnTo>
                    <a:pt x="927955" y="67830"/>
                  </a:lnTo>
                  <a:lnTo>
                    <a:pt x="942203" y="68871"/>
                  </a:lnTo>
                  <a:lnTo>
                    <a:pt x="956091" y="69887"/>
                  </a:lnTo>
                  <a:lnTo>
                    <a:pt x="969636" y="70877"/>
                  </a:lnTo>
                  <a:lnTo>
                    <a:pt x="982855" y="71843"/>
                  </a:lnTo>
                  <a:lnTo>
                    <a:pt x="995762" y="72786"/>
                  </a:lnTo>
                  <a:lnTo>
                    <a:pt x="1008373" y="73708"/>
                  </a:lnTo>
                  <a:lnTo>
                    <a:pt x="1020700" y="74609"/>
                  </a:lnTo>
                  <a:lnTo>
                    <a:pt x="1032756" y="75491"/>
                  </a:lnTo>
                  <a:lnTo>
                    <a:pt x="1044553" y="76353"/>
                  </a:lnTo>
                  <a:lnTo>
                    <a:pt x="1056102" y="77197"/>
                  </a:lnTo>
                  <a:lnTo>
                    <a:pt x="1067413" y="78024"/>
                  </a:lnTo>
                  <a:lnTo>
                    <a:pt x="1078495" y="78834"/>
                  </a:lnTo>
                  <a:lnTo>
                    <a:pt x="1089357" y="79628"/>
                  </a:lnTo>
                  <a:lnTo>
                    <a:pt x="1100009" y="80406"/>
                  </a:lnTo>
                  <a:lnTo>
                    <a:pt x="1110458" y="81170"/>
                  </a:lnTo>
                  <a:lnTo>
                    <a:pt x="1120711" y="81920"/>
                  </a:lnTo>
                  <a:lnTo>
                    <a:pt x="1130776" y="82655"/>
                  </a:lnTo>
                  <a:lnTo>
                    <a:pt x="1140660" y="8337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rc583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2748241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719773" y="38123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719773" y="34718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719773" y="31312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719773" y="27907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748241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2948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320970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58992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970144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tx594"/>
            <p:cNvSpPr/>
            <p:nvPr/>
          </p:nvSpPr>
          <p:spPr>
            <a:xfrm>
              <a:off x="2748241" y="2473969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6" name="rc595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217855" y="35198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257066" y="29337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49559" y="328438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65983" y="35474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69038" y="340390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38506" y="34173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38823" y="307803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62215" y="35297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57686" y="3770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23519" y="35085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44104" y="36681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19076" y="26771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42854" y="33678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24573" y="36127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04298" y="35265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43824" y="346346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40362" y="35514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40862" y="37047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34840" y="32976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07359" y="34242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42808" y="31399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08857" y="35102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03730" y="31971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26919" y="33701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598017" y="35519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17804" y="32813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594270" y="30747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01537" y="280460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979502" y="358667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023333" y="34928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012177" y="325171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022744" y="34650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98755" y="33848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99287" y="36703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001543" y="36162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77551" y="34081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004641" y="33805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77814" y="30495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000065" y="35046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76467" y="30580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997767" y="35533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024379" y="36949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003061" y="33340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83797" y="32163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021142" y="36119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81277" y="33321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007592" y="30370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021748" y="332147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354351" y="32711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78816" y="33411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391370" y="34816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95979" y="35369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60887" y="35317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86608" y="35015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79580" y="32179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76015" y="331254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78282" y="32252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69951" y="29572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99435" y="35485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68942" y="30989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64340" y="287288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402641" y="36469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402108" y="325509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407419" y="355926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67651" y="279692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79504" y="32815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55978" y="31606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357339" y="33993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84250" y="32891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386638" y="352254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75447" y="322388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89082" y="35550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l668"/>
            <p:cNvSpPr/>
            <p:nvPr/>
          </p:nvSpPr>
          <p:spPr>
            <a:xfrm>
              <a:off x="4270276" y="3401142"/>
              <a:ext cx="1138061" cy="174438"/>
            </a:xfrm>
            <a:custGeom>
              <a:avLst/>
              <a:pathLst>
                <a:path w="1138061" h="174438">
                  <a:moveTo>
                    <a:pt x="0" y="174438"/>
                  </a:moveTo>
                  <a:lnTo>
                    <a:pt x="73080" y="163236"/>
                  </a:lnTo>
                  <a:lnTo>
                    <a:pt x="137542" y="153356"/>
                  </a:lnTo>
                  <a:lnTo>
                    <a:pt x="195205" y="144518"/>
                  </a:lnTo>
                  <a:lnTo>
                    <a:pt x="247367" y="136522"/>
                  </a:lnTo>
                  <a:lnTo>
                    <a:pt x="294988" y="129223"/>
                  </a:lnTo>
                  <a:lnTo>
                    <a:pt x="338795" y="122509"/>
                  </a:lnTo>
                  <a:lnTo>
                    <a:pt x="379353" y="116292"/>
                  </a:lnTo>
                  <a:lnTo>
                    <a:pt x="417112" y="110504"/>
                  </a:lnTo>
                  <a:lnTo>
                    <a:pt x="452434" y="105090"/>
                  </a:lnTo>
                  <a:lnTo>
                    <a:pt x="485613" y="100005"/>
                  </a:lnTo>
                  <a:lnTo>
                    <a:pt x="516896" y="95210"/>
                  </a:lnTo>
                  <a:lnTo>
                    <a:pt x="546486" y="90674"/>
                  </a:lnTo>
                  <a:lnTo>
                    <a:pt x="574559" y="86371"/>
                  </a:lnTo>
                  <a:lnTo>
                    <a:pt x="601261" y="82279"/>
                  </a:lnTo>
                  <a:lnTo>
                    <a:pt x="626721" y="78376"/>
                  </a:lnTo>
                  <a:lnTo>
                    <a:pt x="651049" y="74647"/>
                  </a:lnTo>
                  <a:lnTo>
                    <a:pt x="674342" y="71077"/>
                  </a:lnTo>
                  <a:lnTo>
                    <a:pt x="696683" y="67652"/>
                  </a:lnTo>
                  <a:lnTo>
                    <a:pt x="718148" y="64362"/>
                  </a:lnTo>
                  <a:lnTo>
                    <a:pt x="738803" y="61196"/>
                  </a:lnTo>
                  <a:lnTo>
                    <a:pt x="758707" y="58146"/>
                  </a:lnTo>
                  <a:lnTo>
                    <a:pt x="777912" y="55202"/>
                  </a:lnTo>
                  <a:lnTo>
                    <a:pt x="796466" y="52358"/>
                  </a:lnTo>
                  <a:lnTo>
                    <a:pt x="814412" y="49607"/>
                  </a:lnTo>
                  <a:lnTo>
                    <a:pt x="831788" y="46944"/>
                  </a:lnTo>
                  <a:lnTo>
                    <a:pt x="848629" y="44363"/>
                  </a:lnTo>
                  <a:lnTo>
                    <a:pt x="864967" y="41858"/>
                  </a:lnTo>
                  <a:lnTo>
                    <a:pt x="880832" y="39427"/>
                  </a:lnTo>
                  <a:lnTo>
                    <a:pt x="896249" y="37064"/>
                  </a:lnTo>
                  <a:lnTo>
                    <a:pt x="911245" y="34765"/>
                  </a:lnTo>
                  <a:lnTo>
                    <a:pt x="925840" y="32528"/>
                  </a:lnTo>
                  <a:lnTo>
                    <a:pt x="940056" y="30349"/>
                  </a:lnTo>
                  <a:lnTo>
                    <a:pt x="953912" y="28225"/>
                  </a:lnTo>
                  <a:lnTo>
                    <a:pt x="967426" y="26154"/>
                  </a:lnTo>
                  <a:lnTo>
                    <a:pt x="980615" y="24132"/>
                  </a:lnTo>
                  <a:lnTo>
                    <a:pt x="993493" y="22158"/>
                  </a:lnTo>
                  <a:lnTo>
                    <a:pt x="1006075" y="20230"/>
                  </a:lnTo>
                  <a:lnTo>
                    <a:pt x="1018374" y="18345"/>
                  </a:lnTo>
                  <a:lnTo>
                    <a:pt x="1030403" y="16501"/>
                  </a:lnTo>
                  <a:lnTo>
                    <a:pt x="1042173" y="14697"/>
                  </a:lnTo>
                  <a:lnTo>
                    <a:pt x="1053695" y="12931"/>
                  </a:lnTo>
                  <a:lnTo>
                    <a:pt x="1064980" y="11201"/>
                  </a:lnTo>
                  <a:lnTo>
                    <a:pt x="1076037" y="9506"/>
                  </a:lnTo>
                  <a:lnTo>
                    <a:pt x="1086875" y="7845"/>
                  </a:lnTo>
                  <a:lnTo>
                    <a:pt x="1097502" y="6216"/>
                  </a:lnTo>
                  <a:lnTo>
                    <a:pt x="1107927" y="4618"/>
                  </a:lnTo>
                  <a:lnTo>
                    <a:pt x="1118157" y="3050"/>
                  </a:lnTo>
                  <a:lnTo>
                    <a:pt x="1128199" y="1511"/>
                  </a:lnTo>
                  <a:lnTo>
                    <a:pt x="113806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270276" y="3206187"/>
              <a:ext cx="1138061" cy="420267"/>
            </a:xfrm>
            <a:custGeom>
              <a:avLst/>
              <a:pathLst>
                <a:path w="1138061" h="420267">
                  <a:moveTo>
                    <a:pt x="0" y="420267"/>
                  </a:moveTo>
                  <a:lnTo>
                    <a:pt x="73080" y="393279"/>
                  </a:lnTo>
                  <a:lnTo>
                    <a:pt x="137542" y="369475"/>
                  </a:lnTo>
                  <a:lnTo>
                    <a:pt x="195205" y="348181"/>
                  </a:lnTo>
                  <a:lnTo>
                    <a:pt x="247367" y="328918"/>
                  </a:lnTo>
                  <a:lnTo>
                    <a:pt x="294988" y="311332"/>
                  </a:lnTo>
                  <a:lnTo>
                    <a:pt x="338795" y="295155"/>
                  </a:lnTo>
                  <a:lnTo>
                    <a:pt x="379353" y="280178"/>
                  </a:lnTo>
                  <a:lnTo>
                    <a:pt x="417112" y="266234"/>
                  </a:lnTo>
                  <a:lnTo>
                    <a:pt x="452434" y="253190"/>
                  </a:lnTo>
                  <a:lnTo>
                    <a:pt x="485613" y="240938"/>
                  </a:lnTo>
                  <a:lnTo>
                    <a:pt x="516896" y="229386"/>
                  </a:lnTo>
                  <a:lnTo>
                    <a:pt x="546486" y="218458"/>
                  </a:lnTo>
                  <a:lnTo>
                    <a:pt x="574559" y="208092"/>
                  </a:lnTo>
                  <a:lnTo>
                    <a:pt x="601261" y="198231"/>
                  </a:lnTo>
                  <a:lnTo>
                    <a:pt x="626721" y="188829"/>
                  </a:lnTo>
                  <a:lnTo>
                    <a:pt x="651049" y="179845"/>
                  </a:lnTo>
                  <a:lnTo>
                    <a:pt x="674342" y="171243"/>
                  </a:lnTo>
                  <a:lnTo>
                    <a:pt x="696683" y="162993"/>
                  </a:lnTo>
                  <a:lnTo>
                    <a:pt x="718148" y="155066"/>
                  </a:lnTo>
                  <a:lnTo>
                    <a:pt x="738803" y="147439"/>
                  </a:lnTo>
                  <a:lnTo>
                    <a:pt x="758707" y="140089"/>
                  </a:lnTo>
                  <a:lnTo>
                    <a:pt x="777912" y="132996"/>
                  </a:lnTo>
                  <a:lnTo>
                    <a:pt x="796466" y="126145"/>
                  </a:lnTo>
                  <a:lnTo>
                    <a:pt x="814412" y="119518"/>
                  </a:lnTo>
                  <a:lnTo>
                    <a:pt x="831788" y="113101"/>
                  </a:lnTo>
                  <a:lnTo>
                    <a:pt x="848629" y="106882"/>
                  </a:lnTo>
                  <a:lnTo>
                    <a:pt x="864967" y="100849"/>
                  </a:lnTo>
                  <a:lnTo>
                    <a:pt x="880832" y="94990"/>
                  </a:lnTo>
                  <a:lnTo>
                    <a:pt x="896249" y="89296"/>
                  </a:lnTo>
                  <a:lnTo>
                    <a:pt x="911245" y="83759"/>
                  </a:lnTo>
                  <a:lnTo>
                    <a:pt x="925840" y="78369"/>
                  </a:lnTo>
                  <a:lnTo>
                    <a:pt x="940056" y="73119"/>
                  </a:lnTo>
                  <a:lnTo>
                    <a:pt x="953912" y="68003"/>
                  </a:lnTo>
                  <a:lnTo>
                    <a:pt x="967426" y="63012"/>
                  </a:lnTo>
                  <a:lnTo>
                    <a:pt x="980615" y="58142"/>
                  </a:lnTo>
                  <a:lnTo>
                    <a:pt x="993493" y="53386"/>
                  </a:lnTo>
                  <a:lnTo>
                    <a:pt x="1006075" y="48740"/>
                  </a:lnTo>
                  <a:lnTo>
                    <a:pt x="1018374" y="44198"/>
                  </a:lnTo>
                  <a:lnTo>
                    <a:pt x="1030403" y="39756"/>
                  </a:lnTo>
                  <a:lnTo>
                    <a:pt x="1042173" y="35409"/>
                  </a:lnTo>
                  <a:lnTo>
                    <a:pt x="1053695" y="31154"/>
                  </a:lnTo>
                  <a:lnTo>
                    <a:pt x="1064980" y="26987"/>
                  </a:lnTo>
                  <a:lnTo>
                    <a:pt x="1076037" y="22904"/>
                  </a:lnTo>
                  <a:lnTo>
                    <a:pt x="1086875" y="18902"/>
                  </a:lnTo>
                  <a:lnTo>
                    <a:pt x="1097502" y="14977"/>
                  </a:lnTo>
                  <a:lnTo>
                    <a:pt x="1107927" y="11127"/>
                  </a:lnTo>
                  <a:lnTo>
                    <a:pt x="1118157" y="7350"/>
                  </a:lnTo>
                  <a:lnTo>
                    <a:pt x="1128199" y="3641"/>
                  </a:lnTo>
                  <a:lnTo>
                    <a:pt x="113806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70276" y="3301523"/>
              <a:ext cx="1138061" cy="17025"/>
            </a:xfrm>
            <a:custGeom>
              <a:avLst/>
              <a:pathLst>
                <a:path w="1138061" h="17025">
                  <a:moveTo>
                    <a:pt x="0" y="0"/>
                  </a:moveTo>
                  <a:lnTo>
                    <a:pt x="73080" y="1093"/>
                  </a:lnTo>
                  <a:lnTo>
                    <a:pt x="137542" y="2057"/>
                  </a:lnTo>
                  <a:lnTo>
                    <a:pt x="195205" y="2920"/>
                  </a:lnTo>
                  <a:lnTo>
                    <a:pt x="247367" y="3700"/>
                  </a:lnTo>
                  <a:lnTo>
                    <a:pt x="294988" y="4412"/>
                  </a:lnTo>
                  <a:lnTo>
                    <a:pt x="338795" y="5068"/>
                  </a:lnTo>
                  <a:lnTo>
                    <a:pt x="379353" y="5675"/>
                  </a:lnTo>
                  <a:lnTo>
                    <a:pt x="417112" y="6239"/>
                  </a:lnTo>
                  <a:lnTo>
                    <a:pt x="452434" y="6768"/>
                  </a:lnTo>
                  <a:lnTo>
                    <a:pt x="485613" y="7264"/>
                  </a:lnTo>
                  <a:lnTo>
                    <a:pt x="516896" y="7732"/>
                  </a:lnTo>
                  <a:lnTo>
                    <a:pt x="546486" y="8175"/>
                  </a:lnTo>
                  <a:lnTo>
                    <a:pt x="574559" y="8595"/>
                  </a:lnTo>
                  <a:lnTo>
                    <a:pt x="601261" y="8994"/>
                  </a:lnTo>
                  <a:lnTo>
                    <a:pt x="626721" y="9375"/>
                  </a:lnTo>
                  <a:lnTo>
                    <a:pt x="651049" y="9739"/>
                  </a:lnTo>
                  <a:lnTo>
                    <a:pt x="674342" y="10087"/>
                  </a:lnTo>
                  <a:lnTo>
                    <a:pt x="696683" y="10422"/>
                  </a:lnTo>
                  <a:lnTo>
                    <a:pt x="718148" y="10743"/>
                  </a:lnTo>
                  <a:lnTo>
                    <a:pt x="738803" y="11052"/>
                  </a:lnTo>
                  <a:lnTo>
                    <a:pt x="758707" y="11350"/>
                  </a:lnTo>
                  <a:lnTo>
                    <a:pt x="777912" y="11637"/>
                  </a:lnTo>
                  <a:lnTo>
                    <a:pt x="796466" y="11914"/>
                  </a:lnTo>
                  <a:lnTo>
                    <a:pt x="814412" y="12183"/>
                  </a:lnTo>
                  <a:lnTo>
                    <a:pt x="831788" y="12443"/>
                  </a:lnTo>
                  <a:lnTo>
                    <a:pt x="848629" y="12695"/>
                  </a:lnTo>
                  <a:lnTo>
                    <a:pt x="864967" y="12939"/>
                  </a:lnTo>
                  <a:lnTo>
                    <a:pt x="880832" y="13177"/>
                  </a:lnTo>
                  <a:lnTo>
                    <a:pt x="896249" y="13407"/>
                  </a:lnTo>
                  <a:lnTo>
                    <a:pt x="911245" y="13631"/>
                  </a:lnTo>
                  <a:lnTo>
                    <a:pt x="925840" y="13850"/>
                  </a:lnTo>
                  <a:lnTo>
                    <a:pt x="940056" y="14063"/>
                  </a:lnTo>
                  <a:lnTo>
                    <a:pt x="953912" y="14270"/>
                  </a:lnTo>
                  <a:lnTo>
                    <a:pt x="967426" y="14472"/>
                  </a:lnTo>
                  <a:lnTo>
                    <a:pt x="980615" y="14669"/>
                  </a:lnTo>
                  <a:lnTo>
                    <a:pt x="993493" y="14862"/>
                  </a:lnTo>
                  <a:lnTo>
                    <a:pt x="1006075" y="15050"/>
                  </a:lnTo>
                  <a:lnTo>
                    <a:pt x="1018374" y="15234"/>
                  </a:lnTo>
                  <a:lnTo>
                    <a:pt x="1030403" y="15414"/>
                  </a:lnTo>
                  <a:lnTo>
                    <a:pt x="1042173" y="15590"/>
                  </a:lnTo>
                  <a:lnTo>
                    <a:pt x="1053695" y="15763"/>
                  </a:lnTo>
                  <a:lnTo>
                    <a:pt x="1064980" y="15931"/>
                  </a:lnTo>
                  <a:lnTo>
                    <a:pt x="1076037" y="16097"/>
                  </a:lnTo>
                  <a:lnTo>
                    <a:pt x="1086875" y="16259"/>
                  </a:lnTo>
                  <a:lnTo>
                    <a:pt x="1097502" y="16418"/>
                  </a:lnTo>
                  <a:lnTo>
                    <a:pt x="1107927" y="16574"/>
                  </a:lnTo>
                  <a:lnTo>
                    <a:pt x="1118157" y="16727"/>
                  </a:lnTo>
                  <a:lnTo>
                    <a:pt x="1128199" y="16877"/>
                  </a:lnTo>
                  <a:lnTo>
                    <a:pt x="1138061" y="1702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70276" y="2914151"/>
              <a:ext cx="1138061" cy="391242"/>
            </a:xfrm>
            <a:custGeom>
              <a:avLst/>
              <a:pathLst>
                <a:path w="1138061" h="391242">
                  <a:moveTo>
                    <a:pt x="0" y="391242"/>
                  </a:moveTo>
                  <a:lnTo>
                    <a:pt x="73080" y="366118"/>
                  </a:lnTo>
                  <a:lnTo>
                    <a:pt x="137542" y="343958"/>
                  </a:lnTo>
                  <a:lnTo>
                    <a:pt x="195205" y="324134"/>
                  </a:lnTo>
                  <a:lnTo>
                    <a:pt x="247367" y="306202"/>
                  </a:lnTo>
                  <a:lnTo>
                    <a:pt x="294988" y="289831"/>
                  </a:lnTo>
                  <a:lnTo>
                    <a:pt x="338795" y="274771"/>
                  </a:lnTo>
                  <a:lnTo>
                    <a:pt x="379353" y="260828"/>
                  </a:lnTo>
                  <a:lnTo>
                    <a:pt x="417112" y="247847"/>
                  </a:lnTo>
                  <a:lnTo>
                    <a:pt x="452434" y="235704"/>
                  </a:lnTo>
                  <a:lnTo>
                    <a:pt x="485613" y="224298"/>
                  </a:lnTo>
                  <a:lnTo>
                    <a:pt x="516896" y="213544"/>
                  </a:lnTo>
                  <a:lnTo>
                    <a:pt x="546486" y="203371"/>
                  </a:lnTo>
                  <a:lnTo>
                    <a:pt x="574559" y="193720"/>
                  </a:lnTo>
                  <a:lnTo>
                    <a:pt x="601261" y="184540"/>
                  </a:lnTo>
                  <a:lnTo>
                    <a:pt x="626721" y="175788"/>
                  </a:lnTo>
                  <a:lnTo>
                    <a:pt x="651049" y="167424"/>
                  </a:lnTo>
                  <a:lnTo>
                    <a:pt x="674342" y="159417"/>
                  </a:lnTo>
                  <a:lnTo>
                    <a:pt x="696683" y="151736"/>
                  </a:lnTo>
                  <a:lnTo>
                    <a:pt x="718148" y="144357"/>
                  </a:lnTo>
                  <a:lnTo>
                    <a:pt x="738803" y="137256"/>
                  </a:lnTo>
                  <a:lnTo>
                    <a:pt x="758707" y="130414"/>
                  </a:lnTo>
                  <a:lnTo>
                    <a:pt x="777912" y="123811"/>
                  </a:lnTo>
                  <a:lnTo>
                    <a:pt x="796466" y="117433"/>
                  </a:lnTo>
                  <a:lnTo>
                    <a:pt x="814412" y="111263"/>
                  </a:lnTo>
                  <a:lnTo>
                    <a:pt x="831788" y="105290"/>
                  </a:lnTo>
                  <a:lnTo>
                    <a:pt x="848629" y="99500"/>
                  </a:lnTo>
                  <a:lnTo>
                    <a:pt x="864967" y="93884"/>
                  </a:lnTo>
                  <a:lnTo>
                    <a:pt x="880832" y="88430"/>
                  </a:lnTo>
                  <a:lnTo>
                    <a:pt x="896249" y="83129"/>
                  </a:lnTo>
                  <a:lnTo>
                    <a:pt x="911245" y="77974"/>
                  </a:lnTo>
                  <a:lnTo>
                    <a:pt x="925840" y="72957"/>
                  </a:lnTo>
                  <a:lnTo>
                    <a:pt x="940056" y="68070"/>
                  </a:lnTo>
                  <a:lnTo>
                    <a:pt x="953912" y="63306"/>
                  </a:lnTo>
                  <a:lnTo>
                    <a:pt x="967426" y="58660"/>
                  </a:lnTo>
                  <a:lnTo>
                    <a:pt x="980615" y="54126"/>
                  </a:lnTo>
                  <a:lnTo>
                    <a:pt x="993493" y="49699"/>
                  </a:lnTo>
                  <a:lnTo>
                    <a:pt x="1006075" y="45374"/>
                  </a:lnTo>
                  <a:lnTo>
                    <a:pt x="1018374" y="41145"/>
                  </a:lnTo>
                  <a:lnTo>
                    <a:pt x="1030403" y="37010"/>
                  </a:lnTo>
                  <a:lnTo>
                    <a:pt x="1042173" y="32964"/>
                  </a:lnTo>
                  <a:lnTo>
                    <a:pt x="1053695" y="29003"/>
                  </a:lnTo>
                  <a:lnTo>
                    <a:pt x="1064980" y="25123"/>
                  </a:lnTo>
                  <a:lnTo>
                    <a:pt x="1076037" y="21322"/>
                  </a:lnTo>
                  <a:lnTo>
                    <a:pt x="1086875" y="17596"/>
                  </a:lnTo>
                  <a:lnTo>
                    <a:pt x="1097502" y="13943"/>
                  </a:lnTo>
                  <a:lnTo>
                    <a:pt x="1107927" y="10359"/>
                  </a:lnTo>
                  <a:lnTo>
                    <a:pt x="1118157" y="6842"/>
                  </a:lnTo>
                  <a:lnTo>
                    <a:pt x="1128199" y="3390"/>
                  </a:lnTo>
                  <a:lnTo>
                    <a:pt x="113806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70276" y="3349524"/>
              <a:ext cx="1138061" cy="64868"/>
            </a:xfrm>
            <a:custGeom>
              <a:avLst/>
              <a:pathLst>
                <a:path w="1138061" h="64868">
                  <a:moveTo>
                    <a:pt x="0" y="64868"/>
                  </a:moveTo>
                  <a:lnTo>
                    <a:pt x="73080" y="60702"/>
                  </a:lnTo>
                  <a:lnTo>
                    <a:pt x="137542" y="57028"/>
                  </a:lnTo>
                  <a:lnTo>
                    <a:pt x="195205" y="53741"/>
                  </a:lnTo>
                  <a:lnTo>
                    <a:pt x="247367" y="50768"/>
                  </a:lnTo>
                  <a:lnTo>
                    <a:pt x="294988" y="48054"/>
                  </a:lnTo>
                  <a:lnTo>
                    <a:pt x="338795" y="45557"/>
                  </a:lnTo>
                  <a:lnTo>
                    <a:pt x="379353" y="43245"/>
                  </a:lnTo>
                  <a:lnTo>
                    <a:pt x="417112" y="41093"/>
                  </a:lnTo>
                  <a:lnTo>
                    <a:pt x="452434" y="39080"/>
                  </a:lnTo>
                  <a:lnTo>
                    <a:pt x="485613" y="37188"/>
                  </a:lnTo>
                  <a:lnTo>
                    <a:pt x="516896" y="35405"/>
                  </a:lnTo>
                  <a:lnTo>
                    <a:pt x="546486" y="33719"/>
                  </a:lnTo>
                  <a:lnTo>
                    <a:pt x="574559" y="32119"/>
                  </a:lnTo>
                  <a:lnTo>
                    <a:pt x="601261" y="30597"/>
                  </a:lnTo>
                  <a:lnTo>
                    <a:pt x="626721" y="29145"/>
                  </a:lnTo>
                  <a:lnTo>
                    <a:pt x="651049" y="27759"/>
                  </a:lnTo>
                  <a:lnTo>
                    <a:pt x="674342" y="26431"/>
                  </a:lnTo>
                  <a:lnTo>
                    <a:pt x="696683" y="25158"/>
                  </a:lnTo>
                  <a:lnTo>
                    <a:pt x="718148" y="23934"/>
                  </a:lnTo>
                  <a:lnTo>
                    <a:pt x="738803" y="22757"/>
                  </a:lnTo>
                  <a:lnTo>
                    <a:pt x="758707" y="21622"/>
                  </a:lnTo>
                  <a:lnTo>
                    <a:pt x="777912" y="20528"/>
                  </a:lnTo>
                  <a:lnTo>
                    <a:pt x="796466" y="19470"/>
                  </a:lnTo>
                  <a:lnTo>
                    <a:pt x="814412" y="18447"/>
                  </a:lnTo>
                  <a:lnTo>
                    <a:pt x="831788" y="17457"/>
                  </a:lnTo>
                  <a:lnTo>
                    <a:pt x="848629" y="16497"/>
                  </a:lnTo>
                  <a:lnTo>
                    <a:pt x="864967" y="15566"/>
                  </a:lnTo>
                  <a:lnTo>
                    <a:pt x="880832" y="14661"/>
                  </a:lnTo>
                  <a:lnTo>
                    <a:pt x="896249" y="13783"/>
                  </a:lnTo>
                  <a:lnTo>
                    <a:pt x="911245" y="12928"/>
                  </a:lnTo>
                  <a:lnTo>
                    <a:pt x="925840" y="12096"/>
                  </a:lnTo>
                  <a:lnTo>
                    <a:pt x="940056" y="11286"/>
                  </a:lnTo>
                  <a:lnTo>
                    <a:pt x="953912" y="10496"/>
                  </a:lnTo>
                  <a:lnTo>
                    <a:pt x="967426" y="9725"/>
                  </a:lnTo>
                  <a:lnTo>
                    <a:pt x="980615" y="8974"/>
                  </a:lnTo>
                  <a:lnTo>
                    <a:pt x="993493" y="8240"/>
                  </a:lnTo>
                  <a:lnTo>
                    <a:pt x="1006075" y="7523"/>
                  </a:lnTo>
                  <a:lnTo>
                    <a:pt x="1018374" y="6822"/>
                  </a:lnTo>
                  <a:lnTo>
                    <a:pt x="1030403" y="6136"/>
                  </a:lnTo>
                  <a:lnTo>
                    <a:pt x="1042173" y="5465"/>
                  </a:lnTo>
                  <a:lnTo>
                    <a:pt x="1053695" y="4808"/>
                  </a:lnTo>
                  <a:lnTo>
                    <a:pt x="1064980" y="4165"/>
                  </a:lnTo>
                  <a:lnTo>
                    <a:pt x="1076037" y="3535"/>
                  </a:lnTo>
                  <a:lnTo>
                    <a:pt x="1086875" y="2917"/>
                  </a:lnTo>
                  <a:lnTo>
                    <a:pt x="1097502" y="2311"/>
                  </a:lnTo>
                  <a:lnTo>
                    <a:pt x="1107927" y="1717"/>
                  </a:lnTo>
                  <a:lnTo>
                    <a:pt x="1118157" y="1134"/>
                  </a:lnTo>
                  <a:lnTo>
                    <a:pt x="1128199" y="562"/>
                  </a:lnTo>
                  <a:lnTo>
                    <a:pt x="113806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270276" y="3260078"/>
              <a:ext cx="1138061" cy="210380"/>
            </a:xfrm>
            <a:custGeom>
              <a:avLst/>
              <a:pathLst>
                <a:path w="1138061" h="210380">
                  <a:moveTo>
                    <a:pt x="0" y="210380"/>
                  </a:moveTo>
                  <a:lnTo>
                    <a:pt x="73080" y="196870"/>
                  </a:lnTo>
                  <a:lnTo>
                    <a:pt x="137542" y="184954"/>
                  </a:lnTo>
                  <a:lnTo>
                    <a:pt x="195205" y="174294"/>
                  </a:lnTo>
                  <a:lnTo>
                    <a:pt x="247367" y="164652"/>
                  </a:lnTo>
                  <a:lnTo>
                    <a:pt x="294988" y="155849"/>
                  </a:lnTo>
                  <a:lnTo>
                    <a:pt x="338795" y="147751"/>
                  </a:lnTo>
                  <a:lnTo>
                    <a:pt x="379353" y="140253"/>
                  </a:lnTo>
                  <a:lnTo>
                    <a:pt x="417112" y="133273"/>
                  </a:lnTo>
                  <a:lnTo>
                    <a:pt x="452434" y="126743"/>
                  </a:lnTo>
                  <a:lnTo>
                    <a:pt x="485613" y="120610"/>
                  </a:lnTo>
                  <a:lnTo>
                    <a:pt x="516896" y="114827"/>
                  </a:lnTo>
                  <a:lnTo>
                    <a:pt x="546486" y="109357"/>
                  </a:lnTo>
                  <a:lnTo>
                    <a:pt x="574559" y="104168"/>
                  </a:lnTo>
                  <a:lnTo>
                    <a:pt x="601261" y="99232"/>
                  </a:lnTo>
                  <a:lnTo>
                    <a:pt x="626721" y="94525"/>
                  </a:lnTo>
                  <a:lnTo>
                    <a:pt x="651049" y="90028"/>
                  </a:lnTo>
                  <a:lnTo>
                    <a:pt x="674342" y="85722"/>
                  </a:lnTo>
                  <a:lnTo>
                    <a:pt x="696683" y="81592"/>
                  </a:lnTo>
                  <a:lnTo>
                    <a:pt x="718148" y="77624"/>
                  </a:lnTo>
                  <a:lnTo>
                    <a:pt x="738803" y="73806"/>
                  </a:lnTo>
                  <a:lnTo>
                    <a:pt x="758707" y="70126"/>
                  </a:lnTo>
                  <a:lnTo>
                    <a:pt x="777912" y="66576"/>
                  </a:lnTo>
                  <a:lnTo>
                    <a:pt x="796466" y="63146"/>
                  </a:lnTo>
                  <a:lnTo>
                    <a:pt x="814412" y="59829"/>
                  </a:lnTo>
                  <a:lnTo>
                    <a:pt x="831788" y="56617"/>
                  </a:lnTo>
                  <a:lnTo>
                    <a:pt x="848629" y="53503"/>
                  </a:lnTo>
                  <a:lnTo>
                    <a:pt x="864967" y="50483"/>
                  </a:lnTo>
                  <a:lnTo>
                    <a:pt x="880832" y="47550"/>
                  </a:lnTo>
                  <a:lnTo>
                    <a:pt x="896249" y="44700"/>
                  </a:lnTo>
                  <a:lnTo>
                    <a:pt x="911245" y="41928"/>
                  </a:lnTo>
                  <a:lnTo>
                    <a:pt x="925840" y="39230"/>
                  </a:lnTo>
                  <a:lnTo>
                    <a:pt x="940056" y="36602"/>
                  </a:lnTo>
                  <a:lnTo>
                    <a:pt x="953912" y="34041"/>
                  </a:lnTo>
                  <a:lnTo>
                    <a:pt x="967426" y="31543"/>
                  </a:lnTo>
                  <a:lnTo>
                    <a:pt x="980615" y="29105"/>
                  </a:lnTo>
                  <a:lnTo>
                    <a:pt x="993493" y="26724"/>
                  </a:lnTo>
                  <a:lnTo>
                    <a:pt x="1006075" y="24398"/>
                  </a:lnTo>
                  <a:lnTo>
                    <a:pt x="1018374" y="22125"/>
                  </a:lnTo>
                  <a:lnTo>
                    <a:pt x="1030403" y="19901"/>
                  </a:lnTo>
                  <a:lnTo>
                    <a:pt x="1042173" y="17725"/>
                  </a:lnTo>
                  <a:lnTo>
                    <a:pt x="1053695" y="15595"/>
                  </a:lnTo>
                  <a:lnTo>
                    <a:pt x="1064980" y="13509"/>
                  </a:lnTo>
                  <a:lnTo>
                    <a:pt x="1076037" y="11465"/>
                  </a:lnTo>
                  <a:lnTo>
                    <a:pt x="1086875" y="9462"/>
                  </a:lnTo>
                  <a:lnTo>
                    <a:pt x="1097502" y="7497"/>
                  </a:lnTo>
                  <a:lnTo>
                    <a:pt x="1107927" y="5570"/>
                  </a:lnTo>
                  <a:lnTo>
                    <a:pt x="1118157" y="3679"/>
                  </a:lnTo>
                  <a:lnTo>
                    <a:pt x="1128199" y="1822"/>
                  </a:lnTo>
                  <a:lnTo>
                    <a:pt x="113806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270276" y="3454141"/>
              <a:ext cx="1138061" cy="43191"/>
            </a:xfrm>
            <a:custGeom>
              <a:avLst/>
              <a:pathLst>
                <a:path w="1138061" h="43191">
                  <a:moveTo>
                    <a:pt x="0" y="0"/>
                  </a:moveTo>
                  <a:lnTo>
                    <a:pt x="73080" y="2773"/>
                  </a:lnTo>
                  <a:lnTo>
                    <a:pt x="137542" y="5219"/>
                  </a:lnTo>
                  <a:lnTo>
                    <a:pt x="195205" y="7408"/>
                  </a:lnTo>
                  <a:lnTo>
                    <a:pt x="247367" y="9388"/>
                  </a:lnTo>
                  <a:lnTo>
                    <a:pt x="294988" y="11195"/>
                  </a:lnTo>
                  <a:lnTo>
                    <a:pt x="338795" y="12857"/>
                  </a:lnTo>
                  <a:lnTo>
                    <a:pt x="379353" y="14397"/>
                  </a:lnTo>
                  <a:lnTo>
                    <a:pt x="417112" y="15830"/>
                  </a:lnTo>
                  <a:lnTo>
                    <a:pt x="452434" y="17170"/>
                  </a:lnTo>
                  <a:lnTo>
                    <a:pt x="485613" y="18429"/>
                  </a:lnTo>
                  <a:lnTo>
                    <a:pt x="516896" y="19617"/>
                  </a:lnTo>
                  <a:lnTo>
                    <a:pt x="546486" y="20740"/>
                  </a:lnTo>
                  <a:lnTo>
                    <a:pt x="574559" y="21805"/>
                  </a:lnTo>
                  <a:lnTo>
                    <a:pt x="601261" y="22818"/>
                  </a:lnTo>
                  <a:lnTo>
                    <a:pt x="626721" y="23785"/>
                  </a:lnTo>
                  <a:lnTo>
                    <a:pt x="651049" y="24708"/>
                  </a:lnTo>
                  <a:lnTo>
                    <a:pt x="674342" y="25592"/>
                  </a:lnTo>
                  <a:lnTo>
                    <a:pt x="696683" y="26440"/>
                  </a:lnTo>
                  <a:lnTo>
                    <a:pt x="718148" y="27255"/>
                  </a:lnTo>
                  <a:lnTo>
                    <a:pt x="738803" y="28038"/>
                  </a:lnTo>
                  <a:lnTo>
                    <a:pt x="758707" y="28794"/>
                  </a:lnTo>
                  <a:lnTo>
                    <a:pt x="777912" y="29523"/>
                  </a:lnTo>
                  <a:lnTo>
                    <a:pt x="796466" y="30227"/>
                  </a:lnTo>
                  <a:lnTo>
                    <a:pt x="814412" y="30908"/>
                  </a:lnTo>
                  <a:lnTo>
                    <a:pt x="831788" y="31567"/>
                  </a:lnTo>
                  <a:lnTo>
                    <a:pt x="848629" y="32207"/>
                  </a:lnTo>
                  <a:lnTo>
                    <a:pt x="864967" y="32827"/>
                  </a:lnTo>
                  <a:lnTo>
                    <a:pt x="880832" y="33429"/>
                  </a:lnTo>
                  <a:lnTo>
                    <a:pt x="896249" y="34014"/>
                  </a:lnTo>
                  <a:lnTo>
                    <a:pt x="911245" y="34583"/>
                  </a:lnTo>
                  <a:lnTo>
                    <a:pt x="925840" y="35137"/>
                  </a:lnTo>
                  <a:lnTo>
                    <a:pt x="940056" y="35676"/>
                  </a:lnTo>
                  <a:lnTo>
                    <a:pt x="953912" y="36202"/>
                  </a:lnTo>
                  <a:lnTo>
                    <a:pt x="967426" y="36715"/>
                  </a:lnTo>
                  <a:lnTo>
                    <a:pt x="980615" y="37216"/>
                  </a:lnTo>
                  <a:lnTo>
                    <a:pt x="993493" y="37704"/>
                  </a:lnTo>
                  <a:lnTo>
                    <a:pt x="1006075" y="38182"/>
                  </a:lnTo>
                  <a:lnTo>
                    <a:pt x="1018374" y="38649"/>
                  </a:lnTo>
                  <a:lnTo>
                    <a:pt x="1030403" y="39105"/>
                  </a:lnTo>
                  <a:lnTo>
                    <a:pt x="1042173" y="39552"/>
                  </a:lnTo>
                  <a:lnTo>
                    <a:pt x="1053695" y="39989"/>
                  </a:lnTo>
                  <a:lnTo>
                    <a:pt x="1064980" y="40417"/>
                  </a:lnTo>
                  <a:lnTo>
                    <a:pt x="1076037" y="40837"/>
                  </a:lnTo>
                  <a:lnTo>
                    <a:pt x="1086875" y="41248"/>
                  </a:lnTo>
                  <a:lnTo>
                    <a:pt x="1097502" y="41652"/>
                  </a:lnTo>
                  <a:lnTo>
                    <a:pt x="1107927" y="42047"/>
                  </a:lnTo>
                  <a:lnTo>
                    <a:pt x="1118157" y="42436"/>
                  </a:lnTo>
                  <a:lnTo>
                    <a:pt x="1128199" y="42817"/>
                  </a:lnTo>
                  <a:lnTo>
                    <a:pt x="1138061" y="4319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270276" y="3589000"/>
              <a:ext cx="1138061" cy="65978"/>
            </a:xfrm>
            <a:custGeom>
              <a:avLst/>
              <a:pathLst>
                <a:path w="1138061" h="65978">
                  <a:moveTo>
                    <a:pt x="0" y="65978"/>
                  </a:moveTo>
                  <a:lnTo>
                    <a:pt x="73080" y="61741"/>
                  </a:lnTo>
                  <a:lnTo>
                    <a:pt x="137542" y="58004"/>
                  </a:lnTo>
                  <a:lnTo>
                    <a:pt x="195205" y="54661"/>
                  </a:lnTo>
                  <a:lnTo>
                    <a:pt x="247367" y="51637"/>
                  </a:lnTo>
                  <a:lnTo>
                    <a:pt x="294988" y="48876"/>
                  </a:lnTo>
                  <a:lnTo>
                    <a:pt x="338795" y="46337"/>
                  </a:lnTo>
                  <a:lnTo>
                    <a:pt x="379353" y="43985"/>
                  </a:lnTo>
                  <a:lnTo>
                    <a:pt x="417112" y="41796"/>
                  </a:lnTo>
                  <a:lnTo>
                    <a:pt x="452434" y="39749"/>
                  </a:lnTo>
                  <a:lnTo>
                    <a:pt x="485613" y="37825"/>
                  </a:lnTo>
                  <a:lnTo>
                    <a:pt x="516896" y="36011"/>
                  </a:lnTo>
                  <a:lnTo>
                    <a:pt x="546486" y="34296"/>
                  </a:lnTo>
                  <a:lnTo>
                    <a:pt x="574559" y="32668"/>
                  </a:lnTo>
                  <a:lnTo>
                    <a:pt x="601261" y="31120"/>
                  </a:lnTo>
                  <a:lnTo>
                    <a:pt x="626721" y="29644"/>
                  </a:lnTo>
                  <a:lnTo>
                    <a:pt x="651049" y="28234"/>
                  </a:lnTo>
                  <a:lnTo>
                    <a:pt x="674342" y="26883"/>
                  </a:lnTo>
                  <a:lnTo>
                    <a:pt x="696683" y="25588"/>
                  </a:lnTo>
                  <a:lnTo>
                    <a:pt x="718148" y="24344"/>
                  </a:lnTo>
                  <a:lnTo>
                    <a:pt x="738803" y="23146"/>
                  </a:lnTo>
                  <a:lnTo>
                    <a:pt x="758707" y="21992"/>
                  </a:lnTo>
                  <a:lnTo>
                    <a:pt x="777912" y="20879"/>
                  </a:lnTo>
                  <a:lnTo>
                    <a:pt x="796466" y="19803"/>
                  </a:lnTo>
                  <a:lnTo>
                    <a:pt x="814412" y="18763"/>
                  </a:lnTo>
                  <a:lnTo>
                    <a:pt x="831788" y="17756"/>
                  </a:lnTo>
                  <a:lnTo>
                    <a:pt x="848629" y="16779"/>
                  </a:lnTo>
                  <a:lnTo>
                    <a:pt x="864967" y="15832"/>
                  </a:lnTo>
                  <a:lnTo>
                    <a:pt x="880832" y="14912"/>
                  </a:lnTo>
                  <a:lnTo>
                    <a:pt x="896249" y="14018"/>
                  </a:lnTo>
                  <a:lnTo>
                    <a:pt x="911245" y="13149"/>
                  </a:lnTo>
                  <a:lnTo>
                    <a:pt x="925840" y="12303"/>
                  </a:lnTo>
                  <a:lnTo>
                    <a:pt x="940056" y="11479"/>
                  </a:lnTo>
                  <a:lnTo>
                    <a:pt x="953912" y="10675"/>
                  </a:lnTo>
                  <a:lnTo>
                    <a:pt x="967426" y="9892"/>
                  </a:lnTo>
                  <a:lnTo>
                    <a:pt x="980615" y="9127"/>
                  </a:lnTo>
                  <a:lnTo>
                    <a:pt x="993493" y="8381"/>
                  </a:lnTo>
                  <a:lnTo>
                    <a:pt x="1006075" y="7651"/>
                  </a:lnTo>
                  <a:lnTo>
                    <a:pt x="1018374" y="6938"/>
                  </a:lnTo>
                  <a:lnTo>
                    <a:pt x="1030403" y="6241"/>
                  </a:lnTo>
                  <a:lnTo>
                    <a:pt x="1042173" y="5559"/>
                  </a:lnTo>
                  <a:lnTo>
                    <a:pt x="1053695" y="4891"/>
                  </a:lnTo>
                  <a:lnTo>
                    <a:pt x="1064980" y="4236"/>
                  </a:lnTo>
                  <a:lnTo>
                    <a:pt x="1076037" y="3595"/>
                  </a:lnTo>
                  <a:lnTo>
                    <a:pt x="1086875" y="2967"/>
                  </a:lnTo>
                  <a:lnTo>
                    <a:pt x="1097502" y="2351"/>
                  </a:lnTo>
                  <a:lnTo>
                    <a:pt x="1107927" y="1746"/>
                  </a:lnTo>
                  <a:lnTo>
                    <a:pt x="1118157" y="1153"/>
                  </a:lnTo>
                  <a:lnTo>
                    <a:pt x="1128199" y="571"/>
                  </a:lnTo>
                  <a:lnTo>
                    <a:pt x="113806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270276" y="2928239"/>
              <a:ext cx="1138061" cy="580449"/>
            </a:xfrm>
            <a:custGeom>
              <a:avLst/>
              <a:pathLst>
                <a:path w="1138061" h="580449">
                  <a:moveTo>
                    <a:pt x="0" y="0"/>
                  </a:moveTo>
                  <a:lnTo>
                    <a:pt x="73080" y="37273"/>
                  </a:lnTo>
                  <a:lnTo>
                    <a:pt x="137542" y="70151"/>
                  </a:lnTo>
                  <a:lnTo>
                    <a:pt x="195205" y="99561"/>
                  </a:lnTo>
                  <a:lnTo>
                    <a:pt x="247367" y="126165"/>
                  </a:lnTo>
                  <a:lnTo>
                    <a:pt x="294988" y="150453"/>
                  </a:lnTo>
                  <a:lnTo>
                    <a:pt x="338795" y="172796"/>
                  </a:lnTo>
                  <a:lnTo>
                    <a:pt x="379353" y="193483"/>
                  </a:lnTo>
                  <a:lnTo>
                    <a:pt x="417112" y="212741"/>
                  </a:lnTo>
                  <a:lnTo>
                    <a:pt x="452434" y="230756"/>
                  </a:lnTo>
                  <a:lnTo>
                    <a:pt x="485613" y="247679"/>
                  </a:lnTo>
                  <a:lnTo>
                    <a:pt x="516896" y="263634"/>
                  </a:lnTo>
                  <a:lnTo>
                    <a:pt x="546486" y="278726"/>
                  </a:lnTo>
                  <a:lnTo>
                    <a:pt x="574559" y="293044"/>
                  </a:lnTo>
                  <a:lnTo>
                    <a:pt x="601261" y="306663"/>
                  </a:lnTo>
                  <a:lnTo>
                    <a:pt x="626721" y="319649"/>
                  </a:lnTo>
                  <a:lnTo>
                    <a:pt x="651049" y="332057"/>
                  </a:lnTo>
                  <a:lnTo>
                    <a:pt x="674342" y="343937"/>
                  </a:lnTo>
                  <a:lnTo>
                    <a:pt x="696683" y="355332"/>
                  </a:lnTo>
                  <a:lnTo>
                    <a:pt x="718148" y="366280"/>
                  </a:lnTo>
                  <a:lnTo>
                    <a:pt x="738803" y="376814"/>
                  </a:lnTo>
                  <a:lnTo>
                    <a:pt x="758707" y="386966"/>
                  </a:lnTo>
                  <a:lnTo>
                    <a:pt x="777912" y="396761"/>
                  </a:lnTo>
                  <a:lnTo>
                    <a:pt x="796466" y="406224"/>
                  </a:lnTo>
                  <a:lnTo>
                    <a:pt x="814412" y="415377"/>
                  </a:lnTo>
                  <a:lnTo>
                    <a:pt x="831788" y="424239"/>
                  </a:lnTo>
                  <a:lnTo>
                    <a:pt x="848629" y="432829"/>
                  </a:lnTo>
                  <a:lnTo>
                    <a:pt x="864967" y="441162"/>
                  </a:lnTo>
                  <a:lnTo>
                    <a:pt x="880832" y="449253"/>
                  </a:lnTo>
                  <a:lnTo>
                    <a:pt x="896249" y="457117"/>
                  </a:lnTo>
                  <a:lnTo>
                    <a:pt x="911245" y="464765"/>
                  </a:lnTo>
                  <a:lnTo>
                    <a:pt x="925840" y="472209"/>
                  </a:lnTo>
                  <a:lnTo>
                    <a:pt x="940056" y="479460"/>
                  </a:lnTo>
                  <a:lnTo>
                    <a:pt x="953912" y="486527"/>
                  </a:lnTo>
                  <a:lnTo>
                    <a:pt x="967426" y="493420"/>
                  </a:lnTo>
                  <a:lnTo>
                    <a:pt x="980615" y="500146"/>
                  </a:lnTo>
                  <a:lnTo>
                    <a:pt x="993493" y="506714"/>
                  </a:lnTo>
                  <a:lnTo>
                    <a:pt x="1006075" y="513132"/>
                  </a:lnTo>
                  <a:lnTo>
                    <a:pt x="1018374" y="519405"/>
                  </a:lnTo>
                  <a:lnTo>
                    <a:pt x="1030403" y="525540"/>
                  </a:lnTo>
                  <a:lnTo>
                    <a:pt x="1042173" y="531543"/>
                  </a:lnTo>
                  <a:lnTo>
                    <a:pt x="1053695" y="537420"/>
                  </a:lnTo>
                  <a:lnTo>
                    <a:pt x="1064980" y="543175"/>
                  </a:lnTo>
                  <a:lnTo>
                    <a:pt x="1076037" y="548815"/>
                  </a:lnTo>
                  <a:lnTo>
                    <a:pt x="1086875" y="554342"/>
                  </a:lnTo>
                  <a:lnTo>
                    <a:pt x="1097502" y="559763"/>
                  </a:lnTo>
                  <a:lnTo>
                    <a:pt x="1107927" y="565080"/>
                  </a:lnTo>
                  <a:lnTo>
                    <a:pt x="1118157" y="570297"/>
                  </a:lnTo>
                  <a:lnTo>
                    <a:pt x="1128199" y="575419"/>
                  </a:lnTo>
                  <a:lnTo>
                    <a:pt x="1138061" y="58044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270276" y="3075460"/>
              <a:ext cx="1138061" cy="28510"/>
            </a:xfrm>
            <a:custGeom>
              <a:avLst/>
              <a:pathLst>
                <a:path w="1138061" h="28510">
                  <a:moveTo>
                    <a:pt x="0" y="28510"/>
                  </a:moveTo>
                  <a:lnTo>
                    <a:pt x="73080" y="26679"/>
                  </a:lnTo>
                  <a:lnTo>
                    <a:pt x="137542" y="25064"/>
                  </a:lnTo>
                  <a:lnTo>
                    <a:pt x="195205" y="23620"/>
                  </a:lnTo>
                  <a:lnTo>
                    <a:pt x="247367" y="22313"/>
                  </a:lnTo>
                  <a:lnTo>
                    <a:pt x="294988" y="21120"/>
                  </a:lnTo>
                  <a:lnTo>
                    <a:pt x="338795" y="20023"/>
                  </a:lnTo>
                  <a:lnTo>
                    <a:pt x="379353" y="19007"/>
                  </a:lnTo>
                  <a:lnTo>
                    <a:pt x="417112" y="18061"/>
                  </a:lnTo>
                  <a:lnTo>
                    <a:pt x="452434" y="17176"/>
                  </a:lnTo>
                  <a:lnTo>
                    <a:pt x="485613" y="16345"/>
                  </a:lnTo>
                  <a:lnTo>
                    <a:pt x="516896" y="15561"/>
                  </a:lnTo>
                  <a:lnTo>
                    <a:pt x="546486" y="14820"/>
                  </a:lnTo>
                  <a:lnTo>
                    <a:pt x="574559" y="14116"/>
                  </a:lnTo>
                  <a:lnTo>
                    <a:pt x="601261" y="13447"/>
                  </a:lnTo>
                  <a:lnTo>
                    <a:pt x="626721" y="12810"/>
                  </a:lnTo>
                  <a:lnTo>
                    <a:pt x="651049" y="12200"/>
                  </a:lnTo>
                  <a:lnTo>
                    <a:pt x="674342" y="11617"/>
                  </a:lnTo>
                  <a:lnTo>
                    <a:pt x="696683" y="11057"/>
                  </a:lnTo>
                  <a:lnTo>
                    <a:pt x="718148" y="10519"/>
                  </a:lnTo>
                  <a:lnTo>
                    <a:pt x="738803" y="10002"/>
                  </a:lnTo>
                  <a:lnTo>
                    <a:pt x="758707" y="9503"/>
                  </a:lnTo>
                  <a:lnTo>
                    <a:pt x="777912" y="9022"/>
                  </a:lnTo>
                  <a:lnTo>
                    <a:pt x="796466" y="8557"/>
                  </a:lnTo>
                  <a:lnTo>
                    <a:pt x="814412" y="8108"/>
                  </a:lnTo>
                  <a:lnTo>
                    <a:pt x="831788" y="7672"/>
                  </a:lnTo>
                  <a:lnTo>
                    <a:pt x="848629" y="7250"/>
                  </a:lnTo>
                  <a:lnTo>
                    <a:pt x="864967" y="6841"/>
                  </a:lnTo>
                  <a:lnTo>
                    <a:pt x="880832" y="6444"/>
                  </a:lnTo>
                  <a:lnTo>
                    <a:pt x="896249" y="6057"/>
                  </a:lnTo>
                  <a:lnTo>
                    <a:pt x="911245" y="5682"/>
                  </a:lnTo>
                  <a:lnTo>
                    <a:pt x="925840" y="5316"/>
                  </a:lnTo>
                  <a:lnTo>
                    <a:pt x="940056" y="4960"/>
                  </a:lnTo>
                  <a:lnTo>
                    <a:pt x="953912" y="4613"/>
                  </a:lnTo>
                  <a:lnTo>
                    <a:pt x="967426" y="4274"/>
                  </a:lnTo>
                  <a:lnTo>
                    <a:pt x="980615" y="3944"/>
                  </a:lnTo>
                  <a:lnTo>
                    <a:pt x="993493" y="3621"/>
                  </a:lnTo>
                  <a:lnTo>
                    <a:pt x="1006075" y="3306"/>
                  </a:lnTo>
                  <a:lnTo>
                    <a:pt x="1018374" y="2998"/>
                  </a:lnTo>
                  <a:lnTo>
                    <a:pt x="1030403" y="2697"/>
                  </a:lnTo>
                  <a:lnTo>
                    <a:pt x="1042173" y="2402"/>
                  </a:lnTo>
                  <a:lnTo>
                    <a:pt x="1053695" y="2113"/>
                  </a:lnTo>
                  <a:lnTo>
                    <a:pt x="1064980" y="1830"/>
                  </a:lnTo>
                  <a:lnTo>
                    <a:pt x="1076037" y="1553"/>
                  </a:lnTo>
                  <a:lnTo>
                    <a:pt x="1086875" y="1282"/>
                  </a:lnTo>
                  <a:lnTo>
                    <a:pt x="1097502" y="1016"/>
                  </a:lnTo>
                  <a:lnTo>
                    <a:pt x="1107927" y="754"/>
                  </a:lnTo>
                  <a:lnTo>
                    <a:pt x="1118157" y="498"/>
                  </a:lnTo>
                  <a:lnTo>
                    <a:pt x="1128199" y="247"/>
                  </a:lnTo>
                  <a:lnTo>
                    <a:pt x="1138061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rc678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4186450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157982" y="35561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157982" y="32178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157982" y="28796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186450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70276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649629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502898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408337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tx688"/>
            <p:cNvSpPr/>
            <p:nvPr/>
          </p:nvSpPr>
          <p:spPr>
            <a:xfrm>
              <a:off x="4186450" y="2473969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0" name="rc689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376556" y="478365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350729" y="49885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380360" y="496496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341437" y="45363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363873" y="50349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358715" y="48964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342428" y="51486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346919" y="50981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357668" y="47062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374511" y="48680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717600" y="50022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19484" y="47410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41988" y="48070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31801" y="52076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63240" y="416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68479" y="43370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54305" y="50069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30868" y="52104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62143" y="51709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55621" y="50000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51336" y="49476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55964" y="51160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43661" y="50623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28620" y="50101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27222" y="51321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69437" y="49138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44649" y="51027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26903" y="496998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14436" y="47969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33821" y="5254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33830" y="494025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31987" y="50984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24615" y="46467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23289" y="49664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40037" y="47346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17427" y="50446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38167" y="48831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47505" y="49987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43161" y="50669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37913" y="44619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26443" y="49949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04471" y="51294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16034" y="45377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22513" y="46774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38536" y="48976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17960" y="51768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03458" y="49912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06237" y="487416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514564" y="49546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81857" y="49483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07104" y="497432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531001" y="50743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486397" y="49256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510874" y="48834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95157" y="48506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520725" y="494719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527824" y="50757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89116" y="47619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506597" y="50941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513732" y="49703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512825" y="50359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02055" y="51957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523054" y="50692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529766" y="51204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27402" y="505063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502167" y="49069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515911" y="50871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521430" y="48593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10313" y="50116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98557" y="48680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492180" y="49629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77724" y="51276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l762"/>
            <p:cNvSpPr/>
            <p:nvPr/>
          </p:nvSpPr>
          <p:spPr>
            <a:xfrm>
              <a:off x="1389186" y="4588977"/>
              <a:ext cx="1143283" cy="358224"/>
            </a:xfrm>
            <a:custGeom>
              <a:avLst/>
              <a:pathLst>
                <a:path w="1143283" h="358224">
                  <a:moveTo>
                    <a:pt x="0" y="0"/>
                  </a:moveTo>
                  <a:lnTo>
                    <a:pt x="73415" y="23003"/>
                  </a:lnTo>
                  <a:lnTo>
                    <a:pt x="138173" y="43293"/>
                  </a:lnTo>
                  <a:lnTo>
                    <a:pt x="196100" y="61444"/>
                  </a:lnTo>
                  <a:lnTo>
                    <a:pt x="248502" y="77863"/>
                  </a:lnTo>
                  <a:lnTo>
                    <a:pt x="296341" y="92852"/>
                  </a:lnTo>
                  <a:lnTo>
                    <a:pt x="340349" y="106641"/>
                  </a:lnTo>
                  <a:lnTo>
                    <a:pt x="381094" y="119408"/>
                  </a:lnTo>
                  <a:lnTo>
                    <a:pt x="419026" y="131293"/>
                  </a:lnTo>
                  <a:lnTo>
                    <a:pt x="454510" y="142411"/>
                  </a:lnTo>
                  <a:lnTo>
                    <a:pt x="487841" y="152855"/>
                  </a:lnTo>
                  <a:lnTo>
                    <a:pt x="519267" y="162702"/>
                  </a:lnTo>
                  <a:lnTo>
                    <a:pt x="548994" y="172016"/>
                  </a:lnTo>
                  <a:lnTo>
                    <a:pt x="577195" y="180852"/>
                  </a:lnTo>
                  <a:lnTo>
                    <a:pt x="604020" y="189257"/>
                  </a:lnTo>
                  <a:lnTo>
                    <a:pt x="629597" y="197271"/>
                  </a:lnTo>
                  <a:lnTo>
                    <a:pt x="654036" y="204929"/>
                  </a:lnTo>
                  <a:lnTo>
                    <a:pt x="677436" y="212260"/>
                  </a:lnTo>
                  <a:lnTo>
                    <a:pt x="699880" y="219293"/>
                  </a:lnTo>
                  <a:lnTo>
                    <a:pt x="721443" y="226049"/>
                  </a:lnTo>
                  <a:lnTo>
                    <a:pt x="742193" y="232551"/>
                  </a:lnTo>
                  <a:lnTo>
                    <a:pt x="762188" y="238816"/>
                  </a:lnTo>
                  <a:lnTo>
                    <a:pt x="781482" y="244861"/>
                  </a:lnTo>
                  <a:lnTo>
                    <a:pt x="800121" y="250701"/>
                  </a:lnTo>
                  <a:lnTo>
                    <a:pt x="818149" y="256350"/>
                  </a:lnTo>
                  <a:lnTo>
                    <a:pt x="835604" y="261819"/>
                  </a:lnTo>
                  <a:lnTo>
                    <a:pt x="852523" y="267120"/>
                  </a:lnTo>
                  <a:lnTo>
                    <a:pt x="868936" y="272263"/>
                  </a:lnTo>
                  <a:lnTo>
                    <a:pt x="884873" y="277257"/>
                  </a:lnTo>
                  <a:lnTo>
                    <a:pt x="900362" y="282110"/>
                  </a:lnTo>
                  <a:lnTo>
                    <a:pt x="915426" y="286830"/>
                  </a:lnTo>
                  <a:lnTo>
                    <a:pt x="930088" y="291424"/>
                  </a:lnTo>
                  <a:lnTo>
                    <a:pt x="944369" y="295899"/>
                  </a:lnTo>
                  <a:lnTo>
                    <a:pt x="958289" y="300260"/>
                  </a:lnTo>
                  <a:lnTo>
                    <a:pt x="971865" y="304514"/>
                  </a:lnTo>
                  <a:lnTo>
                    <a:pt x="985114" y="308665"/>
                  </a:lnTo>
                  <a:lnTo>
                    <a:pt x="998051" y="312719"/>
                  </a:lnTo>
                  <a:lnTo>
                    <a:pt x="1010691" y="316679"/>
                  </a:lnTo>
                  <a:lnTo>
                    <a:pt x="1023047" y="320551"/>
                  </a:lnTo>
                  <a:lnTo>
                    <a:pt x="1035131" y="324337"/>
                  </a:lnTo>
                  <a:lnTo>
                    <a:pt x="1046955" y="328042"/>
                  </a:lnTo>
                  <a:lnTo>
                    <a:pt x="1058530" y="331669"/>
                  </a:lnTo>
                  <a:lnTo>
                    <a:pt x="1069867" y="335221"/>
                  </a:lnTo>
                  <a:lnTo>
                    <a:pt x="1080974" y="338701"/>
                  </a:lnTo>
                  <a:lnTo>
                    <a:pt x="1091862" y="342112"/>
                  </a:lnTo>
                  <a:lnTo>
                    <a:pt x="1102538" y="345458"/>
                  </a:lnTo>
                  <a:lnTo>
                    <a:pt x="1113011" y="348739"/>
                  </a:lnTo>
                  <a:lnTo>
                    <a:pt x="1123288" y="351959"/>
                  </a:lnTo>
                  <a:lnTo>
                    <a:pt x="1133376" y="355120"/>
                  </a:lnTo>
                  <a:lnTo>
                    <a:pt x="1143283" y="35822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389186" y="4492533"/>
              <a:ext cx="1143283" cy="476592"/>
            </a:xfrm>
            <a:custGeom>
              <a:avLst/>
              <a:pathLst>
                <a:path w="1143283" h="476592">
                  <a:moveTo>
                    <a:pt x="0" y="0"/>
                  </a:moveTo>
                  <a:lnTo>
                    <a:pt x="73415" y="30604"/>
                  </a:lnTo>
                  <a:lnTo>
                    <a:pt x="138173" y="57599"/>
                  </a:lnTo>
                  <a:lnTo>
                    <a:pt x="196100" y="81747"/>
                  </a:lnTo>
                  <a:lnTo>
                    <a:pt x="248502" y="103591"/>
                  </a:lnTo>
                  <a:lnTo>
                    <a:pt x="296341" y="123534"/>
                  </a:lnTo>
                  <a:lnTo>
                    <a:pt x="340349" y="141879"/>
                  </a:lnTo>
                  <a:lnTo>
                    <a:pt x="381094" y="158864"/>
                  </a:lnTo>
                  <a:lnTo>
                    <a:pt x="419026" y="174676"/>
                  </a:lnTo>
                  <a:lnTo>
                    <a:pt x="454510" y="189468"/>
                  </a:lnTo>
                  <a:lnTo>
                    <a:pt x="487841" y="203363"/>
                  </a:lnTo>
                  <a:lnTo>
                    <a:pt x="519267" y="216463"/>
                  </a:lnTo>
                  <a:lnTo>
                    <a:pt x="548994" y="228855"/>
                  </a:lnTo>
                  <a:lnTo>
                    <a:pt x="577195" y="240611"/>
                  </a:lnTo>
                  <a:lnTo>
                    <a:pt x="604020" y="251793"/>
                  </a:lnTo>
                  <a:lnTo>
                    <a:pt x="629597" y="262455"/>
                  </a:lnTo>
                  <a:lnTo>
                    <a:pt x="654036" y="272643"/>
                  </a:lnTo>
                  <a:lnTo>
                    <a:pt x="677436" y="282398"/>
                  </a:lnTo>
                  <a:lnTo>
                    <a:pt x="699880" y="291754"/>
                  </a:lnTo>
                  <a:lnTo>
                    <a:pt x="721443" y="300743"/>
                  </a:lnTo>
                  <a:lnTo>
                    <a:pt x="742193" y="309393"/>
                  </a:lnTo>
                  <a:lnTo>
                    <a:pt x="762188" y="317728"/>
                  </a:lnTo>
                  <a:lnTo>
                    <a:pt x="781482" y="325771"/>
                  </a:lnTo>
                  <a:lnTo>
                    <a:pt x="800121" y="333541"/>
                  </a:lnTo>
                  <a:lnTo>
                    <a:pt x="818149" y="341056"/>
                  </a:lnTo>
                  <a:lnTo>
                    <a:pt x="835604" y="348332"/>
                  </a:lnTo>
                  <a:lnTo>
                    <a:pt x="852523" y="355385"/>
                  </a:lnTo>
                  <a:lnTo>
                    <a:pt x="868936" y="362227"/>
                  </a:lnTo>
                  <a:lnTo>
                    <a:pt x="884873" y="368871"/>
                  </a:lnTo>
                  <a:lnTo>
                    <a:pt x="900362" y="375327"/>
                  </a:lnTo>
                  <a:lnTo>
                    <a:pt x="915426" y="381607"/>
                  </a:lnTo>
                  <a:lnTo>
                    <a:pt x="930088" y="387719"/>
                  </a:lnTo>
                  <a:lnTo>
                    <a:pt x="944369" y="393673"/>
                  </a:lnTo>
                  <a:lnTo>
                    <a:pt x="958289" y="399475"/>
                  </a:lnTo>
                  <a:lnTo>
                    <a:pt x="971865" y="405135"/>
                  </a:lnTo>
                  <a:lnTo>
                    <a:pt x="985114" y="410658"/>
                  </a:lnTo>
                  <a:lnTo>
                    <a:pt x="998051" y="416051"/>
                  </a:lnTo>
                  <a:lnTo>
                    <a:pt x="1010691" y="421320"/>
                  </a:lnTo>
                  <a:lnTo>
                    <a:pt x="1023047" y="426470"/>
                  </a:lnTo>
                  <a:lnTo>
                    <a:pt x="1035131" y="431508"/>
                  </a:lnTo>
                  <a:lnTo>
                    <a:pt x="1046955" y="436437"/>
                  </a:lnTo>
                  <a:lnTo>
                    <a:pt x="1058530" y="441262"/>
                  </a:lnTo>
                  <a:lnTo>
                    <a:pt x="1069867" y="445988"/>
                  </a:lnTo>
                  <a:lnTo>
                    <a:pt x="1080974" y="450618"/>
                  </a:lnTo>
                  <a:lnTo>
                    <a:pt x="1091862" y="455157"/>
                  </a:lnTo>
                  <a:lnTo>
                    <a:pt x="1102538" y="459607"/>
                  </a:lnTo>
                  <a:lnTo>
                    <a:pt x="1113011" y="463973"/>
                  </a:lnTo>
                  <a:lnTo>
                    <a:pt x="1123288" y="468257"/>
                  </a:lnTo>
                  <a:lnTo>
                    <a:pt x="1133376" y="472462"/>
                  </a:lnTo>
                  <a:lnTo>
                    <a:pt x="1143283" y="47659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389186" y="4969759"/>
              <a:ext cx="1143283" cy="20522"/>
            </a:xfrm>
            <a:custGeom>
              <a:avLst/>
              <a:pathLst>
                <a:path w="1143283" h="20522">
                  <a:moveTo>
                    <a:pt x="0" y="20522"/>
                  </a:moveTo>
                  <a:lnTo>
                    <a:pt x="73415" y="19205"/>
                  </a:lnTo>
                  <a:lnTo>
                    <a:pt x="138173" y="18042"/>
                  </a:lnTo>
                  <a:lnTo>
                    <a:pt x="196100" y="17002"/>
                  </a:lnTo>
                  <a:lnTo>
                    <a:pt x="248502" y="16062"/>
                  </a:lnTo>
                  <a:lnTo>
                    <a:pt x="296341" y="15203"/>
                  </a:lnTo>
                  <a:lnTo>
                    <a:pt x="340349" y="14413"/>
                  </a:lnTo>
                  <a:lnTo>
                    <a:pt x="381094" y="13681"/>
                  </a:lnTo>
                  <a:lnTo>
                    <a:pt x="419026" y="13001"/>
                  </a:lnTo>
                  <a:lnTo>
                    <a:pt x="454510" y="12364"/>
                  </a:lnTo>
                  <a:lnTo>
                    <a:pt x="487841" y="11765"/>
                  </a:lnTo>
                  <a:lnTo>
                    <a:pt x="519267" y="11201"/>
                  </a:lnTo>
                  <a:lnTo>
                    <a:pt x="548994" y="10668"/>
                  </a:lnTo>
                  <a:lnTo>
                    <a:pt x="577195" y="10161"/>
                  </a:lnTo>
                  <a:lnTo>
                    <a:pt x="604020" y="9680"/>
                  </a:lnTo>
                  <a:lnTo>
                    <a:pt x="629597" y="9221"/>
                  </a:lnTo>
                  <a:lnTo>
                    <a:pt x="654036" y="8782"/>
                  </a:lnTo>
                  <a:lnTo>
                    <a:pt x="677436" y="8362"/>
                  </a:lnTo>
                  <a:lnTo>
                    <a:pt x="699880" y="7959"/>
                  </a:lnTo>
                  <a:lnTo>
                    <a:pt x="721443" y="7572"/>
                  </a:lnTo>
                  <a:lnTo>
                    <a:pt x="742193" y="7199"/>
                  </a:lnTo>
                  <a:lnTo>
                    <a:pt x="762188" y="6840"/>
                  </a:lnTo>
                  <a:lnTo>
                    <a:pt x="781482" y="6494"/>
                  </a:lnTo>
                  <a:lnTo>
                    <a:pt x="800121" y="6160"/>
                  </a:lnTo>
                  <a:lnTo>
                    <a:pt x="818149" y="5836"/>
                  </a:lnTo>
                  <a:lnTo>
                    <a:pt x="835604" y="5523"/>
                  </a:lnTo>
                  <a:lnTo>
                    <a:pt x="852523" y="5219"/>
                  </a:lnTo>
                  <a:lnTo>
                    <a:pt x="868936" y="4924"/>
                  </a:lnTo>
                  <a:lnTo>
                    <a:pt x="884873" y="4638"/>
                  </a:lnTo>
                  <a:lnTo>
                    <a:pt x="900362" y="4360"/>
                  </a:lnTo>
                  <a:lnTo>
                    <a:pt x="915426" y="4090"/>
                  </a:lnTo>
                  <a:lnTo>
                    <a:pt x="930088" y="3827"/>
                  </a:lnTo>
                  <a:lnTo>
                    <a:pt x="944369" y="3570"/>
                  </a:lnTo>
                  <a:lnTo>
                    <a:pt x="958289" y="3320"/>
                  </a:lnTo>
                  <a:lnTo>
                    <a:pt x="971865" y="3077"/>
                  </a:lnTo>
                  <a:lnTo>
                    <a:pt x="985114" y="2839"/>
                  </a:lnTo>
                  <a:lnTo>
                    <a:pt x="998051" y="2607"/>
                  </a:lnTo>
                  <a:lnTo>
                    <a:pt x="1010691" y="2380"/>
                  </a:lnTo>
                  <a:lnTo>
                    <a:pt x="1023047" y="2158"/>
                  </a:lnTo>
                  <a:lnTo>
                    <a:pt x="1035131" y="1941"/>
                  </a:lnTo>
                  <a:lnTo>
                    <a:pt x="1046955" y="1729"/>
                  </a:lnTo>
                  <a:lnTo>
                    <a:pt x="1058530" y="1521"/>
                  </a:lnTo>
                  <a:lnTo>
                    <a:pt x="1069867" y="1317"/>
                  </a:lnTo>
                  <a:lnTo>
                    <a:pt x="1080974" y="1118"/>
                  </a:lnTo>
                  <a:lnTo>
                    <a:pt x="1091862" y="923"/>
                  </a:lnTo>
                  <a:lnTo>
                    <a:pt x="1102538" y="731"/>
                  </a:lnTo>
                  <a:lnTo>
                    <a:pt x="1113011" y="543"/>
                  </a:lnTo>
                  <a:lnTo>
                    <a:pt x="1123288" y="358"/>
                  </a:lnTo>
                  <a:lnTo>
                    <a:pt x="1133376" y="177"/>
                  </a:lnTo>
                  <a:lnTo>
                    <a:pt x="114328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389186" y="5003195"/>
              <a:ext cx="1143283" cy="14605"/>
            </a:xfrm>
            <a:custGeom>
              <a:avLst/>
              <a:pathLst>
                <a:path w="1143283" h="14605">
                  <a:moveTo>
                    <a:pt x="0" y="14605"/>
                  </a:moveTo>
                  <a:lnTo>
                    <a:pt x="73415" y="13667"/>
                  </a:lnTo>
                  <a:lnTo>
                    <a:pt x="138173" y="12840"/>
                  </a:lnTo>
                  <a:lnTo>
                    <a:pt x="196100" y="12100"/>
                  </a:lnTo>
                  <a:lnTo>
                    <a:pt x="248502" y="11431"/>
                  </a:lnTo>
                  <a:lnTo>
                    <a:pt x="296341" y="10819"/>
                  </a:lnTo>
                  <a:lnTo>
                    <a:pt x="340349" y="10257"/>
                  </a:lnTo>
                  <a:lnTo>
                    <a:pt x="381094" y="9737"/>
                  </a:lnTo>
                  <a:lnTo>
                    <a:pt x="419026" y="9252"/>
                  </a:lnTo>
                  <a:lnTo>
                    <a:pt x="454510" y="8799"/>
                  </a:lnTo>
                  <a:lnTo>
                    <a:pt x="487841" y="8373"/>
                  </a:lnTo>
                  <a:lnTo>
                    <a:pt x="519267" y="7971"/>
                  </a:lnTo>
                  <a:lnTo>
                    <a:pt x="548994" y="7592"/>
                  </a:lnTo>
                  <a:lnTo>
                    <a:pt x="577195" y="7231"/>
                  </a:lnTo>
                  <a:lnTo>
                    <a:pt x="604020" y="6889"/>
                  </a:lnTo>
                  <a:lnTo>
                    <a:pt x="629597" y="6562"/>
                  </a:lnTo>
                  <a:lnTo>
                    <a:pt x="654036" y="6250"/>
                  </a:lnTo>
                  <a:lnTo>
                    <a:pt x="677436" y="5951"/>
                  </a:lnTo>
                  <a:lnTo>
                    <a:pt x="699880" y="5664"/>
                  </a:lnTo>
                  <a:lnTo>
                    <a:pt x="721443" y="5389"/>
                  </a:lnTo>
                  <a:lnTo>
                    <a:pt x="742193" y="5124"/>
                  </a:lnTo>
                  <a:lnTo>
                    <a:pt x="762188" y="4868"/>
                  </a:lnTo>
                  <a:lnTo>
                    <a:pt x="781482" y="4622"/>
                  </a:lnTo>
                  <a:lnTo>
                    <a:pt x="800121" y="4383"/>
                  </a:lnTo>
                  <a:lnTo>
                    <a:pt x="818149" y="4153"/>
                  </a:lnTo>
                  <a:lnTo>
                    <a:pt x="835604" y="3930"/>
                  </a:lnTo>
                  <a:lnTo>
                    <a:pt x="852523" y="3714"/>
                  </a:lnTo>
                  <a:lnTo>
                    <a:pt x="868936" y="3504"/>
                  </a:lnTo>
                  <a:lnTo>
                    <a:pt x="884873" y="3301"/>
                  </a:lnTo>
                  <a:lnTo>
                    <a:pt x="900362" y="3103"/>
                  </a:lnTo>
                  <a:lnTo>
                    <a:pt x="915426" y="2910"/>
                  </a:lnTo>
                  <a:lnTo>
                    <a:pt x="930088" y="2723"/>
                  </a:lnTo>
                  <a:lnTo>
                    <a:pt x="944369" y="2541"/>
                  </a:lnTo>
                  <a:lnTo>
                    <a:pt x="958289" y="2363"/>
                  </a:lnTo>
                  <a:lnTo>
                    <a:pt x="971865" y="2189"/>
                  </a:lnTo>
                  <a:lnTo>
                    <a:pt x="985114" y="2020"/>
                  </a:lnTo>
                  <a:lnTo>
                    <a:pt x="998051" y="1855"/>
                  </a:lnTo>
                  <a:lnTo>
                    <a:pt x="1010691" y="1693"/>
                  </a:lnTo>
                  <a:lnTo>
                    <a:pt x="1023047" y="1536"/>
                  </a:lnTo>
                  <a:lnTo>
                    <a:pt x="1035131" y="1381"/>
                  </a:lnTo>
                  <a:lnTo>
                    <a:pt x="1046955" y="1230"/>
                  </a:lnTo>
                  <a:lnTo>
                    <a:pt x="1058530" y="1082"/>
                  </a:lnTo>
                  <a:lnTo>
                    <a:pt x="1069867" y="937"/>
                  </a:lnTo>
                  <a:lnTo>
                    <a:pt x="1080974" y="796"/>
                  </a:lnTo>
                  <a:lnTo>
                    <a:pt x="1091862" y="656"/>
                  </a:lnTo>
                  <a:lnTo>
                    <a:pt x="1102538" y="520"/>
                  </a:lnTo>
                  <a:lnTo>
                    <a:pt x="1113011" y="386"/>
                  </a:lnTo>
                  <a:lnTo>
                    <a:pt x="1123288" y="255"/>
                  </a:lnTo>
                  <a:lnTo>
                    <a:pt x="1133376" y="126"/>
                  </a:lnTo>
                  <a:lnTo>
                    <a:pt x="114328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389186" y="4981994"/>
              <a:ext cx="1143283" cy="104378"/>
            </a:xfrm>
            <a:custGeom>
              <a:avLst/>
              <a:pathLst>
                <a:path w="1143283" h="104378">
                  <a:moveTo>
                    <a:pt x="0" y="104378"/>
                  </a:moveTo>
                  <a:lnTo>
                    <a:pt x="73415" y="97676"/>
                  </a:lnTo>
                  <a:lnTo>
                    <a:pt x="138173" y="91763"/>
                  </a:lnTo>
                  <a:lnTo>
                    <a:pt x="196100" y="86475"/>
                  </a:lnTo>
                  <a:lnTo>
                    <a:pt x="248502" y="81691"/>
                  </a:lnTo>
                  <a:lnTo>
                    <a:pt x="296341" y="77323"/>
                  </a:lnTo>
                  <a:lnTo>
                    <a:pt x="340349" y="73305"/>
                  </a:lnTo>
                  <a:lnTo>
                    <a:pt x="381094" y="69585"/>
                  </a:lnTo>
                  <a:lnTo>
                    <a:pt x="419026" y="66122"/>
                  </a:lnTo>
                  <a:lnTo>
                    <a:pt x="454510" y="62883"/>
                  </a:lnTo>
                  <a:lnTo>
                    <a:pt x="487841" y="59840"/>
                  </a:lnTo>
                  <a:lnTo>
                    <a:pt x="519267" y="56970"/>
                  </a:lnTo>
                  <a:lnTo>
                    <a:pt x="548994" y="54257"/>
                  </a:lnTo>
                  <a:lnTo>
                    <a:pt x="577195" y="51682"/>
                  </a:lnTo>
                  <a:lnTo>
                    <a:pt x="604020" y="49233"/>
                  </a:lnTo>
                  <a:lnTo>
                    <a:pt x="629597" y="46898"/>
                  </a:lnTo>
                  <a:lnTo>
                    <a:pt x="654036" y="44666"/>
                  </a:lnTo>
                  <a:lnTo>
                    <a:pt x="677436" y="42530"/>
                  </a:lnTo>
                  <a:lnTo>
                    <a:pt x="699880" y="40481"/>
                  </a:lnTo>
                  <a:lnTo>
                    <a:pt x="721443" y="38512"/>
                  </a:lnTo>
                  <a:lnTo>
                    <a:pt x="742193" y="36618"/>
                  </a:lnTo>
                  <a:lnTo>
                    <a:pt x="762188" y="34792"/>
                  </a:lnTo>
                  <a:lnTo>
                    <a:pt x="781482" y="33031"/>
                  </a:lnTo>
                  <a:lnTo>
                    <a:pt x="800121" y="31329"/>
                  </a:lnTo>
                  <a:lnTo>
                    <a:pt x="818149" y="29683"/>
                  </a:lnTo>
                  <a:lnTo>
                    <a:pt x="835604" y="28090"/>
                  </a:lnTo>
                  <a:lnTo>
                    <a:pt x="852523" y="26545"/>
                  </a:lnTo>
                  <a:lnTo>
                    <a:pt x="868936" y="25047"/>
                  </a:lnTo>
                  <a:lnTo>
                    <a:pt x="884873" y="23592"/>
                  </a:lnTo>
                  <a:lnTo>
                    <a:pt x="900362" y="22178"/>
                  </a:lnTo>
                  <a:lnTo>
                    <a:pt x="915426" y="20802"/>
                  </a:lnTo>
                  <a:lnTo>
                    <a:pt x="930088" y="19464"/>
                  </a:lnTo>
                  <a:lnTo>
                    <a:pt x="944369" y="18160"/>
                  </a:lnTo>
                  <a:lnTo>
                    <a:pt x="958289" y="16889"/>
                  </a:lnTo>
                  <a:lnTo>
                    <a:pt x="971865" y="15649"/>
                  </a:lnTo>
                  <a:lnTo>
                    <a:pt x="985114" y="14440"/>
                  </a:lnTo>
                  <a:lnTo>
                    <a:pt x="998051" y="13259"/>
                  </a:lnTo>
                  <a:lnTo>
                    <a:pt x="1010691" y="12105"/>
                  </a:lnTo>
                  <a:lnTo>
                    <a:pt x="1023047" y="10977"/>
                  </a:lnTo>
                  <a:lnTo>
                    <a:pt x="1035131" y="9873"/>
                  </a:lnTo>
                  <a:lnTo>
                    <a:pt x="1046955" y="8794"/>
                  </a:lnTo>
                  <a:lnTo>
                    <a:pt x="1058530" y="7737"/>
                  </a:lnTo>
                  <a:lnTo>
                    <a:pt x="1069867" y="6702"/>
                  </a:lnTo>
                  <a:lnTo>
                    <a:pt x="1080974" y="5688"/>
                  </a:lnTo>
                  <a:lnTo>
                    <a:pt x="1091862" y="4694"/>
                  </a:lnTo>
                  <a:lnTo>
                    <a:pt x="1102538" y="3719"/>
                  </a:lnTo>
                  <a:lnTo>
                    <a:pt x="1113011" y="2763"/>
                  </a:lnTo>
                  <a:lnTo>
                    <a:pt x="1123288" y="1825"/>
                  </a:lnTo>
                  <a:lnTo>
                    <a:pt x="1133376" y="904"/>
                  </a:lnTo>
                  <a:lnTo>
                    <a:pt x="114328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389186" y="4857897"/>
              <a:ext cx="1143283" cy="117134"/>
            </a:xfrm>
            <a:custGeom>
              <a:avLst/>
              <a:pathLst>
                <a:path w="1143283" h="117134">
                  <a:moveTo>
                    <a:pt x="0" y="117134"/>
                  </a:moveTo>
                  <a:lnTo>
                    <a:pt x="73415" y="109612"/>
                  </a:lnTo>
                  <a:lnTo>
                    <a:pt x="138173" y="102977"/>
                  </a:lnTo>
                  <a:lnTo>
                    <a:pt x="196100" y="97042"/>
                  </a:lnTo>
                  <a:lnTo>
                    <a:pt x="248502" y="91673"/>
                  </a:lnTo>
                  <a:lnTo>
                    <a:pt x="296341" y="86772"/>
                  </a:lnTo>
                  <a:lnTo>
                    <a:pt x="340349" y="82263"/>
                  </a:lnTo>
                  <a:lnTo>
                    <a:pt x="381094" y="78089"/>
                  </a:lnTo>
                  <a:lnTo>
                    <a:pt x="419026" y="74203"/>
                  </a:lnTo>
                  <a:lnTo>
                    <a:pt x="454510" y="70567"/>
                  </a:lnTo>
                  <a:lnTo>
                    <a:pt x="487841" y="67152"/>
                  </a:lnTo>
                  <a:lnTo>
                    <a:pt x="519267" y="63932"/>
                  </a:lnTo>
                  <a:lnTo>
                    <a:pt x="548994" y="60887"/>
                  </a:lnTo>
                  <a:lnTo>
                    <a:pt x="577195" y="57998"/>
                  </a:lnTo>
                  <a:lnTo>
                    <a:pt x="604020" y="55249"/>
                  </a:lnTo>
                  <a:lnTo>
                    <a:pt x="629597" y="52629"/>
                  </a:lnTo>
                  <a:lnTo>
                    <a:pt x="654036" y="50125"/>
                  </a:lnTo>
                  <a:lnTo>
                    <a:pt x="677436" y="47727"/>
                  </a:lnTo>
                  <a:lnTo>
                    <a:pt x="699880" y="45428"/>
                  </a:lnTo>
                  <a:lnTo>
                    <a:pt x="721443" y="43219"/>
                  </a:lnTo>
                  <a:lnTo>
                    <a:pt x="742193" y="41093"/>
                  </a:lnTo>
                  <a:lnTo>
                    <a:pt x="762188" y="39044"/>
                  </a:lnTo>
                  <a:lnTo>
                    <a:pt x="781482" y="37068"/>
                  </a:lnTo>
                  <a:lnTo>
                    <a:pt x="800121" y="35158"/>
                  </a:lnTo>
                  <a:lnTo>
                    <a:pt x="818149" y="33311"/>
                  </a:lnTo>
                  <a:lnTo>
                    <a:pt x="835604" y="31522"/>
                  </a:lnTo>
                  <a:lnTo>
                    <a:pt x="852523" y="29789"/>
                  </a:lnTo>
                  <a:lnTo>
                    <a:pt x="868936" y="28107"/>
                  </a:lnTo>
                  <a:lnTo>
                    <a:pt x="884873" y="26475"/>
                  </a:lnTo>
                  <a:lnTo>
                    <a:pt x="900362" y="24888"/>
                  </a:lnTo>
                  <a:lnTo>
                    <a:pt x="915426" y="23344"/>
                  </a:lnTo>
                  <a:lnTo>
                    <a:pt x="930088" y="21842"/>
                  </a:lnTo>
                  <a:lnTo>
                    <a:pt x="944369" y="20379"/>
                  </a:lnTo>
                  <a:lnTo>
                    <a:pt x="958289" y="18953"/>
                  </a:lnTo>
                  <a:lnTo>
                    <a:pt x="971865" y="17562"/>
                  </a:lnTo>
                  <a:lnTo>
                    <a:pt x="985114" y="16205"/>
                  </a:lnTo>
                  <a:lnTo>
                    <a:pt x="998051" y="14879"/>
                  </a:lnTo>
                  <a:lnTo>
                    <a:pt x="1010691" y="13584"/>
                  </a:lnTo>
                  <a:lnTo>
                    <a:pt x="1023047" y="12318"/>
                  </a:lnTo>
                  <a:lnTo>
                    <a:pt x="1035131" y="11080"/>
                  </a:lnTo>
                  <a:lnTo>
                    <a:pt x="1046955" y="9869"/>
                  </a:lnTo>
                  <a:lnTo>
                    <a:pt x="1058530" y="8683"/>
                  </a:lnTo>
                  <a:lnTo>
                    <a:pt x="1069867" y="7521"/>
                  </a:lnTo>
                  <a:lnTo>
                    <a:pt x="1080974" y="6383"/>
                  </a:lnTo>
                  <a:lnTo>
                    <a:pt x="1091862" y="5268"/>
                  </a:lnTo>
                  <a:lnTo>
                    <a:pt x="1102538" y="4174"/>
                  </a:lnTo>
                  <a:lnTo>
                    <a:pt x="1113011" y="3101"/>
                  </a:lnTo>
                  <a:lnTo>
                    <a:pt x="1123288" y="2048"/>
                  </a:lnTo>
                  <a:lnTo>
                    <a:pt x="1133376" y="1014"/>
                  </a:lnTo>
                  <a:lnTo>
                    <a:pt x="114328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389186" y="4891938"/>
              <a:ext cx="1143283" cy="102093"/>
            </a:xfrm>
            <a:custGeom>
              <a:avLst/>
              <a:pathLst>
                <a:path w="1143283" h="102093">
                  <a:moveTo>
                    <a:pt x="0" y="0"/>
                  </a:moveTo>
                  <a:lnTo>
                    <a:pt x="73415" y="6555"/>
                  </a:lnTo>
                  <a:lnTo>
                    <a:pt x="138173" y="12338"/>
                  </a:lnTo>
                  <a:lnTo>
                    <a:pt x="196100" y="17511"/>
                  </a:lnTo>
                  <a:lnTo>
                    <a:pt x="248502" y="22190"/>
                  </a:lnTo>
                  <a:lnTo>
                    <a:pt x="296341" y="26462"/>
                  </a:lnTo>
                  <a:lnTo>
                    <a:pt x="340349" y="30392"/>
                  </a:lnTo>
                  <a:lnTo>
                    <a:pt x="381094" y="34031"/>
                  </a:lnTo>
                  <a:lnTo>
                    <a:pt x="419026" y="37418"/>
                  </a:lnTo>
                  <a:lnTo>
                    <a:pt x="454510" y="40586"/>
                  </a:lnTo>
                  <a:lnTo>
                    <a:pt x="487841" y="43563"/>
                  </a:lnTo>
                  <a:lnTo>
                    <a:pt x="519267" y="46369"/>
                  </a:lnTo>
                  <a:lnTo>
                    <a:pt x="548994" y="49024"/>
                  </a:lnTo>
                  <a:lnTo>
                    <a:pt x="577195" y="51542"/>
                  </a:lnTo>
                  <a:lnTo>
                    <a:pt x="604020" y="53937"/>
                  </a:lnTo>
                  <a:lnTo>
                    <a:pt x="629597" y="56221"/>
                  </a:lnTo>
                  <a:lnTo>
                    <a:pt x="654036" y="58404"/>
                  </a:lnTo>
                  <a:lnTo>
                    <a:pt x="677436" y="60493"/>
                  </a:lnTo>
                  <a:lnTo>
                    <a:pt x="699880" y="62498"/>
                  </a:lnTo>
                  <a:lnTo>
                    <a:pt x="721443" y="64423"/>
                  </a:lnTo>
                  <a:lnTo>
                    <a:pt x="742193" y="66276"/>
                  </a:lnTo>
                  <a:lnTo>
                    <a:pt x="762188" y="68062"/>
                  </a:lnTo>
                  <a:lnTo>
                    <a:pt x="781482" y="69784"/>
                  </a:lnTo>
                  <a:lnTo>
                    <a:pt x="800121" y="71449"/>
                  </a:lnTo>
                  <a:lnTo>
                    <a:pt x="818149" y="73059"/>
                  </a:lnTo>
                  <a:lnTo>
                    <a:pt x="835604" y="74617"/>
                  </a:lnTo>
                  <a:lnTo>
                    <a:pt x="852523" y="76128"/>
                  </a:lnTo>
                  <a:lnTo>
                    <a:pt x="868936" y="77594"/>
                  </a:lnTo>
                  <a:lnTo>
                    <a:pt x="884873" y="79017"/>
                  </a:lnTo>
                  <a:lnTo>
                    <a:pt x="900362" y="80400"/>
                  </a:lnTo>
                  <a:lnTo>
                    <a:pt x="915426" y="81745"/>
                  </a:lnTo>
                  <a:lnTo>
                    <a:pt x="930088" y="83055"/>
                  </a:lnTo>
                  <a:lnTo>
                    <a:pt x="944369" y="84330"/>
                  </a:lnTo>
                  <a:lnTo>
                    <a:pt x="958289" y="85573"/>
                  </a:lnTo>
                  <a:lnTo>
                    <a:pt x="971865" y="86785"/>
                  </a:lnTo>
                  <a:lnTo>
                    <a:pt x="985114" y="87968"/>
                  </a:lnTo>
                  <a:lnTo>
                    <a:pt x="998051" y="89124"/>
                  </a:lnTo>
                  <a:lnTo>
                    <a:pt x="1010691" y="90252"/>
                  </a:lnTo>
                  <a:lnTo>
                    <a:pt x="1023047" y="91356"/>
                  </a:lnTo>
                  <a:lnTo>
                    <a:pt x="1035131" y="92435"/>
                  </a:lnTo>
                  <a:lnTo>
                    <a:pt x="1046955" y="93491"/>
                  </a:lnTo>
                  <a:lnTo>
                    <a:pt x="1058530" y="94524"/>
                  </a:lnTo>
                  <a:lnTo>
                    <a:pt x="1069867" y="95537"/>
                  </a:lnTo>
                  <a:lnTo>
                    <a:pt x="1080974" y="96529"/>
                  </a:lnTo>
                  <a:lnTo>
                    <a:pt x="1091862" y="97501"/>
                  </a:lnTo>
                  <a:lnTo>
                    <a:pt x="1102538" y="98454"/>
                  </a:lnTo>
                  <a:lnTo>
                    <a:pt x="1113011" y="99389"/>
                  </a:lnTo>
                  <a:lnTo>
                    <a:pt x="1123288" y="100307"/>
                  </a:lnTo>
                  <a:lnTo>
                    <a:pt x="1133376" y="101208"/>
                  </a:lnTo>
                  <a:lnTo>
                    <a:pt x="1143283" y="10209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389186" y="5019510"/>
              <a:ext cx="1143283" cy="182683"/>
            </a:xfrm>
            <a:custGeom>
              <a:avLst/>
              <a:pathLst>
                <a:path w="1143283" h="182683">
                  <a:moveTo>
                    <a:pt x="0" y="0"/>
                  </a:moveTo>
                  <a:lnTo>
                    <a:pt x="73415" y="11731"/>
                  </a:lnTo>
                  <a:lnTo>
                    <a:pt x="138173" y="22078"/>
                  </a:lnTo>
                  <a:lnTo>
                    <a:pt x="196100" y="31334"/>
                  </a:lnTo>
                  <a:lnTo>
                    <a:pt x="248502" y="39707"/>
                  </a:lnTo>
                  <a:lnTo>
                    <a:pt x="296341" y="47352"/>
                  </a:lnTo>
                  <a:lnTo>
                    <a:pt x="340349" y="54383"/>
                  </a:lnTo>
                  <a:lnTo>
                    <a:pt x="381094" y="60894"/>
                  </a:lnTo>
                  <a:lnTo>
                    <a:pt x="419026" y="66955"/>
                  </a:lnTo>
                  <a:lnTo>
                    <a:pt x="454510" y="72625"/>
                  </a:lnTo>
                  <a:lnTo>
                    <a:pt x="487841" y="77951"/>
                  </a:lnTo>
                  <a:lnTo>
                    <a:pt x="519267" y="82973"/>
                  </a:lnTo>
                  <a:lnTo>
                    <a:pt x="548994" y="87722"/>
                  </a:lnTo>
                  <a:lnTo>
                    <a:pt x="577195" y="92229"/>
                  </a:lnTo>
                  <a:lnTo>
                    <a:pt x="604020" y="96515"/>
                  </a:lnTo>
                  <a:lnTo>
                    <a:pt x="629597" y="100602"/>
                  </a:lnTo>
                  <a:lnTo>
                    <a:pt x="654036" y="104507"/>
                  </a:lnTo>
                  <a:lnTo>
                    <a:pt x="677436" y="108246"/>
                  </a:lnTo>
                  <a:lnTo>
                    <a:pt x="699880" y="111832"/>
                  </a:lnTo>
                  <a:lnTo>
                    <a:pt x="721443" y="115278"/>
                  </a:lnTo>
                  <a:lnTo>
                    <a:pt x="742193" y="118594"/>
                  </a:lnTo>
                  <a:lnTo>
                    <a:pt x="762188" y="121789"/>
                  </a:lnTo>
                  <a:lnTo>
                    <a:pt x="781482" y="124871"/>
                  </a:lnTo>
                  <a:lnTo>
                    <a:pt x="800121" y="127850"/>
                  </a:lnTo>
                  <a:lnTo>
                    <a:pt x="818149" y="130730"/>
                  </a:lnTo>
                  <a:lnTo>
                    <a:pt x="835604" y="133520"/>
                  </a:lnTo>
                  <a:lnTo>
                    <a:pt x="852523" y="136223"/>
                  </a:lnTo>
                  <a:lnTo>
                    <a:pt x="868936" y="138846"/>
                  </a:lnTo>
                  <a:lnTo>
                    <a:pt x="884873" y="141392"/>
                  </a:lnTo>
                  <a:lnTo>
                    <a:pt x="900362" y="143867"/>
                  </a:lnTo>
                  <a:lnTo>
                    <a:pt x="915426" y="146274"/>
                  </a:lnTo>
                  <a:lnTo>
                    <a:pt x="930088" y="148617"/>
                  </a:lnTo>
                  <a:lnTo>
                    <a:pt x="944369" y="150899"/>
                  </a:lnTo>
                  <a:lnTo>
                    <a:pt x="958289" y="153123"/>
                  </a:lnTo>
                  <a:lnTo>
                    <a:pt x="971865" y="155293"/>
                  </a:lnTo>
                  <a:lnTo>
                    <a:pt x="985114" y="157410"/>
                  </a:lnTo>
                  <a:lnTo>
                    <a:pt x="998051" y="159477"/>
                  </a:lnTo>
                  <a:lnTo>
                    <a:pt x="1010691" y="161496"/>
                  </a:lnTo>
                  <a:lnTo>
                    <a:pt x="1023047" y="163471"/>
                  </a:lnTo>
                  <a:lnTo>
                    <a:pt x="1035131" y="165402"/>
                  </a:lnTo>
                  <a:lnTo>
                    <a:pt x="1046955" y="167291"/>
                  </a:lnTo>
                  <a:lnTo>
                    <a:pt x="1058530" y="169141"/>
                  </a:lnTo>
                  <a:lnTo>
                    <a:pt x="1069867" y="170952"/>
                  </a:lnTo>
                  <a:lnTo>
                    <a:pt x="1080974" y="172727"/>
                  </a:lnTo>
                  <a:lnTo>
                    <a:pt x="1091862" y="174467"/>
                  </a:lnTo>
                  <a:lnTo>
                    <a:pt x="1102538" y="176173"/>
                  </a:lnTo>
                  <a:lnTo>
                    <a:pt x="1113011" y="177846"/>
                  </a:lnTo>
                  <a:lnTo>
                    <a:pt x="1123288" y="179488"/>
                  </a:lnTo>
                  <a:lnTo>
                    <a:pt x="1133376" y="181100"/>
                  </a:lnTo>
                  <a:lnTo>
                    <a:pt x="1143283" y="182683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389186" y="4975912"/>
              <a:ext cx="1143283" cy="8157"/>
            </a:xfrm>
            <a:custGeom>
              <a:avLst/>
              <a:pathLst>
                <a:path w="1143283" h="8157">
                  <a:moveTo>
                    <a:pt x="0" y="8157"/>
                  </a:moveTo>
                  <a:lnTo>
                    <a:pt x="73415" y="7634"/>
                  </a:lnTo>
                  <a:lnTo>
                    <a:pt x="138173" y="7172"/>
                  </a:lnTo>
                  <a:lnTo>
                    <a:pt x="196100" y="6758"/>
                  </a:lnTo>
                  <a:lnTo>
                    <a:pt x="248502" y="6384"/>
                  </a:lnTo>
                  <a:lnTo>
                    <a:pt x="296341" y="6043"/>
                  </a:lnTo>
                  <a:lnTo>
                    <a:pt x="340349" y="5729"/>
                  </a:lnTo>
                  <a:lnTo>
                    <a:pt x="381094" y="5438"/>
                  </a:lnTo>
                  <a:lnTo>
                    <a:pt x="419026" y="5167"/>
                  </a:lnTo>
                  <a:lnTo>
                    <a:pt x="454510" y="4914"/>
                  </a:lnTo>
                  <a:lnTo>
                    <a:pt x="487841" y="4676"/>
                  </a:lnTo>
                  <a:lnTo>
                    <a:pt x="519267" y="4452"/>
                  </a:lnTo>
                  <a:lnTo>
                    <a:pt x="548994" y="4240"/>
                  </a:lnTo>
                  <a:lnTo>
                    <a:pt x="577195" y="4039"/>
                  </a:lnTo>
                  <a:lnTo>
                    <a:pt x="604020" y="3847"/>
                  </a:lnTo>
                  <a:lnTo>
                    <a:pt x="629597" y="3665"/>
                  </a:lnTo>
                  <a:lnTo>
                    <a:pt x="654036" y="3491"/>
                  </a:lnTo>
                  <a:lnTo>
                    <a:pt x="677436" y="3324"/>
                  </a:lnTo>
                  <a:lnTo>
                    <a:pt x="699880" y="3163"/>
                  </a:lnTo>
                  <a:lnTo>
                    <a:pt x="721443" y="3010"/>
                  </a:lnTo>
                  <a:lnTo>
                    <a:pt x="742193" y="2861"/>
                  </a:lnTo>
                  <a:lnTo>
                    <a:pt x="762188" y="2719"/>
                  </a:lnTo>
                  <a:lnTo>
                    <a:pt x="781482" y="2581"/>
                  </a:lnTo>
                  <a:lnTo>
                    <a:pt x="800121" y="2448"/>
                  </a:lnTo>
                  <a:lnTo>
                    <a:pt x="818149" y="2320"/>
                  </a:lnTo>
                  <a:lnTo>
                    <a:pt x="835604" y="2195"/>
                  </a:lnTo>
                  <a:lnTo>
                    <a:pt x="852523" y="2074"/>
                  </a:lnTo>
                  <a:lnTo>
                    <a:pt x="868936" y="1957"/>
                  </a:lnTo>
                  <a:lnTo>
                    <a:pt x="884873" y="1843"/>
                  </a:lnTo>
                  <a:lnTo>
                    <a:pt x="900362" y="1733"/>
                  </a:lnTo>
                  <a:lnTo>
                    <a:pt x="915426" y="1625"/>
                  </a:lnTo>
                  <a:lnTo>
                    <a:pt x="930088" y="1521"/>
                  </a:lnTo>
                  <a:lnTo>
                    <a:pt x="944369" y="1419"/>
                  </a:lnTo>
                  <a:lnTo>
                    <a:pt x="958289" y="1320"/>
                  </a:lnTo>
                  <a:lnTo>
                    <a:pt x="971865" y="1223"/>
                  </a:lnTo>
                  <a:lnTo>
                    <a:pt x="985114" y="1128"/>
                  </a:lnTo>
                  <a:lnTo>
                    <a:pt x="998051" y="1036"/>
                  </a:lnTo>
                  <a:lnTo>
                    <a:pt x="1010691" y="946"/>
                  </a:lnTo>
                  <a:lnTo>
                    <a:pt x="1023047" y="857"/>
                  </a:lnTo>
                  <a:lnTo>
                    <a:pt x="1035131" y="771"/>
                  </a:lnTo>
                  <a:lnTo>
                    <a:pt x="1046955" y="687"/>
                  </a:lnTo>
                  <a:lnTo>
                    <a:pt x="1058530" y="604"/>
                  </a:lnTo>
                  <a:lnTo>
                    <a:pt x="1069867" y="523"/>
                  </a:lnTo>
                  <a:lnTo>
                    <a:pt x="1080974" y="444"/>
                  </a:lnTo>
                  <a:lnTo>
                    <a:pt x="1091862" y="366"/>
                  </a:lnTo>
                  <a:lnTo>
                    <a:pt x="1102538" y="290"/>
                  </a:lnTo>
                  <a:lnTo>
                    <a:pt x="1113011" y="216"/>
                  </a:lnTo>
                  <a:lnTo>
                    <a:pt x="1123288" y="142"/>
                  </a:lnTo>
                  <a:lnTo>
                    <a:pt x="1133376" y="70"/>
                  </a:lnTo>
                  <a:lnTo>
                    <a:pt x="114328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389186" y="5009496"/>
              <a:ext cx="1143283" cy="69282"/>
            </a:xfrm>
            <a:custGeom>
              <a:avLst/>
              <a:pathLst>
                <a:path w="1143283" h="69282">
                  <a:moveTo>
                    <a:pt x="0" y="0"/>
                  </a:moveTo>
                  <a:lnTo>
                    <a:pt x="73415" y="4448"/>
                  </a:lnTo>
                  <a:lnTo>
                    <a:pt x="138173" y="8373"/>
                  </a:lnTo>
                  <a:lnTo>
                    <a:pt x="196100" y="11883"/>
                  </a:lnTo>
                  <a:lnTo>
                    <a:pt x="248502" y="15059"/>
                  </a:lnTo>
                  <a:lnTo>
                    <a:pt x="296341" y="17958"/>
                  </a:lnTo>
                  <a:lnTo>
                    <a:pt x="340349" y="20624"/>
                  </a:lnTo>
                  <a:lnTo>
                    <a:pt x="381094" y="23094"/>
                  </a:lnTo>
                  <a:lnTo>
                    <a:pt x="419026" y="25392"/>
                  </a:lnTo>
                  <a:lnTo>
                    <a:pt x="454510" y="27543"/>
                  </a:lnTo>
                  <a:lnTo>
                    <a:pt x="487841" y="29562"/>
                  </a:lnTo>
                  <a:lnTo>
                    <a:pt x="519267" y="31467"/>
                  </a:lnTo>
                  <a:lnTo>
                    <a:pt x="548994" y="33268"/>
                  </a:lnTo>
                  <a:lnTo>
                    <a:pt x="577195" y="34977"/>
                  </a:lnTo>
                  <a:lnTo>
                    <a:pt x="604020" y="36603"/>
                  </a:lnTo>
                  <a:lnTo>
                    <a:pt x="629597" y="38153"/>
                  </a:lnTo>
                  <a:lnTo>
                    <a:pt x="654036" y="39634"/>
                  </a:lnTo>
                  <a:lnTo>
                    <a:pt x="677436" y="41052"/>
                  </a:lnTo>
                  <a:lnTo>
                    <a:pt x="699880" y="42412"/>
                  </a:lnTo>
                  <a:lnTo>
                    <a:pt x="721443" y="43719"/>
                  </a:lnTo>
                  <a:lnTo>
                    <a:pt x="742193" y="44976"/>
                  </a:lnTo>
                  <a:lnTo>
                    <a:pt x="762188" y="46188"/>
                  </a:lnTo>
                  <a:lnTo>
                    <a:pt x="781482" y="47357"/>
                  </a:lnTo>
                  <a:lnTo>
                    <a:pt x="800121" y="48486"/>
                  </a:lnTo>
                  <a:lnTo>
                    <a:pt x="818149" y="49579"/>
                  </a:lnTo>
                  <a:lnTo>
                    <a:pt x="835604" y="50637"/>
                  </a:lnTo>
                  <a:lnTo>
                    <a:pt x="852523" y="51662"/>
                  </a:lnTo>
                  <a:lnTo>
                    <a:pt x="868936" y="52657"/>
                  </a:lnTo>
                  <a:lnTo>
                    <a:pt x="884873" y="53622"/>
                  </a:lnTo>
                  <a:lnTo>
                    <a:pt x="900362" y="54561"/>
                  </a:lnTo>
                  <a:lnTo>
                    <a:pt x="915426" y="55474"/>
                  </a:lnTo>
                  <a:lnTo>
                    <a:pt x="930088" y="56362"/>
                  </a:lnTo>
                  <a:lnTo>
                    <a:pt x="944369" y="57228"/>
                  </a:lnTo>
                  <a:lnTo>
                    <a:pt x="958289" y="58071"/>
                  </a:lnTo>
                  <a:lnTo>
                    <a:pt x="971865" y="58894"/>
                  </a:lnTo>
                  <a:lnTo>
                    <a:pt x="985114" y="59697"/>
                  </a:lnTo>
                  <a:lnTo>
                    <a:pt x="998051" y="60481"/>
                  </a:lnTo>
                  <a:lnTo>
                    <a:pt x="1010691" y="61247"/>
                  </a:lnTo>
                  <a:lnTo>
                    <a:pt x="1023047" y="61996"/>
                  </a:lnTo>
                  <a:lnTo>
                    <a:pt x="1035131" y="62728"/>
                  </a:lnTo>
                  <a:lnTo>
                    <a:pt x="1046955" y="63444"/>
                  </a:lnTo>
                  <a:lnTo>
                    <a:pt x="1058530" y="64146"/>
                  </a:lnTo>
                  <a:lnTo>
                    <a:pt x="1069867" y="64833"/>
                  </a:lnTo>
                  <a:lnTo>
                    <a:pt x="1080974" y="65506"/>
                  </a:lnTo>
                  <a:lnTo>
                    <a:pt x="1091862" y="66166"/>
                  </a:lnTo>
                  <a:lnTo>
                    <a:pt x="1102538" y="66813"/>
                  </a:lnTo>
                  <a:lnTo>
                    <a:pt x="1113011" y="67447"/>
                  </a:lnTo>
                  <a:lnTo>
                    <a:pt x="1123288" y="68070"/>
                  </a:lnTo>
                  <a:lnTo>
                    <a:pt x="1133376" y="68681"/>
                  </a:lnTo>
                  <a:lnTo>
                    <a:pt x="1143283" y="6928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rc772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4" name="pl773"/>
            <p:cNvSpPr/>
            <p:nvPr/>
          </p:nvSpPr>
          <p:spPr>
            <a:xfrm>
              <a:off x="1310032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tx774"/>
            <p:cNvSpPr/>
            <p:nvPr/>
          </p:nvSpPr>
          <p:spPr>
            <a:xfrm rot="-5400000">
              <a:off x="1140466" y="519261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6" name="tx775"/>
            <p:cNvSpPr/>
            <p:nvPr/>
          </p:nvSpPr>
          <p:spPr>
            <a:xfrm rot="-5400000">
              <a:off x="1140466" y="481047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140466" y="442834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8" name="pl777"/>
            <p:cNvSpPr/>
            <p:nvPr/>
          </p:nvSpPr>
          <p:spPr>
            <a:xfrm>
              <a:off x="1281564" y="52290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8"/>
            <p:cNvSpPr/>
            <p:nvPr/>
          </p:nvSpPr>
          <p:spPr>
            <a:xfrm>
              <a:off x="1281564" y="48469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281564" y="44647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10032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389186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770280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15137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532469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tx785"/>
            <p:cNvSpPr/>
            <p:nvPr/>
          </p:nvSpPr>
          <p:spPr>
            <a:xfrm>
              <a:off x="1360931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7" name="tx786"/>
            <p:cNvSpPr/>
            <p:nvPr/>
          </p:nvSpPr>
          <p:spPr>
            <a:xfrm>
              <a:off x="1742025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123119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504214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1703231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310032" y="3957623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2" name="rc791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24507" y="46968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805632" y="44100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20004" y="473727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779646" y="46988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21483" y="427211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785202" y="46762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03922" y="503275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06625" y="49169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786563" y="46951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06623" y="41908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168554" y="5254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170358" y="463641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82411" y="47472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186917" y="51400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188279" y="47446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04588" y="48982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182327" y="49827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156576" y="50604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158012" y="48404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98290" y="45342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173830" y="44787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182656" y="49760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67043" y="48126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177590" y="485589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161219" y="47527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186996" y="44212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172678" y="49231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194295" y="427361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562620" y="438261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545392" y="48017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50106" y="471597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81784" y="49070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84964" y="48830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70785" y="49900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57764" y="46448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77230" y="45282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43676" y="45414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51566" y="45934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69318" y="47478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79478" y="43129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47100" y="50111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70181" y="51210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65837" y="46840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72474" y="44718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74691" y="47562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50716" y="51245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58690" y="41607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57630" y="46170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947424" y="49218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947921" y="47495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930963" y="49120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940161" y="48854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946619" y="49812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940402" y="46848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944474" y="48551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969210" y="521058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919991" y="47576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940178" y="49739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920380" y="49850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940630" y="48344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940480" y="47250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941285" y="50651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948530" y="49858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916611" y="50160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952287" y="448616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22486" y="46292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52428" y="50250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966992" y="48151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36256" y="46654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936055" y="46985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35421" y="46385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950596" y="49065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l864"/>
            <p:cNvSpPr/>
            <p:nvPr/>
          </p:nvSpPr>
          <p:spPr>
            <a:xfrm>
              <a:off x="2832268" y="4752072"/>
              <a:ext cx="1138638" cy="2991"/>
            </a:xfrm>
            <a:custGeom>
              <a:avLst/>
              <a:pathLst>
                <a:path w="1138638" h="2991">
                  <a:moveTo>
                    <a:pt x="0" y="0"/>
                  </a:moveTo>
                  <a:lnTo>
                    <a:pt x="73117" y="192"/>
                  </a:lnTo>
                  <a:lnTo>
                    <a:pt x="137612" y="361"/>
                  </a:lnTo>
                  <a:lnTo>
                    <a:pt x="195304" y="513"/>
                  </a:lnTo>
                  <a:lnTo>
                    <a:pt x="247493" y="650"/>
                  </a:lnTo>
                  <a:lnTo>
                    <a:pt x="295137" y="775"/>
                  </a:lnTo>
                  <a:lnTo>
                    <a:pt x="338966" y="890"/>
                  </a:lnTo>
                  <a:lnTo>
                    <a:pt x="379546" y="997"/>
                  </a:lnTo>
                  <a:lnTo>
                    <a:pt x="417324" y="1096"/>
                  </a:lnTo>
                  <a:lnTo>
                    <a:pt x="452663" y="1189"/>
                  </a:lnTo>
                  <a:lnTo>
                    <a:pt x="485859" y="1276"/>
                  </a:lnTo>
                  <a:lnTo>
                    <a:pt x="517158" y="1358"/>
                  </a:lnTo>
                  <a:lnTo>
                    <a:pt x="546763" y="1436"/>
                  </a:lnTo>
                  <a:lnTo>
                    <a:pt x="574850" y="1510"/>
                  </a:lnTo>
                  <a:lnTo>
                    <a:pt x="601566" y="1580"/>
                  </a:lnTo>
                  <a:lnTo>
                    <a:pt x="627039" y="1647"/>
                  </a:lnTo>
                  <a:lnTo>
                    <a:pt x="651379" y="1711"/>
                  </a:lnTo>
                  <a:lnTo>
                    <a:pt x="674683" y="1772"/>
                  </a:lnTo>
                  <a:lnTo>
                    <a:pt x="697036" y="1831"/>
                  </a:lnTo>
                  <a:lnTo>
                    <a:pt x="718512" y="1887"/>
                  </a:lnTo>
                  <a:lnTo>
                    <a:pt x="739178" y="1942"/>
                  </a:lnTo>
                  <a:lnTo>
                    <a:pt x="759092" y="1994"/>
                  </a:lnTo>
                  <a:lnTo>
                    <a:pt x="778306" y="2044"/>
                  </a:lnTo>
                  <a:lnTo>
                    <a:pt x="796870" y="2093"/>
                  </a:lnTo>
                  <a:lnTo>
                    <a:pt x="814825" y="2140"/>
                  </a:lnTo>
                  <a:lnTo>
                    <a:pt x="832209" y="2186"/>
                  </a:lnTo>
                  <a:lnTo>
                    <a:pt x="849059" y="2230"/>
                  </a:lnTo>
                  <a:lnTo>
                    <a:pt x="865405" y="2273"/>
                  </a:lnTo>
                  <a:lnTo>
                    <a:pt x="881278" y="2315"/>
                  </a:lnTo>
                  <a:lnTo>
                    <a:pt x="896704" y="2356"/>
                  </a:lnTo>
                  <a:lnTo>
                    <a:pt x="911706" y="2395"/>
                  </a:lnTo>
                  <a:lnTo>
                    <a:pt x="926309" y="2433"/>
                  </a:lnTo>
                  <a:lnTo>
                    <a:pt x="940533" y="2471"/>
                  </a:lnTo>
                  <a:lnTo>
                    <a:pt x="954396" y="2507"/>
                  </a:lnTo>
                  <a:lnTo>
                    <a:pt x="967917" y="2543"/>
                  </a:lnTo>
                  <a:lnTo>
                    <a:pt x="981112" y="2577"/>
                  </a:lnTo>
                  <a:lnTo>
                    <a:pt x="993996" y="2611"/>
                  </a:lnTo>
                  <a:lnTo>
                    <a:pt x="1006585" y="2644"/>
                  </a:lnTo>
                  <a:lnTo>
                    <a:pt x="1018890" y="2677"/>
                  </a:lnTo>
                  <a:lnTo>
                    <a:pt x="1030925" y="2708"/>
                  </a:lnTo>
                  <a:lnTo>
                    <a:pt x="1042701" y="2739"/>
                  </a:lnTo>
                  <a:lnTo>
                    <a:pt x="1054229" y="2769"/>
                  </a:lnTo>
                  <a:lnTo>
                    <a:pt x="1065520" y="2799"/>
                  </a:lnTo>
                  <a:lnTo>
                    <a:pt x="1076582" y="2828"/>
                  </a:lnTo>
                  <a:lnTo>
                    <a:pt x="1087426" y="2857"/>
                  </a:lnTo>
                  <a:lnTo>
                    <a:pt x="1098058" y="2885"/>
                  </a:lnTo>
                  <a:lnTo>
                    <a:pt x="1108489" y="2912"/>
                  </a:lnTo>
                  <a:lnTo>
                    <a:pt x="1118724" y="2939"/>
                  </a:lnTo>
                  <a:lnTo>
                    <a:pt x="1128771" y="2965"/>
                  </a:lnTo>
                  <a:lnTo>
                    <a:pt x="1138638" y="2991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6" name="pl865"/>
            <p:cNvSpPr/>
            <p:nvPr/>
          </p:nvSpPr>
          <p:spPr>
            <a:xfrm>
              <a:off x="2832268" y="4732839"/>
              <a:ext cx="1138638" cy="7900"/>
            </a:xfrm>
            <a:custGeom>
              <a:avLst/>
              <a:pathLst>
                <a:path w="1138638" h="7900">
                  <a:moveTo>
                    <a:pt x="0" y="7900"/>
                  </a:moveTo>
                  <a:lnTo>
                    <a:pt x="73117" y="7392"/>
                  </a:lnTo>
                  <a:lnTo>
                    <a:pt x="137612" y="6945"/>
                  </a:lnTo>
                  <a:lnTo>
                    <a:pt x="195304" y="6545"/>
                  </a:lnTo>
                  <a:lnTo>
                    <a:pt x="247493" y="6182"/>
                  </a:lnTo>
                  <a:lnTo>
                    <a:pt x="295137" y="5852"/>
                  </a:lnTo>
                  <a:lnTo>
                    <a:pt x="338966" y="5548"/>
                  </a:lnTo>
                  <a:lnTo>
                    <a:pt x="379546" y="5266"/>
                  </a:lnTo>
                  <a:lnTo>
                    <a:pt x="417324" y="5004"/>
                  </a:lnTo>
                  <a:lnTo>
                    <a:pt x="452663" y="4759"/>
                  </a:lnTo>
                  <a:lnTo>
                    <a:pt x="485859" y="4529"/>
                  </a:lnTo>
                  <a:lnTo>
                    <a:pt x="517158" y="4311"/>
                  </a:lnTo>
                  <a:lnTo>
                    <a:pt x="546763" y="4106"/>
                  </a:lnTo>
                  <a:lnTo>
                    <a:pt x="574850" y="3911"/>
                  </a:lnTo>
                  <a:lnTo>
                    <a:pt x="601566" y="3726"/>
                  </a:lnTo>
                  <a:lnTo>
                    <a:pt x="627039" y="3549"/>
                  </a:lnTo>
                  <a:lnTo>
                    <a:pt x="651379" y="3380"/>
                  </a:lnTo>
                  <a:lnTo>
                    <a:pt x="674683" y="3219"/>
                  </a:lnTo>
                  <a:lnTo>
                    <a:pt x="697036" y="3063"/>
                  </a:lnTo>
                  <a:lnTo>
                    <a:pt x="718512" y="2914"/>
                  </a:lnTo>
                  <a:lnTo>
                    <a:pt x="739178" y="2771"/>
                  </a:lnTo>
                  <a:lnTo>
                    <a:pt x="759092" y="2633"/>
                  </a:lnTo>
                  <a:lnTo>
                    <a:pt x="778306" y="2500"/>
                  </a:lnTo>
                  <a:lnTo>
                    <a:pt x="796870" y="2371"/>
                  </a:lnTo>
                  <a:lnTo>
                    <a:pt x="814825" y="2246"/>
                  </a:lnTo>
                  <a:lnTo>
                    <a:pt x="832209" y="2126"/>
                  </a:lnTo>
                  <a:lnTo>
                    <a:pt x="849059" y="2009"/>
                  </a:lnTo>
                  <a:lnTo>
                    <a:pt x="865405" y="1895"/>
                  </a:lnTo>
                  <a:lnTo>
                    <a:pt x="881278" y="1785"/>
                  </a:lnTo>
                  <a:lnTo>
                    <a:pt x="896704" y="1678"/>
                  </a:lnTo>
                  <a:lnTo>
                    <a:pt x="911706" y="1574"/>
                  </a:lnTo>
                  <a:lnTo>
                    <a:pt x="926309" y="1473"/>
                  </a:lnTo>
                  <a:lnTo>
                    <a:pt x="940533" y="1374"/>
                  </a:lnTo>
                  <a:lnTo>
                    <a:pt x="954396" y="1278"/>
                  </a:lnTo>
                  <a:lnTo>
                    <a:pt x="967917" y="1184"/>
                  </a:lnTo>
                  <a:lnTo>
                    <a:pt x="981112" y="1092"/>
                  </a:lnTo>
                  <a:lnTo>
                    <a:pt x="993996" y="1003"/>
                  </a:lnTo>
                  <a:lnTo>
                    <a:pt x="1006585" y="916"/>
                  </a:lnTo>
                  <a:lnTo>
                    <a:pt x="1018890" y="830"/>
                  </a:lnTo>
                  <a:lnTo>
                    <a:pt x="1030925" y="747"/>
                  </a:lnTo>
                  <a:lnTo>
                    <a:pt x="1042701" y="665"/>
                  </a:lnTo>
                  <a:lnTo>
                    <a:pt x="1054229" y="585"/>
                  </a:lnTo>
                  <a:lnTo>
                    <a:pt x="1065520" y="507"/>
                  </a:lnTo>
                  <a:lnTo>
                    <a:pt x="1076582" y="430"/>
                  </a:lnTo>
                  <a:lnTo>
                    <a:pt x="1087426" y="355"/>
                  </a:lnTo>
                  <a:lnTo>
                    <a:pt x="1098058" y="281"/>
                  </a:lnTo>
                  <a:lnTo>
                    <a:pt x="1108489" y="209"/>
                  </a:lnTo>
                  <a:lnTo>
                    <a:pt x="1118724" y="138"/>
                  </a:lnTo>
                  <a:lnTo>
                    <a:pt x="1128771" y="68"/>
                  </a:lnTo>
                  <a:lnTo>
                    <a:pt x="113863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32268" y="4693001"/>
              <a:ext cx="1138638" cy="401119"/>
            </a:xfrm>
            <a:custGeom>
              <a:avLst/>
              <a:pathLst>
                <a:path w="1138638" h="401119">
                  <a:moveTo>
                    <a:pt x="0" y="0"/>
                  </a:moveTo>
                  <a:lnTo>
                    <a:pt x="73117" y="25757"/>
                  </a:lnTo>
                  <a:lnTo>
                    <a:pt x="137612" y="48477"/>
                  </a:lnTo>
                  <a:lnTo>
                    <a:pt x="195304" y="68801"/>
                  </a:lnTo>
                  <a:lnTo>
                    <a:pt x="247493" y="87186"/>
                  </a:lnTo>
                  <a:lnTo>
                    <a:pt x="295137" y="103971"/>
                  </a:lnTo>
                  <a:lnTo>
                    <a:pt x="338966" y="119411"/>
                  </a:lnTo>
                  <a:lnTo>
                    <a:pt x="379546" y="133706"/>
                  </a:lnTo>
                  <a:lnTo>
                    <a:pt x="417324" y="147015"/>
                  </a:lnTo>
                  <a:lnTo>
                    <a:pt x="452663" y="159464"/>
                  </a:lnTo>
                  <a:lnTo>
                    <a:pt x="485859" y="171158"/>
                  </a:lnTo>
                  <a:lnTo>
                    <a:pt x="517158" y="182184"/>
                  </a:lnTo>
                  <a:lnTo>
                    <a:pt x="546763" y="192613"/>
                  </a:lnTo>
                  <a:lnTo>
                    <a:pt x="574850" y="202508"/>
                  </a:lnTo>
                  <a:lnTo>
                    <a:pt x="601566" y="211919"/>
                  </a:lnTo>
                  <a:lnTo>
                    <a:pt x="627039" y="220893"/>
                  </a:lnTo>
                  <a:lnTo>
                    <a:pt x="651379" y="229468"/>
                  </a:lnTo>
                  <a:lnTo>
                    <a:pt x="674683" y="237677"/>
                  </a:lnTo>
                  <a:lnTo>
                    <a:pt x="697036" y="245552"/>
                  </a:lnTo>
                  <a:lnTo>
                    <a:pt x="718512" y="253117"/>
                  </a:lnTo>
                  <a:lnTo>
                    <a:pt x="739178" y="260397"/>
                  </a:lnTo>
                  <a:lnTo>
                    <a:pt x="759092" y="267412"/>
                  </a:lnTo>
                  <a:lnTo>
                    <a:pt x="778306" y="274181"/>
                  </a:lnTo>
                  <a:lnTo>
                    <a:pt x="796870" y="280721"/>
                  </a:lnTo>
                  <a:lnTo>
                    <a:pt x="814825" y="287046"/>
                  </a:lnTo>
                  <a:lnTo>
                    <a:pt x="832209" y="293170"/>
                  </a:lnTo>
                  <a:lnTo>
                    <a:pt x="849059" y="299106"/>
                  </a:lnTo>
                  <a:lnTo>
                    <a:pt x="865405" y="304865"/>
                  </a:lnTo>
                  <a:lnTo>
                    <a:pt x="881278" y="310456"/>
                  </a:lnTo>
                  <a:lnTo>
                    <a:pt x="896704" y="315890"/>
                  </a:lnTo>
                  <a:lnTo>
                    <a:pt x="911706" y="321176"/>
                  </a:lnTo>
                  <a:lnTo>
                    <a:pt x="926309" y="326320"/>
                  </a:lnTo>
                  <a:lnTo>
                    <a:pt x="940533" y="331330"/>
                  </a:lnTo>
                  <a:lnTo>
                    <a:pt x="954396" y="336214"/>
                  </a:lnTo>
                  <a:lnTo>
                    <a:pt x="967917" y="340977"/>
                  </a:lnTo>
                  <a:lnTo>
                    <a:pt x="981112" y="345626"/>
                  </a:lnTo>
                  <a:lnTo>
                    <a:pt x="993996" y="350165"/>
                  </a:lnTo>
                  <a:lnTo>
                    <a:pt x="1006585" y="354599"/>
                  </a:lnTo>
                  <a:lnTo>
                    <a:pt x="1018890" y="358934"/>
                  </a:lnTo>
                  <a:lnTo>
                    <a:pt x="1030925" y="363174"/>
                  </a:lnTo>
                  <a:lnTo>
                    <a:pt x="1042701" y="367322"/>
                  </a:lnTo>
                  <a:lnTo>
                    <a:pt x="1054229" y="371384"/>
                  </a:lnTo>
                  <a:lnTo>
                    <a:pt x="1065520" y="375361"/>
                  </a:lnTo>
                  <a:lnTo>
                    <a:pt x="1076582" y="379258"/>
                  </a:lnTo>
                  <a:lnTo>
                    <a:pt x="1087426" y="383078"/>
                  </a:lnTo>
                  <a:lnTo>
                    <a:pt x="1098058" y="386824"/>
                  </a:lnTo>
                  <a:lnTo>
                    <a:pt x="1108489" y="390498"/>
                  </a:lnTo>
                  <a:lnTo>
                    <a:pt x="1118724" y="394104"/>
                  </a:lnTo>
                  <a:lnTo>
                    <a:pt x="1128771" y="397643"/>
                  </a:lnTo>
                  <a:lnTo>
                    <a:pt x="1138638" y="40111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32268" y="4292450"/>
              <a:ext cx="1138638" cy="295529"/>
            </a:xfrm>
            <a:custGeom>
              <a:avLst/>
              <a:pathLst>
                <a:path w="1138638" h="295529">
                  <a:moveTo>
                    <a:pt x="0" y="0"/>
                  </a:moveTo>
                  <a:lnTo>
                    <a:pt x="73117" y="18977"/>
                  </a:lnTo>
                  <a:lnTo>
                    <a:pt x="137612" y="35716"/>
                  </a:lnTo>
                  <a:lnTo>
                    <a:pt x="195304" y="50690"/>
                  </a:lnTo>
                  <a:lnTo>
                    <a:pt x="247493" y="64236"/>
                  </a:lnTo>
                  <a:lnTo>
                    <a:pt x="295137" y="76602"/>
                  </a:lnTo>
                  <a:lnTo>
                    <a:pt x="338966" y="87977"/>
                  </a:lnTo>
                  <a:lnTo>
                    <a:pt x="379546" y="98509"/>
                  </a:lnTo>
                  <a:lnTo>
                    <a:pt x="417324" y="108315"/>
                  </a:lnTo>
                  <a:lnTo>
                    <a:pt x="452663" y="117487"/>
                  </a:lnTo>
                  <a:lnTo>
                    <a:pt x="485859" y="126103"/>
                  </a:lnTo>
                  <a:lnTo>
                    <a:pt x="517158" y="134226"/>
                  </a:lnTo>
                  <a:lnTo>
                    <a:pt x="546763" y="141910"/>
                  </a:lnTo>
                  <a:lnTo>
                    <a:pt x="574850" y="149200"/>
                  </a:lnTo>
                  <a:lnTo>
                    <a:pt x="601566" y="156134"/>
                  </a:lnTo>
                  <a:lnTo>
                    <a:pt x="627039" y="162745"/>
                  </a:lnTo>
                  <a:lnTo>
                    <a:pt x="651379" y="169063"/>
                  </a:lnTo>
                  <a:lnTo>
                    <a:pt x="674683" y="175112"/>
                  </a:lnTo>
                  <a:lnTo>
                    <a:pt x="697036" y="180913"/>
                  </a:lnTo>
                  <a:lnTo>
                    <a:pt x="718512" y="186487"/>
                  </a:lnTo>
                  <a:lnTo>
                    <a:pt x="739178" y="191851"/>
                  </a:lnTo>
                  <a:lnTo>
                    <a:pt x="759092" y="197019"/>
                  </a:lnTo>
                  <a:lnTo>
                    <a:pt x="778306" y="202007"/>
                  </a:lnTo>
                  <a:lnTo>
                    <a:pt x="796870" y="206825"/>
                  </a:lnTo>
                  <a:lnTo>
                    <a:pt x="814825" y="211485"/>
                  </a:lnTo>
                  <a:lnTo>
                    <a:pt x="832209" y="215997"/>
                  </a:lnTo>
                  <a:lnTo>
                    <a:pt x="849059" y="220370"/>
                  </a:lnTo>
                  <a:lnTo>
                    <a:pt x="865405" y="224613"/>
                  </a:lnTo>
                  <a:lnTo>
                    <a:pt x="881278" y="228733"/>
                  </a:lnTo>
                  <a:lnTo>
                    <a:pt x="896704" y="232736"/>
                  </a:lnTo>
                  <a:lnTo>
                    <a:pt x="911706" y="236630"/>
                  </a:lnTo>
                  <a:lnTo>
                    <a:pt x="926309" y="240420"/>
                  </a:lnTo>
                  <a:lnTo>
                    <a:pt x="940533" y="244112"/>
                  </a:lnTo>
                  <a:lnTo>
                    <a:pt x="954396" y="247710"/>
                  </a:lnTo>
                  <a:lnTo>
                    <a:pt x="967917" y="251219"/>
                  </a:lnTo>
                  <a:lnTo>
                    <a:pt x="981112" y="254644"/>
                  </a:lnTo>
                  <a:lnTo>
                    <a:pt x="993996" y="257988"/>
                  </a:lnTo>
                  <a:lnTo>
                    <a:pt x="1006585" y="261255"/>
                  </a:lnTo>
                  <a:lnTo>
                    <a:pt x="1018890" y="264449"/>
                  </a:lnTo>
                  <a:lnTo>
                    <a:pt x="1030925" y="267573"/>
                  </a:lnTo>
                  <a:lnTo>
                    <a:pt x="1042701" y="270629"/>
                  </a:lnTo>
                  <a:lnTo>
                    <a:pt x="1054229" y="273621"/>
                  </a:lnTo>
                  <a:lnTo>
                    <a:pt x="1065520" y="276552"/>
                  </a:lnTo>
                  <a:lnTo>
                    <a:pt x="1076582" y="279423"/>
                  </a:lnTo>
                  <a:lnTo>
                    <a:pt x="1087426" y="282237"/>
                  </a:lnTo>
                  <a:lnTo>
                    <a:pt x="1098058" y="284997"/>
                  </a:lnTo>
                  <a:lnTo>
                    <a:pt x="1108489" y="287704"/>
                  </a:lnTo>
                  <a:lnTo>
                    <a:pt x="1118724" y="290361"/>
                  </a:lnTo>
                  <a:lnTo>
                    <a:pt x="1128771" y="292969"/>
                  </a:lnTo>
                  <a:lnTo>
                    <a:pt x="1138638" y="295529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32268" y="4802826"/>
              <a:ext cx="1138638" cy="37784"/>
            </a:xfrm>
            <a:custGeom>
              <a:avLst/>
              <a:pathLst>
                <a:path w="1138638" h="37784">
                  <a:moveTo>
                    <a:pt x="0" y="0"/>
                  </a:moveTo>
                  <a:lnTo>
                    <a:pt x="73117" y="2426"/>
                  </a:lnTo>
                  <a:lnTo>
                    <a:pt x="137612" y="4566"/>
                  </a:lnTo>
                  <a:lnTo>
                    <a:pt x="195304" y="6480"/>
                  </a:lnTo>
                  <a:lnTo>
                    <a:pt x="247493" y="8212"/>
                  </a:lnTo>
                  <a:lnTo>
                    <a:pt x="295137" y="9793"/>
                  </a:lnTo>
                  <a:lnTo>
                    <a:pt x="338966" y="11248"/>
                  </a:lnTo>
                  <a:lnTo>
                    <a:pt x="379546" y="12594"/>
                  </a:lnTo>
                  <a:lnTo>
                    <a:pt x="417324" y="13848"/>
                  </a:lnTo>
                  <a:lnTo>
                    <a:pt x="452663" y="15021"/>
                  </a:lnTo>
                  <a:lnTo>
                    <a:pt x="485859" y="16122"/>
                  </a:lnTo>
                  <a:lnTo>
                    <a:pt x="517158" y="17161"/>
                  </a:lnTo>
                  <a:lnTo>
                    <a:pt x="546763" y="18143"/>
                  </a:lnTo>
                  <a:lnTo>
                    <a:pt x="574850" y="19075"/>
                  </a:lnTo>
                  <a:lnTo>
                    <a:pt x="601566" y="19962"/>
                  </a:lnTo>
                  <a:lnTo>
                    <a:pt x="627039" y="20807"/>
                  </a:lnTo>
                  <a:lnTo>
                    <a:pt x="651379" y="21615"/>
                  </a:lnTo>
                  <a:lnTo>
                    <a:pt x="674683" y="22388"/>
                  </a:lnTo>
                  <a:lnTo>
                    <a:pt x="697036" y="23130"/>
                  </a:lnTo>
                  <a:lnTo>
                    <a:pt x="718512" y="23842"/>
                  </a:lnTo>
                  <a:lnTo>
                    <a:pt x="739178" y="24528"/>
                  </a:lnTo>
                  <a:lnTo>
                    <a:pt x="759092" y="25189"/>
                  </a:lnTo>
                  <a:lnTo>
                    <a:pt x="778306" y="25827"/>
                  </a:lnTo>
                  <a:lnTo>
                    <a:pt x="796870" y="26443"/>
                  </a:lnTo>
                  <a:lnTo>
                    <a:pt x="814825" y="27038"/>
                  </a:lnTo>
                  <a:lnTo>
                    <a:pt x="832209" y="27615"/>
                  </a:lnTo>
                  <a:lnTo>
                    <a:pt x="849059" y="28174"/>
                  </a:lnTo>
                  <a:lnTo>
                    <a:pt x="865405" y="28717"/>
                  </a:lnTo>
                  <a:lnTo>
                    <a:pt x="881278" y="29244"/>
                  </a:lnTo>
                  <a:lnTo>
                    <a:pt x="896704" y="29755"/>
                  </a:lnTo>
                  <a:lnTo>
                    <a:pt x="911706" y="30253"/>
                  </a:lnTo>
                  <a:lnTo>
                    <a:pt x="926309" y="30738"/>
                  </a:lnTo>
                  <a:lnTo>
                    <a:pt x="940533" y="31210"/>
                  </a:lnTo>
                  <a:lnTo>
                    <a:pt x="954396" y="31670"/>
                  </a:lnTo>
                  <a:lnTo>
                    <a:pt x="967917" y="32118"/>
                  </a:lnTo>
                  <a:lnTo>
                    <a:pt x="981112" y="32556"/>
                  </a:lnTo>
                  <a:lnTo>
                    <a:pt x="993996" y="32984"/>
                  </a:lnTo>
                  <a:lnTo>
                    <a:pt x="1006585" y="33402"/>
                  </a:lnTo>
                  <a:lnTo>
                    <a:pt x="1018890" y="33810"/>
                  </a:lnTo>
                  <a:lnTo>
                    <a:pt x="1030925" y="34209"/>
                  </a:lnTo>
                  <a:lnTo>
                    <a:pt x="1042701" y="34600"/>
                  </a:lnTo>
                  <a:lnTo>
                    <a:pt x="1054229" y="34983"/>
                  </a:lnTo>
                  <a:lnTo>
                    <a:pt x="1065520" y="35357"/>
                  </a:lnTo>
                  <a:lnTo>
                    <a:pt x="1076582" y="35724"/>
                  </a:lnTo>
                  <a:lnTo>
                    <a:pt x="1087426" y="36084"/>
                  </a:lnTo>
                  <a:lnTo>
                    <a:pt x="1098058" y="36437"/>
                  </a:lnTo>
                  <a:lnTo>
                    <a:pt x="1108489" y="36783"/>
                  </a:lnTo>
                  <a:lnTo>
                    <a:pt x="1118724" y="37123"/>
                  </a:lnTo>
                  <a:lnTo>
                    <a:pt x="1128771" y="37456"/>
                  </a:lnTo>
                  <a:lnTo>
                    <a:pt x="1138638" y="3778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32268" y="4562719"/>
              <a:ext cx="1138638" cy="240311"/>
            </a:xfrm>
            <a:custGeom>
              <a:avLst/>
              <a:pathLst>
                <a:path w="1138638" h="240311">
                  <a:moveTo>
                    <a:pt x="0" y="0"/>
                  </a:moveTo>
                  <a:lnTo>
                    <a:pt x="73117" y="15431"/>
                  </a:lnTo>
                  <a:lnTo>
                    <a:pt x="137612" y="29043"/>
                  </a:lnTo>
                  <a:lnTo>
                    <a:pt x="195304" y="41219"/>
                  </a:lnTo>
                  <a:lnTo>
                    <a:pt x="247493" y="52233"/>
                  </a:lnTo>
                  <a:lnTo>
                    <a:pt x="295137" y="62289"/>
                  </a:lnTo>
                  <a:lnTo>
                    <a:pt x="338966" y="71539"/>
                  </a:lnTo>
                  <a:lnTo>
                    <a:pt x="379546" y="80103"/>
                  </a:lnTo>
                  <a:lnTo>
                    <a:pt x="417324" y="88077"/>
                  </a:lnTo>
                  <a:lnTo>
                    <a:pt x="452663" y="95535"/>
                  </a:lnTo>
                  <a:lnTo>
                    <a:pt x="485859" y="102541"/>
                  </a:lnTo>
                  <a:lnTo>
                    <a:pt x="517158" y="109147"/>
                  </a:lnTo>
                  <a:lnTo>
                    <a:pt x="546763" y="115395"/>
                  </a:lnTo>
                  <a:lnTo>
                    <a:pt x="574850" y="121323"/>
                  </a:lnTo>
                  <a:lnTo>
                    <a:pt x="601566" y="126961"/>
                  </a:lnTo>
                  <a:lnTo>
                    <a:pt x="627039" y="132337"/>
                  </a:lnTo>
                  <a:lnTo>
                    <a:pt x="651379" y="137474"/>
                  </a:lnTo>
                  <a:lnTo>
                    <a:pt x="674683" y="142393"/>
                  </a:lnTo>
                  <a:lnTo>
                    <a:pt x="697036" y="147110"/>
                  </a:lnTo>
                  <a:lnTo>
                    <a:pt x="718512" y="151643"/>
                  </a:lnTo>
                  <a:lnTo>
                    <a:pt x="739178" y="156004"/>
                  </a:lnTo>
                  <a:lnTo>
                    <a:pt x="759092" y="160207"/>
                  </a:lnTo>
                  <a:lnTo>
                    <a:pt x="778306" y="164262"/>
                  </a:lnTo>
                  <a:lnTo>
                    <a:pt x="796870" y="168180"/>
                  </a:lnTo>
                  <a:lnTo>
                    <a:pt x="814825" y="171970"/>
                  </a:lnTo>
                  <a:lnTo>
                    <a:pt x="832209" y="175639"/>
                  </a:lnTo>
                  <a:lnTo>
                    <a:pt x="849059" y="179195"/>
                  </a:lnTo>
                  <a:lnTo>
                    <a:pt x="865405" y="182645"/>
                  </a:lnTo>
                  <a:lnTo>
                    <a:pt x="881278" y="185995"/>
                  </a:lnTo>
                  <a:lnTo>
                    <a:pt x="896704" y="189250"/>
                  </a:lnTo>
                  <a:lnTo>
                    <a:pt x="911706" y="192417"/>
                  </a:lnTo>
                  <a:lnTo>
                    <a:pt x="926309" y="195499"/>
                  </a:lnTo>
                  <a:lnTo>
                    <a:pt x="940533" y="198501"/>
                  </a:lnTo>
                  <a:lnTo>
                    <a:pt x="954396" y="201426"/>
                  </a:lnTo>
                  <a:lnTo>
                    <a:pt x="967917" y="204280"/>
                  </a:lnTo>
                  <a:lnTo>
                    <a:pt x="981112" y="207065"/>
                  </a:lnTo>
                  <a:lnTo>
                    <a:pt x="993996" y="209784"/>
                  </a:lnTo>
                  <a:lnTo>
                    <a:pt x="1006585" y="212441"/>
                  </a:lnTo>
                  <a:lnTo>
                    <a:pt x="1018890" y="215038"/>
                  </a:lnTo>
                  <a:lnTo>
                    <a:pt x="1030925" y="217578"/>
                  </a:lnTo>
                  <a:lnTo>
                    <a:pt x="1042701" y="220063"/>
                  </a:lnTo>
                  <a:lnTo>
                    <a:pt x="1054229" y="222496"/>
                  </a:lnTo>
                  <a:lnTo>
                    <a:pt x="1065520" y="224879"/>
                  </a:lnTo>
                  <a:lnTo>
                    <a:pt x="1076582" y="227214"/>
                  </a:lnTo>
                  <a:lnTo>
                    <a:pt x="1087426" y="229503"/>
                  </a:lnTo>
                  <a:lnTo>
                    <a:pt x="1098058" y="231747"/>
                  </a:lnTo>
                  <a:lnTo>
                    <a:pt x="1108489" y="233948"/>
                  </a:lnTo>
                  <a:lnTo>
                    <a:pt x="1118724" y="236108"/>
                  </a:lnTo>
                  <a:lnTo>
                    <a:pt x="1128771" y="238229"/>
                  </a:lnTo>
                  <a:lnTo>
                    <a:pt x="1138638" y="24031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32268" y="4513035"/>
              <a:ext cx="1138638" cy="519470"/>
            </a:xfrm>
            <a:custGeom>
              <a:avLst/>
              <a:pathLst>
                <a:path w="1138638" h="519470">
                  <a:moveTo>
                    <a:pt x="0" y="0"/>
                  </a:moveTo>
                  <a:lnTo>
                    <a:pt x="73117" y="33357"/>
                  </a:lnTo>
                  <a:lnTo>
                    <a:pt x="137612" y="62781"/>
                  </a:lnTo>
                  <a:lnTo>
                    <a:pt x="195304" y="89101"/>
                  </a:lnTo>
                  <a:lnTo>
                    <a:pt x="247493" y="112911"/>
                  </a:lnTo>
                  <a:lnTo>
                    <a:pt x="295137" y="134647"/>
                  </a:lnTo>
                  <a:lnTo>
                    <a:pt x="338966" y="154643"/>
                  </a:lnTo>
                  <a:lnTo>
                    <a:pt x="379546" y="173156"/>
                  </a:lnTo>
                  <a:lnTo>
                    <a:pt x="417324" y="190392"/>
                  </a:lnTo>
                  <a:lnTo>
                    <a:pt x="452663" y="206514"/>
                  </a:lnTo>
                  <a:lnTo>
                    <a:pt x="485859" y="221659"/>
                  </a:lnTo>
                  <a:lnTo>
                    <a:pt x="517158" y="235938"/>
                  </a:lnTo>
                  <a:lnTo>
                    <a:pt x="546763" y="249444"/>
                  </a:lnTo>
                  <a:lnTo>
                    <a:pt x="574850" y="262258"/>
                  </a:lnTo>
                  <a:lnTo>
                    <a:pt x="601566" y="274446"/>
                  </a:lnTo>
                  <a:lnTo>
                    <a:pt x="627039" y="286068"/>
                  </a:lnTo>
                  <a:lnTo>
                    <a:pt x="651379" y="297172"/>
                  </a:lnTo>
                  <a:lnTo>
                    <a:pt x="674683" y="307804"/>
                  </a:lnTo>
                  <a:lnTo>
                    <a:pt x="697036" y="318002"/>
                  </a:lnTo>
                  <a:lnTo>
                    <a:pt x="718512" y="327800"/>
                  </a:lnTo>
                  <a:lnTo>
                    <a:pt x="739178" y="337228"/>
                  </a:lnTo>
                  <a:lnTo>
                    <a:pt x="759092" y="346313"/>
                  </a:lnTo>
                  <a:lnTo>
                    <a:pt x="778306" y="355079"/>
                  </a:lnTo>
                  <a:lnTo>
                    <a:pt x="796870" y="363548"/>
                  </a:lnTo>
                  <a:lnTo>
                    <a:pt x="814825" y="371740"/>
                  </a:lnTo>
                  <a:lnTo>
                    <a:pt x="832209" y="379671"/>
                  </a:lnTo>
                  <a:lnTo>
                    <a:pt x="849059" y="387358"/>
                  </a:lnTo>
                  <a:lnTo>
                    <a:pt x="865405" y="394816"/>
                  </a:lnTo>
                  <a:lnTo>
                    <a:pt x="881278" y="402057"/>
                  </a:lnTo>
                  <a:lnTo>
                    <a:pt x="896704" y="409094"/>
                  </a:lnTo>
                  <a:lnTo>
                    <a:pt x="911706" y="415939"/>
                  </a:lnTo>
                  <a:lnTo>
                    <a:pt x="926309" y="422601"/>
                  </a:lnTo>
                  <a:lnTo>
                    <a:pt x="940533" y="429090"/>
                  </a:lnTo>
                  <a:lnTo>
                    <a:pt x="954396" y="435415"/>
                  </a:lnTo>
                  <a:lnTo>
                    <a:pt x="967917" y="441583"/>
                  </a:lnTo>
                  <a:lnTo>
                    <a:pt x="981112" y="447603"/>
                  </a:lnTo>
                  <a:lnTo>
                    <a:pt x="993996" y="453481"/>
                  </a:lnTo>
                  <a:lnTo>
                    <a:pt x="1006585" y="459224"/>
                  </a:lnTo>
                  <a:lnTo>
                    <a:pt x="1018890" y="464838"/>
                  </a:lnTo>
                  <a:lnTo>
                    <a:pt x="1030925" y="470329"/>
                  </a:lnTo>
                  <a:lnTo>
                    <a:pt x="1042701" y="475702"/>
                  </a:lnTo>
                  <a:lnTo>
                    <a:pt x="1054229" y="480961"/>
                  </a:lnTo>
                  <a:lnTo>
                    <a:pt x="1065520" y="486112"/>
                  </a:lnTo>
                  <a:lnTo>
                    <a:pt x="1076582" y="491159"/>
                  </a:lnTo>
                  <a:lnTo>
                    <a:pt x="1087426" y="496106"/>
                  </a:lnTo>
                  <a:lnTo>
                    <a:pt x="1098058" y="500957"/>
                  </a:lnTo>
                  <a:lnTo>
                    <a:pt x="1108489" y="505715"/>
                  </a:lnTo>
                  <a:lnTo>
                    <a:pt x="1118724" y="510385"/>
                  </a:lnTo>
                  <a:lnTo>
                    <a:pt x="1128771" y="514968"/>
                  </a:lnTo>
                  <a:lnTo>
                    <a:pt x="1138638" y="51947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32268" y="4982682"/>
              <a:ext cx="1138638" cy="10192"/>
            </a:xfrm>
            <a:custGeom>
              <a:avLst/>
              <a:pathLst>
                <a:path w="1138638" h="10192">
                  <a:moveTo>
                    <a:pt x="0" y="0"/>
                  </a:moveTo>
                  <a:lnTo>
                    <a:pt x="73117" y="654"/>
                  </a:lnTo>
                  <a:lnTo>
                    <a:pt x="137612" y="1231"/>
                  </a:lnTo>
                  <a:lnTo>
                    <a:pt x="195304" y="1748"/>
                  </a:lnTo>
                  <a:lnTo>
                    <a:pt x="247493" y="2215"/>
                  </a:lnTo>
                  <a:lnTo>
                    <a:pt x="295137" y="2641"/>
                  </a:lnTo>
                  <a:lnTo>
                    <a:pt x="338966" y="3034"/>
                  </a:lnTo>
                  <a:lnTo>
                    <a:pt x="379546" y="3397"/>
                  </a:lnTo>
                  <a:lnTo>
                    <a:pt x="417324" y="3735"/>
                  </a:lnTo>
                  <a:lnTo>
                    <a:pt x="452663" y="4052"/>
                  </a:lnTo>
                  <a:lnTo>
                    <a:pt x="485859" y="4349"/>
                  </a:lnTo>
                  <a:lnTo>
                    <a:pt x="517158" y="4629"/>
                  </a:lnTo>
                  <a:lnTo>
                    <a:pt x="546763" y="4894"/>
                  </a:lnTo>
                  <a:lnTo>
                    <a:pt x="574850" y="5145"/>
                  </a:lnTo>
                  <a:lnTo>
                    <a:pt x="601566" y="5384"/>
                  </a:lnTo>
                  <a:lnTo>
                    <a:pt x="627039" y="5612"/>
                  </a:lnTo>
                  <a:lnTo>
                    <a:pt x="651379" y="5830"/>
                  </a:lnTo>
                  <a:lnTo>
                    <a:pt x="674683" y="6039"/>
                  </a:lnTo>
                  <a:lnTo>
                    <a:pt x="697036" y="6239"/>
                  </a:lnTo>
                  <a:lnTo>
                    <a:pt x="718512" y="6431"/>
                  </a:lnTo>
                  <a:lnTo>
                    <a:pt x="739178" y="6616"/>
                  </a:lnTo>
                  <a:lnTo>
                    <a:pt x="759092" y="6795"/>
                  </a:lnTo>
                  <a:lnTo>
                    <a:pt x="778306" y="6967"/>
                  </a:lnTo>
                  <a:lnTo>
                    <a:pt x="796870" y="7133"/>
                  </a:lnTo>
                  <a:lnTo>
                    <a:pt x="814825" y="7293"/>
                  </a:lnTo>
                  <a:lnTo>
                    <a:pt x="832209" y="7449"/>
                  </a:lnTo>
                  <a:lnTo>
                    <a:pt x="849059" y="7600"/>
                  </a:lnTo>
                  <a:lnTo>
                    <a:pt x="865405" y="7746"/>
                  </a:lnTo>
                  <a:lnTo>
                    <a:pt x="881278" y="7888"/>
                  </a:lnTo>
                  <a:lnTo>
                    <a:pt x="896704" y="8026"/>
                  </a:lnTo>
                  <a:lnTo>
                    <a:pt x="911706" y="8161"/>
                  </a:lnTo>
                  <a:lnTo>
                    <a:pt x="926309" y="8291"/>
                  </a:lnTo>
                  <a:lnTo>
                    <a:pt x="940533" y="8419"/>
                  </a:lnTo>
                  <a:lnTo>
                    <a:pt x="954396" y="8543"/>
                  </a:lnTo>
                  <a:lnTo>
                    <a:pt x="967917" y="8664"/>
                  </a:lnTo>
                  <a:lnTo>
                    <a:pt x="981112" y="8782"/>
                  </a:lnTo>
                  <a:lnTo>
                    <a:pt x="993996" y="8897"/>
                  </a:lnTo>
                  <a:lnTo>
                    <a:pt x="1006585" y="9010"/>
                  </a:lnTo>
                  <a:lnTo>
                    <a:pt x="1018890" y="9120"/>
                  </a:lnTo>
                  <a:lnTo>
                    <a:pt x="1030925" y="9228"/>
                  </a:lnTo>
                  <a:lnTo>
                    <a:pt x="1042701" y="9333"/>
                  </a:lnTo>
                  <a:lnTo>
                    <a:pt x="1054229" y="9436"/>
                  </a:lnTo>
                  <a:lnTo>
                    <a:pt x="1065520" y="9538"/>
                  </a:lnTo>
                  <a:lnTo>
                    <a:pt x="1076582" y="9637"/>
                  </a:lnTo>
                  <a:lnTo>
                    <a:pt x="1087426" y="9734"/>
                  </a:lnTo>
                  <a:lnTo>
                    <a:pt x="1098058" y="9829"/>
                  </a:lnTo>
                  <a:lnTo>
                    <a:pt x="1108489" y="9922"/>
                  </a:lnTo>
                  <a:lnTo>
                    <a:pt x="1118724" y="10014"/>
                  </a:lnTo>
                  <a:lnTo>
                    <a:pt x="1128771" y="10104"/>
                  </a:lnTo>
                  <a:lnTo>
                    <a:pt x="1138638" y="1019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32268" y="4761127"/>
              <a:ext cx="1138638" cy="76266"/>
            </a:xfrm>
            <a:custGeom>
              <a:avLst/>
              <a:pathLst>
                <a:path w="1138638" h="76266">
                  <a:moveTo>
                    <a:pt x="0" y="76266"/>
                  </a:moveTo>
                  <a:lnTo>
                    <a:pt x="73117" y="71368"/>
                  </a:lnTo>
                  <a:lnTo>
                    <a:pt x="137612" y="67048"/>
                  </a:lnTo>
                  <a:lnTo>
                    <a:pt x="195304" y="63184"/>
                  </a:lnTo>
                  <a:lnTo>
                    <a:pt x="247493" y="59689"/>
                  </a:lnTo>
                  <a:lnTo>
                    <a:pt x="295137" y="56497"/>
                  </a:lnTo>
                  <a:lnTo>
                    <a:pt x="338966" y="53562"/>
                  </a:lnTo>
                  <a:lnTo>
                    <a:pt x="379546" y="50844"/>
                  </a:lnTo>
                  <a:lnTo>
                    <a:pt x="417324" y="48313"/>
                  </a:lnTo>
                  <a:lnTo>
                    <a:pt x="452663" y="45946"/>
                  </a:lnTo>
                  <a:lnTo>
                    <a:pt x="485859" y="43723"/>
                  </a:lnTo>
                  <a:lnTo>
                    <a:pt x="517158" y="41626"/>
                  </a:lnTo>
                  <a:lnTo>
                    <a:pt x="546763" y="39643"/>
                  </a:lnTo>
                  <a:lnTo>
                    <a:pt x="574850" y="37762"/>
                  </a:lnTo>
                  <a:lnTo>
                    <a:pt x="601566" y="35973"/>
                  </a:lnTo>
                  <a:lnTo>
                    <a:pt x="627039" y="34267"/>
                  </a:lnTo>
                  <a:lnTo>
                    <a:pt x="651379" y="32636"/>
                  </a:lnTo>
                  <a:lnTo>
                    <a:pt x="674683" y="31075"/>
                  </a:lnTo>
                  <a:lnTo>
                    <a:pt x="697036" y="29578"/>
                  </a:lnTo>
                  <a:lnTo>
                    <a:pt x="718512" y="28140"/>
                  </a:lnTo>
                  <a:lnTo>
                    <a:pt x="739178" y="26755"/>
                  </a:lnTo>
                  <a:lnTo>
                    <a:pt x="759092" y="25422"/>
                  </a:lnTo>
                  <a:lnTo>
                    <a:pt x="778306" y="24135"/>
                  </a:lnTo>
                  <a:lnTo>
                    <a:pt x="796870" y="22891"/>
                  </a:lnTo>
                  <a:lnTo>
                    <a:pt x="814825" y="21689"/>
                  </a:lnTo>
                  <a:lnTo>
                    <a:pt x="832209" y="20524"/>
                  </a:lnTo>
                  <a:lnTo>
                    <a:pt x="849059" y="19396"/>
                  </a:lnTo>
                  <a:lnTo>
                    <a:pt x="865405" y="18301"/>
                  </a:lnTo>
                  <a:lnTo>
                    <a:pt x="881278" y="17238"/>
                  </a:lnTo>
                  <a:lnTo>
                    <a:pt x="896704" y="16204"/>
                  </a:lnTo>
                  <a:lnTo>
                    <a:pt x="911706" y="15199"/>
                  </a:lnTo>
                  <a:lnTo>
                    <a:pt x="926309" y="14221"/>
                  </a:lnTo>
                  <a:lnTo>
                    <a:pt x="940533" y="13269"/>
                  </a:lnTo>
                  <a:lnTo>
                    <a:pt x="954396" y="12340"/>
                  </a:lnTo>
                  <a:lnTo>
                    <a:pt x="967917" y="11434"/>
                  </a:lnTo>
                  <a:lnTo>
                    <a:pt x="981112" y="10551"/>
                  </a:lnTo>
                  <a:lnTo>
                    <a:pt x="993996" y="9688"/>
                  </a:lnTo>
                  <a:lnTo>
                    <a:pt x="1006585" y="8844"/>
                  </a:lnTo>
                  <a:lnTo>
                    <a:pt x="1018890" y="8020"/>
                  </a:lnTo>
                  <a:lnTo>
                    <a:pt x="1030925" y="7214"/>
                  </a:lnTo>
                  <a:lnTo>
                    <a:pt x="1042701" y="6425"/>
                  </a:lnTo>
                  <a:lnTo>
                    <a:pt x="1054229" y="5653"/>
                  </a:lnTo>
                  <a:lnTo>
                    <a:pt x="1065520" y="4897"/>
                  </a:lnTo>
                  <a:lnTo>
                    <a:pt x="1076582" y="4156"/>
                  </a:lnTo>
                  <a:lnTo>
                    <a:pt x="1087426" y="3430"/>
                  </a:lnTo>
                  <a:lnTo>
                    <a:pt x="1098058" y="2718"/>
                  </a:lnTo>
                  <a:lnTo>
                    <a:pt x="1108489" y="2019"/>
                  </a:lnTo>
                  <a:lnTo>
                    <a:pt x="1118724" y="1333"/>
                  </a:lnTo>
                  <a:lnTo>
                    <a:pt x="1128771" y="660"/>
                  </a:lnTo>
                  <a:lnTo>
                    <a:pt x="113863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32268" y="4455471"/>
              <a:ext cx="1138638" cy="330287"/>
            </a:xfrm>
            <a:custGeom>
              <a:avLst/>
              <a:pathLst>
                <a:path w="1138638" h="330287">
                  <a:moveTo>
                    <a:pt x="0" y="0"/>
                  </a:moveTo>
                  <a:lnTo>
                    <a:pt x="73117" y="21209"/>
                  </a:lnTo>
                  <a:lnTo>
                    <a:pt x="137612" y="39917"/>
                  </a:lnTo>
                  <a:lnTo>
                    <a:pt x="195304" y="56652"/>
                  </a:lnTo>
                  <a:lnTo>
                    <a:pt x="247493" y="71791"/>
                  </a:lnTo>
                  <a:lnTo>
                    <a:pt x="295137" y="85611"/>
                  </a:lnTo>
                  <a:lnTo>
                    <a:pt x="338966" y="98325"/>
                  </a:lnTo>
                  <a:lnTo>
                    <a:pt x="379546" y="110095"/>
                  </a:lnTo>
                  <a:lnTo>
                    <a:pt x="417324" y="121054"/>
                  </a:lnTo>
                  <a:lnTo>
                    <a:pt x="452663" y="131305"/>
                  </a:lnTo>
                  <a:lnTo>
                    <a:pt x="485859" y="140934"/>
                  </a:lnTo>
                  <a:lnTo>
                    <a:pt x="517158" y="150013"/>
                  </a:lnTo>
                  <a:lnTo>
                    <a:pt x="546763" y="158601"/>
                  </a:lnTo>
                  <a:lnTo>
                    <a:pt x="574850" y="166748"/>
                  </a:lnTo>
                  <a:lnTo>
                    <a:pt x="601566" y="174498"/>
                  </a:lnTo>
                  <a:lnTo>
                    <a:pt x="627039" y="181887"/>
                  </a:lnTo>
                  <a:lnTo>
                    <a:pt x="651379" y="188947"/>
                  </a:lnTo>
                  <a:lnTo>
                    <a:pt x="674683" y="195707"/>
                  </a:lnTo>
                  <a:lnTo>
                    <a:pt x="697036" y="202191"/>
                  </a:lnTo>
                  <a:lnTo>
                    <a:pt x="718512" y="208421"/>
                  </a:lnTo>
                  <a:lnTo>
                    <a:pt x="739178" y="214415"/>
                  </a:lnTo>
                  <a:lnTo>
                    <a:pt x="759092" y="220191"/>
                  </a:lnTo>
                  <a:lnTo>
                    <a:pt x="778306" y="225765"/>
                  </a:lnTo>
                  <a:lnTo>
                    <a:pt x="796870" y="231150"/>
                  </a:lnTo>
                  <a:lnTo>
                    <a:pt x="814825" y="236358"/>
                  </a:lnTo>
                  <a:lnTo>
                    <a:pt x="832209" y="241401"/>
                  </a:lnTo>
                  <a:lnTo>
                    <a:pt x="849059" y="246289"/>
                  </a:lnTo>
                  <a:lnTo>
                    <a:pt x="865405" y="251030"/>
                  </a:lnTo>
                  <a:lnTo>
                    <a:pt x="881278" y="255634"/>
                  </a:lnTo>
                  <a:lnTo>
                    <a:pt x="896704" y="260109"/>
                  </a:lnTo>
                  <a:lnTo>
                    <a:pt x="911706" y="264461"/>
                  </a:lnTo>
                  <a:lnTo>
                    <a:pt x="926309" y="268697"/>
                  </a:lnTo>
                  <a:lnTo>
                    <a:pt x="940533" y="272823"/>
                  </a:lnTo>
                  <a:lnTo>
                    <a:pt x="954396" y="276844"/>
                  </a:lnTo>
                  <a:lnTo>
                    <a:pt x="967917" y="280766"/>
                  </a:lnTo>
                  <a:lnTo>
                    <a:pt x="981112" y="284594"/>
                  </a:lnTo>
                  <a:lnTo>
                    <a:pt x="993996" y="288331"/>
                  </a:lnTo>
                  <a:lnTo>
                    <a:pt x="1006585" y="291983"/>
                  </a:lnTo>
                  <a:lnTo>
                    <a:pt x="1018890" y="295552"/>
                  </a:lnTo>
                  <a:lnTo>
                    <a:pt x="1030925" y="299043"/>
                  </a:lnTo>
                  <a:lnTo>
                    <a:pt x="1042701" y="302459"/>
                  </a:lnTo>
                  <a:lnTo>
                    <a:pt x="1054229" y="305803"/>
                  </a:lnTo>
                  <a:lnTo>
                    <a:pt x="1065520" y="309078"/>
                  </a:lnTo>
                  <a:lnTo>
                    <a:pt x="1076582" y="312287"/>
                  </a:lnTo>
                  <a:lnTo>
                    <a:pt x="1087426" y="315432"/>
                  </a:lnTo>
                  <a:lnTo>
                    <a:pt x="1098058" y="318517"/>
                  </a:lnTo>
                  <a:lnTo>
                    <a:pt x="1108489" y="321542"/>
                  </a:lnTo>
                  <a:lnTo>
                    <a:pt x="1118724" y="324511"/>
                  </a:lnTo>
                  <a:lnTo>
                    <a:pt x="1128771" y="327426"/>
                  </a:lnTo>
                  <a:lnTo>
                    <a:pt x="1138638" y="33028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rc874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748241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6"/>
            <p:cNvSpPr/>
            <p:nvPr/>
          </p:nvSpPr>
          <p:spPr>
            <a:xfrm>
              <a:off x="2719773" y="52395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719773" y="48626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719773" y="44857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748241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32268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321181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3591360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970906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tx884"/>
            <p:cNvSpPr/>
            <p:nvPr/>
          </p:nvSpPr>
          <p:spPr>
            <a:xfrm>
              <a:off x="2804013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6" name="tx885"/>
            <p:cNvSpPr/>
            <p:nvPr/>
          </p:nvSpPr>
          <p:spPr>
            <a:xfrm>
              <a:off x="3183559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7" name="tx886"/>
            <p:cNvSpPr/>
            <p:nvPr/>
          </p:nvSpPr>
          <p:spPr>
            <a:xfrm>
              <a:off x="3563105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942651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141440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2748241" y="3957623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1" name="rc890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231208" y="50909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238385" y="496149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25666" y="510789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217855" y="43174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24112" y="48532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260666" y="46553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42231" y="52541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37764" y="49622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256936" y="48364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32014" y="45141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636600" y="48128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596453" y="457101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00724" y="50919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02054" y="51549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38752" y="416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32943" y="43408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24261" y="52107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23454" y="51228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01676" y="51645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597715" y="50764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24932" y="50383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17438" y="51842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13180" y="49369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595204" y="49675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11139" y="47344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12242" y="484756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08210" y="51884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33522" y="506089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977376" y="50920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006166" y="50441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031160" y="504467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95006" y="50102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021227" y="50224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016611" y="50952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017477" y="50708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994284" y="47786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5020058" y="51407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997853" y="48788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5024391" y="51209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5005602" y="493059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5000097" y="51076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80285" y="51470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5024544" y="46788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5010699" y="50634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5025448" y="48262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5022964" y="49800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5020948" y="48715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5028292" y="488239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390246" y="51835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368685" y="49958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405668" y="48273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75011" y="49866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381530" y="48631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66139" y="506069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89876" y="49564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407419" y="507575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75923" y="47921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74072" y="48117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83837" y="50004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67262" y="51090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61928" y="49489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95131" y="51212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395028" y="49282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365094" y="51683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67343" y="47061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93880" y="51089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404443" y="506257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61619" y="49539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82759" y="48788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407376" y="49689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58527" y="50180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58148" y="50878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4268914" y="4847349"/>
              <a:ext cx="1144515" cy="215665"/>
            </a:xfrm>
            <a:custGeom>
              <a:avLst/>
              <a:pathLst>
                <a:path w="1144515" h="215665">
                  <a:moveTo>
                    <a:pt x="0" y="0"/>
                  </a:moveTo>
                  <a:lnTo>
                    <a:pt x="73495" y="13848"/>
                  </a:lnTo>
                  <a:lnTo>
                    <a:pt x="138322" y="26064"/>
                  </a:lnTo>
                  <a:lnTo>
                    <a:pt x="196312" y="36991"/>
                  </a:lnTo>
                  <a:lnTo>
                    <a:pt x="248770" y="46876"/>
                  </a:lnTo>
                  <a:lnTo>
                    <a:pt x="296661" y="55900"/>
                  </a:lnTo>
                  <a:lnTo>
                    <a:pt x="340716" y="64202"/>
                  </a:lnTo>
                  <a:lnTo>
                    <a:pt x="381505" y="71888"/>
                  </a:lnTo>
                  <a:lnTo>
                    <a:pt x="419478" y="79043"/>
                  </a:lnTo>
                  <a:lnTo>
                    <a:pt x="455000" y="85737"/>
                  </a:lnTo>
                  <a:lnTo>
                    <a:pt x="488367" y="92024"/>
                  </a:lnTo>
                  <a:lnTo>
                    <a:pt x="519827" y="97952"/>
                  </a:lnTo>
                  <a:lnTo>
                    <a:pt x="549585" y="103560"/>
                  </a:lnTo>
                  <a:lnTo>
                    <a:pt x="577817" y="108880"/>
                  </a:lnTo>
                  <a:lnTo>
                    <a:pt x="604671" y="113940"/>
                  </a:lnTo>
                  <a:lnTo>
                    <a:pt x="630275" y="118765"/>
                  </a:lnTo>
                  <a:lnTo>
                    <a:pt x="654741" y="123375"/>
                  </a:lnTo>
                  <a:lnTo>
                    <a:pt x="678166" y="127789"/>
                  </a:lnTo>
                  <a:lnTo>
                    <a:pt x="700634" y="132023"/>
                  </a:lnTo>
                  <a:lnTo>
                    <a:pt x="722221" y="136090"/>
                  </a:lnTo>
                  <a:lnTo>
                    <a:pt x="742993" y="140004"/>
                  </a:lnTo>
                  <a:lnTo>
                    <a:pt x="763010" y="143776"/>
                  </a:lnTo>
                  <a:lnTo>
                    <a:pt x="782324" y="147416"/>
                  </a:lnTo>
                  <a:lnTo>
                    <a:pt x="800983" y="150932"/>
                  </a:lnTo>
                  <a:lnTo>
                    <a:pt x="819031" y="154332"/>
                  </a:lnTo>
                  <a:lnTo>
                    <a:pt x="836505" y="157625"/>
                  </a:lnTo>
                  <a:lnTo>
                    <a:pt x="853442" y="160817"/>
                  </a:lnTo>
                  <a:lnTo>
                    <a:pt x="869873" y="163913"/>
                  </a:lnTo>
                  <a:lnTo>
                    <a:pt x="885827" y="166919"/>
                  </a:lnTo>
                  <a:lnTo>
                    <a:pt x="901332" y="169841"/>
                  </a:lnTo>
                  <a:lnTo>
                    <a:pt x="916413" y="172682"/>
                  </a:lnTo>
                  <a:lnTo>
                    <a:pt x="931091" y="175448"/>
                  </a:lnTo>
                  <a:lnTo>
                    <a:pt x="945387" y="178142"/>
                  </a:lnTo>
                  <a:lnTo>
                    <a:pt x="959322" y="180768"/>
                  </a:lnTo>
                  <a:lnTo>
                    <a:pt x="972913" y="183329"/>
                  </a:lnTo>
                  <a:lnTo>
                    <a:pt x="986176" y="185828"/>
                  </a:lnTo>
                  <a:lnTo>
                    <a:pt x="999127" y="188269"/>
                  </a:lnTo>
                  <a:lnTo>
                    <a:pt x="1011781" y="190653"/>
                  </a:lnTo>
                  <a:lnTo>
                    <a:pt x="1024150" y="192984"/>
                  </a:lnTo>
                  <a:lnTo>
                    <a:pt x="1036247" y="195263"/>
                  </a:lnTo>
                  <a:lnTo>
                    <a:pt x="1048084" y="197494"/>
                  </a:lnTo>
                  <a:lnTo>
                    <a:pt x="1059671" y="199677"/>
                  </a:lnTo>
                  <a:lnTo>
                    <a:pt x="1071020" y="201816"/>
                  </a:lnTo>
                  <a:lnTo>
                    <a:pt x="1082140" y="203911"/>
                  </a:lnTo>
                  <a:lnTo>
                    <a:pt x="1093039" y="205965"/>
                  </a:lnTo>
                  <a:lnTo>
                    <a:pt x="1103726" y="207979"/>
                  </a:lnTo>
                  <a:lnTo>
                    <a:pt x="1114210" y="209954"/>
                  </a:lnTo>
                  <a:lnTo>
                    <a:pt x="1124499" y="211893"/>
                  </a:lnTo>
                  <a:lnTo>
                    <a:pt x="1134598" y="213796"/>
                  </a:lnTo>
                  <a:lnTo>
                    <a:pt x="1144515" y="21566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4268914" y="4413945"/>
              <a:ext cx="1144515" cy="724354"/>
            </a:xfrm>
            <a:custGeom>
              <a:avLst/>
              <a:pathLst>
                <a:path w="1144515" h="724354">
                  <a:moveTo>
                    <a:pt x="0" y="0"/>
                  </a:moveTo>
                  <a:lnTo>
                    <a:pt x="73495" y="46514"/>
                  </a:lnTo>
                  <a:lnTo>
                    <a:pt x="138322" y="87543"/>
                  </a:lnTo>
                  <a:lnTo>
                    <a:pt x="196312" y="124244"/>
                  </a:lnTo>
                  <a:lnTo>
                    <a:pt x="248770" y="157445"/>
                  </a:lnTo>
                  <a:lnTo>
                    <a:pt x="296661" y="187754"/>
                  </a:lnTo>
                  <a:lnTo>
                    <a:pt x="340716" y="215636"/>
                  </a:lnTo>
                  <a:lnTo>
                    <a:pt x="381505" y="241451"/>
                  </a:lnTo>
                  <a:lnTo>
                    <a:pt x="419478" y="265484"/>
                  </a:lnTo>
                  <a:lnTo>
                    <a:pt x="455000" y="287966"/>
                  </a:lnTo>
                  <a:lnTo>
                    <a:pt x="488367" y="309084"/>
                  </a:lnTo>
                  <a:lnTo>
                    <a:pt x="519827" y="328994"/>
                  </a:lnTo>
                  <a:lnTo>
                    <a:pt x="549585" y="347828"/>
                  </a:lnTo>
                  <a:lnTo>
                    <a:pt x="577817" y="365696"/>
                  </a:lnTo>
                  <a:lnTo>
                    <a:pt x="604671" y="382691"/>
                  </a:lnTo>
                  <a:lnTo>
                    <a:pt x="630275" y="398896"/>
                  </a:lnTo>
                  <a:lnTo>
                    <a:pt x="654741" y="414381"/>
                  </a:lnTo>
                  <a:lnTo>
                    <a:pt x="678166" y="429206"/>
                  </a:lnTo>
                  <a:lnTo>
                    <a:pt x="700634" y="443426"/>
                  </a:lnTo>
                  <a:lnTo>
                    <a:pt x="722221" y="457088"/>
                  </a:lnTo>
                  <a:lnTo>
                    <a:pt x="742993" y="470234"/>
                  </a:lnTo>
                  <a:lnTo>
                    <a:pt x="763010" y="482903"/>
                  </a:lnTo>
                  <a:lnTo>
                    <a:pt x="782324" y="495127"/>
                  </a:lnTo>
                  <a:lnTo>
                    <a:pt x="800983" y="506936"/>
                  </a:lnTo>
                  <a:lnTo>
                    <a:pt x="819031" y="518358"/>
                  </a:lnTo>
                  <a:lnTo>
                    <a:pt x="836505" y="529417"/>
                  </a:lnTo>
                  <a:lnTo>
                    <a:pt x="853442" y="540136"/>
                  </a:lnTo>
                  <a:lnTo>
                    <a:pt x="869873" y="550535"/>
                  </a:lnTo>
                  <a:lnTo>
                    <a:pt x="885827" y="560633"/>
                  </a:lnTo>
                  <a:lnTo>
                    <a:pt x="901332" y="570446"/>
                  </a:lnTo>
                  <a:lnTo>
                    <a:pt x="916413" y="579990"/>
                  </a:lnTo>
                  <a:lnTo>
                    <a:pt x="931091" y="589280"/>
                  </a:lnTo>
                  <a:lnTo>
                    <a:pt x="945387" y="598328"/>
                  </a:lnTo>
                  <a:lnTo>
                    <a:pt x="959322" y="607147"/>
                  </a:lnTo>
                  <a:lnTo>
                    <a:pt x="972913" y="615749"/>
                  </a:lnTo>
                  <a:lnTo>
                    <a:pt x="986176" y="624143"/>
                  </a:lnTo>
                  <a:lnTo>
                    <a:pt x="999127" y="632340"/>
                  </a:lnTo>
                  <a:lnTo>
                    <a:pt x="1011781" y="640348"/>
                  </a:lnTo>
                  <a:lnTo>
                    <a:pt x="1024150" y="648176"/>
                  </a:lnTo>
                  <a:lnTo>
                    <a:pt x="1036247" y="655832"/>
                  </a:lnTo>
                  <a:lnTo>
                    <a:pt x="1048084" y="663324"/>
                  </a:lnTo>
                  <a:lnTo>
                    <a:pt x="1059671" y="670657"/>
                  </a:lnTo>
                  <a:lnTo>
                    <a:pt x="1071020" y="677840"/>
                  </a:lnTo>
                  <a:lnTo>
                    <a:pt x="1082140" y="684877"/>
                  </a:lnTo>
                  <a:lnTo>
                    <a:pt x="1093039" y="691776"/>
                  </a:lnTo>
                  <a:lnTo>
                    <a:pt x="1103726" y="698540"/>
                  </a:lnTo>
                  <a:lnTo>
                    <a:pt x="1114210" y="705175"/>
                  </a:lnTo>
                  <a:lnTo>
                    <a:pt x="1124499" y="711686"/>
                  </a:lnTo>
                  <a:lnTo>
                    <a:pt x="1134598" y="718078"/>
                  </a:lnTo>
                  <a:lnTo>
                    <a:pt x="1144515" y="72435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68914" y="5085904"/>
              <a:ext cx="1144515" cy="41094"/>
            </a:xfrm>
            <a:custGeom>
              <a:avLst/>
              <a:pathLst>
                <a:path w="1144515" h="41094">
                  <a:moveTo>
                    <a:pt x="0" y="41094"/>
                  </a:moveTo>
                  <a:lnTo>
                    <a:pt x="73495" y="38455"/>
                  </a:lnTo>
                  <a:lnTo>
                    <a:pt x="138322" y="36127"/>
                  </a:lnTo>
                  <a:lnTo>
                    <a:pt x="196312" y="34045"/>
                  </a:lnTo>
                  <a:lnTo>
                    <a:pt x="248770" y="32162"/>
                  </a:lnTo>
                  <a:lnTo>
                    <a:pt x="296661" y="30442"/>
                  </a:lnTo>
                  <a:lnTo>
                    <a:pt x="340716" y="28860"/>
                  </a:lnTo>
                  <a:lnTo>
                    <a:pt x="381505" y="27396"/>
                  </a:lnTo>
                  <a:lnTo>
                    <a:pt x="419478" y="26032"/>
                  </a:lnTo>
                  <a:lnTo>
                    <a:pt x="455000" y="24757"/>
                  </a:lnTo>
                  <a:lnTo>
                    <a:pt x="488367" y="23559"/>
                  </a:lnTo>
                  <a:lnTo>
                    <a:pt x="519827" y="22429"/>
                  </a:lnTo>
                  <a:lnTo>
                    <a:pt x="549585" y="21361"/>
                  </a:lnTo>
                  <a:lnTo>
                    <a:pt x="577817" y="20347"/>
                  </a:lnTo>
                  <a:lnTo>
                    <a:pt x="604671" y="19383"/>
                  </a:lnTo>
                  <a:lnTo>
                    <a:pt x="630275" y="18463"/>
                  </a:lnTo>
                  <a:lnTo>
                    <a:pt x="654741" y="17585"/>
                  </a:lnTo>
                  <a:lnTo>
                    <a:pt x="678166" y="16744"/>
                  </a:lnTo>
                  <a:lnTo>
                    <a:pt x="700634" y="15937"/>
                  </a:lnTo>
                  <a:lnTo>
                    <a:pt x="722221" y="15162"/>
                  </a:lnTo>
                  <a:lnTo>
                    <a:pt x="742993" y="14416"/>
                  </a:lnTo>
                  <a:lnTo>
                    <a:pt x="763010" y="13698"/>
                  </a:lnTo>
                  <a:lnTo>
                    <a:pt x="782324" y="13004"/>
                  </a:lnTo>
                  <a:lnTo>
                    <a:pt x="800983" y="12334"/>
                  </a:lnTo>
                  <a:lnTo>
                    <a:pt x="819031" y="11686"/>
                  </a:lnTo>
                  <a:lnTo>
                    <a:pt x="836505" y="11059"/>
                  </a:lnTo>
                  <a:lnTo>
                    <a:pt x="853442" y="10451"/>
                  </a:lnTo>
                  <a:lnTo>
                    <a:pt x="869873" y="9861"/>
                  </a:lnTo>
                  <a:lnTo>
                    <a:pt x="885827" y="9288"/>
                  </a:lnTo>
                  <a:lnTo>
                    <a:pt x="901332" y="8731"/>
                  </a:lnTo>
                  <a:lnTo>
                    <a:pt x="916413" y="8190"/>
                  </a:lnTo>
                  <a:lnTo>
                    <a:pt x="931091" y="7663"/>
                  </a:lnTo>
                  <a:lnTo>
                    <a:pt x="945387" y="7149"/>
                  </a:lnTo>
                  <a:lnTo>
                    <a:pt x="959322" y="6649"/>
                  </a:lnTo>
                  <a:lnTo>
                    <a:pt x="972913" y="6161"/>
                  </a:lnTo>
                  <a:lnTo>
                    <a:pt x="986176" y="5685"/>
                  </a:lnTo>
                  <a:lnTo>
                    <a:pt x="999127" y="5220"/>
                  </a:lnTo>
                  <a:lnTo>
                    <a:pt x="1011781" y="4765"/>
                  </a:lnTo>
                  <a:lnTo>
                    <a:pt x="1024150" y="4321"/>
                  </a:lnTo>
                  <a:lnTo>
                    <a:pt x="1036247" y="3887"/>
                  </a:lnTo>
                  <a:lnTo>
                    <a:pt x="1048084" y="3462"/>
                  </a:lnTo>
                  <a:lnTo>
                    <a:pt x="1059671" y="3046"/>
                  </a:lnTo>
                  <a:lnTo>
                    <a:pt x="1071020" y="2638"/>
                  </a:lnTo>
                  <a:lnTo>
                    <a:pt x="1082140" y="2239"/>
                  </a:lnTo>
                  <a:lnTo>
                    <a:pt x="1093039" y="1848"/>
                  </a:lnTo>
                  <a:lnTo>
                    <a:pt x="1103726" y="1464"/>
                  </a:lnTo>
                  <a:lnTo>
                    <a:pt x="1114210" y="1088"/>
                  </a:lnTo>
                  <a:lnTo>
                    <a:pt x="1124499" y="718"/>
                  </a:lnTo>
                  <a:lnTo>
                    <a:pt x="1134598" y="356"/>
                  </a:lnTo>
                  <a:lnTo>
                    <a:pt x="114451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268914" y="4810779"/>
              <a:ext cx="1144515" cy="185946"/>
            </a:xfrm>
            <a:custGeom>
              <a:avLst/>
              <a:pathLst>
                <a:path w="1144515" h="185946">
                  <a:moveTo>
                    <a:pt x="0" y="185946"/>
                  </a:moveTo>
                  <a:lnTo>
                    <a:pt x="73495" y="174006"/>
                  </a:lnTo>
                  <a:lnTo>
                    <a:pt x="138322" y="163473"/>
                  </a:lnTo>
                  <a:lnTo>
                    <a:pt x="196312" y="154052"/>
                  </a:lnTo>
                  <a:lnTo>
                    <a:pt x="248770" y="145529"/>
                  </a:lnTo>
                  <a:lnTo>
                    <a:pt x="296661" y="137748"/>
                  </a:lnTo>
                  <a:lnTo>
                    <a:pt x="340716" y="130591"/>
                  </a:lnTo>
                  <a:lnTo>
                    <a:pt x="381505" y="123964"/>
                  </a:lnTo>
                  <a:lnTo>
                    <a:pt x="419478" y="117795"/>
                  </a:lnTo>
                  <a:lnTo>
                    <a:pt x="455000" y="112023"/>
                  </a:lnTo>
                  <a:lnTo>
                    <a:pt x="488367" y="106602"/>
                  </a:lnTo>
                  <a:lnTo>
                    <a:pt x="519827" y="101491"/>
                  </a:lnTo>
                  <a:lnTo>
                    <a:pt x="549585" y="96656"/>
                  </a:lnTo>
                  <a:lnTo>
                    <a:pt x="577817" y="92070"/>
                  </a:lnTo>
                  <a:lnTo>
                    <a:pt x="604671" y="87707"/>
                  </a:lnTo>
                  <a:lnTo>
                    <a:pt x="630275" y="83547"/>
                  </a:lnTo>
                  <a:lnTo>
                    <a:pt x="654741" y="79572"/>
                  </a:lnTo>
                  <a:lnTo>
                    <a:pt x="678166" y="75766"/>
                  </a:lnTo>
                  <a:lnTo>
                    <a:pt x="700634" y="72116"/>
                  </a:lnTo>
                  <a:lnTo>
                    <a:pt x="722221" y="68609"/>
                  </a:lnTo>
                  <a:lnTo>
                    <a:pt x="742993" y="65234"/>
                  </a:lnTo>
                  <a:lnTo>
                    <a:pt x="763010" y="61982"/>
                  </a:lnTo>
                  <a:lnTo>
                    <a:pt x="782324" y="58844"/>
                  </a:lnTo>
                  <a:lnTo>
                    <a:pt x="800983" y="55812"/>
                  </a:lnTo>
                  <a:lnTo>
                    <a:pt x="819031" y="52880"/>
                  </a:lnTo>
                  <a:lnTo>
                    <a:pt x="836505" y="50041"/>
                  </a:lnTo>
                  <a:lnTo>
                    <a:pt x="853442" y="47290"/>
                  </a:lnTo>
                  <a:lnTo>
                    <a:pt x="869873" y="44620"/>
                  </a:lnTo>
                  <a:lnTo>
                    <a:pt x="885827" y="42028"/>
                  </a:lnTo>
                  <a:lnTo>
                    <a:pt x="901332" y="39509"/>
                  </a:lnTo>
                  <a:lnTo>
                    <a:pt x="916413" y="37059"/>
                  </a:lnTo>
                  <a:lnTo>
                    <a:pt x="931091" y="34674"/>
                  </a:lnTo>
                  <a:lnTo>
                    <a:pt x="945387" y="32351"/>
                  </a:lnTo>
                  <a:lnTo>
                    <a:pt x="959322" y="30087"/>
                  </a:lnTo>
                  <a:lnTo>
                    <a:pt x="972913" y="27879"/>
                  </a:lnTo>
                  <a:lnTo>
                    <a:pt x="986176" y="25724"/>
                  </a:lnTo>
                  <a:lnTo>
                    <a:pt x="999127" y="23620"/>
                  </a:lnTo>
                  <a:lnTo>
                    <a:pt x="1011781" y="21565"/>
                  </a:lnTo>
                  <a:lnTo>
                    <a:pt x="1024150" y="19555"/>
                  </a:lnTo>
                  <a:lnTo>
                    <a:pt x="1036247" y="17590"/>
                  </a:lnTo>
                  <a:lnTo>
                    <a:pt x="1048084" y="15667"/>
                  </a:lnTo>
                  <a:lnTo>
                    <a:pt x="1059671" y="13784"/>
                  </a:lnTo>
                  <a:lnTo>
                    <a:pt x="1071020" y="11940"/>
                  </a:lnTo>
                  <a:lnTo>
                    <a:pt x="1082140" y="10134"/>
                  </a:lnTo>
                  <a:lnTo>
                    <a:pt x="1093039" y="8363"/>
                  </a:lnTo>
                  <a:lnTo>
                    <a:pt x="1103726" y="6626"/>
                  </a:lnTo>
                  <a:lnTo>
                    <a:pt x="1114210" y="4923"/>
                  </a:lnTo>
                  <a:lnTo>
                    <a:pt x="1124499" y="3252"/>
                  </a:lnTo>
                  <a:lnTo>
                    <a:pt x="1134598" y="1611"/>
                  </a:lnTo>
                  <a:lnTo>
                    <a:pt x="114451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268914" y="4856893"/>
              <a:ext cx="1144515" cy="110648"/>
            </a:xfrm>
            <a:custGeom>
              <a:avLst/>
              <a:pathLst>
                <a:path w="1144515" h="110648">
                  <a:moveTo>
                    <a:pt x="0" y="110648"/>
                  </a:moveTo>
                  <a:lnTo>
                    <a:pt x="73495" y="103543"/>
                  </a:lnTo>
                  <a:lnTo>
                    <a:pt x="138322" y="97276"/>
                  </a:lnTo>
                  <a:lnTo>
                    <a:pt x="196312" y="91669"/>
                  </a:lnTo>
                  <a:lnTo>
                    <a:pt x="248770" y="86598"/>
                  </a:lnTo>
                  <a:lnTo>
                    <a:pt x="296661" y="81968"/>
                  </a:lnTo>
                  <a:lnTo>
                    <a:pt x="340716" y="77709"/>
                  </a:lnTo>
                  <a:lnTo>
                    <a:pt x="381505" y="73765"/>
                  </a:lnTo>
                  <a:lnTo>
                    <a:pt x="419478" y="70094"/>
                  </a:lnTo>
                  <a:lnTo>
                    <a:pt x="455000" y="66660"/>
                  </a:lnTo>
                  <a:lnTo>
                    <a:pt x="488367" y="63434"/>
                  </a:lnTo>
                  <a:lnTo>
                    <a:pt x="519827" y="60393"/>
                  </a:lnTo>
                  <a:lnTo>
                    <a:pt x="549585" y="57516"/>
                  </a:lnTo>
                  <a:lnTo>
                    <a:pt x="577817" y="54786"/>
                  </a:lnTo>
                  <a:lnTo>
                    <a:pt x="604671" y="52190"/>
                  </a:lnTo>
                  <a:lnTo>
                    <a:pt x="630275" y="49715"/>
                  </a:lnTo>
                  <a:lnTo>
                    <a:pt x="654741" y="47350"/>
                  </a:lnTo>
                  <a:lnTo>
                    <a:pt x="678166" y="45085"/>
                  </a:lnTo>
                  <a:lnTo>
                    <a:pt x="700634" y="42913"/>
                  </a:lnTo>
                  <a:lnTo>
                    <a:pt x="722221" y="40826"/>
                  </a:lnTo>
                  <a:lnTo>
                    <a:pt x="742993" y="38818"/>
                  </a:lnTo>
                  <a:lnTo>
                    <a:pt x="763010" y="36882"/>
                  </a:lnTo>
                  <a:lnTo>
                    <a:pt x="782324" y="35015"/>
                  </a:lnTo>
                  <a:lnTo>
                    <a:pt x="800983" y="33211"/>
                  </a:lnTo>
                  <a:lnTo>
                    <a:pt x="819031" y="31466"/>
                  </a:lnTo>
                  <a:lnTo>
                    <a:pt x="836505" y="29777"/>
                  </a:lnTo>
                  <a:lnTo>
                    <a:pt x="853442" y="28140"/>
                  </a:lnTo>
                  <a:lnTo>
                    <a:pt x="869873" y="26551"/>
                  </a:lnTo>
                  <a:lnTo>
                    <a:pt x="885827" y="25009"/>
                  </a:lnTo>
                  <a:lnTo>
                    <a:pt x="901332" y="23510"/>
                  </a:lnTo>
                  <a:lnTo>
                    <a:pt x="916413" y="22052"/>
                  </a:lnTo>
                  <a:lnTo>
                    <a:pt x="931091" y="20633"/>
                  </a:lnTo>
                  <a:lnTo>
                    <a:pt x="945387" y="19251"/>
                  </a:lnTo>
                  <a:lnTo>
                    <a:pt x="959322" y="17903"/>
                  </a:lnTo>
                  <a:lnTo>
                    <a:pt x="972913" y="16590"/>
                  </a:lnTo>
                  <a:lnTo>
                    <a:pt x="986176" y="15307"/>
                  </a:lnTo>
                  <a:lnTo>
                    <a:pt x="999127" y="14055"/>
                  </a:lnTo>
                  <a:lnTo>
                    <a:pt x="1011781" y="12832"/>
                  </a:lnTo>
                  <a:lnTo>
                    <a:pt x="1024150" y="11636"/>
                  </a:lnTo>
                  <a:lnTo>
                    <a:pt x="1036247" y="10467"/>
                  </a:lnTo>
                  <a:lnTo>
                    <a:pt x="1048084" y="9322"/>
                  </a:lnTo>
                  <a:lnTo>
                    <a:pt x="1059671" y="8202"/>
                  </a:lnTo>
                  <a:lnTo>
                    <a:pt x="1071020" y="7105"/>
                  </a:lnTo>
                  <a:lnTo>
                    <a:pt x="1082140" y="6030"/>
                  </a:lnTo>
                  <a:lnTo>
                    <a:pt x="1093039" y="4976"/>
                  </a:lnTo>
                  <a:lnTo>
                    <a:pt x="1103726" y="3943"/>
                  </a:lnTo>
                  <a:lnTo>
                    <a:pt x="1114210" y="2929"/>
                  </a:lnTo>
                  <a:lnTo>
                    <a:pt x="1124499" y="1935"/>
                  </a:lnTo>
                  <a:lnTo>
                    <a:pt x="1134598" y="958"/>
                  </a:lnTo>
                  <a:lnTo>
                    <a:pt x="114451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268914" y="4845276"/>
              <a:ext cx="1144515" cy="131236"/>
            </a:xfrm>
            <a:custGeom>
              <a:avLst/>
              <a:pathLst>
                <a:path w="1144515" h="131236">
                  <a:moveTo>
                    <a:pt x="0" y="0"/>
                  </a:moveTo>
                  <a:lnTo>
                    <a:pt x="73495" y="8427"/>
                  </a:lnTo>
                  <a:lnTo>
                    <a:pt x="138322" y="15860"/>
                  </a:lnTo>
                  <a:lnTo>
                    <a:pt x="196312" y="22510"/>
                  </a:lnTo>
                  <a:lnTo>
                    <a:pt x="248770" y="28525"/>
                  </a:lnTo>
                  <a:lnTo>
                    <a:pt x="296661" y="34016"/>
                  </a:lnTo>
                  <a:lnTo>
                    <a:pt x="340716" y="39068"/>
                  </a:lnTo>
                  <a:lnTo>
                    <a:pt x="381505" y="43745"/>
                  </a:lnTo>
                  <a:lnTo>
                    <a:pt x="419478" y="48099"/>
                  </a:lnTo>
                  <a:lnTo>
                    <a:pt x="455000" y="52172"/>
                  </a:lnTo>
                  <a:lnTo>
                    <a:pt x="488367" y="55998"/>
                  </a:lnTo>
                  <a:lnTo>
                    <a:pt x="519827" y="59606"/>
                  </a:lnTo>
                  <a:lnTo>
                    <a:pt x="549585" y="63018"/>
                  </a:lnTo>
                  <a:lnTo>
                    <a:pt x="577817" y="66255"/>
                  </a:lnTo>
                  <a:lnTo>
                    <a:pt x="604671" y="69334"/>
                  </a:lnTo>
                  <a:lnTo>
                    <a:pt x="630275" y="72270"/>
                  </a:lnTo>
                  <a:lnTo>
                    <a:pt x="654741" y="75076"/>
                  </a:lnTo>
                  <a:lnTo>
                    <a:pt x="678166" y="77762"/>
                  </a:lnTo>
                  <a:lnTo>
                    <a:pt x="700634" y="80338"/>
                  </a:lnTo>
                  <a:lnTo>
                    <a:pt x="722221" y="82813"/>
                  </a:lnTo>
                  <a:lnTo>
                    <a:pt x="742993" y="85195"/>
                  </a:lnTo>
                  <a:lnTo>
                    <a:pt x="763010" y="87490"/>
                  </a:lnTo>
                  <a:lnTo>
                    <a:pt x="782324" y="89705"/>
                  </a:lnTo>
                  <a:lnTo>
                    <a:pt x="800983" y="91845"/>
                  </a:lnTo>
                  <a:lnTo>
                    <a:pt x="819031" y="93914"/>
                  </a:lnTo>
                  <a:lnTo>
                    <a:pt x="836505" y="95918"/>
                  </a:lnTo>
                  <a:lnTo>
                    <a:pt x="853442" y="97860"/>
                  </a:lnTo>
                  <a:lnTo>
                    <a:pt x="869873" y="99744"/>
                  </a:lnTo>
                  <a:lnTo>
                    <a:pt x="885827" y="101573"/>
                  </a:lnTo>
                  <a:lnTo>
                    <a:pt x="901332" y="103351"/>
                  </a:lnTo>
                  <a:lnTo>
                    <a:pt x="916413" y="105080"/>
                  </a:lnTo>
                  <a:lnTo>
                    <a:pt x="931091" y="106764"/>
                  </a:lnTo>
                  <a:lnTo>
                    <a:pt x="945387" y="108403"/>
                  </a:lnTo>
                  <a:lnTo>
                    <a:pt x="959322" y="110001"/>
                  </a:lnTo>
                  <a:lnTo>
                    <a:pt x="972913" y="111559"/>
                  </a:lnTo>
                  <a:lnTo>
                    <a:pt x="986176" y="113080"/>
                  </a:lnTo>
                  <a:lnTo>
                    <a:pt x="999127" y="114565"/>
                  </a:lnTo>
                  <a:lnTo>
                    <a:pt x="1011781" y="116016"/>
                  </a:lnTo>
                  <a:lnTo>
                    <a:pt x="1024150" y="117434"/>
                  </a:lnTo>
                  <a:lnTo>
                    <a:pt x="1036247" y="118821"/>
                  </a:lnTo>
                  <a:lnTo>
                    <a:pt x="1048084" y="120179"/>
                  </a:lnTo>
                  <a:lnTo>
                    <a:pt x="1059671" y="121507"/>
                  </a:lnTo>
                  <a:lnTo>
                    <a:pt x="1071020" y="122809"/>
                  </a:lnTo>
                  <a:lnTo>
                    <a:pt x="1082140" y="124084"/>
                  </a:lnTo>
                  <a:lnTo>
                    <a:pt x="1093039" y="125333"/>
                  </a:lnTo>
                  <a:lnTo>
                    <a:pt x="1103726" y="126559"/>
                  </a:lnTo>
                  <a:lnTo>
                    <a:pt x="1114210" y="127761"/>
                  </a:lnTo>
                  <a:lnTo>
                    <a:pt x="1124499" y="128941"/>
                  </a:lnTo>
                  <a:lnTo>
                    <a:pt x="1134598" y="130099"/>
                  </a:lnTo>
                  <a:lnTo>
                    <a:pt x="1144515" y="13123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268914" y="4836525"/>
              <a:ext cx="1144515" cy="215265"/>
            </a:xfrm>
            <a:custGeom>
              <a:avLst/>
              <a:pathLst>
                <a:path w="1144515" h="215265">
                  <a:moveTo>
                    <a:pt x="0" y="0"/>
                  </a:moveTo>
                  <a:lnTo>
                    <a:pt x="73495" y="13823"/>
                  </a:lnTo>
                  <a:lnTo>
                    <a:pt x="138322" y="26016"/>
                  </a:lnTo>
                  <a:lnTo>
                    <a:pt x="196312" y="36923"/>
                  </a:lnTo>
                  <a:lnTo>
                    <a:pt x="248770" y="46789"/>
                  </a:lnTo>
                  <a:lnTo>
                    <a:pt x="296661" y="55797"/>
                  </a:lnTo>
                  <a:lnTo>
                    <a:pt x="340716" y="64083"/>
                  </a:lnTo>
                  <a:lnTo>
                    <a:pt x="381505" y="71755"/>
                  </a:lnTo>
                  <a:lnTo>
                    <a:pt x="419478" y="78897"/>
                  </a:lnTo>
                  <a:lnTo>
                    <a:pt x="455000" y="85578"/>
                  </a:lnTo>
                  <a:lnTo>
                    <a:pt x="488367" y="91854"/>
                  </a:lnTo>
                  <a:lnTo>
                    <a:pt x="519827" y="97771"/>
                  </a:lnTo>
                  <a:lnTo>
                    <a:pt x="549585" y="103368"/>
                  </a:lnTo>
                  <a:lnTo>
                    <a:pt x="577817" y="108678"/>
                  </a:lnTo>
                  <a:lnTo>
                    <a:pt x="604671" y="113729"/>
                  </a:lnTo>
                  <a:lnTo>
                    <a:pt x="630275" y="118544"/>
                  </a:lnTo>
                  <a:lnTo>
                    <a:pt x="654741" y="123146"/>
                  </a:lnTo>
                  <a:lnTo>
                    <a:pt x="678166" y="127552"/>
                  </a:lnTo>
                  <a:lnTo>
                    <a:pt x="700634" y="131778"/>
                  </a:lnTo>
                  <a:lnTo>
                    <a:pt x="722221" y="135838"/>
                  </a:lnTo>
                  <a:lnTo>
                    <a:pt x="742993" y="139745"/>
                  </a:lnTo>
                  <a:lnTo>
                    <a:pt x="763010" y="143510"/>
                  </a:lnTo>
                  <a:lnTo>
                    <a:pt x="782324" y="147142"/>
                  </a:lnTo>
                  <a:lnTo>
                    <a:pt x="800983" y="150652"/>
                  </a:lnTo>
                  <a:lnTo>
                    <a:pt x="819031" y="154046"/>
                  </a:lnTo>
                  <a:lnTo>
                    <a:pt x="836505" y="157333"/>
                  </a:lnTo>
                  <a:lnTo>
                    <a:pt x="853442" y="160519"/>
                  </a:lnTo>
                  <a:lnTo>
                    <a:pt x="869873" y="163609"/>
                  </a:lnTo>
                  <a:lnTo>
                    <a:pt x="885827" y="166610"/>
                  </a:lnTo>
                  <a:lnTo>
                    <a:pt x="901332" y="169526"/>
                  </a:lnTo>
                  <a:lnTo>
                    <a:pt x="916413" y="172362"/>
                  </a:lnTo>
                  <a:lnTo>
                    <a:pt x="931091" y="175123"/>
                  </a:lnTo>
                  <a:lnTo>
                    <a:pt x="945387" y="177812"/>
                  </a:lnTo>
                  <a:lnTo>
                    <a:pt x="959322" y="180433"/>
                  </a:lnTo>
                  <a:lnTo>
                    <a:pt x="972913" y="182989"/>
                  </a:lnTo>
                  <a:lnTo>
                    <a:pt x="986176" y="185484"/>
                  </a:lnTo>
                  <a:lnTo>
                    <a:pt x="999127" y="187920"/>
                  </a:lnTo>
                  <a:lnTo>
                    <a:pt x="1011781" y="190300"/>
                  </a:lnTo>
                  <a:lnTo>
                    <a:pt x="1024150" y="192626"/>
                  </a:lnTo>
                  <a:lnTo>
                    <a:pt x="1036247" y="194901"/>
                  </a:lnTo>
                  <a:lnTo>
                    <a:pt x="1048084" y="197128"/>
                  </a:lnTo>
                  <a:lnTo>
                    <a:pt x="1059671" y="199307"/>
                  </a:lnTo>
                  <a:lnTo>
                    <a:pt x="1071020" y="201442"/>
                  </a:lnTo>
                  <a:lnTo>
                    <a:pt x="1082140" y="203533"/>
                  </a:lnTo>
                  <a:lnTo>
                    <a:pt x="1093039" y="205583"/>
                  </a:lnTo>
                  <a:lnTo>
                    <a:pt x="1103726" y="207593"/>
                  </a:lnTo>
                  <a:lnTo>
                    <a:pt x="1114210" y="209565"/>
                  </a:lnTo>
                  <a:lnTo>
                    <a:pt x="1124499" y="211500"/>
                  </a:lnTo>
                  <a:lnTo>
                    <a:pt x="1134598" y="213400"/>
                  </a:lnTo>
                  <a:lnTo>
                    <a:pt x="1144515" y="21526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268914" y="5040084"/>
              <a:ext cx="1144515" cy="98596"/>
            </a:xfrm>
            <a:custGeom>
              <a:avLst/>
              <a:pathLst>
                <a:path w="1144515" h="98596">
                  <a:moveTo>
                    <a:pt x="0" y="0"/>
                  </a:moveTo>
                  <a:lnTo>
                    <a:pt x="73495" y="6331"/>
                  </a:lnTo>
                  <a:lnTo>
                    <a:pt x="138322" y="11916"/>
                  </a:lnTo>
                  <a:lnTo>
                    <a:pt x="196312" y="16911"/>
                  </a:lnTo>
                  <a:lnTo>
                    <a:pt x="248770" y="21430"/>
                  </a:lnTo>
                  <a:lnTo>
                    <a:pt x="296661" y="25556"/>
                  </a:lnTo>
                  <a:lnTo>
                    <a:pt x="340716" y="29351"/>
                  </a:lnTo>
                  <a:lnTo>
                    <a:pt x="381505" y="32865"/>
                  </a:lnTo>
                  <a:lnTo>
                    <a:pt x="419478" y="36136"/>
                  </a:lnTo>
                  <a:lnTo>
                    <a:pt x="455000" y="39197"/>
                  </a:lnTo>
                  <a:lnTo>
                    <a:pt x="488367" y="42071"/>
                  </a:lnTo>
                  <a:lnTo>
                    <a:pt x="519827" y="44781"/>
                  </a:lnTo>
                  <a:lnTo>
                    <a:pt x="549585" y="47345"/>
                  </a:lnTo>
                  <a:lnTo>
                    <a:pt x="577817" y="49777"/>
                  </a:lnTo>
                  <a:lnTo>
                    <a:pt x="604671" y="52090"/>
                  </a:lnTo>
                  <a:lnTo>
                    <a:pt x="630275" y="54296"/>
                  </a:lnTo>
                  <a:lnTo>
                    <a:pt x="654741" y="56404"/>
                  </a:lnTo>
                  <a:lnTo>
                    <a:pt x="678166" y="58422"/>
                  </a:lnTo>
                  <a:lnTo>
                    <a:pt x="700634" y="60357"/>
                  </a:lnTo>
                  <a:lnTo>
                    <a:pt x="722221" y="62217"/>
                  </a:lnTo>
                  <a:lnTo>
                    <a:pt x="742993" y="64006"/>
                  </a:lnTo>
                  <a:lnTo>
                    <a:pt x="763010" y="65731"/>
                  </a:lnTo>
                  <a:lnTo>
                    <a:pt x="782324" y="67395"/>
                  </a:lnTo>
                  <a:lnTo>
                    <a:pt x="800983" y="69002"/>
                  </a:lnTo>
                  <a:lnTo>
                    <a:pt x="819031" y="70557"/>
                  </a:lnTo>
                  <a:lnTo>
                    <a:pt x="836505" y="72062"/>
                  </a:lnTo>
                  <a:lnTo>
                    <a:pt x="853442" y="73521"/>
                  </a:lnTo>
                  <a:lnTo>
                    <a:pt x="869873" y="74937"/>
                  </a:lnTo>
                  <a:lnTo>
                    <a:pt x="885827" y="76311"/>
                  </a:lnTo>
                  <a:lnTo>
                    <a:pt x="901332" y="77647"/>
                  </a:lnTo>
                  <a:lnTo>
                    <a:pt x="916413" y="78946"/>
                  </a:lnTo>
                  <a:lnTo>
                    <a:pt x="931091" y="80210"/>
                  </a:lnTo>
                  <a:lnTo>
                    <a:pt x="945387" y="81442"/>
                  </a:lnTo>
                  <a:lnTo>
                    <a:pt x="959322" y="82643"/>
                  </a:lnTo>
                  <a:lnTo>
                    <a:pt x="972913" y="83813"/>
                  </a:lnTo>
                  <a:lnTo>
                    <a:pt x="986176" y="84956"/>
                  </a:lnTo>
                  <a:lnTo>
                    <a:pt x="999127" y="86072"/>
                  </a:lnTo>
                  <a:lnTo>
                    <a:pt x="1011781" y="87162"/>
                  </a:lnTo>
                  <a:lnTo>
                    <a:pt x="1024150" y="88227"/>
                  </a:lnTo>
                  <a:lnTo>
                    <a:pt x="1036247" y="89269"/>
                  </a:lnTo>
                  <a:lnTo>
                    <a:pt x="1048084" y="90289"/>
                  </a:lnTo>
                  <a:lnTo>
                    <a:pt x="1059671" y="91287"/>
                  </a:lnTo>
                  <a:lnTo>
                    <a:pt x="1071020" y="92265"/>
                  </a:lnTo>
                  <a:lnTo>
                    <a:pt x="1082140" y="93223"/>
                  </a:lnTo>
                  <a:lnTo>
                    <a:pt x="1093039" y="94162"/>
                  </a:lnTo>
                  <a:lnTo>
                    <a:pt x="1103726" y="95083"/>
                  </a:lnTo>
                  <a:lnTo>
                    <a:pt x="1114210" y="95986"/>
                  </a:lnTo>
                  <a:lnTo>
                    <a:pt x="1124499" y="96872"/>
                  </a:lnTo>
                  <a:lnTo>
                    <a:pt x="1134598" y="97742"/>
                  </a:lnTo>
                  <a:lnTo>
                    <a:pt x="1144515" y="9859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268914" y="5017589"/>
              <a:ext cx="1144515" cy="44608"/>
            </a:xfrm>
            <a:custGeom>
              <a:avLst/>
              <a:pathLst>
                <a:path w="1144515" h="44608">
                  <a:moveTo>
                    <a:pt x="0" y="0"/>
                  </a:moveTo>
                  <a:lnTo>
                    <a:pt x="73495" y="2864"/>
                  </a:lnTo>
                  <a:lnTo>
                    <a:pt x="138322" y="5391"/>
                  </a:lnTo>
                  <a:lnTo>
                    <a:pt x="196312" y="7651"/>
                  </a:lnTo>
                  <a:lnTo>
                    <a:pt x="248770" y="9695"/>
                  </a:lnTo>
                  <a:lnTo>
                    <a:pt x="296661" y="11562"/>
                  </a:lnTo>
                  <a:lnTo>
                    <a:pt x="340716" y="13279"/>
                  </a:lnTo>
                  <a:lnTo>
                    <a:pt x="381505" y="14869"/>
                  </a:lnTo>
                  <a:lnTo>
                    <a:pt x="419478" y="16349"/>
                  </a:lnTo>
                  <a:lnTo>
                    <a:pt x="455000" y="17733"/>
                  </a:lnTo>
                  <a:lnTo>
                    <a:pt x="488367" y="19034"/>
                  </a:lnTo>
                  <a:lnTo>
                    <a:pt x="519827" y="20260"/>
                  </a:lnTo>
                  <a:lnTo>
                    <a:pt x="549585" y="21420"/>
                  </a:lnTo>
                  <a:lnTo>
                    <a:pt x="577817" y="22520"/>
                  </a:lnTo>
                  <a:lnTo>
                    <a:pt x="604671" y="23567"/>
                  </a:lnTo>
                  <a:lnTo>
                    <a:pt x="630275" y="24565"/>
                  </a:lnTo>
                  <a:lnTo>
                    <a:pt x="654741" y="25518"/>
                  </a:lnTo>
                  <a:lnTo>
                    <a:pt x="678166" y="26431"/>
                  </a:lnTo>
                  <a:lnTo>
                    <a:pt x="700634" y="27307"/>
                  </a:lnTo>
                  <a:lnTo>
                    <a:pt x="722221" y="28148"/>
                  </a:lnTo>
                  <a:lnTo>
                    <a:pt x="742993" y="28958"/>
                  </a:lnTo>
                  <a:lnTo>
                    <a:pt x="763010" y="29738"/>
                  </a:lnTo>
                  <a:lnTo>
                    <a:pt x="782324" y="30491"/>
                  </a:lnTo>
                  <a:lnTo>
                    <a:pt x="800983" y="31218"/>
                  </a:lnTo>
                  <a:lnTo>
                    <a:pt x="819031" y="31922"/>
                  </a:lnTo>
                  <a:lnTo>
                    <a:pt x="836505" y="32603"/>
                  </a:lnTo>
                  <a:lnTo>
                    <a:pt x="853442" y="33263"/>
                  </a:lnTo>
                  <a:lnTo>
                    <a:pt x="869873" y="33903"/>
                  </a:lnTo>
                  <a:lnTo>
                    <a:pt x="885827" y="34525"/>
                  </a:lnTo>
                  <a:lnTo>
                    <a:pt x="901332" y="35129"/>
                  </a:lnTo>
                  <a:lnTo>
                    <a:pt x="916413" y="35717"/>
                  </a:lnTo>
                  <a:lnTo>
                    <a:pt x="931091" y="36289"/>
                  </a:lnTo>
                  <a:lnTo>
                    <a:pt x="945387" y="36847"/>
                  </a:lnTo>
                  <a:lnTo>
                    <a:pt x="959322" y="37390"/>
                  </a:lnTo>
                  <a:lnTo>
                    <a:pt x="972913" y="37919"/>
                  </a:lnTo>
                  <a:lnTo>
                    <a:pt x="986176" y="38436"/>
                  </a:lnTo>
                  <a:lnTo>
                    <a:pt x="999127" y="38941"/>
                  </a:lnTo>
                  <a:lnTo>
                    <a:pt x="1011781" y="39434"/>
                  </a:lnTo>
                  <a:lnTo>
                    <a:pt x="1024150" y="39916"/>
                  </a:lnTo>
                  <a:lnTo>
                    <a:pt x="1036247" y="40388"/>
                  </a:lnTo>
                  <a:lnTo>
                    <a:pt x="1048084" y="40849"/>
                  </a:lnTo>
                  <a:lnTo>
                    <a:pt x="1059671" y="41301"/>
                  </a:lnTo>
                  <a:lnTo>
                    <a:pt x="1071020" y="41743"/>
                  </a:lnTo>
                  <a:lnTo>
                    <a:pt x="1082140" y="42177"/>
                  </a:lnTo>
                  <a:lnTo>
                    <a:pt x="1093039" y="42601"/>
                  </a:lnTo>
                  <a:lnTo>
                    <a:pt x="1103726" y="43018"/>
                  </a:lnTo>
                  <a:lnTo>
                    <a:pt x="1114210" y="43426"/>
                  </a:lnTo>
                  <a:lnTo>
                    <a:pt x="1124499" y="43827"/>
                  </a:lnTo>
                  <a:lnTo>
                    <a:pt x="1134598" y="44221"/>
                  </a:lnTo>
                  <a:lnTo>
                    <a:pt x="1144515" y="4460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268914" y="5005259"/>
              <a:ext cx="1144515" cy="5264"/>
            </a:xfrm>
            <a:custGeom>
              <a:avLst/>
              <a:pathLst>
                <a:path w="1144515" h="5264">
                  <a:moveTo>
                    <a:pt x="0" y="0"/>
                  </a:moveTo>
                  <a:lnTo>
                    <a:pt x="73495" y="338"/>
                  </a:lnTo>
                  <a:lnTo>
                    <a:pt x="138322" y="636"/>
                  </a:lnTo>
                  <a:lnTo>
                    <a:pt x="196312" y="903"/>
                  </a:lnTo>
                  <a:lnTo>
                    <a:pt x="248770" y="1144"/>
                  </a:lnTo>
                  <a:lnTo>
                    <a:pt x="296661" y="1364"/>
                  </a:lnTo>
                  <a:lnTo>
                    <a:pt x="340716" y="1567"/>
                  </a:lnTo>
                  <a:lnTo>
                    <a:pt x="381505" y="1754"/>
                  </a:lnTo>
                  <a:lnTo>
                    <a:pt x="419478" y="1929"/>
                  </a:lnTo>
                  <a:lnTo>
                    <a:pt x="455000" y="2092"/>
                  </a:lnTo>
                  <a:lnTo>
                    <a:pt x="488367" y="2246"/>
                  </a:lnTo>
                  <a:lnTo>
                    <a:pt x="519827" y="2391"/>
                  </a:lnTo>
                  <a:lnTo>
                    <a:pt x="549585" y="2528"/>
                  </a:lnTo>
                  <a:lnTo>
                    <a:pt x="577817" y="2657"/>
                  </a:lnTo>
                  <a:lnTo>
                    <a:pt x="604671" y="2781"/>
                  </a:lnTo>
                  <a:lnTo>
                    <a:pt x="630275" y="2899"/>
                  </a:lnTo>
                  <a:lnTo>
                    <a:pt x="654741" y="3011"/>
                  </a:lnTo>
                  <a:lnTo>
                    <a:pt x="678166" y="3119"/>
                  </a:lnTo>
                  <a:lnTo>
                    <a:pt x="700634" y="3222"/>
                  </a:lnTo>
                  <a:lnTo>
                    <a:pt x="722221" y="3322"/>
                  </a:lnTo>
                  <a:lnTo>
                    <a:pt x="742993" y="3417"/>
                  </a:lnTo>
                  <a:lnTo>
                    <a:pt x="763010" y="3509"/>
                  </a:lnTo>
                  <a:lnTo>
                    <a:pt x="782324" y="3598"/>
                  </a:lnTo>
                  <a:lnTo>
                    <a:pt x="800983" y="3684"/>
                  </a:lnTo>
                  <a:lnTo>
                    <a:pt x="819031" y="3767"/>
                  </a:lnTo>
                  <a:lnTo>
                    <a:pt x="836505" y="3847"/>
                  </a:lnTo>
                  <a:lnTo>
                    <a:pt x="853442" y="3925"/>
                  </a:lnTo>
                  <a:lnTo>
                    <a:pt x="869873" y="4001"/>
                  </a:lnTo>
                  <a:lnTo>
                    <a:pt x="885827" y="4074"/>
                  </a:lnTo>
                  <a:lnTo>
                    <a:pt x="901332" y="4146"/>
                  </a:lnTo>
                  <a:lnTo>
                    <a:pt x="916413" y="4215"/>
                  </a:lnTo>
                  <a:lnTo>
                    <a:pt x="931091" y="4282"/>
                  </a:lnTo>
                  <a:lnTo>
                    <a:pt x="945387" y="4348"/>
                  </a:lnTo>
                  <a:lnTo>
                    <a:pt x="959322" y="4412"/>
                  </a:lnTo>
                  <a:lnTo>
                    <a:pt x="972913" y="4475"/>
                  </a:lnTo>
                  <a:lnTo>
                    <a:pt x="986176" y="4536"/>
                  </a:lnTo>
                  <a:lnTo>
                    <a:pt x="999127" y="4595"/>
                  </a:lnTo>
                  <a:lnTo>
                    <a:pt x="1011781" y="4654"/>
                  </a:lnTo>
                  <a:lnTo>
                    <a:pt x="1024150" y="4710"/>
                  </a:lnTo>
                  <a:lnTo>
                    <a:pt x="1036247" y="4766"/>
                  </a:lnTo>
                  <a:lnTo>
                    <a:pt x="1048084" y="4821"/>
                  </a:lnTo>
                  <a:lnTo>
                    <a:pt x="1059671" y="4874"/>
                  </a:lnTo>
                  <a:lnTo>
                    <a:pt x="1071020" y="4926"/>
                  </a:lnTo>
                  <a:lnTo>
                    <a:pt x="1082140" y="4977"/>
                  </a:lnTo>
                  <a:lnTo>
                    <a:pt x="1093039" y="5027"/>
                  </a:lnTo>
                  <a:lnTo>
                    <a:pt x="1103726" y="5076"/>
                  </a:lnTo>
                  <a:lnTo>
                    <a:pt x="1114210" y="5125"/>
                  </a:lnTo>
                  <a:lnTo>
                    <a:pt x="1124499" y="5172"/>
                  </a:lnTo>
                  <a:lnTo>
                    <a:pt x="1134598" y="5218"/>
                  </a:lnTo>
                  <a:lnTo>
                    <a:pt x="1144515" y="526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rc973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186450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5"/>
            <p:cNvSpPr/>
            <p:nvPr/>
          </p:nvSpPr>
          <p:spPr>
            <a:xfrm>
              <a:off x="4157982" y="52210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157982" y="49595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157982" y="46981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157982" y="44366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157982" y="41751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186450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6891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650419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5031925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5413430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tx985"/>
            <p:cNvSpPr/>
            <p:nvPr/>
          </p:nvSpPr>
          <p:spPr>
            <a:xfrm>
              <a:off x="4240659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7" name="tx986"/>
            <p:cNvSpPr/>
            <p:nvPr/>
          </p:nvSpPr>
          <p:spPr>
            <a:xfrm>
              <a:off x="4622164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88" name="tx987"/>
            <p:cNvSpPr/>
            <p:nvPr/>
          </p:nvSpPr>
          <p:spPr>
            <a:xfrm>
              <a:off x="5003670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5385175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579649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4186450" y="3957623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2" name="rc991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5683130" y="49562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5674859" y="50254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657704" y="508671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656572" y="46776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687160" y="499222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674602" y="46973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656064" y="52329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686075" y="50810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665713" y="47239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659795" y="46271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031658" y="48867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035496" y="46796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73046" y="50521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67521" y="52206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69063" y="416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74150" y="425156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74749" y="51593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80282" y="52519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60603" y="52386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57282" y="51199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39652" y="51703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70574" y="52102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58431" y="51760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48865" y="51702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61556" y="51173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34005" y="50287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36829" y="523740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32063" y="506456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408955" y="505152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416225" y="5254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27308" y="516354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34012" y="51985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16659" y="49548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55499" y="50978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12994" y="49063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38678" y="50515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49185" y="51097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422686" y="49976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47929" y="52072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10599" y="47307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39072" y="51576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53346" y="52151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09941" y="46573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48781" y="49827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12535" y="48954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14874" y="51473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30022" y="50560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17307" y="49084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833476" y="51216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807120" y="50847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802358" y="49922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821837" y="51147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836108" y="49517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827356" y="50614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829454" y="50006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822165" y="503227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829878" y="50798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832818" y="47968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829498" y="51905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839917" y="50929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810893" y="50943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834685" y="52225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791901" y="50398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810407" y="52212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804983" y="494158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807277" y="50854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828394" y="50960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805085" y="50095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821086" y="50598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845628" y="50391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841123" y="50737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822834" y="51995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l1064"/>
            <p:cNvSpPr/>
            <p:nvPr/>
          </p:nvSpPr>
          <p:spPr>
            <a:xfrm>
              <a:off x="5700439" y="4688227"/>
              <a:ext cx="1146131" cy="383468"/>
            </a:xfrm>
            <a:custGeom>
              <a:avLst/>
              <a:pathLst>
                <a:path w="1146131" h="383468">
                  <a:moveTo>
                    <a:pt x="0" y="0"/>
                  </a:moveTo>
                  <a:lnTo>
                    <a:pt x="73598" y="24624"/>
                  </a:lnTo>
                  <a:lnTo>
                    <a:pt x="138517" y="46344"/>
                  </a:lnTo>
                  <a:lnTo>
                    <a:pt x="196589" y="65774"/>
                  </a:lnTo>
                  <a:lnTo>
                    <a:pt x="249121" y="83350"/>
                  </a:lnTo>
                  <a:lnTo>
                    <a:pt x="297080" y="99395"/>
                  </a:lnTo>
                  <a:lnTo>
                    <a:pt x="341197" y="114156"/>
                  </a:lnTo>
                  <a:lnTo>
                    <a:pt x="382043" y="127822"/>
                  </a:lnTo>
                  <a:lnTo>
                    <a:pt x="420070" y="140545"/>
                  </a:lnTo>
                  <a:lnTo>
                    <a:pt x="455642" y="152447"/>
                  </a:lnTo>
                  <a:lnTo>
                    <a:pt x="489057" y="163626"/>
                  </a:lnTo>
                  <a:lnTo>
                    <a:pt x="520561" y="174167"/>
                  </a:lnTo>
                  <a:lnTo>
                    <a:pt x="550361" y="184137"/>
                  </a:lnTo>
                  <a:lnTo>
                    <a:pt x="578633" y="193596"/>
                  </a:lnTo>
                  <a:lnTo>
                    <a:pt x="605524" y="202594"/>
                  </a:lnTo>
                  <a:lnTo>
                    <a:pt x="631165" y="211172"/>
                  </a:lnTo>
                  <a:lnTo>
                    <a:pt x="655666" y="219370"/>
                  </a:lnTo>
                  <a:lnTo>
                    <a:pt x="679123" y="227218"/>
                  </a:lnTo>
                  <a:lnTo>
                    <a:pt x="701623" y="234746"/>
                  </a:lnTo>
                  <a:lnTo>
                    <a:pt x="723241" y="241979"/>
                  </a:lnTo>
                  <a:lnTo>
                    <a:pt x="744042" y="248938"/>
                  </a:lnTo>
                  <a:lnTo>
                    <a:pt x="764087" y="255645"/>
                  </a:lnTo>
                  <a:lnTo>
                    <a:pt x="783428" y="262116"/>
                  </a:lnTo>
                  <a:lnTo>
                    <a:pt x="802114" y="268368"/>
                  </a:lnTo>
                  <a:lnTo>
                    <a:pt x="820187" y="274415"/>
                  </a:lnTo>
                  <a:lnTo>
                    <a:pt x="837686" y="280269"/>
                  </a:lnTo>
                  <a:lnTo>
                    <a:pt x="854646" y="285944"/>
                  </a:lnTo>
                  <a:lnTo>
                    <a:pt x="871100" y="291449"/>
                  </a:lnTo>
                  <a:lnTo>
                    <a:pt x="887077" y="296795"/>
                  </a:lnTo>
                  <a:lnTo>
                    <a:pt x="902604" y="301990"/>
                  </a:lnTo>
                  <a:lnTo>
                    <a:pt x="917706" y="307042"/>
                  </a:lnTo>
                  <a:lnTo>
                    <a:pt x="932405" y="311960"/>
                  </a:lnTo>
                  <a:lnTo>
                    <a:pt x="946722" y="316750"/>
                  </a:lnTo>
                  <a:lnTo>
                    <a:pt x="960676" y="321419"/>
                  </a:lnTo>
                  <a:lnTo>
                    <a:pt x="974286" y="325973"/>
                  </a:lnTo>
                  <a:lnTo>
                    <a:pt x="987568" y="330416"/>
                  </a:lnTo>
                  <a:lnTo>
                    <a:pt x="1000537" y="334756"/>
                  </a:lnTo>
                  <a:lnTo>
                    <a:pt x="1013209" y="338995"/>
                  </a:lnTo>
                  <a:lnTo>
                    <a:pt x="1025595" y="343139"/>
                  </a:lnTo>
                  <a:lnTo>
                    <a:pt x="1037709" y="347192"/>
                  </a:lnTo>
                  <a:lnTo>
                    <a:pt x="1049563" y="351158"/>
                  </a:lnTo>
                  <a:lnTo>
                    <a:pt x="1061167" y="355041"/>
                  </a:lnTo>
                  <a:lnTo>
                    <a:pt x="1072532" y="358843"/>
                  </a:lnTo>
                  <a:lnTo>
                    <a:pt x="1083667" y="362569"/>
                  </a:lnTo>
                  <a:lnTo>
                    <a:pt x="1094582" y="366220"/>
                  </a:lnTo>
                  <a:lnTo>
                    <a:pt x="1105284" y="369801"/>
                  </a:lnTo>
                  <a:lnTo>
                    <a:pt x="1115783" y="373314"/>
                  </a:lnTo>
                  <a:lnTo>
                    <a:pt x="1126086" y="376761"/>
                  </a:lnTo>
                  <a:lnTo>
                    <a:pt x="1136199" y="380145"/>
                  </a:lnTo>
                  <a:lnTo>
                    <a:pt x="1146131" y="38346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5700439" y="4595466"/>
              <a:ext cx="1146131" cy="505855"/>
            </a:xfrm>
            <a:custGeom>
              <a:avLst/>
              <a:pathLst>
                <a:path w="1146131" h="505855">
                  <a:moveTo>
                    <a:pt x="0" y="0"/>
                  </a:moveTo>
                  <a:lnTo>
                    <a:pt x="73598" y="32483"/>
                  </a:lnTo>
                  <a:lnTo>
                    <a:pt x="138517" y="61136"/>
                  </a:lnTo>
                  <a:lnTo>
                    <a:pt x="196589" y="86766"/>
                  </a:lnTo>
                  <a:lnTo>
                    <a:pt x="249121" y="109952"/>
                  </a:lnTo>
                  <a:lnTo>
                    <a:pt x="297080" y="131119"/>
                  </a:lnTo>
                  <a:lnTo>
                    <a:pt x="341197" y="150590"/>
                  </a:lnTo>
                  <a:lnTo>
                    <a:pt x="382043" y="168618"/>
                  </a:lnTo>
                  <a:lnTo>
                    <a:pt x="420070" y="185402"/>
                  </a:lnTo>
                  <a:lnTo>
                    <a:pt x="455642" y="201102"/>
                  </a:lnTo>
                  <a:lnTo>
                    <a:pt x="489057" y="215850"/>
                  </a:lnTo>
                  <a:lnTo>
                    <a:pt x="520561" y="229754"/>
                  </a:lnTo>
                  <a:lnTo>
                    <a:pt x="550361" y="242907"/>
                  </a:lnTo>
                  <a:lnTo>
                    <a:pt x="578633" y="255385"/>
                  </a:lnTo>
                  <a:lnTo>
                    <a:pt x="605524" y="267254"/>
                  </a:lnTo>
                  <a:lnTo>
                    <a:pt x="631165" y="278570"/>
                  </a:lnTo>
                  <a:lnTo>
                    <a:pt x="655666" y="289384"/>
                  </a:lnTo>
                  <a:lnTo>
                    <a:pt x="679123" y="299737"/>
                  </a:lnTo>
                  <a:lnTo>
                    <a:pt x="701623" y="309668"/>
                  </a:lnTo>
                  <a:lnTo>
                    <a:pt x="723241" y="319209"/>
                  </a:lnTo>
                  <a:lnTo>
                    <a:pt x="744042" y="328390"/>
                  </a:lnTo>
                  <a:lnTo>
                    <a:pt x="764087" y="337237"/>
                  </a:lnTo>
                  <a:lnTo>
                    <a:pt x="783428" y="345773"/>
                  </a:lnTo>
                  <a:lnTo>
                    <a:pt x="802114" y="354020"/>
                  </a:lnTo>
                  <a:lnTo>
                    <a:pt x="820187" y="361997"/>
                  </a:lnTo>
                  <a:lnTo>
                    <a:pt x="837686" y="369720"/>
                  </a:lnTo>
                  <a:lnTo>
                    <a:pt x="854646" y="377206"/>
                  </a:lnTo>
                  <a:lnTo>
                    <a:pt x="871100" y="384468"/>
                  </a:lnTo>
                  <a:lnTo>
                    <a:pt x="887077" y="391520"/>
                  </a:lnTo>
                  <a:lnTo>
                    <a:pt x="902604" y="398373"/>
                  </a:lnTo>
                  <a:lnTo>
                    <a:pt x="917706" y="405038"/>
                  </a:lnTo>
                  <a:lnTo>
                    <a:pt x="932405" y="411526"/>
                  </a:lnTo>
                  <a:lnTo>
                    <a:pt x="946722" y="417844"/>
                  </a:lnTo>
                  <a:lnTo>
                    <a:pt x="960676" y="424003"/>
                  </a:lnTo>
                  <a:lnTo>
                    <a:pt x="974286" y="430010"/>
                  </a:lnTo>
                  <a:lnTo>
                    <a:pt x="987568" y="435872"/>
                  </a:lnTo>
                  <a:lnTo>
                    <a:pt x="1000537" y="441597"/>
                  </a:lnTo>
                  <a:lnTo>
                    <a:pt x="1013209" y="447189"/>
                  </a:lnTo>
                  <a:lnTo>
                    <a:pt x="1025595" y="452656"/>
                  </a:lnTo>
                  <a:lnTo>
                    <a:pt x="1037709" y="458003"/>
                  </a:lnTo>
                  <a:lnTo>
                    <a:pt x="1049563" y="463234"/>
                  </a:lnTo>
                  <a:lnTo>
                    <a:pt x="1061167" y="468356"/>
                  </a:lnTo>
                  <a:lnTo>
                    <a:pt x="1072532" y="473372"/>
                  </a:lnTo>
                  <a:lnTo>
                    <a:pt x="1083667" y="478287"/>
                  </a:lnTo>
                  <a:lnTo>
                    <a:pt x="1094582" y="483104"/>
                  </a:lnTo>
                  <a:lnTo>
                    <a:pt x="1105284" y="487828"/>
                  </a:lnTo>
                  <a:lnTo>
                    <a:pt x="1115783" y="492461"/>
                  </a:lnTo>
                  <a:lnTo>
                    <a:pt x="1126086" y="497008"/>
                  </a:lnTo>
                  <a:lnTo>
                    <a:pt x="1136199" y="501472"/>
                  </a:lnTo>
                  <a:lnTo>
                    <a:pt x="1146131" y="50585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00439" y="5108829"/>
              <a:ext cx="1146131" cy="30199"/>
            </a:xfrm>
            <a:custGeom>
              <a:avLst/>
              <a:pathLst>
                <a:path w="1146131" h="30199">
                  <a:moveTo>
                    <a:pt x="0" y="30199"/>
                  </a:moveTo>
                  <a:lnTo>
                    <a:pt x="73598" y="28260"/>
                  </a:lnTo>
                  <a:lnTo>
                    <a:pt x="138517" y="26550"/>
                  </a:lnTo>
                  <a:lnTo>
                    <a:pt x="196589" y="25019"/>
                  </a:lnTo>
                  <a:lnTo>
                    <a:pt x="249121" y="23635"/>
                  </a:lnTo>
                  <a:lnTo>
                    <a:pt x="297080" y="22372"/>
                  </a:lnTo>
                  <a:lnTo>
                    <a:pt x="341197" y="21209"/>
                  </a:lnTo>
                  <a:lnTo>
                    <a:pt x="382043" y="20133"/>
                  </a:lnTo>
                  <a:lnTo>
                    <a:pt x="420070" y="19131"/>
                  </a:lnTo>
                  <a:lnTo>
                    <a:pt x="455642" y="18193"/>
                  </a:lnTo>
                  <a:lnTo>
                    <a:pt x="489057" y="17313"/>
                  </a:lnTo>
                  <a:lnTo>
                    <a:pt x="520561" y="16483"/>
                  </a:lnTo>
                  <a:lnTo>
                    <a:pt x="550361" y="15698"/>
                  </a:lnTo>
                  <a:lnTo>
                    <a:pt x="578633" y="14953"/>
                  </a:lnTo>
                  <a:lnTo>
                    <a:pt x="605524" y="14244"/>
                  </a:lnTo>
                  <a:lnTo>
                    <a:pt x="631165" y="13569"/>
                  </a:lnTo>
                  <a:lnTo>
                    <a:pt x="655666" y="12923"/>
                  </a:lnTo>
                  <a:lnTo>
                    <a:pt x="679123" y="12305"/>
                  </a:lnTo>
                  <a:lnTo>
                    <a:pt x="701623" y="11712"/>
                  </a:lnTo>
                  <a:lnTo>
                    <a:pt x="723241" y="11142"/>
                  </a:lnTo>
                  <a:lnTo>
                    <a:pt x="744042" y="10594"/>
                  </a:lnTo>
                  <a:lnTo>
                    <a:pt x="764087" y="10066"/>
                  </a:lnTo>
                  <a:lnTo>
                    <a:pt x="783428" y="9557"/>
                  </a:lnTo>
                  <a:lnTo>
                    <a:pt x="802114" y="9064"/>
                  </a:lnTo>
                  <a:lnTo>
                    <a:pt x="820187" y="8588"/>
                  </a:lnTo>
                  <a:lnTo>
                    <a:pt x="837686" y="8127"/>
                  </a:lnTo>
                  <a:lnTo>
                    <a:pt x="854646" y="7680"/>
                  </a:lnTo>
                  <a:lnTo>
                    <a:pt x="871100" y="7246"/>
                  </a:lnTo>
                  <a:lnTo>
                    <a:pt x="887077" y="6825"/>
                  </a:lnTo>
                  <a:lnTo>
                    <a:pt x="902604" y="6416"/>
                  </a:lnTo>
                  <a:lnTo>
                    <a:pt x="917706" y="6018"/>
                  </a:lnTo>
                  <a:lnTo>
                    <a:pt x="932405" y="5631"/>
                  </a:lnTo>
                  <a:lnTo>
                    <a:pt x="946722" y="5254"/>
                  </a:lnTo>
                  <a:lnTo>
                    <a:pt x="960676" y="4886"/>
                  </a:lnTo>
                  <a:lnTo>
                    <a:pt x="974286" y="4528"/>
                  </a:lnTo>
                  <a:lnTo>
                    <a:pt x="987568" y="4178"/>
                  </a:lnTo>
                  <a:lnTo>
                    <a:pt x="1000537" y="3836"/>
                  </a:lnTo>
                  <a:lnTo>
                    <a:pt x="1013209" y="3502"/>
                  </a:lnTo>
                  <a:lnTo>
                    <a:pt x="1025595" y="3176"/>
                  </a:lnTo>
                  <a:lnTo>
                    <a:pt x="1037709" y="2856"/>
                  </a:lnTo>
                  <a:lnTo>
                    <a:pt x="1049563" y="2544"/>
                  </a:lnTo>
                  <a:lnTo>
                    <a:pt x="1061167" y="2238"/>
                  </a:lnTo>
                  <a:lnTo>
                    <a:pt x="1072532" y="1939"/>
                  </a:lnTo>
                  <a:lnTo>
                    <a:pt x="1083667" y="1645"/>
                  </a:lnTo>
                  <a:lnTo>
                    <a:pt x="1094582" y="1358"/>
                  </a:lnTo>
                  <a:lnTo>
                    <a:pt x="1105284" y="1076"/>
                  </a:lnTo>
                  <a:lnTo>
                    <a:pt x="1115783" y="799"/>
                  </a:lnTo>
                  <a:lnTo>
                    <a:pt x="1126086" y="528"/>
                  </a:lnTo>
                  <a:lnTo>
                    <a:pt x="1136199" y="261"/>
                  </a:lnTo>
                  <a:lnTo>
                    <a:pt x="1146131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00439" y="4958581"/>
              <a:ext cx="1146131" cy="92407"/>
            </a:xfrm>
            <a:custGeom>
              <a:avLst/>
              <a:pathLst>
                <a:path w="1146131" h="92407">
                  <a:moveTo>
                    <a:pt x="0" y="92407"/>
                  </a:moveTo>
                  <a:lnTo>
                    <a:pt x="73598" y="86473"/>
                  </a:lnTo>
                  <a:lnTo>
                    <a:pt x="138517" y="81239"/>
                  </a:lnTo>
                  <a:lnTo>
                    <a:pt x="196589" y="76557"/>
                  </a:lnTo>
                  <a:lnTo>
                    <a:pt x="249121" y="72322"/>
                  </a:lnTo>
                  <a:lnTo>
                    <a:pt x="297080" y="68455"/>
                  </a:lnTo>
                  <a:lnTo>
                    <a:pt x="341197" y="64898"/>
                  </a:lnTo>
                  <a:lnTo>
                    <a:pt x="382043" y="61605"/>
                  </a:lnTo>
                  <a:lnTo>
                    <a:pt x="420070" y="58539"/>
                  </a:lnTo>
                  <a:lnTo>
                    <a:pt x="455642" y="55671"/>
                  </a:lnTo>
                  <a:lnTo>
                    <a:pt x="489057" y="52977"/>
                  </a:lnTo>
                  <a:lnTo>
                    <a:pt x="520561" y="50437"/>
                  </a:lnTo>
                  <a:lnTo>
                    <a:pt x="550361" y="48034"/>
                  </a:lnTo>
                  <a:lnTo>
                    <a:pt x="578633" y="45755"/>
                  </a:lnTo>
                  <a:lnTo>
                    <a:pt x="605524" y="43586"/>
                  </a:lnTo>
                  <a:lnTo>
                    <a:pt x="631165" y="41519"/>
                  </a:lnTo>
                  <a:lnTo>
                    <a:pt x="655666" y="39544"/>
                  </a:lnTo>
                  <a:lnTo>
                    <a:pt x="679123" y="37652"/>
                  </a:lnTo>
                  <a:lnTo>
                    <a:pt x="701623" y="35838"/>
                  </a:lnTo>
                  <a:lnTo>
                    <a:pt x="723241" y="34095"/>
                  </a:lnTo>
                  <a:lnTo>
                    <a:pt x="744042" y="32418"/>
                  </a:lnTo>
                  <a:lnTo>
                    <a:pt x="764087" y="30802"/>
                  </a:lnTo>
                  <a:lnTo>
                    <a:pt x="783428" y="29243"/>
                  </a:lnTo>
                  <a:lnTo>
                    <a:pt x="802114" y="27736"/>
                  </a:lnTo>
                  <a:lnTo>
                    <a:pt x="820187" y="26279"/>
                  </a:lnTo>
                  <a:lnTo>
                    <a:pt x="837686" y="24868"/>
                  </a:lnTo>
                  <a:lnTo>
                    <a:pt x="854646" y="23501"/>
                  </a:lnTo>
                  <a:lnTo>
                    <a:pt x="871100" y="22174"/>
                  </a:lnTo>
                  <a:lnTo>
                    <a:pt x="887077" y="20886"/>
                  </a:lnTo>
                  <a:lnTo>
                    <a:pt x="902604" y="19634"/>
                  </a:lnTo>
                  <a:lnTo>
                    <a:pt x="917706" y="18416"/>
                  </a:lnTo>
                  <a:lnTo>
                    <a:pt x="932405" y="17231"/>
                  </a:lnTo>
                  <a:lnTo>
                    <a:pt x="946722" y="16077"/>
                  </a:lnTo>
                  <a:lnTo>
                    <a:pt x="960676" y="14952"/>
                  </a:lnTo>
                  <a:lnTo>
                    <a:pt x="974286" y="13855"/>
                  </a:lnTo>
                  <a:lnTo>
                    <a:pt x="987568" y="12784"/>
                  </a:lnTo>
                  <a:lnTo>
                    <a:pt x="1000537" y="11738"/>
                  </a:lnTo>
                  <a:lnTo>
                    <a:pt x="1013209" y="10716"/>
                  </a:lnTo>
                  <a:lnTo>
                    <a:pt x="1025595" y="9718"/>
                  </a:lnTo>
                  <a:lnTo>
                    <a:pt x="1037709" y="8741"/>
                  </a:lnTo>
                  <a:lnTo>
                    <a:pt x="1049563" y="7785"/>
                  </a:lnTo>
                  <a:lnTo>
                    <a:pt x="1061167" y="6850"/>
                  </a:lnTo>
                  <a:lnTo>
                    <a:pt x="1072532" y="5933"/>
                  </a:lnTo>
                  <a:lnTo>
                    <a:pt x="1083667" y="5036"/>
                  </a:lnTo>
                  <a:lnTo>
                    <a:pt x="1094582" y="4156"/>
                  </a:lnTo>
                  <a:lnTo>
                    <a:pt x="1105284" y="3293"/>
                  </a:lnTo>
                  <a:lnTo>
                    <a:pt x="1115783" y="2446"/>
                  </a:lnTo>
                  <a:lnTo>
                    <a:pt x="1126086" y="1616"/>
                  </a:lnTo>
                  <a:lnTo>
                    <a:pt x="1136199" y="800"/>
                  </a:lnTo>
                  <a:lnTo>
                    <a:pt x="114613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00439" y="5021240"/>
              <a:ext cx="1146131" cy="137024"/>
            </a:xfrm>
            <a:custGeom>
              <a:avLst/>
              <a:pathLst>
                <a:path w="1146131" h="137024">
                  <a:moveTo>
                    <a:pt x="0" y="137024"/>
                  </a:moveTo>
                  <a:lnTo>
                    <a:pt x="73598" y="128225"/>
                  </a:lnTo>
                  <a:lnTo>
                    <a:pt x="138517" y="120464"/>
                  </a:lnTo>
                  <a:lnTo>
                    <a:pt x="196589" y="113521"/>
                  </a:lnTo>
                  <a:lnTo>
                    <a:pt x="249121" y="107241"/>
                  </a:lnTo>
                  <a:lnTo>
                    <a:pt x="297080" y="101507"/>
                  </a:lnTo>
                  <a:lnTo>
                    <a:pt x="341197" y="96233"/>
                  </a:lnTo>
                  <a:lnTo>
                    <a:pt x="382043" y="91349"/>
                  </a:lnTo>
                  <a:lnTo>
                    <a:pt x="420070" y="86803"/>
                  </a:lnTo>
                  <a:lnTo>
                    <a:pt x="455642" y="82550"/>
                  </a:lnTo>
                  <a:lnTo>
                    <a:pt x="489057" y="78555"/>
                  </a:lnTo>
                  <a:lnTo>
                    <a:pt x="520561" y="74789"/>
                  </a:lnTo>
                  <a:lnTo>
                    <a:pt x="550361" y="71226"/>
                  </a:lnTo>
                  <a:lnTo>
                    <a:pt x="578633" y="67846"/>
                  </a:lnTo>
                  <a:lnTo>
                    <a:pt x="605524" y="64631"/>
                  </a:lnTo>
                  <a:lnTo>
                    <a:pt x="631165" y="61566"/>
                  </a:lnTo>
                  <a:lnTo>
                    <a:pt x="655666" y="58637"/>
                  </a:lnTo>
                  <a:lnTo>
                    <a:pt x="679123" y="55832"/>
                  </a:lnTo>
                  <a:lnTo>
                    <a:pt x="701623" y="53142"/>
                  </a:lnTo>
                  <a:lnTo>
                    <a:pt x="723241" y="50558"/>
                  </a:lnTo>
                  <a:lnTo>
                    <a:pt x="744042" y="48071"/>
                  </a:lnTo>
                  <a:lnTo>
                    <a:pt x="764087" y="45674"/>
                  </a:lnTo>
                  <a:lnTo>
                    <a:pt x="783428" y="43362"/>
                  </a:lnTo>
                  <a:lnTo>
                    <a:pt x="802114" y="41128"/>
                  </a:lnTo>
                  <a:lnTo>
                    <a:pt x="820187" y="38967"/>
                  </a:lnTo>
                  <a:lnTo>
                    <a:pt x="837686" y="36875"/>
                  </a:lnTo>
                  <a:lnTo>
                    <a:pt x="854646" y="34848"/>
                  </a:lnTo>
                  <a:lnTo>
                    <a:pt x="871100" y="32881"/>
                  </a:lnTo>
                  <a:lnTo>
                    <a:pt x="887077" y="30970"/>
                  </a:lnTo>
                  <a:lnTo>
                    <a:pt x="902604" y="29114"/>
                  </a:lnTo>
                  <a:lnTo>
                    <a:pt x="917706" y="27309"/>
                  </a:lnTo>
                  <a:lnTo>
                    <a:pt x="932405" y="25551"/>
                  </a:lnTo>
                  <a:lnTo>
                    <a:pt x="946722" y="23840"/>
                  </a:lnTo>
                  <a:lnTo>
                    <a:pt x="960676" y="22171"/>
                  </a:lnTo>
                  <a:lnTo>
                    <a:pt x="974286" y="20544"/>
                  </a:lnTo>
                  <a:lnTo>
                    <a:pt x="987568" y="18956"/>
                  </a:lnTo>
                  <a:lnTo>
                    <a:pt x="1000537" y="17406"/>
                  </a:lnTo>
                  <a:lnTo>
                    <a:pt x="1013209" y="15891"/>
                  </a:lnTo>
                  <a:lnTo>
                    <a:pt x="1025595" y="14410"/>
                  </a:lnTo>
                  <a:lnTo>
                    <a:pt x="1037709" y="12962"/>
                  </a:lnTo>
                  <a:lnTo>
                    <a:pt x="1049563" y="11545"/>
                  </a:lnTo>
                  <a:lnTo>
                    <a:pt x="1061167" y="10157"/>
                  </a:lnTo>
                  <a:lnTo>
                    <a:pt x="1072532" y="8799"/>
                  </a:lnTo>
                  <a:lnTo>
                    <a:pt x="1083667" y="7467"/>
                  </a:lnTo>
                  <a:lnTo>
                    <a:pt x="1094582" y="6162"/>
                  </a:lnTo>
                  <a:lnTo>
                    <a:pt x="1105284" y="4883"/>
                  </a:lnTo>
                  <a:lnTo>
                    <a:pt x="1115783" y="3628"/>
                  </a:lnTo>
                  <a:lnTo>
                    <a:pt x="1126086" y="2396"/>
                  </a:lnTo>
                  <a:lnTo>
                    <a:pt x="1136199" y="1187"/>
                  </a:lnTo>
                  <a:lnTo>
                    <a:pt x="114613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00439" y="4888829"/>
              <a:ext cx="1146131" cy="120708"/>
            </a:xfrm>
            <a:custGeom>
              <a:avLst/>
              <a:pathLst>
                <a:path w="1146131" h="120708">
                  <a:moveTo>
                    <a:pt x="0" y="0"/>
                  </a:moveTo>
                  <a:lnTo>
                    <a:pt x="73598" y="7751"/>
                  </a:lnTo>
                  <a:lnTo>
                    <a:pt x="138517" y="14588"/>
                  </a:lnTo>
                  <a:lnTo>
                    <a:pt x="196589" y="20704"/>
                  </a:lnTo>
                  <a:lnTo>
                    <a:pt x="249121" y="26236"/>
                  </a:lnTo>
                  <a:lnTo>
                    <a:pt x="297080" y="31287"/>
                  </a:lnTo>
                  <a:lnTo>
                    <a:pt x="341197" y="35934"/>
                  </a:lnTo>
                  <a:lnTo>
                    <a:pt x="382043" y="40236"/>
                  </a:lnTo>
                  <a:lnTo>
                    <a:pt x="420070" y="44240"/>
                  </a:lnTo>
                  <a:lnTo>
                    <a:pt x="455642" y="47987"/>
                  </a:lnTo>
                  <a:lnTo>
                    <a:pt x="489057" y="51506"/>
                  </a:lnTo>
                  <a:lnTo>
                    <a:pt x="520561" y="54824"/>
                  </a:lnTo>
                  <a:lnTo>
                    <a:pt x="550361" y="57962"/>
                  </a:lnTo>
                  <a:lnTo>
                    <a:pt x="578633" y="60940"/>
                  </a:lnTo>
                  <a:lnTo>
                    <a:pt x="605524" y="63772"/>
                  </a:lnTo>
                  <a:lnTo>
                    <a:pt x="631165" y="66472"/>
                  </a:lnTo>
                  <a:lnTo>
                    <a:pt x="655666" y="69053"/>
                  </a:lnTo>
                  <a:lnTo>
                    <a:pt x="679123" y="71523"/>
                  </a:lnTo>
                  <a:lnTo>
                    <a:pt x="701623" y="73893"/>
                  </a:lnTo>
                  <a:lnTo>
                    <a:pt x="723241" y="76170"/>
                  </a:lnTo>
                  <a:lnTo>
                    <a:pt x="744042" y="78360"/>
                  </a:lnTo>
                  <a:lnTo>
                    <a:pt x="764087" y="80472"/>
                  </a:lnTo>
                  <a:lnTo>
                    <a:pt x="783428" y="82508"/>
                  </a:lnTo>
                  <a:lnTo>
                    <a:pt x="802114" y="84476"/>
                  </a:lnTo>
                  <a:lnTo>
                    <a:pt x="820187" y="86380"/>
                  </a:lnTo>
                  <a:lnTo>
                    <a:pt x="837686" y="88223"/>
                  </a:lnTo>
                  <a:lnTo>
                    <a:pt x="854646" y="90009"/>
                  </a:lnTo>
                  <a:lnTo>
                    <a:pt x="871100" y="91742"/>
                  </a:lnTo>
                  <a:lnTo>
                    <a:pt x="887077" y="93425"/>
                  </a:lnTo>
                  <a:lnTo>
                    <a:pt x="902604" y="95060"/>
                  </a:lnTo>
                  <a:lnTo>
                    <a:pt x="917706" y="96650"/>
                  </a:lnTo>
                  <a:lnTo>
                    <a:pt x="932405" y="98198"/>
                  </a:lnTo>
                  <a:lnTo>
                    <a:pt x="946722" y="99706"/>
                  </a:lnTo>
                  <a:lnTo>
                    <a:pt x="960676" y="101176"/>
                  </a:lnTo>
                  <a:lnTo>
                    <a:pt x="974286" y="102609"/>
                  </a:lnTo>
                  <a:lnTo>
                    <a:pt x="987568" y="104008"/>
                  </a:lnTo>
                  <a:lnTo>
                    <a:pt x="1000537" y="105374"/>
                  </a:lnTo>
                  <a:lnTo>
                    <a:pt x="1013209" y="106708"/>
                  </a:lnTo>
                  <a:lnTo>
                    <a:pt x="1025595" y="108013"/>
                  </a:lnTo>
                  <a:lnTo>
                    <a:pt x="1037709" y="109289"/>
                  </a:lnTo>
                  <a:lnTo>
                    <a:pt x="1049563" y="110537"/>
                  </a:lnTo>
                  <a:lnTo>
                    <a:pt x="1061167" y="111759"/>
                  </a:lnTo>
                  <a:lnTo>
                    <a:pt x="1072532" y="112956"/>
                  </a:lnTo>
                  <a:lnTo>
                    <a:pt x="1083667" y="114129"/>
                  </a:lnTo>
                  <a:lnTo>
                    <a:pt x="1094582" y="115278"/>
                  </a:lnTo>
                  <a:lnTo>
                    <a:pt x="1105284" y="116406"/>
                  </a:lnTo>
                  <a:lnTo>
                    <a:pt x="1115783" y="117511"/>
                  </a:lnTo>
                  <a:lnTo>
                    <a:pt x="1126086" y="118596"/>
                  </a:lnTo>
                  <a:lnTo>
                    <a:pt x="1136199" y="119662"/>
                  </a:lnTo>
                  <a:lnTo>
                    <a:pt x="1146131" y="12070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00439" y="4906920"/>
              <a:ext cx="1146131" cy="254715"/>
            </a:xfrm>
            <a:custGeom>
              <a:avLst/>
              <a:pathLst>
                <a:path w="1146131" h="254715">
                  <a:moveTo>
                    <a:pt x="0" y="0"/>
                  </a:moveTo>
                  <a:lnTo>
                    <a:pt x="73598" y="16356"/>
                  </a:lnTo>
                  <a:lnTo>
                    <a:pt x="138517" y="30784"/>
                  </a:lnTo>
                  <a:lnTo>
                    <a:pt x="196589" y="43689"/>
                  </a:lnTo>
                  <a:lnTo>
                    <a:pt x="249121" y="55364"/>
                  </a:lnTo>
                  <a:lnTo>
                    <a:pt x="297080" y="66022"/>
                  </a:lnTo>
                  <a:lnTo>
                    <a:pt x="341197" y="75827"/>
                  </a:lnTo>
                  <a:lnTo>
                    <a:pt x="382043" y="84905"/>
                  </a:lnTo>
                  <a:lnTo>
                    <a:pt x="420070" y="93356"/>
                  </a:lnTo>
                  <a:lnTo>
                    <a:pt x="455642" y="101261"/>
                  </a:lnTo>
                  <a:lnTo>
                    <a:pt x="489057" y="108687"/>
                  </a:lnTo>
                  <a:lnTo>
                    <a:pt x="520561" y="115689"/>
                  </a:lnTo>
                  <a:lnTo>
                    <a:pt x="550361" y="122311"/>
                  </a:lnTo>
                  <a:lnTo>
                    <a:pt x="578633" y="128594"/>
                  </a:lnTo>
                  <a:lnTo>
                    <a:pt x="605524" y="134571"/>
                  </a:lnTo>
                  <a:lnTo>
                    <a:pt x="631165" y="140269"/>
                  </a:lnTo>
                  <a:lnTo>
                    <a:pt x="655666" y="145714"/>
                  </a:lnTo>
                  <a:lnTo>
                    <a:pt x="679123" y="150927"/>
                  </a:lnTo>
                  <a:lnTo>
                    <a:pt x="701623" y="155928"/>
                  </a:lnTo>
                  <a:lnTo>
                    <a:pt x="723241" y="160732"/>
                  </a:lnTo>
                  <a:lnTo>
                    <a:pt x="744042" y="165355"/>
                  </a:lnTo>
                  <a:lnTo>
                    <a:pt x="764087" y="169810"/>
                  </a:lnTo>
                  <a:lnTo>
                    <a:pt x="783428" y="174108"/>
                  </a:lnTo>
                  <a:lnTo>
                    <a:pt x="802114" y="178261"/>
                  </a:lnTo>
                  <a:lnTo>
                    <a:pt x="820187" y="182277"/>
                  </a:lnTo>
                  <a:lnTo>
                    <a:pt x="837686" y="186166"/>
                  </a:lnTo>
                  <a:lnTo>
                    <a:pt x="854646" y="189935"/>
                  </a:lnTo>
                  <a:lnTo>
                    <a:pt x="871100" y="193592"/>
                  </a:lnTo>
                  <a:lnTo>
                    <a:pt x="887077" y="197143"/>
                  </a:lnTo>
                  <a:lnTo>
                    <a:pt x="902604" y="200594"/>
                  </a:lnTo>
                  <a:lnTo>
                    <a:pt x="917706" y="203950"/>
                  </a:lnTo>
                  <a:lnTo>
                    <a:pt x="932405" y="207216"/>
                  </a:lnTo>
                  <a:lnTo>
                    <a:pt x="946722" y="210398"/>
                  </a:lnTo>
                  <a:lnTo>
                    <a:pt x="960676" y="213499"/>
                  </a:lnTo>
                  <a:lnTo>
                    <a:pt x="974286" y="216524"/>
                  </a:lnTo>
                  <a:lnTo>
                    <a:pt x="987568" y="219476"/>
                  </a:lnTo>
                  <a:lnTo>
                    <a:pt x="1000537" y="222358"/>
                  </a:lnTo>
                  <a:lnTo>
                    <a:pt x="1013209" y="225174"/>
                  </a:lnTo>
                  <a:lnTo>
                    <a:pt x="1025595" y="227927"/>
                  </a:lnTo>
                  <a:lnTo>
                    <a:pt x="1037709" y="230619"/>
                  </a:lnTo>
                  <a:lnTo>
                    <a:pt x="1049563" y="233254"/>
                  </a:lnTo>
                  <a:lnTo>
                    <a:pt x="1061167" y="235832"/>
                  </a:lnTo>
                  <a:lnTo>
                    <a:pt x="1072532" y="238358"/>
                  </a:lnTo>
                  <a:lnTo>
                    <a:pt x="1083667" y="240833"/>
                  </a:lnTo>
                  <a:lnTo>
                    <a:pt x="1094582" y="243258"/>
                  </a:lnTo>
                  <a:lnTo>
                    <a:pt x="1105284" y="245637"/>
                  </a:lnTo>
                  <a:lnTo>
                    <a:pt x="1115783" y="247970"/>
                  </a:lnTo>
                  <a:lnTo>
                    <a:pt x="1126086" y="250260"/>
                  </a:lnTo>
                  <a:lnTo>
                    <a:pt x="1136199" y="252508"/>
                  </a:lnTo>
                  <a:lnTo>
                    <a:pt x="1146131" y="25471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00439" y="5036630"/>
              <a:ext cx="1146131" cy="236201"/>
            </a:xfrm>
            <a:custGeom>
              <a:avLst/>
              <a:pathLst>
                <a:path w="1146131" h="236201">
                  <a:moveTo>
                    <a:pt x="0" y="0"/>
                  </a:moveTo>
                  <a:lnTo>
                    <a:pt x="73598" y="15167"/>
                  </a:lnTo>
                  <a:lnTo>
                    <a:pt x="138517" y="28546"/>
                  </a:lnTo>
                  <a:lnTo>
                    <a:pt x="196589" y="40514"/>
                  </a:lnTo>
                  <a:lnTo>
                    <a:pt x="249121" y="51340"/>
                  </a:lnTo>
                  <a:lnTo>
                    <a:pt x="297080" y="61224"/>
                  </a:lnTo>
                  <a:lnTo>
                    <a:pt x="341197" y="70316"/>
                  </a:lnTo>
                  <a:lnTo>
                    <a:pt x="382043" y="78733"/>
                  </a:lnTo>
                  <a:lnTo>
                    <a:pt x="420070" y="86570"/>
                  </a:lnTo>
                  <a:lnTo>
                    <a:pt x="455642" y="93901"/>
                  </a:lnTo>
                  <a:lnTo>
                    <a:pt x="489057" y="100787"/>
                  </a:lnTo>
                  <a:lnTo>
                    <a:pt x="520561" y="107280"/>
                  </a:lnTo>
                  <a:lnTo>
                    <a:pt x="550361" y="113421"/>
                  </a:lnTo>
                  <a:lnTo>
                    <a:pt x="578633" y="119248"/>
                  </a:lnTo>
                  <a:lnTo>
                    <a:pt x="605524" y="124790"/>
                  </a:lnTo>
                  <a:lnTo>
                    <a:pt x="631165" y="130074"/>
                  </a:lnTo>
                  <a:lnTo>
                    <a:pt x="655666" y="135123"/>
                  </a:lnTo>
                  <a:lnTo>
                    <a:pt x="679123" y="139957"/>
                  </a:lnTo>
                  <a:lnTo>
                    <a:pt x="701623" y="144594"/>
                  </a:lnTo>
                  <a:lnTo>
                    <a:pt x="723241" y="149049"/>
                  </a:lnTo>
                  <a:lnTo>
                    <a:pt x="744042" y="153336"/>
                  </a:lnTo>
                  <a:lnTo>
                    <a:pt x="764087" y="157467"/>
                  </a:lnTo>
                  <a:lnTo>
                    <a:pt x="783428" y="161453"/>
                  </a:lnTo>
                  <a:lnTo>
                    <a:pt x="802114" y="165304"/>
                  </a:lnTo>
                  <a:lnTo>
                    <a:pt x="820187" y="169029"/>
                  </a:lnTo>
                  <a:lnTo>
                    <a:pt x="837686" y="172635"/>
                  </a:lnTo>
                  <a:lnTo>
                    <a:pt x="854646" y="176130"/>
                  </a:lnTo>
                  <a:lnTo>
                    <a:pt x="871100" y="179521"/>
                  </a:lnTo>
                  <a:lnTo>
                    <a:pt x="887077" y="182814"/>
                  </a:lnTo>
                  <a:lnTo>
                    <a:pt x="902604" y="186014"/>
                  </a:lnTo>
                  <a:lnTo>
                    <a:pt x="917706" y="189126"/>
                  </a:lnTo>
                  <a:lnTo>
                    <a:pt x="932405" y="192155"/>
                  </a:lnTo>
                  <a:lnTo>
                    <a:pt x="946722" y="195106"/>
                  </a:lnTo>
                  <a:lnTo>
                    <a:pt x="960676" y="197982"/>
                  </a:lnTo>
                  <a:lnTo>
                    <a:pt x="974286" y="200786"/>
                  </a:lnTo>
                  <a:lnTo>
                    <a:pt x="987568" y="203524"/>
                  </a:lnTo>
                  <a:lnTo>
                    <a:pt x="1000537" y="206196"/>
                  </a:lnTo>
                  <a:lnTo>
                    <a:pt x="1013209" y="208808"/>
                  </a:lnTo>
                  <a:lnTo>
                    <a:pt x="1025595" y="211360"/>
                  </a:lnTo>
                  <a:lnTo>
                    <a:pt x="1037709" y="213857"/>
                  </a:lnTo>
                  <a:lnTo>
                    <a:pt x="1049563" y="216300"/>
                  </a:lnTo>
                  <a:lnTo>
                    <a:pt x="1061167" y="218691"/>
                  </a:lnTo>
                  <a:lnTo>
                    <a:pt x="1072532" y="221033"/>
                  </a:lnTo>
                  <a:lnTo>
                    <a:pt x="1083667" y="223328"/>
                  </a:lnTo>
                  <a:lnTo>
                    <a:pt x="1094582" y="225578"/>
                  </a:lnTo>
                  <a:lnTo>
                    <a:pt x="1105284" y="227783"/>
                  </a:lnTo>
                  <a:lnTo>
                    <a:pt x="1115783" y="229947"/>
                  </a:lnTo>
                  <a:lnTo>
                    <a:pt x="1126086" y="232070"/>
                  </a:lnTo>
                  <a:lnTo>
                    <a:pt x="1136199" y="234154"/>
                  </a:lnTo>
                  <a:lnTo>
                    <a:pt x="1146131" y="23620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00439" y="5025343"/>
              <a:ext cx="1146131" cy="94582"/>
            </a:xfrm>
            <a:custGeom>
              <a:avLst/>
              <a:pathLst>
                <a:path w="1146131" h="94582">
                  <a:moveTo>
                    <a:pt x="0" y="0"/>
                  </a:moveTo>
                  <a:lnTo>
                    <a:pt x="73598" y="6073"/>
                  </a:lnTo>
                  <a:lnTo>
                    <a:pt x="138517" y="11430"/>
                  </a:lnTo>
                  <a:lnTo>
                    <a:pt x="196589" y="16223"/>
                  </a:lnTo>
                  <a:lnTo>
                    <a:pt x="249121" y="20558"/>
                  </a:lnTo>
                  <a:lnTo>
                    <a:pt x="297080" y="24516"/>
                  </a:lnTo>
                  <a:lnTo>
                    <a:pt x="341197" y="28156"/>
                  </a:lnTo>
                  <a:lnTo>
                    <a:pt x="382043" y="31527"/>
                  </a:lnTo>
                  <a:lnTo>
                    <a:pt x="420070" y="34665"/>
                  </a:lnTo>
                  <a:lnTo>
                    <a:pt x="455642" y="37601"/>
                  </a:lnTo>
                  <a:lnTo>
                    <a:pt x="489057" y="40358"/>
                  </a:lnTo>
                  <a:lnTo>
                    <a:pt x="520561" y="42958"/>
                  </a:lnTo>
                  <a:lnTo>
                    <a:pt x="550361" y="45417"/>
                  </a:lnTo>
                  <a:lnTo>
                    <a:pt x="578633" y="47750"/>
                  </a:lnTo>
                  <a:lnTo>
                    <a:pt x="605524" y="49970"/>
                  </a:lnTo>
                  <a:lnTo>
                    <a:pt x="631165" y="52085"/>
                  </a:lnTo>
                  <a:lnTo>
                    <a:pt x="655666" y="54107"/>
                  </a:lnTo>
                  <a:lnTo>
                    <a:pt x="679123" y="56043"/>
                  </a:lnTo>
                  <a:lnTo>
                    <a:pt x="701623" y="57900"/>
                  </a:lnTo>
                  <a:lnTo>
                    <a:pt x="723241" y="59684"/>
                  </a:lnTo>
                  <a:lnTo>
                    <a:pt x="744042" y="61400"/>
                  </a:lnTo>
                  <a:lnTo>
                    <a:pt x="764087" y="63055"/>
                  </a:lnTo>
                  <a:lnTo>
                    <a:pt x="783428" y="64651"/>
                  </a:lnTo>
                  <a:lnTo>
                    <a:pt x="802114" y="66193"/>
                  </a:lnTo>
                  <a:lnTo>
                    <a:pt x="820187" y="67684"/>
                  </a:lnTo>
                  <a:lnTo>
                    <a:pt x="837686" y="69128"/>
                  </a:lnTo>
                  <a:lnTo>
                    <a:pt x="854646" y="70528"/>
                  </a:lnTo>
                  <a:lnTo>
                    <a:pt x="871100" y="71886"/>
                  </a:lnTo>
                  <a:lnTo>
                    <a:pt x="887077" y="73204"/>
                  </a:lnTo>
                  <a:lnTo>
                    <a:pt x="902604" y="74486"/>
                  </a:lnTo>
                  <a:lnTo>
                    <a:pt x="917706" y="75732"/>
                  </a:lnTo>
                  <a:lnTo>
                    <a:pt x="932405" y="76945"/>
                  </a:lnTo>
                  <a:lnTo>
                    <a:pt x="946722" y="78126"/>
                  </a:lnTo>
                  <a:lnTo>
                    <a:pt x="960676" y="79278"/>
                  </a:lnTo>
                  <a:lnTo>
                    <a:pt x="974286" y="80401"/>
                  </a:lnTo>
                  <a:lnTo>
                    <a:pt x="987568" y="81497"/>
                  </a:lnTo>
                  <a:lnTo>
                    <a:pt x="1000537" y="82567"/>
                  </a:lnTo>
                  <a:lnTo>
                    <a:pt x="1013209" y="83613"/>
                  </a:lnTo>
                  <a:lnTo>
                    <a:pt x="1025595" y="84635"/>
                  </a:lnTo>
                  <a:lnTo>
                    <a:pt x="1037709" y="85635"/>
                  </a:lnTo>
                  <a:lnTo>
                    <a:pt x="1049563" y="86613"/>
                  </a:lnTo>
                  <a:lnTo>
                    <a:pt x="1061167" y="87571"/>
                  </a:lnTo>
                  <a:lnTo>
                    <a:pt x="1072532" y="88509"/>
                  </a:lnTo>
                  <a:lnTo>
                    <a:pt x="1083667" y="89427"/>
                  </a:lnTo>
                  <a:lnTo>
                    <a:pt x="1094582" y="90328"/>
                  </a:lnTo>
                  <a:lnTo>
                    <a:pt x="1105284" y="91211"/>
                  </a:lnTo>
                  <a:lnTo>
                    <a:pt x="1115783" y="92078"/>
                  </a:lnTo>
                  <a:lnTo>
                    <a:pt x="1126086" y="92928"/>
                  </a:lnTo>
                  <a:lnTo>
                    <a:pt x="1136199" y="93763"/>
                  </a:lnTo>
                  <a:lnTo>
                    <a:pt x="1146131" y="9458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00439" y="5105798"/>
              <a:ext cx="1146131" cy="21504"/>
            </a:xfrm>
            <a:custGeom>
              <a:avLst/>
              <a:pathLst>
                <a:path w="1146131" h="21504">
                  <a:moveTo>
                    <a:pt x="0" y="0"/>
                  </a:moveTo>
                  <a:lnTo>
                    <a:pt x="73598" y="1380"/>
                  </a:lnTo>
                  <a:lnTo>
                    <a:pt x="138517" y="2598"/>
                  </a:lnTo>
                  <a:lnTo>
                    <a:pt x="196589" y="3688"/>
                  </a:lnTo>
                  <a:lnTo>
                    <a:pt x="249121" y="4674"/>
                  </a:lnTo>
                  <a:lnTo>
                    <a:pt x="297080" y="5573"/>
                  </a:lnTo>
                  <a:lnTo>
                    <a:pt x="341197" y="6401"/>
                  </a:lnTo>
                  <a:lnTo>
                    <a:pt x="382043" y="7168"/>
                  </a:lnTo>
                  <a:lnTo>
                    <a:pt x="420070" y="7881"/>
                  </a:lnTo>
                  <a:lnTo>
                    <a:pt x="455642" y="8548"/>
                  </a:lnTo>
                  <a:lnTo>
                    <a:pt x="489057" y="9175"/>
                  </a:lnTo>
                  <a:lnTo>
                    <a:pt x="520561" y="9766"/>
                  </a:lnTo>
                  <a:lnTo>
                    <a:pt x="550361" y="10326"/>
                  </a:lnTo>
                  <a:lnTo>
                    <a:pt x="578633" y="10856"/>
                  </a:lnTo>
                  <a:lnTo>
                    <a:pt x="605524" y="11361"/>
                  </a:lnTo>
                  <a:lnTo>
                    <a:pt x="631165" y="11842"/>
                  </a:lnTo>
                  <a:lnTo>
                    <a:pt x="655666" y="12301"/>
                  </a:lnTo>
                  <a:lnTo>
                    <a:pt x="679123" y="12741"/>
                  </a:lnTo>
                  <a:lnTo>
                    <a:pt x="701623" y="13164"/>
                  </a:lnTo>
                  <a:lnTo>
                    <a:pt x="723241" y="13569"/>
                  </a:lnTo>
                  <a:lnTo>
                    <a:pt x="744042" y="13959"/>
                  </a:lnTo>
                  <a:lnTo>
                    <a:pt x="764087" y="14336"/>
                  </a:lnTo>
                  <a:lnTo>
                    <a:pt x="783428" y="14698"/>
                  </a:lnTo>
                  <a:lnTo>
                    <a:pt x="802114" y="15049"/>
                  </a:lnTo>
                  <a:lnTo>
                    <a:pt x="820187" y="15388"/>
                  </a:lnTo>
                  <a:lnTo>
                    <a:pt x="837686" y="15716"/>
                  </a:lnTo>
                  <a:lnTo>
                    <a:pt x="854646" y="16035"/>
                  </a:lnTo>
                  <a:lnTo>
                    <a:pt x="871100" y="16343"/>
                  </a:lnTo>
                  <a:lnTo>
                    <a:pt x="887077" y="16643"/>
                  </a:lnTo>
                  <a:lnTo>
                    <a:pt x="902604" y="16934"/>
                  </a:lnTo>
                  <a:lnTo>
                    <a:pt x="917706" y="17218"/>
                  </a:lnTo>
                  <a:lnTo>
                    <a:pt x="932405" y="17494"/>
                  </a:lnTo>
                  <a:lnTo>
                    <a:pt x="946722" y="17762"/>
                  </a:lnTo>
                  <a:lnTo>
                    <a:pt x="960676" y="18024"/>
                  </a:lnTo>
                  <a:lnTo>
                    <a:pt x="974286" y="18279"/>
                  </a:lnTo>
                  <a:lnTo>
                    <a:pt x="987568" y="18529"/>
                  </a:lnTo>
                  <a:lnTo>
                    <a:pt x="1000537" y="18772"/>
                  </a:lnTo>
                  <a:lnTo>
                    <a:pt x="1013209" y="19010"/>
                  </a:lnTo>
                  <a:lnTo>
                    <a:pt x="1025595" y="19242"/>
                  </a:lnTo>
                  <a:lnTo>
                    <a:pt x="1037709" y="19469"/>
                  </a:lnTo>
                  <a:lnTo>
                    <a:pt x="1049563" y="19692"/>
                  </a:lnTo>
                  <a:lnTo>
                    <a:pt x="1061167" y="19909"/>
                  </a:lnTo>
                  <a:lnTo>
                    <a:pt x="1072532" y="20123"/>
                  </a:lnTo>
                  <a:lnTo>
                    <a:pt x="1083667" y="20332"/>
                  </a:lnTo>
                  <a:lnTo>
                    <a:pt x="1094582" y="20536"/>
                  </a:lnTo>
                  <a:lnTo>
                    <a:pt x="1105284" y="20737"/>
                  </a:lnTo>
                  <a:lnTo>
                    <a:pt x="1115783" y="20934"/>
                  </a:lnTo>
                  <a:lnTo>
                    <a:pt x="1126086" y="21127"/>
                  </a:lnTo>
                  <a:lnTo>
                    <a:pt x="1136199" y="21317"/>
                  </a:lnTo>
                  <a:lnTo>
                    <a:pt x="1146131" y="2150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rc1074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624659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5596191" y="50927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596191" y="46843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596191" y="42759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24659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700439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6082483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6464527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846570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5672184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6054228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6436272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818315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017858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5624659" y="3957623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1" name="rc1090"/>
            <p:cNvSpPr/>
            <p:nvPr/>
          </p:nvSpPr>
          <p:spPr>
            <a:xfrm>
              <a:off x="1711003" y="5770484"/>
              <a:ext cx="482120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tx1091"/>
            <p:cNvSpPr/>
            <p:nvPr/>
          </p:nvSpPr>
          <p:spPr>
            <a:xfrm>
              <a:off x="1711003" y="5819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21999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61921" y="58324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221799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rc1095"/>
            <p:cNvSpPr/>
            <p:nvPr/>
          </p:nvSpPr>
          <p:spPr>
            <a:xfrm>
              <a:off x="2646206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708133" y="58324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l1097"/>
            <p:cNvSpPr/>
            <p:nvPr/>
          </p:nvSpPr>
          <p:spPr>
            <a:xfrm>
              <a:off x="2664206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rc1098"/>
            <p:cNvSpPr/>
            <p:nvPr/>
          </p:nvSpPr>
          <p:spPr>
            <a:xfrm>
              <a:off x="3098087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3160014" y="58324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3116087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rc1101"/>
            <p:cNvSpPr/>
            <p:nvPr/>
          </p:nvSpPr>
          <p:spPr>
            <a:xfrm>
              <a:off x="353305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3594979" y="58324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3551052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rc1104"/>
            <p:cNvSpPr/>
            <p:nvPr/>
          </p:nvSpPr>
          <p:spPr>
            <a:xfrm>
              <a:off x="397926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4041191" y="58324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3997264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rc1107"/>
            <p:cNvSpPr/>
            <p:nvPr/>
          </p:nvSpPr>
          <p:spPr>
            <a:xfrm>
              <a:off x="441422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4476156" y="58324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4432229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rc1110"/>
            <p:cNvSpPr/>
            <p:nvPr/>
          </p:nvSpPr>
          <p:spPr>
            <a:xfrm>
              <a:off x="48491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4911121" y="58324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l1112"/>
            <p:cNvSpPr/>
            <p:nvPr/>
          </p:nvSpPr>
          <p:spPr>
            <a:xfrm>
              <a:off x="486719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rc1113"/>
            <p:cNvSpPr/>
            <p:nvPr/>
          </p:nvSpPr>
          <p:spPr>
            <a:xfrm>
              <a:off x="527291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5334838" y="5832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l1115"/>
            <p:cNvSpPr/>
            <p:nvPr/>
          </p:nvSpPr>
          <p:spPr>
            <a:xfrm>
              <a:off x="5290911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rc1116"/>
            <p:cNvSpPr/>
            <p:nvPr/>
          </p:nvSpPr>
          <p:spPr>
            <a:xfrm>
              <a:off x="571912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5781050" y="58324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l1118"/>
            <p:cNvSpPr/>
            <p:nvPr/>
          </p:nvSpPr>
          <p:spPr>
            <a:xfrm>
              <a:off x="5737123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19"/>
            <p:cNvSpPr/>
            <p:nvPr/>
          </p:nvSpPr>
          <p:spPr>
            <a:xfrm>
              <a:off x="6159758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6221685" y="58324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l1121"/>
            <p:cNvSpPr/>
            <p:nvPr/>
          </p:nvSpPr>
          <p:spPr>
            <a:xfrm>
              <a:off x="6177758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tx1122"/>
            <p:cNvSpPr/>
            <p:nvPr/>
          </p:nvSpPr>
          <p:spPr>
            <a:xfrm>
              <a:off x="2436930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4" name="tx1123"/>
            <p:cNvSpPr/>
            <p:nvPr/>
          </p:nvSpPr>
          <p:spPr>
            <a:xfrm>
              <a:off x="2883142" y="5824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5" name="tx1124"/>
            <p:cNvSpPr/>
            <p:nvPr/>
          </p:nvSpPr>
          <p:spPr>
            <a:xfrm>
              <a:off x="3335023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76998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4216200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4651165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5086130" y="5824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550984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5956060" y="5824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6396694" y="5824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2026-07-20T13:48:00Z</dcterms:modified>
  <cp:category/>
</cp:coreProperties>
</file>