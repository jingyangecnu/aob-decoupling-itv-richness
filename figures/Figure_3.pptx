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012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94986" y="1410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065082" y="244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71043" y="2612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068817" y="241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93252" y="197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55846" y="250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39416" y="2791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088338" y="268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91822" y="2586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054518" y="2665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869885" y="295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02879" y="2950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39248" y="2675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52776" y="2735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33124" y="2754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08555" y="28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71044" y="2698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26953" y="25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5805" y="2093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15243" y="2105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90611" y="2688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112181" y="2667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72619" y="2505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29564" y="26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10225" y="238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87041" y="282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873367" y="2752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51561" y="26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32136" y="2337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36411" y="295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63364" y="256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51346" y="2567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06815" y="2764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32370" y="2695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61608" y="2606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84401" y="2700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81819" y="272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1455" y="275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19726" y="3050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6626" y="286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63840" y="2398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6399" y="2543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96858" y="2652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51217" y="2485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71988" y="2722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5770" y="2748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18556" y="2356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30400" y="3006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91759" y="263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2855" y="257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24655" y="2995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72240" y="2688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62235" y="2602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18617" y="2505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76322" y="224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20208" y="21969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14981" y="341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74416" y="274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873106" y="2457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75171" y="228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95425" y="2538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131583" y="2502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51098" y="277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29883" y="2964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30427" y="2319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24202" y="2416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24176" y="207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5962" y="1969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880436" y="237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075559" y="212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27378" y="280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051445" y="264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32570" y="274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88704" y="2838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74610" y="239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02712" y="247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70323" y="2319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140909" y="2055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73920" y="2776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39471" y="2584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68260" y="239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55012" y="249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46847" y="2789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84605" y="19950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37725" y="230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073650" y="175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27294" y="2456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6028" y="2459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01812" y="2572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37872" y="2253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872814" y="3297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98528" y="2954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840530" y="2245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090727" y="204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874313" y="2440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83393" y="2592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73888" y="215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051681" y="191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20655" y="2547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45254" y="222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873904" y="2213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115114" y="2392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891461" y="2311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45247" y="2612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42523" y="1998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68287" y="2120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843059" y="256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129754" y="271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14480" y="2651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13902" y="2695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884719" y="25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43197" y="2589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00486" y="1217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80754" y="1599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15996" y="1643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096346" y="192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32625" y="282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1782" y="2654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905353" y="291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135796" y="2851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65993" y="269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133405" y="278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05893" y="227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8845" y="2678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21764" y="2648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131207" y="2791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893954" y="2488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105823" y="2666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853110" y="2526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23373" y="267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01682" y="245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085384" y="258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73795" y="2791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633" y="2583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84633" y="245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10016" y="2546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17515" y="2724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147744" y="2634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847873" y="2753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067450" y="292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869704" y="2458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14789" y="269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79150" y="2534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072339" y="2842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907736" y="2564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115356" y="2769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894799" y="1651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04825" y="2852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76040" y="302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094161" y="2610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891966" y="292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149987" y="2726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43244" y="2535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107670" y="270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26237" y="2556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061298" y="2518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52727" y="2035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143437" y="2021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40597" y="1947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055893" y="184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889814" y="259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049512" y="230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894402" y="21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82867" y="23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11868" y="1955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081186" y="1788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870128" y="2687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108741" y="2787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90122" y="2366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109104" y="260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27356" y="1882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059884" y="2125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07574" y="3107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081882" y="239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406285" y="171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545072" y="1857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10100" y="2088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609156" y="24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74755" y="2461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84624" y="2515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56375" y="211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607651" y="22452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59592" y="202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559190" y="213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50816" y="2133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47993" y="2318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73486" y="2296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49065" y="23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60616" y="2031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582552" y="222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85080" y="26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581742" y="2941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14382" y="245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96197" y="2918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19462" y="2142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554336" y="23442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51356" y="2016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68149" y="2501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312927" y="215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72293" y="2454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20689" y="2642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573402" y="2829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87883" y="2109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21294" y="2529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75709" y="2829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612945" y="2638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27063" y="235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579368" y="2459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35353" y="2398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92597" y="2641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22504" y="2085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550305" y="2307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62631" y="1940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515567" y="2276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76399" y="236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51640" y="306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94319" y="275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20063" y="2874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09021" y="2184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91395" y="2161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365177" y="2101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589696" y="264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407311" y="2145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600452" y="230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401864" y="3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44796" y="288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09795" y="263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47071" y="269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49188" y="2749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522861" y="2674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29522" y="2538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86256" y="2771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22591" y="3088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93696" y="33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22138" y="2099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57081" y="202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91898" y="253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55177" y="266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77463" y="206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40351" y="193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00476" y="232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18267" y="2349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49336" y="208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27592" y="2204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04973" y="3355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86372" y="327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36388" y="21234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27574" y="2343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94548" y="237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94928" y="2331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79526" y="2205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57151" y="250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17942" y="18614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20989" y="2057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07899" y="208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63313" y="210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65795" y="2528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06516" y="296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13754" y="248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17705" y="2368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36986" y="210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05669" y="2330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30807" y="244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56394" y="2779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53463" y="2221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81407" y="2404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39589" y="213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15950" y="234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52015" y="174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62210" y="210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40406" y="1980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90198" y="254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11178" y="1665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606562" y="2145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03854" y="2026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47757" y="2160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89678" y="2249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52984" y="205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58549" y="2309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04118" y="257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10790" y="2605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92454" y="2497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67583" y="2747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19144" y="2553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60491" y="2074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77115" y="212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41866" y="2702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84536" y="252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75466" y="2439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41551" y="277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405798" y="25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572331" y="2477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19967" y="2582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60661" y="290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392215" y="222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32131" y="221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40537" y="2509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11517" y="2642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10688" y="2294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613681" y="2314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380751" y="200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74170" y="207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375107" y="2348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50128" y="241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91959" y="2461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97209" y="2395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81436" y="2089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58067" y="266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349437" y="246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14975" y="2855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69458" y="2441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62465" y="2255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37614" y="227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85317" y="2475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83650" y="284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59411" y="264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98192" y="2287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57906" y="2186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96138" y="2244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26474" y="212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82903" y="2799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63391" y="22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04021" y="2895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87657" y="2814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65668" y="2064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598851" y="2253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84116" y="255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62374" y="2543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03721" y="2392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91033" y="241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99824" y="2246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88858" y="2450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62469" y="2483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23993" y="2215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99178" y="255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20086" y="2321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408311" y="2187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607002" y="2116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54729" y="1877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59062" y="184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47867" y="213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30675" y="2065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73777" y="2027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67749" y="1965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85636" y="217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98716" y="2342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90891" y="2579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55282" y="2539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71089" y="247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83508" y="2302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63613" y="233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40069" y="211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20847" y="186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615844" y="191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61497" y="2715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70433" y="2134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49413" y="2185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552626" y="2373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33285" y="197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92840" y="203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26596" y="1830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70984" y="1810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76727" y="1776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72026" y="162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42442" y="116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613026" y="1984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90072" y="219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597993" y="224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12538" y="192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14567" y="1877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783282" y="267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85294" y="241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793323" y="18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062660" y="2117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63512" y="192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83516" y="2398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64665" y="1665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85550" y="1909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854648" y="1969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28285" y="2098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776797" y="212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01502" y="2566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46627" y="2007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985534" y="2068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788611" y="2210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77513" y="220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90559" y="2288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56940" y="232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06471" y="2435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993631" y="2606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33854" y="2561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03610" y="2948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41490" y="1923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010828" y="2153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56283" y="242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053670" y="2619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792691" y="167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14660" y="202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790156" y="1922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53862" y="2096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00840" y="169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48911" y="200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775535" y="31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02223" y="2899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59336" y="2705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74593" y="240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783410" y="1705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77959" y="2200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785879" y="2334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60764" y="2624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792699" y="199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44914" y="216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790674" y="2177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47736" y="239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49565" y="2948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33873" y="269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00146" y="2340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35088" y="25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06230" y="2157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997757" y="2501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14572" y="2242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16593" y="2198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35498" y="2876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995580" y="3333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61198" y="1903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084736" y="206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57879" y="202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41397" y="2100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798310" y="172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73747" y="196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792221" y="1815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47787" y="187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66547" y="177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35823" y="1886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794806" y="2246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68270" y="209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54352" y="199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67188" y="2091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45456" y="158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38421" y="189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781894" y="1763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51641" y="205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783912" y="1888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40886" y="1920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50544" y="1936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985365" y="2114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50412" y="1637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999781" y="1785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790865" y="1678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75448" y="1637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812588" y="19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84366" y="1968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74357" y="1501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44347" y="2182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00729" y="1751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45139" y="202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784438" y="1604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74311" y="18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02990" y="1827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12438" y="206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58839" y="1268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17218" y="183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797929" y="215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985019" y="2275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69593" y="1825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13437" y="216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07610" y="177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07527" y="2226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54232" y="2306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77616" y="2173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798461" y="1858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00450" y="209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15537" y="1656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45926" y="203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00727" y="2487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00097" y="2354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44761" y="2215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72805" y="2618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773378" y="1899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39984" y="202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51878" y="1860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77023" y="1862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06880" y="1816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18961" y="209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786521" y="191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66632" y="2149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56058" y="176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44426" y="2478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61427" y="2888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05188" y="2810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789208" y="2142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33965" y="2497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786849" y="2063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81365" y="2035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23602" y="205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60352" y="19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30278" y="2473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58176" y="244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784488" y="255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28935" y="2679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35461" y="2027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987938" y="24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784193" y="2206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70220" y="2573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17371" y="1596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54775" y="2068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790346" y="1805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76763" y="217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16060" y="180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25878" y="2397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47766" y="209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72092" y="2578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34847" y="1478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23436" y="1874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07632" y="2247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65358" y="2820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29017" y="2776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44456" y="245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08690" y="187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48287" y="243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41427" y="1747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984886" y="248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783532" y="170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51792" y="1907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06363" y="2829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34349" y="2649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795479" y="2489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41950" y="2905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48045" y="2112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05153" y="244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36551" y="160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55970" y="2149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783325" y="148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4990292" y="174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792347" y="207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56612" y="257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29579" y="2179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17857" y="235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792411" y="234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69486" y="2412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18462" y="1829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71444" y="214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791193" y="2266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4994802" y="2666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34919" y="1880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03283" y="253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797393" y="2246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4980881" y="2425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23378" y="25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4996538" y="2285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09282" y="1667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53889" y="2256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775849" y="1898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55964" y="2094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17675" y="1256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63479" y="169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797599" y="238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01384" y="26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791109" y="2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73982" y="1802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805569" y="2248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81585" y="1905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836627" y="230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38833" y="2183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795773" y="3012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56511" y="262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68191" y="224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04717" y="236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781097" y="18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33209" y="203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07885" y="2485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58361" y="2550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20223" y="3148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12131" y="294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32471" y="2731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00594" y="2368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06092" y="2481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85255" y="2127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812262" y="2330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59288" y="2079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15267" y="2160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999022" y="2389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35748" y="2370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991374" y="2398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10851" y="2327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26011" y="2228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22572" y="2145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52814" y="1999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770725" y="2187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80688" y="217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799469" y="2433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52624" y="207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863618" y="1934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78021" y="1730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02394" y="2638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16931" y="262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786810" y="288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60254" y="2632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14736" y="1559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29737" y="1718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38798" y="1956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486044" y="20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47989" y="258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460879" y="2942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303975" y="2013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479206" y="18168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77465" y="238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88451" y="2136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39340" y="1791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456614" y="2281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331662" y="137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20515" y="1750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264086" y="2589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35605" y="2490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262025" y="209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447425" y="2288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50783" y="211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94051" y="222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327075" y="252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487679" y="2003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86606" y="1198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466824" y="1521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265196" y="2448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99316" y="218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62336" y="2189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26986" y="216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01995" y="173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473426" y="276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329953" y="220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00795" y="212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76219" y="2529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07382" y="265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86569" y="2439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500354" y="261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60117" y="2273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537876" y="1845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84442" y="235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39248" y="2023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260933" y="1931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15233" y="2621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67381" y="2488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46789" y="2447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323050" y="1756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76948" y="2079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292034" y="2536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56570" y="2904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255404" y="2710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450313" y="229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55826" y="16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26445" y="2236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321425" y="1815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470670" y="2273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284275" y="1946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07466" y="2296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281013" y="2569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48811" y="194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50315" y="2461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478112" y="212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46769" y="1867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478646" y="2224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71443" y="2023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448663" y="171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290581" y="235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464825" y="2138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07124" y="170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12002" y="1801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53819" y="2353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35434" y="2413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300283" y="19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479631" y="227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243915" y="289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472205" y="2966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296513" y="179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24530" y="2403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41906" y="1996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453622" y="2267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271866" y="2077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91496" y="2447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91104" y="1964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524217" y="1989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309365" y="1991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459897" y="2315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328210" y="2190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489608" y="225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322304" y="2063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70948" y="192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301459" y="23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41018" y="2829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236125" y="2606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526685" y="215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322479" y="21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509271" y="221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319860" y="2222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501160" y="2440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72812" y="2276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53275" y="18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340174" y="1388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486043" y="174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76257" y="1895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530657" y="1978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62047" y="165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493765" y="1904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330456" y="2456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501191" y="245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301044" y="1893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478811" y="2000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289594" y="2052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501854" y="1999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96587" y="2462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25015" y="229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74624" y="1658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502465" y="205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237072" y="22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00007" y="215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322536" y="2095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461467" y="24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324801" y="2181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476514" y="236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246043" y="194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74938" y="222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78208" y="1941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46638" y="238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256178" y="2200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508016" y="22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330430" y="185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457465" y="2065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270958" y="234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481425" y="185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305711" y="1701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531786" y="1693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241730" y="2105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14187" y="218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83030" y="2225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70742" y="2062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238663" y="1621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477154" y="2519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260085" y="257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73417" y="2088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238094" y="228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458864" y="2761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337374" y="211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459063" y="213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329902" y="2156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48381" y="2151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317561" y="2133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523942" y="239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254434" y="2168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70805" y="205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57204" y="253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540314" y="2166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284365" y="245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483568" y="1822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269909" y="265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503480" y="2799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236272" y="24357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549253" y="2327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334637" y="2310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90810" y="214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53238" y="219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83604" y="209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308996" y="227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530113" y="2493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321366" y="2150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467381" y="1992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252346" y="238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467121" y="2154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47197" y="24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533576" y="256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316831" y="242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507348" y="2097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260141" y="2315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508846" y="2417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246867" y="1963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474144" y="2071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241169" y="212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529739" y="227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57326" y="2293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466502" y="2227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301509" y="2275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50369" y="232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308718" y="1647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536508" y="1828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330807" y="1729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548950" y="2057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48816" y="13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506955" y="1528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305718" y="203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74912" y="2088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323751" y="1831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495156" y="1910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285602" y="208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453501" y="227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79204" y="2608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29114" y="264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314942" y="2278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468178" y="2183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236141" y="166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503944" y="1934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19036" y="2189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468097" y="2236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92585" y="2042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550514" y="2055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242775" y="1791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67161" y="182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87873" y="1894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506967" y="2230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40653" y="214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473731" y="241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48645" y="2065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536551" y="1765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30844" y="233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77659" y="195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49248" y="2698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533498" y="212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336307" y="192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10856" y="2334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94755" y="2060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491034" y="2190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339722" y="1933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536374" y="205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51611" y="2387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54653" y="2320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312404" y="234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476839" y="2330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300460" y="21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516041" y="234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284363" y="2283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471809" y="2445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279134" y="226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519763" y="204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326519" y="1791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464208" y="2191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274053" y="2284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460639" y="2591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238832" y="2184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491154" y="2026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13012" y="213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67752" y="2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337014" y="2360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535160" y="19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40327" y="179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524231" y="199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317625" y="231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477916" y="236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280228" y="2151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42137" y="2378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332227" y="2323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465766" y="205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337074" y="21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525615" y="1990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237163" y="2323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506212" y="2144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307899" y="188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532031" y="1971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50439" y="2077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477361" y="2425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317217" y="2266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480543" y="195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266622" y="1744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472990" y="190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64597" y="1996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447831" y="2134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303005" y="2142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91429" y="2275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259045" y="2687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545472" y="2688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301187" y="3257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88397" y="298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333930" y="1887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539633" y="211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315155" y="159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545045" y="1916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310377" y="2515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543816" y="2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72944" y="228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510039" y="20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45514" y="204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466806" y="2022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328711" y="2254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501586" y="2125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281162" y="2048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58788" y="2118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20795" y="1913715"/>
              <a:ext cx="0" cy="445623"/>
            </a:xfrm>
            <a:custGeom>
              <a:avLst/>
              <a:pathLst>
                <a:path w="0" h="445623">
                  <a:moveTo>
                    <a:pt x="0" y="4456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20795" y="2755717"/>
              <a:ext cx="0" cy="572094"/>
            </a:xfrm>
            <a:custGeom>
              <a:avLst/>
              <a:pathLst>
                <a:path w="0" h="572094">
                  <a:moveTo>
                    <a:pt x="0" y="0"/>
                  </a:moveTo>
                  <a:lnTo>
                    <a:pt x="0" y="5720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15050" y="2359339"/>
              <a:ext cx="211488" cy="396378"/>
            </a:xfrm>
            <a:custGeom>
              <a:avLst/>
              <a:pathLst>
                <a:path w="211488" h="396378">
                  <a:moveTo>
                    <a:pt x="0" y="0"/>
                  </a:moveTo>
                  <a:lnTo>
                    <a:pt x="0" y="396378"/>
                  </a:lnTo>
                  <a:lnTo>
                    <a:pt x="211488" y="396378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15050" y="2586796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86721" y="1695905"/>
              <a:ext cx="0" cy="423003"/>
            </a:xfrm>
            <a:custGeom>
              <a:avLst/>
              <a:pathLst>
                <a:path w="0" h="423003">
                  <a:moveTo>
                    <a:pt x="0" y="42300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86721" y="2528541"/>
              <a:ext cx="0" cy="590332"/>
            </a:xfrm>
            <a:custGeom>
              <a:avLst/>
              <a:pathLst>
                <a:path w="0" h="590332">
                  <a:moveTo>
                    <a:pt x="0" y="0"/>
                  </a:moveTo>
                  <a:lnTo>
                    <a:pt x="0" y="59033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80977" y="2118908"/>
              <a:ext cx="211488" cy="409632"/>
            </a:xfrm>
            <a:custGeom>
              <a:avLst/>
              <a:pathLst>
                <a:path w="211488" h="409632">
                  <a:moveTo>
                    <a:pt x="0" y="0"/>
                  </a:moveTo>
                  <a:lnTo>
                    <a:pt x="0" y="409632"/>
                  </a:lnTo>
                  <a:lnTo>
                    <a:pt x="211488" y="409632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80977" y="2279259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2647" y="1286877"/>
              <a:ext cx="0" cy="559930"/>
            </a:xfrm>
            <a:custGeom>
              <a:avLst/>
              <a:pathLst>
                <a:path w="0" h="559930">
                  <a:moveTo>
                    <a:pt x="0" y="5599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2647" y="2363627"/>
              <a:ext cx="0" cy="770857"/>
            </a:xfrm>
            <a:custGeom>
              <a:avLst/>
              <a:pathLst>
                <a:path w="0" h="770857">
                  <a:moveTo>
                    <a:pt x="0" y="0"/>
                  </a:moveTo>
                  <a:lnTo>
                    <a:pt x="0" y="7708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46903" y="1846807"/>
              <a:ext cx="211488" cy="516819"/>
            </a:xfrm>
            <a:custGeom>
              <a:avLst/>
              <a:pathLst>
                <a:path w="211488" h="516819">
                  <a:moveTo>
                    <a:pt x="0" y="0"/>
                  </a:moveTo>
                  <a:lnTo>
                    <a:pt x="0" y="516819"/>
                  </a:lnTo>
                  <a:lnTo>
                    <a:pt x="211488" y="516819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6903" y="2094567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8574" y="1410601"/>
              <a:ext cx="0" cy="564362"/>
            </a:xfrm>
            <a:custGeom>
              <a:avLst/>
              <a:pathLst>
                <a:path w="0" h="564362">
                  <a:moveTo>
                    <a:pt x="0" y="5643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8574" y="2375672"/>
              <a:ext cx="0" cy="549701"/>
            </a:xfrm>
            <a:custGeom>
              <a:avLst/>
              <a:pathLst>
                <a:path w="0" h="549701">
                  <a:moveTo>
                    <a:pt x="0" y="0"/>
                  </a:moveTo>
                  <a:lnTo>
                    <a:pt x="0" y="549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2829" y="1974963"/>
              <a:ext cx="211488" cy="400709"/>
            </a:xfrm>
            <a:custGeom>
              <a:avLst/>
              <a:pathLst>
                <a:path w="211488" h="400709">
                  <a:moveTo>
                    <a:pt x="0" y="0"/>
                  </a:moveTo>
                  <a:lnTo>
                    <a:pt x="0" y="400709"/>
                  </a:lnTo>
                  <a:lnTo>
                    <a:pt x="211488" y="400709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2829" y="2196805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32283" y="1943796"/>
              <a:ext cx="0" cy="479593"/>
            </a:xfrm>
            <a:custGeom>
              <a:avLst/>
              <a:pathLst>
                <a:path w="0" h="479593">
                  <a:moveTo>
                    <a:pt x="0" y="4795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32283" y="2750367"/>
              <a:ext cx="0" cy="286860"/>
            </a:xfrm>
            <a:custGeom>
              <a:avLst/>
              <a:pathLst>
                <a:path w="0" h="286860">
                  <a:moveTo>
                    <a:pt x="0" y="0"/>
                  </a:moveTo>
                  <a:lnTo>
                    <a:pt x="0" y="28686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26539" y="2423389"/>
              <a:ext cx="211488" cy="326977"/>
            </a:xfrm>
            <a:custGeom>
              <a:avLst/>
              <a:pathLst>
                <a:path w="211488" h="326977">
                  <a:moveTo>
                    <a:pt x="0" y="0"/>
                  </a:moveTo>
                  <a:lnTo>
                    <a:pt x="0" y="326977"/>
                  </a:lnTo>
                  <a:lnTo>
                    <a:pt x="211488" y="326977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26539" y="2623331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98209" y="1651683"/>
              <a:ext cx="0" cy="539570"/>
            </a:xfrm>
            <a:custGeom>
              <a:avLst/>
              <a:pathLst>
                <a:path w="0" h="539570">
                  <a:moveTo>
                    <a:pt x="0" y="53957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598209" y="2597636"/>
              <a:ext cx="0" cy="502457"/>
            </a:xfrm>
            <a:custGeom>
              <a:avLst/>
              <a:pathLst>
                <a:path w="0" h="502457">
                  <a:moveTo>
                    <a:pt x="0" y="0"/>
                  </a:moveTo>
                  <a:lnTo>
                    <a:pt x="0" y="5024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492465" y="2191253"/>
              <a:ext cx="211488" cy="406382"/>
            </a:xfrm>
            <a:custGeom>
              <a:avLst/>
              <a:pathLst>
                <a:path w="211488" h="406382">
                  <a:moveTo>
                    <a:pt x="0" y="0"/>
                  </a:moveTo>
                  <a:lnTo>
                    <a:pt x="0" y="406382"/>
                  </a:lnTo>
                  <a:lnTo>
                    <a:pt x="211488" y="406382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492465" y="2377738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4136" y="1668718"/>
              <a:ext cx="0" cy="410249"/>
            </a:xfrm>
            <a:custGeom>
              <a:avLst/>
              <a:pathLst>
                <a:path w="0" h="410249">
                  <a:moveTo>
                    <a:pt x="0" y="41024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4136" y="2514980"/>
              <a:ext cx="0" cy="463908"/>
            </a:xfrm>
            <a:custGeom>
              <a:avLst/>
              <a:pathLst>
                <a:path w="0" h="463908">
                  <a:moveTo>
                    <a:pt x="0" y="0"/>
                  </a:moveTo>
                  <a:lnTo>
                    <a:pt x="0" y="46390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58392" y="2078967"/>
              <a:ext cx="211488" cy="436013"/>
            </a:xfrm>
            <a:custGeom>
              <a:avLst/>
              <a:pathLst>
                <a:path w="211488" h="436013">
                  <a:moveTo>
                    <a:pt x="0" y="0"/>
                  </a:moveTo>
                  <a:lnTo>
                    <a:pt x="0" y="436013"/>
                  </a:lnTo>
                  <a:lnTo>
                    <a:pt x="211488" y="436013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58392" y="2214281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30062" y="1724504"/>
              <a:ext cx="0" cy="328741"/>
            </a:xfrm>
            <a:custGeom>
              <a:avLst/>
              <a:pathLst>
                <a:path w="0" h="328741">
                  <a:moveTo>
                    <a:pt x="0" y="32874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30062" y="2375248"/>
              <a:ext cx="0" cy="454819"/>
            </a:xfrm>
            <a:custGeom>
              <a:avLst/>
              <a:pathLst>
                <a:path w="0" h="454819">
                  <a:moveTo>
                    <a:pt x="0" y="0"/>
                  </a:moveTo>
                  <a:lnTo>
                    <a:pt x="0" y="45481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4318" y="2053245"/>
              <a:ext cx="211488" cy="322002"/>
            </a:xfrm>
            <a:custGeom>
              <a:avLst/>
              <a:pathLst>
                <a:path w="211488" h="322002">
                  <a:moveTo>
                    <a:pt x="0" y="0"/>
                  </a:moveTo>
                  <a:lnTo>
                    <a:pt x="0" y="322002"/>
                  </a:lnTo>
                  <a:lnTo>
                    <a:pt x="211488" y="322002"/>
                  </a:lnTo>
                  <a:lnTo>
                    <a:pt x="21148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4318" y="2186538"/>
              <a:ext cx="211488" cy="0"/>
            </a:xfrm>
            <a:custGeom>
              <a:avLst/>
              <a:pathLst>
                <a:path w="211488" h="0">
                  <a:moveTo>
                    <a:pt x="0" y="0"/>
                  </a:moveTo>
                  <a:lnTo>
                    <a:pt x="21148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26539" y="1956595"/>
              <a:ext cx="4441257" cy="629349"/>
            </a:xfrm>
            <a:custGeom>
              <a:avLst/>
              <a:pathLst>
                <a:path w="4441257" h="629349">
                  <a:moveTo>
                    <a:pt x="0" y="314384"/>
                  </a:moveTo>
                  <a:lnTo>
                    <a:pt x="1099740" y="284213"/>
                  </a:lnTo>
                  <a:lnTo>
                    <a:pt x="2114884" y="237812"/>
                  </a:lnTo>
                  <a:lnTo>
                    <a:pt x="3383815" y="125031"/>
                  </a:lnTo>
                  <a:lnTo>
                    <a:pt x="4441257" y="0"/>
                  </a:lnTo>
                  <a:lnTo>
                    <a:pt x="4441257" y="282120"/>
                  </a:lnTo>
                  <a:lnTo>
                    <a:pt x="3383815" y="314615"/>
                  </a:lnTo>
                  <a:lnTo>
                    <a:pt x="2114884" y="390866"/>
                  </a:lnTo>
                  <a:lnTo>
                    <a:pt x="1099740" y="495691"/>
                  </a:lnTo>
                  <a:lnTo>
                    <a:pt x="0" y="6293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26539" y="1956595"/>
              <a:ext cx="4441257" cy="314384"/>
            </a:xfrm>
            <a:custGeom>
              <a:avLst/>
              <a:pathLst>
                <a:path w="4441257" h="314384">
                  <a:moveTo>
                    <a:pt x="0" y="314384"/>
                  </a:moveTo>
                  <a:lnTo>
                    <a:pt x="1099740" y="284213"/>
                  </a:lnTo>
                  <a:lnTo>
                    <a:pt x="2114884" y="237812"/>
                  </a:lnTo>
                  <a:lnTo>
                    <a:pt x="3383815" y="125031"/>
                  </a:lnTo>
                  <a:lnTo>
                    <a:pt x="4441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26539" y="2238716"/>
              <a:ext cx="4441257" cy="347228"/>
            </a:xfrm>
            <a:custGeom>
              <a:avLst/>
              <a:pathLst>
                <a:path w="4441257" h="347228">
                  <a:moveTo>
                    <a:pt x="4441257" y="0"/>
                  </a:moveTo>
                  <a:lnTo>
                    <a:pt x="3383815" y="32495"/>
                  </a:lnTo>
                  <a:lnTo>
                    <a:pt x="2114884" y="108746"/>
                  </a:lnTo>
                  <a:lnTo>
                    <a:pt x="1099740" y="213571"/>
                  </a:lnTo>
                  <a:lnTo>
                    <a:pt x="0" y="347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26539" y="2088010"/>
              <a:ext cx="4441257" cy="570484"/>
            </a:xfrm>
            <a:custGeom>
              <a:avLst/>
              <a:pathLst>
                <a:path w="4441257" h="570484">
                  <a:moveTo>
                    <a:pt x="0" y="306007"/>
                  </a:moveTo>
                  <a:lnTo>
                    <a:pt x="1099740" y="270054"/>
                  </a:lnTo>
                  <a:lnTo>
                    <a:pt x="2114884" y="221411"/>
                  </a:lnTo>
                  <a:lnTo>
                    <a:pt x="3383815" y="114880"/>
                  </a:lnTo>
                  <a:lnTo>
                    <a:pt x="4441257" y="0"/>
                  </a:lnTo>
                  <a:lnTo>
                    <a:pt x="4441257" y="236052"/>
                  </a:lnTo>
                  <a:lnTo>
                    <a:pt x="3383815" y="273657"/>
                  </a:lnTo>
                  <a:lnTo>
                    <a:pt x="2114884" y="350109"/>
                  </a:lnTo>
                  <a:lnTo>
                    <a:pt x="1099740" y="447852"/>
                  </a:lnTo>
                  <a:lnTo>
                    <a:pt x="0" y="57048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26539" y="2088010"/>
              <a:ext cx="4441257" cy="306007"/>
            </a:xfrm>
            <a:custGeom>
              <a:avLst/>
              <a:pathLst>
                <a:path w="4441257" h="306007">
                  <a:moveTo>
                    <a:pt x="0" y="306007"/>
                  </a:moveTo>
                  <a:lnTo>
                    <a:pt x="1099740" y="270054"/>
                  </a:lnTo>
                  <a:lnTo>
                    <a:pt x="2114884" y="221411"/>
                  </a:lnTo>
                  <a:lnTo>
                    <a:pt x="3383815" y="114880"/>
                  </a:lnTo>
                  <a:lnTo>
                    <a:pt x="4441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26539" y="2324063"/>
              <a:ext cx="4441257" cy="334432"/>
            </a:xfrm>
            <a:custGeom>
              <a:avLst/>
              <a:pathLst>
                <a:path w="4441257" h="334432">
                  <a:moveTo>
                    <a:pt x="4441257" y="0"/>
                  </a:moveTo>
                  <a:lnTo>
                    <a:pt x="3383815" y="37605"/>
                  </a:lnTo>
                  <a:lnTo>
                    <a:pt x="2114884" y="114057"/>
                  </a:lnTo>
                  <a:lnTo>
                    <a:pt x="1099740" y="211800"/>
                  </a:lnTo>
                  <a:lnTo>
                    <a:pt x="0" y="334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26539" y="2097655"/>
              <a:ext cx="4441257" cy="330806"/>
            </a:xfrm>
            <a:custGeom>
              <a:avLst/>
              <a:pathLst>
                <a:path w="4441257" h="330806">
                  <a:moveTo>
                    <a:pt x="0" y="330806"/>
                  </a:moveTo>
                  <a:lnTo>
                    <a:pt x="1099740" y="248892"/>
                  </a:lnTo>
                  <a:lnTo>
                    <a:pt x="2114884" y="173279"/>
                  </a:lnTo>
                  <a:lnTo>
                    <a:pt x="3383815" y="78763"/>
                  </a:lnTo>
                  <a:lnTo>
                    <a:pt x="444125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26539" y="2206036"/>
              <a:ext cx="4441257" cy="320219"/>
            </a:xfrm>
            <a:custGeom>
              <a:avLst/>
              <a:pathLst>
                <a:path w="4441257" h="320219">
                  <a:moveTo>
                    <a:pt x="0" y="320219"/>
                  </a:moveTo>
                  <a:lnTo>
                    <a:pt x="1099740" y="240927"/>
                  </a:lnTo>
                  <a:lnTo>
                    <a:pt x="2114884" y="167734"/>
                  </a:lnTo>
                  <a:lnTo>
                    <a:pt x="3383815" y="76242"/>
                  </a:lnTo>
                  <a:lnTo>
                    <a:pt x="444125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26539" y="1138245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26539" y="1327531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25805" y="146949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1732" y="1137675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2098" y="111458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18150" y="1084613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142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410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678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4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3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8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489681" y="3450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489681" y="2977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489681" y="25042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489681" y="2031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489681" y="1557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489681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18150" y="3568992"/>
              <a:ext cx="5415029" cy="0"/>
            </a:xfrm>
            <a:custGeom>
              <a:avLst/>
              <a:pathLst>
                <a:path w="5415029" h="0">
                  <a:moveTo>
                    <a:pt x="0" y="0"/>
                  </a:moveTo>
                  <a:lnTo>
                    <a:pt x="54150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26539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492465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58392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4318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1998284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64210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30137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6063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81220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40912"/>
              <a:ext cx="3012818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40912"/>
              <a:ext cx="3005960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682182" y="5898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47519" y="6197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727090" y="6106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14199" y="5804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692335" y="5425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26856" y="5671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695044" y="6012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05004" y="5998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711110" y="6037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47161" y="606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681203" y="6102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15326" y="611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682575" y="6142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44791" y="6147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00649" y="6153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807957" y="6171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691896" y="5446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05929" y="4881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677416" y="60291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797687" y="6069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69695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3099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63836" y="6081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04455" y="60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689346" y="5854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30258" y="6029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69386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2905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694085" y="5835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52493" y="6139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680694" y="617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26554" y="6145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93892" y="5614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52873" y="615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729116" y="5983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27775" y="607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664015" y="607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11850" y="607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705802" y="5901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40636" y="5987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710771" y="5931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40717" y="6033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700464" y="6182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40829" y="6120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672446" y="5808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46106" y="5937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686837" y="5949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26647" y="5532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93036" y="6172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48577" y="6197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717484" y="5751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63420" y="6195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684560" y="5669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58745" y="5882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67520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4206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688074" y="6231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15792" y="621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729270" y="6133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00899" y="6072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702556" y="6109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51763" y="6092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72922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5986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671408" y="6238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43428" y="6219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678041" y="5697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34825" y="5064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685527" y="60205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50013" y="598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670985" y="609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02444" y="6162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683261" y="5554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31166" y="5723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695785" y="5563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09500" y="5536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09012" y="5355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50510" y="522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695094" y="6099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19838" y="6038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674737" y="6079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36992" y="612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712738" y="5751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03581" y="587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725874" y="5768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4075" y="532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676149" y="6022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06489" y="57079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721054" y="5837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34374" y="5866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699046" y="6179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05961" y="5853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709911" y="61245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53697" y="5599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8502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5297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683759" y="5862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54077" y="574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07904" y="5856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46425" y="5785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12879" y="6237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36525" y="622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686665" y="5807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04987" y="5622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14016" y="5800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05955" y="601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723991" y="4979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00678" y="459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726683" y="593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32564" y="5473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675180" y="5673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32393" y="5850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670927" y="5259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17171" y="5947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699487" y="5283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12940" y="5568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716147" y="5878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02627" y="600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66631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2115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722764" y="6023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46508" y="6034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675808" y="5931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41621" y="5944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71860" y="5638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799409" y="6013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704645" y="5288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13136" y="5712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701152" y="6078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33935" y="5901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17641" y="609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07355" y="6020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14037" y="598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54598" y="605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691327" y="5713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14120" y="6025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698549" y="6021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56628" y="6097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673847" y="5710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03640" y="5925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719722" y="5823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21843" y="5982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688119" y="610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38560" y="5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77696" y="6089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07006" y="5959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711781" y="6141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796840" y="616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715605" y="6077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08082" y="5989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709694" y="6067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51817" y="6034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23802" y="59342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27668" y="6057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690790" y="5911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799760" y="6095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676750" y="5851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57897" y="603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66418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0425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688953" y="5603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14138" y="611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724142" y="6224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21964" y="61745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674659" y="611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43832" y="6069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694032" y="6031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09124" y="6082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695587" y="607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12627" y="608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707989" y="5142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01183" y="5315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664449" y="5803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15897" y="5655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709240" y="5507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24830" y="5070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689407" y="5460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09129" y="5460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721984" y="54819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29506" y="52257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16810" y="6004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09433" y="6119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693403" y="5831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31556" y="60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712240" y="4976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53003" y="5788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670436" y="6234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796695" y="6191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31301" y="584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88684" y="595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604075" y="6109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80135" y="6195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39435" y="6194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58722" y="6185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591203" y="5859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44114" y="5911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46476" y="6152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87750" y="6155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610320" y="6182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56956" y="6214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630896" y="6209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45337" y="6191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616161" y="5998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51456" y="6100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23903" y="6119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72436" y="6194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40024" y="6156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39180" y="617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41562" y="6185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31363" y="6196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594914" y="6183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77684" y="619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16333" y="6039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62406" y="6109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54669" y="59559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28662" y="6109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16730" y="6028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82343" y="6132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06738" y="6139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26370" y="6141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42456" y="604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52461" y="602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24133" y="6149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60233" y="6185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27657" y="608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31675" y="6097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27064" y="6173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40111" y="621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657529" y="6156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40836" y="6219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40099" y="6144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91483" y="619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06285" y="5658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64198" y="582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37787" y="6152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64325" y="62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623841" y="5806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79384" y="5667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1849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6710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610173" y="5919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79431" y="6150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0328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6852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599797" y="6136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54466" y="6111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606624" y="6234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84304" y="6238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258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4064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16635" y="5723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77950" y="5704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12996" y="6237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77833" y="623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22065" y="5916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79502" y="5594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10241" y="6056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57162" y="6036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45310" y="5587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38522" y="5509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48865" y="6238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86063" y="6237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37432" y="6006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35536" y="60441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18106" y="6146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33597" y="6102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39622" y="6079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76597" y="61723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53964" y="598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41992" y="6126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39536" y="604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84699" y="5918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91929" y="6131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75823" y="6162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604324" y="58797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62927" y="5989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638169" y="588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82206" y="554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596019" y="6054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46945" y="610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38123" y="5704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33174" y="5779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28524" y="6041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66844" y="6008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11617" y="5620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72493" y="586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598555" y="6015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4391" y="6087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29378" y="6135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66408" y="617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628950" y="5577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87223" y="5397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00574" y="543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27371" y="477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41623" y="5685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30616" y="592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49605" y="6119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45158" y="611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598657" y="612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60619" y="606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29387" y="6139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76750" y="6148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41539" y="5824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36487" y="5721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57168" y="6173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43742" y="6231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24252" y="6050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39737" y="6030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27508" y="6142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76372" y="6201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34991" y="57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45252" y="587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39124" y="594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60298" y="6010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26801" y="6063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85727" y="6067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04190" y="5942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52230" y="6012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37328" y="6129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71859" y="618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44512" y="5748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73685" y="6078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03724" y="586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79548" y="6119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09328" y="61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84058" y="619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596561" y="579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31357" y="522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595896" y="6085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79087" y="6162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594477" y="6166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63244" y="612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08655" y="507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62965" y="50642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01260" y="604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46369" y="5909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43430" y="6146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90790" y="5765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45835" y="6198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89844" y="6186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19981" y="576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39149" y="604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12480" y="6092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41715" y="6057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02777" y="5952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69581" y="5919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593805" y="55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29186" y="5725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52257" y="6053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44630" y="5932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94319" y="61637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74445" y="6091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18261" y="5912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32317" y="5911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55350" y="5856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25128" y="57537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54703" y="5600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35487" y="5864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08858" y="4903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64193" y="436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31737" y="6142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90890" y="6160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31507" y="6027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81194" y="5957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42704" y="6076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41697" y="587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595720" y="5826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54272" y="538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49443" y="5279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57032" y="5250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30155" y="5980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56840" y="556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53942" y="6057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84400" y="6087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39030" y="622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27664" y="6207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48368" y="6232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62877" y="6109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650987" y="5828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70003" y="5763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4028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5042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00391" y="588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55033" y="5986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657493" y="5794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88861" y="5590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1952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3058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63577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8329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78671" y="6073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682816" y="5953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81016" y="6188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701897" y="6194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33879" y="6149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716726" y="612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31383" y="6115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654762" y="615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40698" y="6025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710509" y="597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50775" y="5942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681438" y="5942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19507" y="6206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658349" y="6222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67171" y="6184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668387" y="61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29083" y="6162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698790" y="6136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48684" y="6187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96149" y="6199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37165" y="6223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678980" y="6238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19406" y="623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71090" y="6228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37265" y="6222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684702" y="623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29001" y="6190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710056" y="6223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50675" y="6084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715230" y="6135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59119" y="6205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708196" y="619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58278" y="623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686919" y="6227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70350" y="6216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681779" y="5989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3411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66029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61012" y="62060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692947" y="6228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35235" y="6104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12923" y="6007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69477" y="5908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715617" y="59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72112" y="6219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693747" y="6197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27719" y="6185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716251" y="6204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33167" y="621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59808" y="617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77183" y="623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92215" y="620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84635" y="6226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81730" y="623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36173" y="6214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83095" y="6234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44997" y="6221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679375" y="6204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73143" y="6001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704113" y="5693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39311" y="6200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85763" y="6203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85354" y="621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667420" y="6193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4925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68805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83677" y="6184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710087" y="6190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56065" y="6082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673768" y="6212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58012" y="6237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711162" y="6238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31313" y="5981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703915" y="574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63167" y="6231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687677" y="623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40544" y="598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98471" y="600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63572" y="6160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56232" y="610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31564" y="6170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670305" y="6102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7957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67691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33591" y="6188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699841" y="6191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77793" y="6216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678272" y="6221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63691" y="6156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97123" y="6174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62427" y="5733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718626" y="57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30547" y="5440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94143" y="5538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21538" y="6072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668853" y="6119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28494" y="5969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686330" y="6083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61325" y="6087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710550" y="6079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65293" y="5467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713056" y="620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73679" y="6181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692429" y="6224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75982" y="6215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683836" y="622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77686" y="618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656471" y="6159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35787" y="6222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709991" y="6187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70058" y="6182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698654" y="6075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55899" y="618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708037" y="621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68980" y="6110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57202" y="6141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83635" y="6185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681547" y="6227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42033" y="622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706539" y="622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62996" y="6218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698703" y="6223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79635" y="5955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708044" y="5976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48668" y="610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75980" y="583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53991" y="6084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718274" y="5996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29270" y="620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67931" y="6184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80646" y="6050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703965" y="6115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70199" y="622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719285" y="6209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83961" y="6064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717593" y="6227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36174" y="6061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85341" y="6036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72500" y="6172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19666" y="6202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56249" y="6213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663160" y="623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54856" y="5904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682270" y="6029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22761" y="610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73836" y="620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84374" y="6233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687276" y="6237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39221" y="5803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717826" y="6029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29264" y="6081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690737" y="58521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26713" y="586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58726" y="6089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51339" y="6198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705448" y="6169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24645" y="6207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693731" y="623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36587" y="6120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685876" y="6103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86274" y="6227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657048" y="6161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28997" y="5303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82361" y="5130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63074" y="6209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682654" y="6231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48999" y="6100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702884" y="6200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79781" y="59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683731" y="609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67893" y="5817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704624" y="5893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47925" y="6114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717328" y="6190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69023" y="613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668841" y="6218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73720" y="6094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689930" y="6140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34850" y="5940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89709" y="566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37295" y="5793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669364" y="589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38884" y="6023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709063" y="6077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6932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71464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39312" y="623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663303" y="6237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52217" y="597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668118" y="5926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27393" y="5948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719112" y="58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71493" y="61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65786" y="6024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43154" y="6231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677875" y="622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71985" y="62361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97099" y="623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45870" y="6151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69071" y="622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69682" y="6235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98538" y="623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24204" y="6235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660835" y="6229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34318" y="620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686551" y="614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57619" y="6175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719965" y="6049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38354" y="6235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97476" y="6238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21149" y="5885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80479" y="6065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63467" y="6149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95312" y="6150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84651" y="62067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701353" y="6221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59911" y="6230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67409" y="621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52046" y="6067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664199" y="6101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2840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70426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59793" y="6209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77707" y="6194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70705" y="584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700090" y="603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75351" y="62186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5121" y="6228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77224" y="6230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704847" y="623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68039" y="5936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62778" y="6043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26955" y="5290130"/>
              <a:ext cx="0" cy="496710"/>
            </a:xfrm>
            <a:custGeom>
              <a:avLst/>
              <a:pathLst>
                <a:path w="0" h="496710">
                  <a:moveTo>
                    <a:pt x="0" y="49671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26955" y="6137688"/>
              <a:ext cx="0" cy="131520"/>
            </a:xfrm>
            <a:custGeom>
              <a:avLst/>
              <a:pathLst>
                <a:path w="0" h="131520">
                  <a:moveTo>
                    <a:pt x="0" y="0"/>
                  </a:moveTo>
                  <a:lnTo>
                    <a:pt x="0" y="13152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59988" y="5786840"/>
              <a:ext cx="133933" cy="350847"/>
            </a:xfrm>
            <a:custGeom>
              <a:avLst/>
              <a:pathLst>
                <a:path w="133933" h="350847">
                  <a:moveTo>
                    <a:pt x="0" y="0"/>
                  </a:moveTo>
                  <a:lnTo>
                    <a:pt x="0" y="350847"/>
                  </a:lnTo>
                  <a:lnTo>
                    <a:pt x="133933" y="350847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59988" y="6016338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55313" y="5466285"/>
              <a:ext cx="0" cy="426960"/>
            </a:xfrm>
            <a:custGeom>
              <a:avLst/>
              <a:pathLst>
                <a:path w="0" h="426960">
                  <a:moveTo>
                    <a:pt x="0" y="4269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55313" y="6180274"/>
              <a:ext cx="0" cy="88934"/>
            </a:xfrm>
            <a:custGeom>
              <a:avLst/>
              <a:pathLst>
                <a:path w="0" h="88934">
                  <a:moveTo>
                    <a:pt x="0" y="0"/>
                  </a:moveTo>
                  <a:lnTo>
                    <a:pt x="0" y="8893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88346" y="5893245"/>
              <a:ext cx="133933" cy="287028"/>
            </a:xfrm>
            <a:custGeom>
              <a:avLst/>
              <a:pathLst>
                <a:path w="133933" h="287028">
                  <a:moveTo>
                    <a:pt x="0" y="0"/>
                  </a:moveTo>
                  <a:lnTo>
                    <a:pt x="0" y="287028"/>
                  </a:lnTo>
                  <a:lnTo>
                    <a:pt x="133933" y="287028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88346" y="6084893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3671" y="5893808"/>
              <a:ext cx="0" cy="207948"/>
            </a:xfrm>
            <a:custGeom>
              <a:avLst/>
              <a:pathLst>
                <a:path w="0" h="207948">
                  <a:moveTo>
                    <a:pt x="0" y="2079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3671" y="6249349"/>
              <a:ext cx="0" cy="19858"/>
            </a:xfrm>
            <a:custGeom>
              <a:avLst/>
              <a:pathLst>
                <a:path w="0" h="19858">
                  <a:moveTo>
                    <a:pt x="0" y="0"/>
                  </a:moveTo>
                  <a:lnTo>
                    <a:pt x="0" y="1985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16704" y="6101757"/>
              <a:ext cx="133933" cy="147592"/>
            </a:xfrm>
            <a:custGeom>
              <a:avLst/>
              <a:pathLst>
                <a:path w="133933" h="147592">
                  <a:moveTo>
                    <a:pt x="0" y="0"/>
                  </a:moveTo>
                  <a:lnTo>
                    <a:pt x="0" y="147592"/>
                  </a:lnTo>
                  <a:lnTo>
                    <a:pt x="133933" y="147592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16704" y="6214208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60889" y="5345826"/>
              <a:ext cx="0" cy="477683"/>
            </a:xfrm>
            <a:custGeom>
              <a:avLst/>
              <a:pathLst>
                <a:path w="0" h="477683">
                  <a:moveTo>
                    <a:pt x="0" y="4776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60889" y="6151257"/>
              <a:ext cx="0" cy="117950"/>
            </a:xfrm>
            <a:custGeom>
              <a:avLst/>
              <a:pathLst>
                <a:path w="0" h="117950">
                  <a:moveTo>
                    <a:pt x="0" y="0"/>
                  </a:moveTo>
                  <a:lnTo>
                    <a:pt x="0" y="11795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793922" y="5823509"/>
              <a:ext cx="133933" cy="327748"/>
            </a:xfrm>
            <a:custGeom>
              <a:avLst/>
              <a:pathLst>
                <a:path w="133933" h="327748">
                  <a:moveTo>
                    <a:pt x="0" y="0"/>
                  </a:moveTo>
                  <a:lnTo>
                    <a:pt x="0" y="327748"/>
                  </a:lnTo>
                  <a:lnTo>
                    <a:pt x="133933" y="327748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793922" y="6062431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89247" y="5540484"/>
              <a:ext cx="0" cy="399471"/>
            </a:xfrm>
            <a:custGeom>
              <a:avLst/>
              <a:pathLst>
                <a:path w="0" h="399471">
                  <a:moveTo>
                    <a:pt x="0" y="39947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89247" y="6215905"/>
              <a:ext cx="0" cy="53303"/>
            </a:xfrm>
            <a:custGeom>
              <a:avLst/>
              <a:pathLst>
                <a:path w="0" h="53303">
                  <a:moveTo>
                    <a:pt x="0" y="0"/>
                  </a:moveTo>
                  <a:lnTo>
                    <a:pt x="0" y="533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22280" y="5939956"/>
              <a:ext cx="133933" cy="275948"/>
            </a:xfrm>
            <a:custGeom>
              <a:avLst/>
              <a:pathLst>
                <a:path w="133933" h="275948">
                  <a:moveTo>
                    <a:pt x="0" y="0"/>
                  </a:moveTo>
                  <a:lnTo>
                    <a:pt x="0" y="275948"/>
                  </a:lnTo>
                  <a:lnTo>
                    <a:pt x="133933" y="275948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22280" y="6122738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7604" y="5882975"/>
              <a:ext cx="0" cy="220691"/>
            </a:xfrm>
            <a:custGeom>
              <a:avLst/>
              <a:pathLst>
                <a:path w="0" h="220691">
                  <a:moveTo>
                    <a:pt x="0" y="22069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7604" y="6254667"/>
              <a:ext cx="0" cy="14540"/>
            </a:xfrm>
            <a:custGeom>
              <a:avLst/>
              <a:pathLst>
                <a:path w="0" h="14540">
                  <a:moveTo>
                    <a:pt x="0" y="0"/>
                  </a:moveTo>
                  <a:lnTo>
                    <a:pt x="0" y="1454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0638" y="6103666"/>
              <a:ext cx="133933" cy="151001"/>
            </a:xfrm>
            <a:custGeom>
              <a:avLst/>
              <a:pathLst>
                <a:path w="133933" h="151001">
                  <a:moveTo>
                    <a:pt x="0" y="0"/>
                  </a:moveTo>
                  <a:lnTo>
                    <a:pt x="0" y="151001"/>
                  </a:lnTo>
                  <a:lnTo>
                    <a:pt x="133933" y="151001"/>
                  </a:lnTo>
                  <a:lnTo>
                    <a:pt x="13393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0638" y="6221743"/>
              <a:ext cx="133933" cy="0"/>
            </a:xfrm>
            <a:custGeom>
              <a:avLst/>
              <a:pathLst>
                <a:path w="133933" h="0">
                  <a:moveTo>
                    <a:pt x="0" y="0"/>
                  </a:moveTo>
                  <a:lnTo>
                    <a:pt x="13393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793922" y="5817988"/>
              <a:ext cx="1875072" cy="387735"/>
            </a:xfrm>
            <a:custGeom>
              <a:avLst/>
              <a:pathLst>
                <a:path w="1875072" h="387735">
                  <a:moveTo>
                    <a:pt x="0" y="0"/>
                  </a:moveTo>
                  <a:lnTo>
                    <a:pt x="468768" y="84863"/>
                  </a:lnTo>
                  <a:lnTo>
                    <a:pt x="924142" y="159965"/>
                  </a:lnTo>
                  <a:lnTo>
                    <a:pt x="1339337" y="212618"/>
                  </a:lnTo>
                  <a:lnTo>
                    <a:pt x="1875072" y="255921"/>
                  </a:lnTo>
                  <a:lnTo>
                    <a:pt x="1875072" y="387735"/>
                  </a:lnTo>
                  <a:lnTo>
                    <a:pt x="1339337" y="302213"/>
                  </a:lnTo>
                  <a:lnTo>
                    <a:pt x="924142" y="255026"/>
                  </a:lnTo>
                  <a:lnTo>
                    <a:pt x="468768" y="220626"/>
                  </a:lnTo>
                  <a:lnTo>
                    <a:pt x="0" y="19276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793922" y="5817988"/>
              <a:ext cx="1875072" cy="255921"/>
            </a:xfrm>
            <a:custGeom>
              <a:avLst/>
              <a:pathLst>
                <a:path w="1875072" h="255921">
                  <a:moveTo>
                    <a:pt x="0" y="0"/>
                  </a:moveTo>
                  <a:lnTo>
                    <a:pt x="468768" y="84863"/>
                  </a:lnTo>
                  <a:lnTo>
                    <a:pt x="924142" y="159965"/>
                  </a:lnTo>
                  <a:lnTo>
                    <a:pt x="1339337" y="212618"/>
                  </a:lnTo>
                  <a:lnTo>
                    <a:pt x="1875072" y="25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793922" y="6010755"/>
              <a:ext cx="1875072" cy="194968"/>
            </a:xfrm>
            <a:custGeom>
              <a:avLst/>
              <a:pathLst>
                <a:path w="1875072" h="194968">
                  <a:moveTo>
                    <a:pt x="1875072" y="194968"/>
                  </a:moveTo>
                  <a:lnTo>
                    <a:pt x="1339337" y="109445"/>
                  </a:lnTo>
                  <a:lnTo>
                    <a:pt x="924142" y="62259"/>
                  </a:lnTo>
                  <a:lnTo>
                    <a:pt x="468768" y="27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793922" y="5782398"/>
              <a:ext cx="1875072" cy="444151"/>
            </a:xfrm>
            <a:custGeom>
              <a:avLst/>
              <a:pathLst>
                <a:path w="1875072" h="444151">
                  <a:moveTo>
                    <a:pt x="0" y="0"/>
                  </a:moveTo>
                  <a:lnTo>
                    <a:pt x="468768" y="95839"/>
                  </a:lnTo>
                  <a:lnTo>
                    <a:pt x="924142" y="179456"/>
                  </a:lnTo>
                  <a:lnTo>
                    <a:pt x="1339337" y="234641"/>
                  </a:lnTo>
                  <a:lnTo>
                    <a:pt x="1875072" y="272825"/>
                  </a:lnTo>
                  <a:lnTo>
                    <a:pt x="1875072" y="444151"/>
                  </a:lnTo>
                  <a:lnTo>
                    <a:pt x="1339337" y="349651"/>
                  </a:lnTo>
                  <a:lnTo>
                    <a:pt x="924142" y="302005"/>
                  </a:lnTo>
                  <a:lnTo>
                    <a:pt x="468768" y="272839"/>
                  </a:lnTo>
                  <a:lnTo>
                    <a:pt x="0" y="25258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793922" y="5782398"/>
              <a:ext cx="1875072" cy="272825"/>
            </a:xfrm>
            <a:custGeom>
              <a:avLst/>
              <a:pathLst>
                <a:path w="1875072" h="272825">
                  <a:moveTo>
                    <a:pt x="0" y="0"/>
                  </a:moveTo>
                  <a:lnTo>
                    <a:pt x="468768" y="95839"/>
                  </a:lnTo>
                  <a:lnTo>
                    <a:pt x="924142" y="179456"/>
                  </a:lnTo>
                  <a:lnTo>
                    <a:pt x="1339337" y="234641"/>
                  </a:lnTo>
                  <a:lnTo>
                    <a:pt x="1875072" y="272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793922" y="6034979"/>
              <a:ext cx="1875072" cy="191570"/>
            </a:xfrm>
            <a:custGeom>
              <a:avLst/>
              <a:pathLst>
                <a:path w="1875072" h="191570">
                  <a:moveTo>
                    <a:pt x="1875072" y="191570"/>
                  </a:moveTo>
                  <a:lnTo>
                    <a:pt x="1339337" y="97070"/>
                  </a:lnTo>
                  <a:lnTo>
                    <a:pt x="924142" y="49424"/>
                  </a:lnTo>
                  <a:lnTo>
                    <a:pt x="468768" y="20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793922" y="5914372"/>
              <a:ext cx="1875072" cy="225445"/>
            </a:xfrm>
            <a:custGeom>
              <a:avLst/>
              <a:pathLst>
                <a:path w="1875072" h="225445">
                  <a:moveTo>
                    <a:pt x="0" y="0"/>
                  </a:moveTo>
                  <a:lnTo>
                    <a:pt x="468768" y="56361"/>
                  </a:lnTo>
                  <a:lnTo>
                    <a:pt x="924142" y="111112"/>
                  </a:lnTo>
                  <a:lnTo>
                    <a:pt x="1339337" y="161032"/>
                  </a:lnTo>
                  <a:lnTo>
                    <a:pt x="1875072" y="225445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793922" y="5908689"/>
              <a:ext cx="1875072" cy="232198"/>
            </a:xfrm>
            <a:custGeom>
              <a:avLst/>
              <a:pathLst>
                <a:path w="1875072" h="232198">
                  <a:moveTo>
                    <a:pt x="0" y="0"/>
                  </a:moveTo>
                  <a:lnTo>
                    <a:pt x="468768" y="58049"/>
                  </a:lnTo>
                  <a:lnTo>
                    <a:pt x="924142" y="114440"/>
                  </a:lnTo>
                  <a:lnTo>
                    <a:pt x="1339337" y="165855"/>
                  </a:lnTo>
                  <a:lnTo>
                    <a:pt x="1875072" y="232198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793922" y="4376695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793922" y="448890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1815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10397" y="623276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10397" y="56916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3887" y="5150543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3887" y="460942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3887" y="406831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489681" y="6269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489681" y="57280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489681" y="51869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489681" y="46458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489681" y="4104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1815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793922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22280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0638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65667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4025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2383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61623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082427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780299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691553" y="4911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07329" y="4941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709835" y="453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31161" y="4628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679906" y="450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27954" y="460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70145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3419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696847" y="4469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13598" y="4550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674682" y="4474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02491" y="443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693005" y="4439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58801" y="4514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685293" y="466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16430" y="4688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72703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2054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681053" y="4694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32599" y="5372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724528" y="4464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08900" y="452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714105" y="452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44572" y="466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708485" y="4824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66199" y="4873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726146" y="597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27532" y="59740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700369" y="5039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47888" y="5189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669837" y="61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19158" y="5450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686381" y="5090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15508" y="5352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723529" y="4794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63881" y="4810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709501" y="4642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02194" y="4907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711351" y="44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30389" y="446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09965" y="46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27651" y="515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717265" y="5617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56368" y="5341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69575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33515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73330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2808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708786" y="558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09994" y="552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7047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541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711070" y="5562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13744" y="5309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210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484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01454" y="560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11593" y="621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69462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1609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691256" y="5282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60309" y="52671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689864" y="4411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30758" y="4546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702541" y="53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29758" y="593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708816" y="4901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30945" y="501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713600" y="51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22665" y="5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72196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6262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677698" y="47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44720" y="4988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07693" y="478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46531" y="5038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678998" y="503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32138" y="4933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04719" y="4738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64935" y="4670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698416" y="525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24373" y="5442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687337" y="501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24791" y="6220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01871" y="6220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07318" y="5619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733246" y="52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29280" y="5837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718810" y="5547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60049" y="6211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729186" y="6170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41693" y="6130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711765" y="4866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04550" y="5219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698469" y="543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62668" y="579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10660" y="486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32580" y="5326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678708" y="460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59620" y="4687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685743" y="6145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51016" y="6217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20589" y="6111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16985" y="6214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732432" y="562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56768" y="5773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72946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1678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674635" y="6220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28254" y="6198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678391" y="452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57285" y="4528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670998" y="5881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39516" y="611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707382" y="467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64948" y="4438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693295" y="580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04075" y="5787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67704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5444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686170" y="5637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20483" y="5344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696018" y="5449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26587" y="5782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69768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5087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12936" y="5067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67760" y="5024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79518" y="5070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50595" y="456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33964" y="6107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43356" y="498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695088" y="61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17268" y="615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2715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2248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703769" y="6088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15246" y="6127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687379" y="5466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49151" y="494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722629" y="6017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50705" y="5917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25875" y="5543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14880" y="5644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677463" y="52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09628" y="5388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701680" y="6158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67391" y="5925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68773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6005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698786" y="574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28463" y="5189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726108" y="5781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65149" y="601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701256" y="550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15016" y="5571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711674" y="60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09139" y="615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694777" y="519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49063" y="5235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693139" y="517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25683" y="5360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721689" y="566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13130" y="55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714657" y="5006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08600" y="5385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732234" y="496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16334" y="496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08905" y="6173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67068" y="589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731131" y="4613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31060" y="4651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733034" y="510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61498" y="5362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689212" y="5009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46815" y="535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731664" y="551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27582" y="5433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687350" y="5502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40365" y="5643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690478" y="6032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68532" y="572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689172" y="5937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30019" y="552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726623" y="4443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50473" y="4567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692356" y="4409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50272" y="4638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676547" y="580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46287" y="5522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7038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614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717370" y="57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39261" y="5483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709048" y="6099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60106" y="586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02521" y="6217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49069" y="6216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44480" y="451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51376" y="4524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613841" y="4627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79173" y="5077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15155" y="454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45394" y="4592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62823" y="4720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61859" y="4880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14464" y="4998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88376" y="5396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33130" y="449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46092" y="4454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41358" y="462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86585" y="454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11880" y="4551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70670" y="4665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33696" y="474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84740" y="479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50169" y="4761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97280" y="442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41190" y="4412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765582" y="4431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616966" y="454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36692" y="447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36091" y="448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64578" y="4449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32323" y="468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36058" y="4624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24033" y="444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80455" y="444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62343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76787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54754" y="4634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77257" y="5522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126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604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53398" y="4570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41951" y="4506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26486" y="5157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72846" y="6168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35631" y="5989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49954" y="5793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08355" y="507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73657" y="5075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5186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8691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15608" y="4466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61351" y="4722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21470" y="4434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36674" y="4747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4945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32071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39029" y="4446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89694" y="4411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51075" y="44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67775" y="4473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02544" y="469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30603" y="532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06601" y="4469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61071" y="449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43005" y="4431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87450" y="4491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036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672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00697" y="4570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96879" y="458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36581" y="4549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45903" y="4430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02938" y="440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55692" y="440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04799" y="4760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31881" y="4886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41787" y="4416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54813" y="4412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40941" y="462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35427" y="464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24521" y="4469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42455" y="4561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54082" y="452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79170" y="4684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453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41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21176" y="4487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89802" y="4515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10822" y="442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56885" y="44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35530" y="4510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70535" y="460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04185" y="4765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87615" y="4903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42552" y="5063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62091" y="533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10124" y="4706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35746" y="4805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16551" y="477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42239" y="48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39635" y="483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41113" y="502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30773" y="5255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96354" y="4463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09051" y="4472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94848" y="4432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19805" y="450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65033" y="4453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43862" y="4696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2068" y="512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21785" y="4443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67448" y="461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03328" y="4610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32616" y="4699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46033" y="4580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88622" y="4519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61004" y="4671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93888" y="463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28733" y="457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76537" y="456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59842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5739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32328" y="449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64940" y="4546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19602" y="4988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43285" y="495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19974" y="473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81071" y="5172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41225" y="5021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46335" y="5047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62267" y="480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76336" y="4942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17993" y="533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93744" y="570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16327" y="4478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66369" y="4666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11589" y="487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59745" y="4445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50236" y="473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61704" y="565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33720" y="4526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67078" y="463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42553" y="445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42230" y="4425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13671" y="4717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66639" y="4709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26002" y="4881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71532" y="5048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599892" y="4444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95080" y="440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47490" y="535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83731" y="569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00035" y="4643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79475" y="5464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36116" y="5322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58636" y="4845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55781" y="4892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78108" y="490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33636" y="4658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90594" y="440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22230" y="4619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96569" y="485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26171" y="442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59053" y="4826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25186" y="5483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97220" y="5835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14093" y="4505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51233" y="4478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09233" y="467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51841" y="4526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18658" y="5726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69973" y="51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45981" y="59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44761" y="5912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45279" y="489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36207" y="4687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32403" y="4738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51273" y="449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17624" y="482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70648" y="474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40792" y="551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68434" y="6140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45419" y="5152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95266" y="5603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59035" y="4812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68848" y="470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629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778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22573" y="4401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34877" y="4417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17673" y="4698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47458" y="4692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19659" y="5183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83198" y="504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17355" y="4697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62153" y="4941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39063" y="530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38237" y="4882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40905" y="4409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59391" y="440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50369" y="488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51197" y="4419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59605" y="4433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91177" y="442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4275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6510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19239" y="4792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63728" y="47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06058" y="533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86578" y="6221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14174" y="442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87716" y="440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34081" y="608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53081" y="5571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15084" y="465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64410" y="4677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10595" y="4485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93051" y="443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38154" y="44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57525" y="446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42275" y="4943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75387" y="473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49864" y="4631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95636" y="4614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55112" y="5319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41865" y="4837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12485" y="5055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35161" y="4681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01109" y="463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69066" y="440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53157" y="5320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63215" y="516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728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6831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398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66345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388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7056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834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6827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311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6620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265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7113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686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7007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853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71409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507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7249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373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6940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840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6681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608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7253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6894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7120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779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7097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585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6922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455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71518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908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6610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449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7106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345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7100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823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6787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369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6822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544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6989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305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7092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533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7256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433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7055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526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6970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397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7258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729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6741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645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6038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324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7005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914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6644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350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852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718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638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410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6761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756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7228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900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7139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416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6964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476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7049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626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7173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430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6737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319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805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370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6805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86963" y="4404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659795" y="4404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646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7225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275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7111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640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7030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562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70760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369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6618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61181" y="4578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90164" y="444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806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918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382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6755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615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7016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649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7079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865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6897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290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6752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5480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6646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493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6778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785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7059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370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7209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635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847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616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6984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461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6947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311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6729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548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67956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6729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70685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435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71619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345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6639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8373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6670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266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6744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6734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7079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774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241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9005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7058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815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66003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655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7170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668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7122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477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6981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327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6910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372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6775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837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6922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275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71669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8531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6659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561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725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419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7013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310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6795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389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104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4736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6747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5456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1544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851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6774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321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72569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593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7019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807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6657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574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6899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283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6772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374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6939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675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7051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5132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7021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643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7098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8895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6889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274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7071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255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7046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6379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935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409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7200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487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7220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7929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6747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772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6901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876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7000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440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126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337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6601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833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7134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404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66866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414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7103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366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6854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667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9997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481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67982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854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6914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529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7254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764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7207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425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6817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5935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6661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582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6690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4743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7100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856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7171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860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7253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356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6653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492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6911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560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7018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574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919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395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781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788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7145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513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6825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352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7046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883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7176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611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72030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8790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7061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373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70819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261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7169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725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6025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817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847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382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6762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810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038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871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6677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31867" y="4431838"/>
              <a:ext cx="0" cy="385026"/>
            </a:xfrm>
            <a:custGeom>
              <a:avLst/>
              <a:pathLst>
                <a:path w="0" h="385026">
                  <a:moveTo>
                    <a:pt x="0" y="385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31867" y="6059441"/>
              <a:ext cx="0" cy="192453"/>
            </a:xfrm>
            <a:custGeom>
              <a:avLst/>
              <a:pathLst>
                <a:path w="0" h="192453">
                  <a:moveTo>
                    <a:pt x="0" y="0"/>
                  </a:moveTo>
                  <a:lnTo>
                    <a:pt x="0" y="1924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64860" y="4816864"/>
              <a:ext cx="134013" cy="1242577"/>
            </a:xfrm>
            <a:custGeom>
              <a:avLst/>
              <a:pathLst>
                <a:path w="134013" h="1242577">
                  <a:moveTo>
                    <a:pt x="0" y="0"/>
                  </a:moveTo>
                  <a:lnTo>
                    <a:pt x="0" y="1242577"/>
                  </a:lnTo>
                  <a:lnTo>
                    <a:pt x="134013" y="1242577"/>
                  </a:ln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64860" y="5434640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60776" y="4431838"/>
              <a:ext cx="0" cy="85123"/>
            </a:xfrm>
            <a:custGeom>
              <a:avLst/>
              <a:pathLst>
                <a:path w="0" h="85123">
                  <a:moveTo>
                    <a:pt x="0" y="851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60776" y="4996549"/>
              <a:ext cx="0" cy="552845"/>
            </a:xfrm>
            <a:custGeom>
              <a:avLst/>
              <a:pathLst>
                <a:path w="0" h="552845">
                  <a:moveTo>
                    <a:pt x="0" y="0"/>
                  </a:moveTo>
                  <a:lnTo>
                    <a:pt x="0" y="55284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593769" y="4516961"/>
              <a:ext cx="134013" cy="479587"/>
            </a:xfrm>
            <a:custGeom>
              <a:avLst/>
              <a:pathLst>
                <a:path w="134013" h="479587">
                  <a:moveTo>
                    <a:pt x="0" y="0"/>
                  </a:moveTo>
                  <a:lnTo>
                    <a:pt x="0" y="479587"/>
                  </a:lnTo>
                  <a:lnTo>
                    <a:pt x="134013" y="479587"/>
                  </a:ln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593769" y="4702297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8968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89684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2678" y="4431838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2678" y="4431838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65880" y="4431838"/>
              <a:ext cx="0" cy="534390"/>
            </a:xfrm>
            <a:custGeom>
              <a:avLst/>
              <a:pathLst>
                <a:path w="0" h="534390">
                  <a:moveTo>
                    <a:pt x="0" y="5343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65880" y="5965607"/>
              <a:ext cx="0" cy="286287"/>
            </a:xfrm>
            <a:custGeom>
              <a:avLst/>
              <a:pathLst>
                <a:path w="0" h="286287">
                  <a:moveTo>
                    <a:pt x="0" y="0"/>
                  </a:moveTo>
                  <a:lnTo>
                    <a:pt x="0" y="28628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798874" y="4966228"/>
              <a:ext cx="134013" cy="999379"/>
            </a:xfrm>
            <a:custGeom>
              <a:avLst/>
              <a:pathLst>
                <a:path w="134013" h="999379">
                  <a:moveTo>
                    <a:pt x="0" y="0"/>
                  </a:moveTo>
                  <a:lnTo>
                    <a:pt x="0" y="999379"/>
                  </a:lnTo>
                  <a:lnTo>
                    <a:pt x="134013" y="999379"/>
                  </a:ln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798874" y="5417476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794789" y="4431838"/>
              <a:ext cx="0" cy="69111"/>
            </a:xfrm>
            <a:custGeom>
              <a:avLst/>
              <a:pathLst>
                <a:path w="0" h="69111">
                  <a:moveTo>
                    <a:pt x="0" y="691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794789" y="5079042"/>
              <a:ext cx="0" cy="863813"/>
            </a:xfrm>
            <a:custGeom>
              <a:avLst/>
              <a:pathLst>
                <a:path w="0" h="863813">
                  <a:moveTo>
                    <a:pt x="0" y="0"/>
                  </a:moveTo>
                  <a:lnTo>
                    <a:pt x="0" y="8638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27782" y="4500949"/>
              <a:ext cx="134013" cy="578092"/>
            </a:xfrm>
            <a:custGeom>
              <a:avLst/>
              <a:pathLst>
                <a:path w="134013" h="578092">
                  <a:moveTo>
                    <a:pt x="0" y="0"/>
                  </a:moveTo>
                  <a:lnTo>
                    <a:pt x="0" y="578092"/>
                  </a:lnTo>
                  <a:lnTo>
                    <a:pt x="134013" y="578092"/>
                  </a:ln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27782" y="4715505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3697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3697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6691" y="4431838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6691" y="4431838"/>
              <a:ext cx="134013" cy="0"/>
            </a:xfrm>
            <a:custGeom>
              <a:avLst/>
              <a:pathLst>
                <a:path w="134013" h="0">
                  <a:moveTo>
                    <a:pt x="0" y="0"/>
                  </a:moveTo>
                  <a:lnTo>
                    <a:pt x="13401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794656" y="4178437"/>
              <a:ext cx="1889585" cy="1349433"/>
            </a:xfrm>
            <a:custGeom>
              <a:avLst/>
              <a:pathLst>
                <a:path w="1889585" h="1349433">
                  <a:moveTo>
                    <a:pt x="0" y="1050430"/>
                  </a:moveTo>
                  <a:lnTo>
                    <a:pt x="415440" y="867001"/>
                  </a:lnTo>
                  <a:lnTo>
                    <a:pt x="951493" y="586203"/>
                  </a:lnTo>
                  <a:lnTo>
                    <a:pt x="1353533" y="343485"/>
                  </a:lnTo>
                  <a:lnTo>
                    <a:pt x="1889585" y="0"/>
                  </a:lnTo>
                  <a:lnTo>
                    <a:pt x="1889585" y="428903"/>
                  </a:lnTo>
                  <a:lnTo>
                    <a:pt x="1353533" y="644555"/>
                  </a:lnTo>
                  <a:lnTo>
                    <a:pt x="951493" y="821190"/>
                  </a:lnTo>
                  <a:lnTo>
                    <a:pt x="415440" y="1099530"/>
                  </a:lnTo>
                  <a:lnTo>
                    <a:pt x="0" y="134943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794656" y="4178437"/>
              <a:ext cx="1889585" cy="1050430"/>
            </a:xfrm>
            <a:custGeom>
              <a:avLst/>
              <a:pathLst>
                <a:path w="1889585" h="1050430">
                  <a:moveTo>
                    <a:pt x="0" y="1050430"/>
                  </a:moveTo>
                  <a:lnTo>
                    <a:pt x="415440" y="867001"/>
                  </a:lnTo>
                  <a:lnTo>
                    <a:pt x="951493" y="586203"/>
                  </a:lnTo>
                  <a:lnTo>
                    <a:pt x="1353533" y="343485"/>
                  </a:lnTo>
                  <a:lnTo>
                    <a:pt x="18895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794656" y="4607341"/>
              <a:ext cx="1889585" cy="920530"/>
            </a:xfrm>
            <a:custGeom>
              <a:avLst/>
              <a:pathLst>
                <a:path w="1889585" h="920530">
                  <a:moveTo>
                    <a:pt x="1889585" y="0"/>
                  </a:moveTo>
                  <a:lnTo>
                    <a:pt x="1353533" y="215652"/>
                  </a:lnTo>
                  <a:lnTo>
                    <a:pt x="951493" y="392287"/>
                  </a:lnTo>
                  <a:lnTo>
                    <a:pt x="415440" y="670627"/>
                  </a:lnTo>
                  <a:lnTo>
                    <a:pt x="0" y="920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794656" y="4229168"/>
              <a:ext cx="1889585" cy="1323434"/>
            </a:xfrm>
            <a:custGeom>
              <a:avLst/>
              <a:pathLst>
                <a:path w="1889585" h="1323434">
                  <a:moveTo>
                    <a:pt x="0" y="1065821"/>
                  </a:moveTo>
                  <a:lnTo>
                    <a:pt x="415440" y="870981"/>
                  </a:lnTo>
                  <a:lnTo>
                    <a:pt x="951493" y="584097"/>
                  </a:lnTo>
                  <a:lnTo>
                    <a:pt x="1353533" y="341427"/>
                  </a:lnTo>
                  <a:lnTo>
                    <a:pt x="1889585" y="0"/>
                  </a:lnTo>
                  <a:lnTo>
                    <a:pt x="1889585" y="351809"/>
                  </a:lnTo>
                  <a:lnTo>
                    <a:pt x="1353533" y="588381"/>
                  </a:lnTo>
                  <a:lnTo>
                    <a:pt x="951493" y="779209"/>
                  </a:lnTo>
                  <a:lnTo>
                    <a:pt x="415440" y="1070325"/>
                  </a:lnTo>
                  <a:lnTo>
                    <a:pt x="0" y="132343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794656" y="4229168"/>
              <a:ext cx="1889585" cy="1065821"/>
            </a:xfrm>
            <a:custGeom>
              <a:avLst/>
              <a:pathLst>
                <a:path w="1889585" h="1065821">
                  <a:moveTo>
                    <a:pt x="0" y="1065821"/>
                  </a:moveTo>
                  <a:lnTo>
                    <a:pt x="415440" y="870981"/>
                  </a:lnTo>
                  <a:lnTo>
                    <a:pt x="951493" y="584097"/>
                  </a:lnTo>
                  <a:lnTo>
                    <a:pt x="1353533" y="341427"/>
                  </a:lnTo>
                  <a:lnTo>
                    <a:pt x="18895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794656" y="4580978"/>
              <a:ext cx="1889585" cy="971625"/>
            </a:xfrm>
            <a:custGeom>
              <a:avLst/>
              <a:pathLst>
                <a:path w="1889585" h="971625">
                  <a:moveTo>
                    <a:pt x="1889585" y="0"/>
                  </a:moveTo>
                  <a:lnTo>
                    <a:pt x="1353533" y="236572"/>
                  </a:lnTo>
                  <a:lnTo>
                    <a:pt x="951493" y="427400"/>
                  </a:lnTo>
                  <a:lnTo>
                    <a:pt x="415440" y="718516"/>
                  </a:lnTo>
                  <a:lnTo>
                    <a:pt x="0" y="971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794656" y="4392889"/>
              <a:ext cx="1889585" cy="985480"/>
            </a:xfrm>
            <a:custGeom>
              <a:avLst/>
              <a:pathLst>
                <a:path w="1889585" h="985480">
                  <a:moveTo>
                    <a:pt x="0" y="985480"/>
                  </a:moveTo>
                  <a:lnTo>
                    <a:pt x="415440" y="768814"/>
                  </a:lnTo>
                  <a:lnTo>
                    <a:pt x="951493" y="489245"/>
                  </a:lnTo>
                  <a:lnTo>
                    <a:pt x="1353533" y="279568"/>
                  </a:lnTo>
                  <a:lnTo>
                    <a:pt x="188958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794656" y="4405073"/>
              <a:ext cx="1889585" cy="1018723"/>
            </a:xfrm>
            <a:custGeom>
              <a:avLst/>
              <a:pathLst>
                <a:path w="1889585" h="1018723">
                  <a:moveTo>
                    <a:pt x="0" y="1018723"/>
                  </a:moveTo>
                  <a:lnTo>
                    <a:pt x="415440" y="794748"/>
                  </a:lnTo>
                  <a:lnTo>
                    <a:pt x="951493" y="505749"/>
                  </a:lnTo>
                  <a:lnTo>
                    <a:pt x="1353533" y="288999"/>
                  </a:lnTo>
                  <a:lnTo>
                    <a:pt x="188958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798874" y="3868470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798874" y="4010435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2411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15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851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4874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234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7594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3953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31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495642" y="6251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495642" y="5887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495642" y="5523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495642" y="5159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495642" y="47958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495642" y="44318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495642" y="4067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2411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798874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27782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6691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70619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699527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8436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67584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082427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780299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2961522" y="6803789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2961522" y="6852641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761408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820625" y="6863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851408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851408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783908" y="6848789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783908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851408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851408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779408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59791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719008" y="686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749791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749791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82291" y="6848789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82291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749791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749791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77791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3998344" y="6857350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896727" y="6857350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2026-07-20T11:39:34Z</dcterms:modified>
  <cp:category/>
</cp:coreProperties>
</file>