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4320000" cy="3600000"/>
            <a:chOff x="914400" y="914400"/>
            <a:chExt cx="4320000" cy="360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432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432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343534" y="952357"/>
              <a:ext cx="3840255" cy="289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1625896" y="18038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1765707" y="27705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598878" y="29228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771687" y="27348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573566" y="23304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723014" y="28182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610471" y="30892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33960" y="29904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608681" y="28981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767836" y="29718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608144" y="32400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711524" y="32367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606546" y="29810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713722" y="30369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83425" y="30548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736432" y="31564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579865" y="30029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722533" y="28845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631945" y="24396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44988" y="2450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592464" y="29932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65869" y="29732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634911" y="28226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16971" y="29691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632058" y="27104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27791" y="31224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609133" y="30528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18371" y="29249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629538" y="26666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42171" y="32454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572778" y="28763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52724" y="28808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588354" y="30635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70992" y="29993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568925" y="29168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19125" y="30040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610044" y="30275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74159" y="30580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617972" y="33298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724439" y="31594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623548" y="27232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749185" y="28579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569313" y="29600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774810" y="28046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567446" y="30252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762760" y="30489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606645" y="26842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741462" y="32891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1566916" y="2944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761236" y="28887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576175" y="32787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751071" y="29933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1563133" y="29132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783408" y="28224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1582902" y="25782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731710" y="25357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1563213" y="36689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740165" y="30429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569659" y="27780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731544" y="26180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1582118" y="28538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745333" y="28201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592899" y="30703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733582" y="32505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1570858" y="26494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45399" y="27397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610369" y="24223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751587" y="23238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1602216" y="26979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783547" y="24644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1581114" y="30974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755208" y="29504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1579720" y="30485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721057" y="31329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631224" y="27219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744766" y="27934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1636018" y="26498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739749" y="24037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1626237" y="30748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726088" y="28964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1624983" y="27203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748191" y="28116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572852" y="30871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776782" y="23478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1618141" y="26390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752168" y="21272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597447" y="27773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753063" y="27805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1564647" y="28854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742029" y="25885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1584634" y="35596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738193" y="32404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1629196" y="25805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750294" y="23905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1561846" y="27620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748215" y="29039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1595919" y="24947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1746243" y="22714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1624366" y="2861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752611" y="25588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1582686" y="25509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1773536" y="27179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1619343" y="26426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1759975" y="29222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611987" y="23512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1749117" y="24641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1567822" y="28795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1761330" y="30156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1630227" y="29592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1736482" y="29997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1596361" y="28911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727602" y="29012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570096" y="16241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778897" y="19797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1608305" y="20205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738942" y="22793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588986" y="31197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1780525" y="29617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1615601" y="32020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1732454" y="31453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1579006" y="30023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1753415" y="30786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1635230" y="26095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1766547" y="29836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1562090" y="29556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1750500" y="30887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1597549" y="28074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733851" y="29731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1607923" y="2842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1727728" y="29808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1613995" y="27732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1722650" y="28928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1583526" y="30888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1763709" y="28951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1615664" y="27789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1760571" y="28610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1566239" y="30267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1781392" y="29429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1587052" y="30537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1721195" y="32140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1617817" y="27794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1738709" y="29996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1600891" y="28497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1746647" y="31369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1607330" y="28778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1749537" y="30684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1573492" y="20276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1775914" y="31454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1599387" y="33100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1758272" y="29209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1599415" y="32141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1778363" y="30287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1576329" y="28511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1716421" y="30102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1617516" y="28699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1765816" y="28350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1615963" y="23850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1753181" y="23724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1619101" y="23030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1726533" y="22102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1564890" y="29060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1771034" y="26393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1594615" y="24792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1757790" y="26937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1579578" y="23110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1754663" y="21558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1582886" y="29921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1779871" y="30855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1606268" y="26933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1722951" y="29124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1574107" y="22434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1778310" y="24692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1622382" y="33830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1717420" y="27177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666250" y="20848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779881" y="22198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672015" y="24348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792469" y="28162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660355" y="27818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70422" y="28322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641106" y="24610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788945" y="25806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47946" y="23769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776176" y="24782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630793" y="24762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813314" y="26485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661925" y="26283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56181" y="26762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616305" y="23817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795774" y="25601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657562" y="29774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800727" y="32283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625153" y="27721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809830" y="32069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656748" y="24853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2775909" y="26728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631630" y="23682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755398" y="28188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617176" y="24932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822810" y="27750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66276" y="29507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2801871" y="31244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56461" y="24542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818949" y="28450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66713" y="31242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760681" y="29470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673995" y="26827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773008" y="27805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64216" y="27237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65302" y="29492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622709" y="24316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822175" y="26389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51530" y="22969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776266" y="2609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661928" y="26895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752746" y="33477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624942" y="30545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87021" y="31660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646466" y="25240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79882" y="25029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632034" y="24470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787970" y="29570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632988" y="24881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813634" y="26363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607462" y="33314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769707" y="31767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620905" y="29469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755851" y="29947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39586" y="30497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802843" y="29804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620731" y="2853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51264" y="30702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603306" y="33651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755184" y="36315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650722" y="24454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799103" y="23764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649034" y="28513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81340" y="29696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673584" y="24092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21012" y="22886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642526" y="26512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818613" y="26778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2656615" y="24343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807786" y="25429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2610796" y="36139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2788062" y="35405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2638076" y="24673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2824358" y="26725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627964" y="2697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821198" y="26612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2653916" y="25432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2783795" y="28260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2668862" y="22234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800985" y="24061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2674900" y="24279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2753586" y="24520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633436" y="28445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2794001" y="32478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669168" y="28037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2763359" y="26954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2660767" y="24525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2789830" y="26603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2656646" y="27633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806679" y="30777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2618240" y="25585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2793521" y="27287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658205" y="24759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771145" y="26744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610894" y="21164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768550" y="24463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2653685" y="23343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2789690" y="28625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663670" y="20407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765466" y="24873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2630516" y="23774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2798787" y="25013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2626352" y="25850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2790491" y="24031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2631768" y="26403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767628" y="28841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2615445" y="29160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765941" y="28154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2618878" y="30483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2769602" y="28675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2630254" y="24217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2814603" y="24710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2669683" y="30066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2784448" y="28423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633480" y="27611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792741" y="30712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2673403" y="28197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2823504" y="27967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2623480" y="28943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788769" y="31963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2675273" y="25624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2763837" y="25493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2616979" y="28265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2807237" y="29508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2650143" y="26269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2793856" y="26448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2640959" y="23578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2773872" y="24189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639087" y="26769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2756225" y="27382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2668066" y="27817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2823342" y="27201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630453" y="24354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2778910" y="2967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2670369" y="27823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2758167" y="31488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2617625" y="27636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823003" y="25900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626999" y="26093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784446" y="27950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650842" y="31363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786913" y="29547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610906" y="26202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798622" y="25257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637020" y="25803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820936" y="24726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644794" y="30970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798935" y="26266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2672784" y="31860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770910" y="31106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607487" y="24129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782489" y="25886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632698" y="28689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808215" y="28583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2646484" y="27175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2788000" y="27422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2646845" y="25823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2768682" y="27721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657043" y="28022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784907" y="25532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2666825" y="28732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782661" y="26518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2646811" y="25266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2787849" y="24612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635759" y="22383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822679" y="22077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2662596" y="24805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786504" y="24130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2669807" y="23782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2781823" y="23198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2614087" y="25165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771001" y="26711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2633909" y="28915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802850" y="28543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629108" y="27901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816642" y="26338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668117" y="2664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790073" y="2462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641666" y="22268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784520" y="22718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2622443" y="30185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778873" y="24778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646349" y="2524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2792217" y="26996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2639317" y="23304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2762958" y="23864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663815" y="21942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802594" y="21755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622028" y="21439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792697" y="19995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665868" y="15738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2802788" y="23382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2661623" y="2537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2819824" y="25818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2640468" y="22782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2756809" y="22387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3678461" y="29775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3848654" y="27427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3675902" y="22400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3843644" y="24616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3650026" y="2283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3835822" y="27233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3682008" y="20410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3796749" y="22681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3642903" y="23236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3794945" y="24444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3708530" y="24733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3807030" y="28795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3694165" y="23592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3834767" y="24160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3686527" y="25487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3820585" y="25451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3688543" y="26211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3834403" y="26525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3674992" y="27576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3812519" y="29173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3664209" y="28753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3821140" y="32348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3680847" y="22813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3811954" y="24948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3711260" y="27504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3798375" y="29294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3688099" y="20544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3801108" y="23780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3654012" y="22800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3793359" y="24423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3669346" y="20686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3792989" y="23530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3664039" y="33797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3795379" y="31892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3698671" y="30092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3815002" y="27279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3706559" y="20780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3811525" y="25386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3679488" y="26642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3796021" y="29339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3693546" y="23488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3808297" y="25099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3640253" y="25175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3817691" y="27158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3644960" y="32356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3834047" y="30002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3698399" y="26693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3792556" y="28475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3697613" y="2498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3842894" y="28190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3679562" y="25782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3845264" y="25373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3668681" y="31678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3819822" y="35939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3656101" y="22628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860527" y="24087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707913" y="23734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844181" y="24457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661092" y="20994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805381" y="23162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689475" y="21810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852062" y="22375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639457" y="21400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795487" y="22467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694995" y="25816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830330" y="24386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687817" y="23495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837488" y="2437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678603" y="19640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846265" y="22525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662066" y="21321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812125" y="24071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710815" y="22485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822828" y="22781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684304" y="22929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849272" y="24588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688385" y="20150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811015" y="21525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669064" y="20535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848208" y="20154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672285" y="22932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799657" y="23227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690192" y="18880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857618" y="25223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659937" y="21211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824999" y="23763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665565" y="19844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844814" y="22346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678884" y="21919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789601" y="24168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703325" y="16713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59950" y="21979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689257" y="24944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841446" y="26084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699228" y="21900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831394" y="25091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648734" y="21431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55145" y="25631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684793" y="26380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861193" y="25137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3675106" y="22208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3801758" y="24431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3665001" y="2032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3829708" y="23815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3707094" y="28058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3802998" y="26825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3673267" y="25526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3795273" y="29282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3709726" y="22590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3838566" y="23781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3652771" y="22230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3848369" y="22242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3712847" y="21812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3845656" y="24372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3650771" y="22741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858491" y="24913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664439" y="21347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797650" y="27976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702136" y="31794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847794" y="31064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3641071" y="24853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795427" y="28152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3666792" y="24117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3820745" y="23857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651973" y="24015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792335" y="22674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672073" y="27934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842088" y="27711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713746" y="28707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856453" y="29844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701942" y="23782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800792" y="28059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702075" y="25442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858496" y="28865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713141" y="19769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820678" y="24161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682301" y="21712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801883" y="25124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643388" y="21749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833511" y="27227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690162" y="24379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817506" y="28904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699392" y="18673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849643" y="22357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673638" y="25831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800873" y="31160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688833" y="30748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800000" y="27781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661049" y="22387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827707" y="27595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654749" y="21169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853152" y="28001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696370" y="20752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821052" y="22667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653768" y="31248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857933" y="29569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702033" y="28080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856847" y="31951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687921" y="24570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834354" y="27645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643180" y="19817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828118" y="24915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709701" y="18747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800253" y="21179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696362" y="24236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811052" y="28907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663367" y="25191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834648" y="26839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701200" y="26758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834387" y="27367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650345" y="21937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823525" y="24849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704160" y="26001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848437" y="2973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643099" y="22411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817774" y="28534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713307" y="25815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795025" y="27486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699286" y="28207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814553" y="26177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694991" y="20431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826468" y="25910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642647" y="22575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809339" y="24407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648493" y="16600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842126" y="20718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656205" y="27120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815532" y="29235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685287" y="26293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805352" y="21686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665551" y="25833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844722" y="22642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652826" y="2635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834771" y="25232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648922" y="32948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858116" y="29311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710938" y="2581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3854916" y="26952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3678874" y="22011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3797606" y="23874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3656997" y="28042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3802251" y="28649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3699232" y="3421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3810348" y="32305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3698545" y="30336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3820774" y="26957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3695615" y="28003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3818929" y="24708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3714076" y="26602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3800296" y="24266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3682272" y="25018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3794091" y="27152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3692554" y="26977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3841589" y="27233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3705917" y="26572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3836446" y="25650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3680114" y="24873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3852877" y="23516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3699063" y="25274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3862398" y="25128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3641521" y="27563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3813024" y="24235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3695217" y="22916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3836780" y="21017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3693594" y="29467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3841692" y="29328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3708605" y="31758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3789850" y="2940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3644563" y="19420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3837433" y="20908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696734" y="23119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894556" y="23690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723527" y="28948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863709" y="32293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742757" y="2364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843135" y="21819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744579" y="27151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891064" y="24799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710933" y="21585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883858" y="26145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742616" y="17751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866027" y="21200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691396" y="2900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899874" y="28087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688237" y="24370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863040" y="26205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693279" y="24603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883094" y="25633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742931" y="28414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873616" y="23555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4735879" y="16066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877618" y="19070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704098" y="27698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4870363" y="25269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714631" y="25288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881816" y="25084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4726203" y="21082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860290" y="30638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751965" y="25407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877887" y="24711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725035" y="284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4833189" y="29643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681110" y="27614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834903" y="29234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712127" y="26074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870611" y="22086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4687599" y="26812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4865965" y="23747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717302" y="22882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4830454" y="29307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4694045" y="28067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4855469" y="27691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4750270" y="21258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4875773" y="24264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4741737" y="28517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4868312" y="31943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4727240" y="30137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4876973" y="26261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4740836" y="20091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4876560" y="25728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4718448" y="21809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4842903" y="26066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4697191" y="2302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4865060" y="26280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4733069" y="28825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4865198" y="22970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4747595" y="27819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4898565" y="24679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4717183" y="22287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4900042" y="25612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4696785" y="2374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4893269" y="20830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4707664" y="26802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4841595" y="24817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4710050" y="20811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4855877" y="21675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4712826" y="26811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4865153" y="27374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4745636" y="23176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4844685" y="26121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4743176" y="31850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4833600" y="32517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4681960" y="21622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4860094" y="27276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4686935" y="23488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4862142" y="26018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4690268" y="24248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4882427" y="27685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4726702" y="23190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4840260" y="23428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4711804" y="23448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4860509" y="26460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4720928" y="25300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4875793" y="25855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4730502" y="24110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4857152" y="22868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4710041" y="26832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4897009" y="3124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4737712" y="29173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4850696" y="24973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4728510" y="25110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4893689" y="25546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4730305" y="25594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4873523" y="27624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4751993" y="26093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4835966" y="22284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4711507" y="17834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4831003" y="21134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4686420" y="22549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4838637" y="23323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4720893" y="20313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4853139" y="22639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4705864" y="27773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4834359" y="27774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4729947" y="22533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4870958" y="23528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4699309" y="24016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4870226" y="23516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4721503" y="27831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4845458" y="26288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4750784" y="20348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4877042" y="24020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4748663" y="25808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4899741" y="24946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4736411" y="24415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4898324" y="27729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4720219" y="25215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4858267" y="26962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4744672" y="23004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4847644" y="25577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4701755" y="22977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4891030" y="27086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4729384" y="25389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4890541" y="25882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4682828" y="22160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4830792" y="24137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4700741" y="26698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4840056" y="22142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4712535" y="2074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4873805" y="20673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4708823" y="24508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4837501" y="25218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4738643" y="25626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4892315" y="24102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4706890" y="2000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4892528" y="28356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4688575" y="28838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4831328" y="24346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4689675" y="26213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4883460" y="30616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4711916" y="24634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4842144" y="24738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4697041" y="24982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4875645" y="24933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4685982" y="24762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4858723" y="27234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4738863" y="25089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4893420" y="23992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4706926" y="2852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4889859" y="25071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4704537" y="27763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4878093" y="21867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4715398" y="2961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4899790" y="30963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4738276" y="27579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4849997" y="26571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4714601" y="26414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4841204" y="24858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4738846" y="25383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4897694" y="24421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4728602" y="26119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4845665" y="2811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4751716" y="24925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4832595" y="23452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4681874" y="27135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4863952" y="24965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4701867" y="27514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4836953" y="28792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4716163" y="27505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4860432" y="24434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4684279" y="26462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4895087" y="27414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4752681" y="23182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4836744" y="24191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4750750" y="24697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4853536" y="26082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4732614" y="262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4852933" y="25640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4745143" y="26091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4888948" y="26530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4699730" y="20247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4877282" y="21930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4728839" y="21005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4875006" y="24058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4711629" y="17885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4834109" y="19132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4751697" y="23888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4842154" y="24344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4721428" y="21953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4865376" y="22687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4691845" y="24323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4847649" y="26127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4749410" y="29185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4872616" y="29553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4696215" y="26117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4852501" y="25229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4750215" y="20414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4840740" y="22917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4684703" y="25292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4877443" y="25723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4745965" y="23923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4883654" y="24039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4730982" y="21584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4889677" y="21907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4694163" y="22543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4896448" y="25670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4702724" y="24846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4845785" y="27358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4687495" y="24137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4830975" y="21344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4715732" y="26603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4838381" y="23094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4745656" y="30025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4903092" y="24713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4713524" y="22790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4841597" y="26634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4728613" y="24088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4830618" y="25297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4715525" y="22900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4833450" y="24070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4745488" y="27133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4843154" y="26503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4710071" y="26734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4858264" y="26600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4745728" y="25382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4829768" y="26730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4709481" y="26163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4900961" y="27671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4708618" y="26008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4853336" y="23983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4694523" y="21583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4879739" y="25307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4713913" y="26168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4865152" y="29031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4725829" y="25244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4873901" y="23767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4694571" y="24780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4874569" y="29194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4715598" y="26879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4855229" y="23284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4730036" y="21653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4840973" y="23435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4730894" y="26462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4846972" y="26906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4744871" y="24938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4883085" y="27048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4751891" y="26531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4839865" y="23992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4697293" y="25069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4867721" y="23439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4712388" y="26535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4851455" y="24873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4684029" y="22497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4839930" y="23262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4739341" y="24247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4862197" y="27485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4733365" y="26000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4840640" y="23120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4692767" y="21145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4845554" y="22683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4687822" y="23492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4885270" y="24772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4730848" y="24846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4837416" y="26084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4716736" y="29920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4876888" y="29936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4723722" y="35232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4829014" y="32691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4715653" y="22480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876086" y="24600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743403" y="19782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885347" y="22746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680767" y="28321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886691" y="24931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712140" y="26139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829965" y="23869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698768" y="23977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4843137" y="23733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4691908" y="25892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4839594" y="2469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4697778" y="2397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4900238" y="24631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l888"/>
            <p:cNvSpPr/>
            <p:nvPr/>
          </p:nvSpPr>
          <p:spPr>
            <a:xfrm>
              <a:off x="1630090" y="2274644"/>
              <a:ext cx="0" cy="414778"/>
            </a:xfrm>
            <a:custGeom>
              <a:avLst/>
              <a:pathLst>
                <a:path w="0" h="414778">
                  <a:moveTo>
                    <a:pt x="0" y="4147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1630090" y="3058364"/>
              <a:ext cx="0" cy="532494"/>
            </a:xfrm>
            <a:custGeom>
              <a:avLst/>
              <a:pathLst>
                <a:path w="0" h="532494">
                  <a:moveTo>
                    <a:pt x="0" y="0"/>
                  </a:moveTo>
                  <a:lnTo>
                    <a:pt x="0" y="53249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1555142" y="2689422"/>
              <a:ext cx="149895" cy="368941"/>
            </a:xfrm>
            <a:custGeom>
              <a:avLst/>
              <a:pathLst>
                <a:path w="149895" h="368941">
                  <a:moveTo>
                    <a:pt x="0" y="0"/>
                  </a:moveTo>
                  <a:lnTo>
                    <a:pt x="0" y="368941"/>
                  </a:lnTo>
                  <a:lnTo>
                    <a:pt x="149895" y="368941"/>
                  </a:lnTo>
                  <a:lnTo>
                    <a:pt x="14989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2" name="pl891"/>
            <p:cNvSpPr/>
            <p:nvPr/>
          </p:nvSpPr>
          <p:spPr>
            <a:xfrm>
              <a:off x="1555142" y="2901135"/>
              <a:ext cx="149895" cy="0"/>
            </a:xfrm>
            <a:custGeom>
              <a:avLst/>
              <a:pathLst>
                <a:path w="149895" h="0">
                  <a:moveTo>
                    <a:pt x="0" y="0"/>
                  </a:moveTo>
                  <a:lnTo>
                    <a:pt x="14989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2669085" y="2071910"/>
              <a:ext cx="0" cy="393723"/>
            </a:xfrm>
            <a:custGeom>
              <a:avLst/>
              <a:pathLst>
                <a:path w="0" h="393723">
                  <a:moveTo>
                    <a:pt x="0" y="39372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2669085" y="2846912"/>
              <a:ext cx="0" cy="549470"/>
            </a:xfrm>
            <a:custGeom>
              <a:avLst/>
              <a:pathLst>
                <a:path w="0" h="549470">
                  <a:moveTo>
                    <a:pt x="0" y="0"/>
                  </a:moveTo>
                  <a:lnTo>
                    <a:pt x="0" y="54947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594137" y="2465634"/>
              <a:ext cx="149895" cy="381278"/>
            </a:xfrm>
            <a:custGeom>
              <a:avLst/>
              <a:pathLst>
                <a:path w="149895" h="381278">
                  <a:moveTo>
                    <a:pt x="0" y="0"/>
                  </a:moveTo>
                  <a:lnTo>
                    <a:pt x="0" y="381278"/>
                  </a:lnTo>
                  <a:lnTo>
                    <a:pt x="149895" y="381278"/>
                  </a:lnTo>
                  <a:lnTo>
                    <a:pt x="14989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6" name="pl895"/>
            <p:cNvSpPr/>
            <p:nvPr/>
          </p:nvSpPr>
          <p:spPr>
            <a:xfrm>
              <a:off x="2594137" y="2614885"/>
              <a:ext cx="149895" cy="0"/>
            </a:xfrm>
            <a:custGeom>
              <a:avLst/>
              <a:pathLst>
                <a:path w="149895" h="0">
                  <a:moveTo>
                    <a:pt x="0" y="0"/>
                  </a:moveTo>
                  <a:lnTo>
                    <a:pt x="14989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3708079" y="1691195"/>
              <a:ext cx="0" cy="521172"/>
            </a:xfrm>
            <a:custGeom>
              <a:avLst/>
              <a:pathLst>
                <a:path w="0" h="521172">
                  <a:moveTo>
                    <a:pt x="0" y="52117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3708079" y="2693413"/>
              <a:ext cx="0" cy="717499"/>
            </a:xfrm>
            <a:custGeom>
              <a:avLst/>
              <a:pathLst>
                <a:path w="0" h="717499">
                  <a:moveTo>
                    <a:pt x="0" y="0"/>
                  </a:moveTo>
                  <a:lnTo>
                    <a:pt x="0" y="717499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3633132" y="2212367"/>
              <a:ext cx="149895" cy="481045"/>
            </a:xfrm>
            <a:custGeom>
              <a:avLst/>
              <a:pathLst>
                <a:path w="149895" h="481045">
                  <a:moveTo>
                    <a:pt x="0" y="0"/>
                  </a:moveTo>
                  <a:lnTo>
                    <a:pt x="0" y="481045"/>
                  </a:lnTo>
                  <a:lnTo>
                    <a:pt x="149895" y="481045"/>
                  </a:lnTo>
                  <a:lnTo>
                    <a:pt x="14989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0" name="pl899"/>
            <p:cNvSpPr/>
            <p:nvPr/>
          </p:nvSpPr>
          <p:spPr>
            <a:xfrm>
              <a:off x="3633132" y="2442977"/>
              <a:ext cx="149895" cy="0"/>
            </a:xfrm>
            <a:custGeom>
              <a:avLst/>
              <a:pathLst>
                <a:path w="149895" h="0">
                  <a:moveTo>
                    <a:pt x="0" y="0"/>
                  </a:moveTo>
                  <a:lnTo>
                    <a:pt x="14989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4747074" y="1806354"/>
              <a:ext cx="0" cy="525297"/>
            </a:xfrm>
            <a:custGeom>
              <a:avLst/>
              <a:pathLst>
                <a:path w="0" h="525297">
                  <a:moveTo>
                    <a:pt x="0" y="52529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4747074" y="2704625"/>
              <a:ext cx="0" cy="511652"/>
            </a:xfrm>
            <a:custGeom>
              <a:avLst/>
              <a:pathLst>
                <a:path w="0" h="511652">
                  <a:moveTo>
                    <a:pt x="0" y="0"/>
                  </a:moveTo>
                  <a:lnTo>
                    <a:pt x="0" y="511652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4672126" y="2331652"/>
              <a:ext cx="149895" cy="372972"/>
            </a:xfrm>
            <a:custGeom>
              <a:avLst/>
              <a:pathLst>
                <a:path w="149895" h="372972">
                  <a:moveTo>
                    <a:pt x="0" y="0"/>
                  </a:moveTo>
                  <a:lnTo>
                    <a:pt x="0" y="372972"/>
                  </a:lnTo>
                  <a:lnTo>
                    <a:pt x="149895" y="372972"/>
                  </a:lnTo>
                  <a:lnTo>
                    <a:pt x="14989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4" name="pl903"/>
            <p:cNvSpPr/>
            <p:nvPr/>
          </p:nvSpPr>
          <p:spPr>
            <a:xfrm>
              <a:off x="4672126" y="2538138"/>
              <a:ext cx="149895" cy="0"/>
            </a:xfrm>
            <a:custGeom>
              <a:avLst/>
              <a:pathLst>
                <a:path w="149895" h="0">
                  <a:moveTo>
                    <a:pt x="0" y="0"/>
                  </a:moveTo>
                  <a:lnTo>
                    <a:pt x="14989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1779985" y="2302643"/>
              <a:ext cx="0" cy="446396"/>
            </a:xfrm>
            <a:custGeom>
              <a:avLst/>
              <a:pathLst>
                <a:path w="0" h="446396">
                  <a:moveTo>
                    <a:pt x="0" y="44639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1779985" y="3053383"/>
              <a:ext cx="0" cy="267004"/>
            </a:xfrm>
            <a:custGeom>
              <a:avLst/>
              <a:pathLst>
                <a:path w="0" h="267004">
                  <a:moveTo>
                    <a:pt x="0" y="0"/>
                  </a:moveTo>
                  <a:lnTo>
                    <a:pt x="0" y="26700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1705038" y="2749039"/>
              <a:ext cx="149895" cy="304344"/>
            </a:xfrm>
            <a:custGeom>
              <a:avLst/>
              <a:pathLst>
                <a:path w="149895" h="304344">
                  <a:moveTo>
                    <a:pt x="0" y="0"/>
                  </a:moveTo>
                  <a:lnTo>
                    <a:pt x="0" y="304344"/>
                  </a:lnTo>
                  <a:lnTo>
                    <a:pt x="149895" y="304344"/>
                  </a:lnTo>
                  <a:lnTo>
                    <a:pt x="14989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8" name="pl907"/>
            <p:cNvSpPr/>
            <p:nvPr/>
          </p:nvSpPr>
          <p:spPr>
            <a:xfrm>
              <a:off x="1705038" y="2935141"/>
              <a:ext cx="149895" cy="0"/>
            </a:xfrm>
            <a:custGeom>
              <a:avLst/>
              <a:pathLst>
                <a:path w="149895" h="0">
                  <a:moveTo>
                    <a:pt x="0" y="0"/>
                  </a:moveTo>
                  <a:lnTo>
                    <a:pt x="14989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2818980" y="2030749"/>
              <a:ext cx="0" cy="502222"/>
            </a:xfrm>
            <a:custGeom>
              <a:avLst/>
              <a:pathLst>
                <a:path w="0" h="502222">
                  <a:moveTo>
                    <a:pt x="0" y="50222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2818980" y="2911224"/>
              <a:ext cx="0" cy="467677"/>
            </a:xfrm>
            <a:custGeom>
              <a:avLst/>
              <a:pathLst>
                <a:path w="0" h="467677">
                  <a:moveTo>
                    <a:pt x="0" y="0"/>
                  </a:moveTo>
                  <a:lnTo>
                    <a:pt x="0" y="46767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744032" y="2532971"/>
              <a:ext cx="149895" cy="378253"/>
            </a:xfrm>
            <a:custGeom>
              <a:avLst/>
              <a:pathLst>
                <a:path w="149895" h="378253">
                  <a:moveTo>
                    <a:pt x="0" y="0"/>
                  </a:moveTo>
                  <a:lnTo>
                    <a:pt x="0" y="378253"/>
                  </a:lnTo>
                  <a:lnTo>
                    <a:pt x="149895" y="378253"/>
                  </a:lnTo>
                  <a:lnTo>
                    <a:pt x="14989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2" name="pl911"/>
            <p:cNvSpPr/>
            <p:nvPr/>
          </p:nvSpPr>
          <p:spPr>
            <a:xfrm>
              <a:off x="2744032" y="2706548"/>
              <a:ext cx="149895" cy="0"/>
            </a:xfrm>
            <a:custGeom>
              <a:avLst/>
              <a:pathLst>
                <a:path w="149895" h="0">
                  <a:moveTo>
                    <a:pt x="0" y="0"/>
                  </a:moveTo>
                  <a:lnTo>
                    <a:pt x="14989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3857974" y="2046605"/>
              <a:ext cx="0" cy="381852"/>
            </a:xfrm>
            <a:custGeom>
              <a:avLst/>
              <a:pathLst>
                <a:path w="0" h="381852">
                  <a:moveTo>
                    <a:pt x="0" y="38185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3857974" y="2834290"/>
              <a:ext cx="0" cy="431796"/>
            </a:xfrm>
            <a:custGeom>
              <a:avLst/>
              <a:pathLst>
                <a:path w="0" h="431796">
                  <a:moveTo>
                    <a:pt x="0" y="0"/>
                  </a:moveTo>
                  <a:lnTo>
                    <a:pt x="0" y="431796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3783027" y="2428458"/>
              <a:ext cx="149895" cy="405832"/>
            </a:xfrm>
            <a:custGeom>
              <a:avLst/>
              <a:pathLst>
                <a:path w="149895" h="405832">
                  <a:moveTo>
                    <a:pt x="0" y="0"/>
                  </a:moveTo>
                  <a:lnTo>
                    <a:pt x="0" y="405832"/>
                  </a:lnTo>
                  <a:lnTo>
                    <a:pt x="149895" y="405832"/>
                  </a:lnTo>
                  <a:lnTo>
                    <a:pt x="14989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6" name="pl915"/>
            <p:cNvSpPr/>
            <p:nvPr/>
          </p:nvSpPr>
          <p:spPr>
            <a:xfrm>
              <a:off x="3783027" y="2554405"/>
              <a:ext cx="149895" cy="0"/>
            </a:xfrm>
            <a:custGeom>
              <a:avLst/>
              <a:pathLst>
                <a:path w="149895" h="0">
                  <a:moveTo>
                    <a:pt x="0" y="0"/>
                  </a:moveTo>
                  <a:lnTo>
                    <a:pt x="14989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4896969" y="2098530"/>
              <a:ext cx="0" cy="305986"/>
            </a:xfrm>
            <a:custGeom>
              <a:avLst/>
              <a:pathLst>
                <a:path w="0" h="305986">
                  <a:moveTo>
                    <a:pt x="0" y="3059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4896969" y="2704230"/>
              <a:ext cx="0" cy="423337"/>
            </a:xfrm>
            <a:custGeom>
              <a:avLst/>
              <a:pathLst>
                <a:path w="0" h="423337">
                  <a:moveTo>
                    <a:pt x="0" y="0"/>
                  </a:moveTo>
                  <a:lnTo>
                    <a:pt x="0" y="42333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4822021" y="2404516"/>
              <a:ext cx="149895" cy="299713"/>
            </a:xfrm>
            <a:custGeom>
              <a:avLst/>
              <a:pathLst>
                <a:path w="149895" h="299713">
                  <a:moveTo>
                    <a:pt x="0" y="0"/>
                  </a:moveTo>
                  <a:lnTo>
                    <a:pt x="0" y="299713"/>
                  </a:lnTo>
                  <a:lnTo>
                    <a:pt x="149895" y="299713"/>
                  </a:lnTo>
                  <a:lnTo>
                    <a:pt x="14989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0" name="pl919"/>
            <p:cNvSpPr/>
            <p:nvPr/>
          </p:nvSpPr>
          <p:spPr>
            <a:xfrm>
              <a:off x="4822021" y="2528582"/>
              <a:ext cx="149895" cy="0"/>
            </a:xfrm>
            <a:custGeom>
              <a:avLst/>
              <a:pathLst>
                <a:path w="149895" h="0">
                  <a:moveTo>
                    <a:pt x="0" y="0"/>
                  </a:moveTo>
                  <a:lnTo>
                    <a:pt x="14989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1705038" y="2314556"/>
              <a:ext cx="3147799" cy="585786"/>
            </a:xfrm>
            <a:custGeom>
              <a:avLst/>
              <a:pathLst>
                <a:path w="3147799" h="585786">
                  <a:moveTo>
                    <a:pt x="0" y="292622"/>
                  </a:moveTo>
                  <a:lnTo>
                    <a:pt x="779455" y="264540"/>
                  </a:lnTo>
                  <a:lnTo>
                    <a:pt x="1498952" y="221351"/>
                  </a:lnTo>
                  <a:lnTo>
                    <a:pt x="2398323" y="116377"/>
                  </a:lnTo>
                  <a:lnTo>
                    <a:pt x="3147799" y="0"/>
                  </a:lnTo>
                  <a:lnTo>
                    <a:pt x="3147799" y="262592"/>
                  </a:lnTo>
                  <a:lnTo>
                    <a:pt x="2398323" y="292838"/>
                  </a:lnTo>
                  <a:lnTo>
                    <a:pt x="1498952" y="363811"/>
                  </a:lnTo>
                  <a:lnTo>
                    <a:pt x="779455" y="461380"/>
                  </a:lnTo>
                  <a:lnTo>
                    <a:pt x="0" y="585786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2" name="pl921"/>
            <p:cNvSpPr/>
            <p:nvPr/>
          </p:nvSpPr>
          <p:spPr>
            <a:xfrm>
              <a:off x="1705038" y="2314556"/>
              <a:ext cx="3147799" cy="292622"/>
            </a:xfrm>
            <a:custGeom>
              <a:avLst/>
              <a:pathLst>
                <a:path w="3147799" h="292622">
                  <a:moveTo>
                    <a:pt x="0" y="292622"/>
                  </a:moveTo>
                  <a:lnTo>
                    <a:pt x="779455" y="264540"/>
                  </a:lnTo>
                  <a:lnTo>
                    <a:pt x="1498952" y="221351"/>
                  </a:lnTo>
                  <a:lnTo>
                    <a:pt x="2398323" y="116377"/>
                  </a:lnTo>
                  <a:lnTo>
                    <a:pt x="31477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1705038" y="2577148"/>
              <a:ext cx="3147799" cy="323194"/>
            </a:xfrm>
            <a:custGeom>
              <a:avLst/>
              <a:pathLst>
                <a:path w="3147799" h="323194">
                  <a:moveTo>
                    <a:pt x="3147799" y="0"/>
                  </a:moveTo>
                  <a:lnTo>
                    <a:pt x="2398323" y="30245"/>
                  </a:lnTo>
                  <a:lnTo>
                    <a:pt x="1498952" y="101219"/>
                  </a:lnTo>
                  <a:lnTo>
                    <a:pt x="779455" y="198788"/>
                  </a:lnTo>
                  <a:lnTo>
                    <a:pt x="0" y="323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1705038" y="2436875"/>
              <a:ext cx="3147799" cy="530996"/>
            </a:xfrm>
            <a:custGeom>
              <a:avLst/>
              <a:pathLst>
                <a:path w="3147799" h="530996">
                  <a:moveTo>
                    <a:pt x="0" y="284825"/>
                  </a:moveTo>
                  <a:lnTo>
                    <a:pt x="779455" y="251361"/>
                  </a:lnTo>
                  <a:lnTo>
                    <a:pt x="1498952" y="206085"/>
                  </a:lnTo>
                  <a:lnTo>
                    <a:pt x="2398323" y="106928"/>
                  </a:lnTo>
                  <a:lnTo>
                    <a:pt x="3147799" y="0"/>
                  </a:lnTo>
                  <a:lnTo>
                    <a:pt x="3147799" y="219712"/>
                  </a:lnTo>
                  <a:lnTo>
                    <a:pt x="2398323" y="254714"/>
                  </a:lnTo>
                  <a:lnTo>
                    <a:pt x="1498952" y="325875"/>
                  </a:lnTo>
                  <a:lnTo>
                    <a:pt x="779455" y="416852"/>
                  </a:lnTo>
                  <a:lnTo>
                    <a:pt x="0" y="530996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5" name="pl924"/>
            <p:cNvSpPr/>
            <p:nvPr/>
          </p:nvSpPr>
          <p:spPr>
            <a:xfrm>
              <a:off x="1705038" y="2436875"/>
              <a:ext cx="3147799" cy="284825"/>
            </a:xfrm>
            <a:custGeom>
              <a:avLst/>
              <a:pathLst>
                <a:path w="3147799" h="284825">
                  <a:moveTo>
                    <a:pt x="0" y="284825"/>
                  </a:moveTo>
                  <a:lnTo>
                    <a:pt x="779455" y="251361"/>
                  </a:lnTo>
                  <a:lnTo>
                    <a:pt x="1498952" y="206085"/>
                  </a:lnTo>
                  <a:lnTo>
                    <a:pt x="2398323" y="106928"/>
                  </a:lnTo>
                  <a:lnTo>
                    <a:pt x="314779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1705038" y="2656588"/>
              <a:ext cx="3147799" cy="311283"/>
            </a:xfrm>
            <a:custGeom>
              <a:avLst/>
              <a:pathLst>
                <a:path w="3147799" h="311283">
                  <a:moveTo>
                    <a:pt x="3147799" y="0"/>
                  </a:moveTo>
                  <a:lnTo>
                    <a:pt x="2398323" y="35002"/>
                  </a:lnTo>
                  <a:lnTo>
                    <a:pt x="1498952" y="106162"/>
                  </a:lnTo>
                  <a:lnTo>
                    <a:pt x="779455" y="197139"/>
                  </a:lnTo>
                  <a:lnTo>
                    <a:pt x="0" y="3112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1705038" y="2445852"/>
              <a:ext cx="3147799" cy="307908"/>
            </a:xfrm>
            <a:custGeom>
              <a:avLst/>
              <a:pathLst>
                <a:path w="3147799" h="307908">
                  <a:moveTo>
                    <a:pt x="0" y="307908"/>
                  </a:moveTo>
                  <a:lnTo>
                    <a:pt x="779455" y="231664"/>
                  </a:lnTo>
                  <a:lnTo>
                    <a:pt x="1498952" y="161285"/>
                  </a:lnTo>
                  <a:lnTo>
                    <a:pt x="2398323" y="73311"/>
                  </a:lnTo>
                  <a:lnTo>
                    <a:pt x="3147799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1705038" y="2546731"/>
              <a:ext cx="3147799" cy="298054"/>
            </a:xfrm>
            <a:custGeom>
              <a:avLst/>
              <a:pathLst>
                <a:path w="3147799" h="298054">
                  <a:moveTo>
                    <a:pt x="0" y="298054"/>
                  </a:moveTo>
                  <a:lnTo>
                    <a:pt x="779455" y="224250"/>
                  </a:lnTo>
                  <a:lnTo>
                    <a:pt x="1498952" y="156123"/>
                  </a:lnTo>
                  <a:lnTo>
                    <a:pt x="2398323" y="70965"/>
                  </a:lnTo>
                  <a:lnTo>
                    <a:pt x="3147799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tx928"/>
            <p:cNvSpPr/>
            <p:nvPr/>
          </p:nvSpPr>
          <p:spPr>
            <a:xfrm>
              <a:off x="1705038" y="1047951"/>
              <a:ext cx="82579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</a:t>
              </a:r>
            </a:p>
          </p:txBody>
        </p:sp>
        <p:sp>
          <p:nvSpPr>
            <p:cNvPr id="930" name="tx929"/>
            <p:cNvSpPr/>
            <p:nvPr/>
          </p:nvSpPr>
          <p:spPr>
            <a:xfrm>
              <a:off x="2530832" y="1048042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629510" y="1048042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2671426" y="10480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2752263" y="10480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2833060" y="10480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35" name="tx934"/>
            <p:cNvSpPr/>
            <p:nvPr/>
          </p:nvSpPr>
          <p:spPr>
            <a:xfrm>
              <a:off x="2913842" y="104795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0.067</a:t>
              </a:r>
            </a:p>
          </p:txBody>
        </p:sp>
        <p:sp>
          <p:nvSpPr>
            <p:cNvPr id="936" name="tx935"/>
            <p:cNvSpPr/>
            <p:nvPr/>
          </p:nvSpPr>
          <p:spPr>
            <a:xfrm>
              <a:off x="3376255" y="1047951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37" name="tx936"/>
            <p:cNvSpPr/>
            <p:nvPr/>
          </p:nvSpPr>
          <p:spPr>
            <a:xfrm>
              <a:off x="3446846" y="10480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3527643" y="104795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0.028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1705038" y="1224134"/>
              <a:ext cx="8117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2516751" y="1224226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2615428" y="1224226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2657344" y="122422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2738182" y="122422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4" name="tx943"/>
            <p:cNvSpPr/>
            <p:nvPr/>
          </p:nvSpPr>
          <p:spPr>
            <a:xfrm>
              <a:off x="2818978" y="122422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45" name="tx944"/>
            <p:cNvSpPr/>
            <p:nvPr/>
          </p:nvSpPr>
          <p:spPr>
            <a:xfrm>
              <a:off x="2899761" y="1224134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0.064</a:t>
              </a:r>
            </a:p>
          </p:txBody>
        </p:sp>
        <p:sp>
          <p:nvSpPr>
            <p:cNvPr id="946" name="tx945"/>
            <p:cNvSpPr/>
            <p:nvPr/>
          </p:nvSpPr>
          <p:spPr>
            <a:xfrm>
              <a:off x="3362173" y="1224134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47" name="tx946"/>
            <p:cNvSpPr/>
            <p:nvPr/>
          </p:nvSpPr>
          <p:spPr>
            <a:xfrm>
              <a:off x="3432764" y="122422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8" name="tx947"/>
            <p:cNvSpPr/>
            <p:nvPr/>
          </p:nvSpPr>
          <p:spPr>
            <a:xfrm>
              <a:off x="3513561" y="1224134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949" name="tx948"/>
            <p:cNvSpPr/>
            <p:nvPr/>
          </p:nvSpPr>
          <p:spPr>
            <a:xfrm>
              <a:off x="1638012" y="1507292"/>
              <a:ext cx="13405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ns</a:t>
              </a:r>
            </a:p>
          </p:txBody>
        </p:sp>
        <p:sp>
          <p:nvSpPr>
            <p:cNvPr id="950" name="tx949"/>
            <p:cNvSpPr/>
            <p:nvPr/>
          </p:nvSpPr>
          <p:spPr>
            <a:xfrm>
              <a:off x="2669829" y="1454476"/>
              <a:ext cx="148407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1" name="tx950"/>
            <p:cNvSpPr/>
            <p:nvPr/>
          </p:nvSpPr>
          <p:spPr>
            <a:xfrm>
              <a:off x="3708823" y="1544910"/>
              <a:ext cx="148407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2" name="tx951"/>
            <p:cNvSpPr/>
            <p:nvPr/>
          </p:nvSpPr>
          <p:spPr>
            <a:xfrm>
              <a:off x="4797287" y="1488902"/>
              <a:ext cx="4946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53" name="rc952"/>
            <p:cNvSpPr/>
            <p:nvPr/>
          </p:nvSpPr>
          <p:spPr>
            <a:xfrm>
              <a:off x="1343534" y="952357"/>
              <a:ext cx="3840255" cy="289051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54" name="pl953"/>
            <p:cNvSpPr/>
            <p:nvPr/>
          </p:nvSpPr>
          <p:spPr>
            <a:xfrm>
              <a:off x="1343534" y="952357"/>
              <a:ext cx="0" cy="2890515"/>
            </a:xfrm>
            <a:custGeom>
              <a:avLst/>
              <a:pathLst>
                <a:path w="0" h="2890515">
                  <a:moveTo>
                    <a:pt x="0" y="2890515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tx954"/>
            <p:cNvSpPr/>
            <p:nvPr/>
          </p:nvSpPr>
          <p:spPr>
            <a:xfrm>
              <a:off x="1127766" y="366421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1127766" y="322375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1127766" y="278329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58" name="tx957"/>
            <p:cNvSpPr/>
            <p:nvPr/>
          </p:nvSpPr>
          <p:spPr>
            <a:xfrm>
              <a:off x="1127766" y="234284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127766" y="190238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60" name="tx959"/>
            <p:cNvSpPr/>
            <p:nvPr/>
          </p:nvSpPr>
          <p:spPr>
            <a:xfrm>
              <a:off x="1127766" y="146192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61" name="pl960"/>
            <p:cNvSpPr/>
            <p:nvPr/>
          </p:nvSpPr>
          <p:spPr>
            <a:xfrm>
              <a:off x="1311902" y="370522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1"/>
            <p:cNvSpPr/>
            <p:nvPr/>
          </p:nvSpPr>
          <p:spPr>
            <a:xfrm>
              <a:off x="1311902" y="326477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2"/>
            <p:cNvSpPr/>
            <p:nvPr/>
          </p:nvSpPr>
          <p:spPr>
            <a:xfrm>
              <a:off x="1311902" y="282431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1311902" y="238385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1311902" y="19433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1311902" y="150293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1343534" y="3842873"/>
              <a:ext cx="3840255" cy="0"/>
            </a:xfrm>
            <a:custGeom>
              <a:avLst/>
              <a:pathLst>
                <a:path w="3840255" h="0">
                  <a:moveTo>
                    <a:pt x="0" y="0"/>
                  </a:moveTo>
                  <a:lnTo>
                    <a:pt x="3840255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1705038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2744032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3783027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822021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tx971"/>
            <p:cNvSpPr/>
            <p:nvPr/>
          </p:nvSpPr>
          <p:spPr>
            <a:xfrm>
              <a:off x="1673262" y="389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73" name="tx972"/>
            <p:cNvSpPr/>
            <p:nvPr/>
          </p:nvSpPr>
          <p:spPr>
            <a:xfrm>
              <a:off x="2712257" y="389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74" name="tx973"/>
            <p:cNvSpPr/>
            <p:nvPr/>
          </p:nvSpPr>
          <p:spPr>
            <a:xfrm>
              <a:off x="3751251" y="389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75" name="tx974"/>
            <p:cNvSpPr/>
            <p:nvPr/>
          </p:nvSpPr>
          <p:spPr>
            <a:xfrm>
              <a:off x="4790246" y="389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76" name="tx975"/>
            <p:cNvSpPr/>
            <p:nvPr/>
          </p:nvSpPr>
          <p:spPr>
            <a:xfrm>
              <a:off x="2976357" y="407587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77" name="tx976"/>
            <p:cNvSpPr/>
            <p:nvPr/>
          </p:nvSpPr>
          <p:spPr>
            <a:xfrm rot="-5400000">
              <a:off x="-145482" y="2347506"/>
              <a:ext cx="225939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 of biomass inequality</a:t>
              </a:r>
            </a:p>
          </p:txBody>
        </p:sp>
        <p:sp>
          <p:nvSpPr>
            <p:cNvPr id="978" name="rc977"/>
            <p:cNvSpPr/>
            <p:nvPr/>
          </p:nvSpPr>
          <p:spPr>
            <a:xfrm>
              <a:off x="1870783" y="4296442"/>
              <a:ext cx="2785756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tx978"/>
            <p:cNvSpPr/>
            <p:nvPr/>
          </p:nvSpPr>
          <p:spPr>
            <a:xfrm>
              <a:off x="1870783" y="4340722"/>
              <a:ext cx="82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980" name="rc979"/>
            <p:cNvSpPr/>
            <p:nvPr/>
          </p:nvSpPr>
          <p:spPr>
            <a:xfrm>
              <a:off x="2759749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818557" y="43552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2849749" y="4431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2849749" y="4314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4" name="rc983"/>
            <p:cNvSpPr/>
            <p:nvPr/>
          </p:nvSpPr>
          <p:spPr>
            <a:xfrm>
              <a:off x="2782249" y="4341442"/>
              <a:ext cx="135000" cy="89999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2782249" y="4386442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2849749" y="4458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2849749" y="4314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8" name="pl987"/>
            <p:cNvSpPr/>
            <p:nvPr/>
          </p:nvSpPr>
          <p:spPr>
            <a:xfrm>
              <a:off x="2777749" y="4386442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rc988"/>
            <p:cNvSpPr/>
            <p:nvPr/>
          </p:nvSpPr>
          <p:spPr>
            <a:xfrm>
              <a:off x="3746131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3804939" y="43552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l990"/>
            <p:cNvSpPr/>
            <p:nvPr/>
          </p:nvSpPr>
          <p:spPr>
            <a:xfrm>
              <a:off x="3836131" y="4431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2" name="pl991"/>
            <p:cNvSpPr/>
            <p:nvPr/>
          </p:nvSpPr>
          <p:spPr>
            <a:xfrm>
              <a:off x="3836131" y="4314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3" name="rc992"/>
            <p:cNvSpPr/>
            <p:nvPr/>
          </p:nvSpPr>
          <p:spPr>
            <a:xfrm>
              <a:off x="3768631" y="4341442"/>
              <a:ext cx="135000" cy="89999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4" name="pl993"/>
            <p:cNvSpPr/>
            <p:nvPr/>
          </p:nvSpPr>
          <p:spPr>
            <a:xfrm>
              <a:off x="3768631" y="4386442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5" name="pl994"/>
            <p:cNvSpPr/>
            <p:nvPr/>
          </p:nvSpPr>
          <p:spPr>
            <a:xfrm>
              <a:off x="3836131" y="4458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6" name="pl995"/>
            <p:cNvSpPr/>
            <p:nvPr/>
          </p:nvSpPr>
          <p:spPr>
            <a:xfrm>
              <a:off x="3836131" y="4314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7" name="pl996"/>
            <p:cNvSpPr/>
            <p:nvPr/>
          </p:nvSpPr>
          <p:spPr>
            <a:xfrm>
              <a:off x="3764131" y="4386442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tx997"/>
            <p:cNvSpPr/>
            <p:nvPr/>
          </p:nvSpPr>
          <p:spPr>
            <a:xfrm>
              <a:off x="3003012" y="4345431"/>
              <a:ext cx="67985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999" name="tx998"/>
            <p:cNvSpPr/>
            <p:nvPr/>
          </p:nvSpPr>
          <p:spPr>
            <a:xfrm>
              <a:off x="3989394" y="4345431"/>
              <a:ext cx="66714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2026-07-20T17:44:05Z</dcterms:modified>
  <cp:category/>
</cp:coreProperties>
</file>